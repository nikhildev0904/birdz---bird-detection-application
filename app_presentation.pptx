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1"/>
  </p:sldMasterIdLst>
  <p:notesMasterIdLst>
    <p:notesMasterId r:id="rId24"/>
  </p:notesMasterIdLst>
  <p:sldIdLst>
    <p:sldId id="256" r:id="rId2"/>
    <p:sldId id="272" r:id="rId3"/>
    <p:sldId id="259" r:id="rId4"/>
    <p:sldId id="269" r:id="rId5"/>
    <p:sldId id="277" r:id="rId6"/>
    <p:sldId id="283" r:id="rId7"/>
    <p:sldId id="317" r:id="rId8"/>
    <p:sldId id="318" r:id="rId9"/>
    <p:sldId id="319" r:id="rId10"/>
    <p:sldId id="320" r:id="rId11"/>
    <p:sldId id="281" r:id="rId12"/>
    <p:sldId id="314" r:id="rId13"/>
    <p:sldId id="313" r:id="rId14"/>
    <p:sldId id="289" r:id="rId15"/>
    <p:sldId id="315" r:id="rId16"/>
    <p:sldId id="322" r:id="rId17"/>
    <p:sldId id="321" r:id="rId18"/>
    <p:sldId id="323" r:id="rId19"/>
    <p:sldId id="316" r:id="rId20"/>
    <p:sldId id="324" r:id="rId21"/>
    <p:sldId id="293" r:id="rId22"/>
    <p:sldId id="266" r:id="rId23"/>
  </p:sldIdLst>
  <p:sldSz cx="9144000" cy="5143500" type="screen16x9"/>
  <p:notesSz cx="6858000" cy="9144000"/>
  <p:embeddedFontLst>
    <p:embeddedFont>
      <p:font typeface="BioRhyme" panose="020B0604020202020204" charset="0"/>
      <p:regular r:id="rId25"/>
      <p:bold r:id="rId26"/>
    </p:embeddedFont>
    <p:embeddedFont>
      <p:font typeface="Dubai Medium" panose="020B0603030403030204" pitchFamily="34" charset="-78"/>
      <p:regular r:id="rId27"/>
    </p:embeddedFont>
    <p:embeddedFont>
      <p:font typeface="Lato" panose="020F0502020204030203" pitchFamily="34" charset="0"/>
      <p:regular r:id="rId28"/>
      <p:bold r:id="rId29"/>
      <p:italic r:id="rId30"/>
      <p:boldItalic r:id="rId31"/>
    </p:embeddedFont>
    <p:embeddedFont>
      <p:font typeface="Nunito Light" pitchFamily="2" charset="0"/>
      <p:regular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2C18"/>
    <a:srgbClr val="FFFFFF"/>
    <a:srgbClr val="000000"/>
    <a:srgbClr val="F5582B"/>
    <a:srgbClr val="D0E7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B489E4-CF50-4042-8896-98F2AC43797D}">
  <a:tblStyle styleId="{30B489E4-CF50-4042-8896-98F2AC43797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C52D253-CB74-4E5F-8824-F9C4D48541A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265" autoAdjust="0"/>
    <p:restoredTop sz="94744" autoAdjust="0"/>
  </p:normalViewPr>
  <p:slideViewPr>
    <p:cSldViewPr snapToGrid="0">
      <p:cViewPr varScale="1">
        <p:scale>
          <a:sx n="103" d="100"/>
          <a:sy n="103" d="100"/>
        </p:scale>
        <p:origin x="29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leep Vadla" userId="275a189809e53378" providerId="LiveId" clId="{6C68EF3D-2E9B-49D4-B2A7-FFB0FDB8A2E0}"/>
    <pc:docChg chg="delSld">
      <pc:chgData name="Dileep Vadla" userId="275a189809e53378" providerId="LiveId" clId="{6C68EF3D-2E9B-49D4-B2A7-FFB0FDB8A2E0}" dt="2025-07-17T11:01:56.179" v="0" actId="47"/>
      <pc:docMkLst>
        <pc:docMk/>
      </pc:docMkLst>
      <pc:sldChg chg="del">
        <pc:chgData name="Dileep Vadla" userId="275a189809e53378" providerId="LiveId" clId="{6C68EF3D-2E9B-49D4-B2A7-FFB0FDB8A2E0}" dt="2025-07-17T11:01:56.179" v="0" actId="47"/>
        <pc:sldMkLst>
          <pc:docMk/>
          <pc:sldMk cId="0" sldId="257"/>
        </pc:sldMkLst>
      </pc:sldChg>
      <pc:sldMasterChg chg="delSldLayout">
        <pc:chgData name="Dileep Vadla" userId="275a189809e53378" providerId="LiveId" clId="{6C68EF3D-2E9B-49D4-B2A7-FFB0FDB8A2E0}" dt="2025-07-17T11:01:56.179" v="0" actId="47"/>
        <pc:sldMasterMkLst>
          <pc:docMk/>
          <pc:sldMasterMk cId="0" sldId="2147483686"/>
        </pc:sldMasterMkLst>
        <pc:sldLayoutChg chg="del">
          <pc:chgData name="Dileep Vadla" userId="275a189809e53378" providerId="LiveId" clId="{6C68EF3D-2E9B-49D4-B2A7-FFB0FDB8A2E0}" dt="2025-07-17T11:01:56.179" v="0" actId="47"/>
          <pc:sldLayoutMkLst>
            <pc:docMk/>
            <pc:sldMasterMk cId="0" sldId="2147483686"/>
            <pc:sldLayoutMk cId="0" sldId="2147483650"/>
          </pc:sldLayoutMkLst>
        </pc:sldLayoutChg>
      </pc:sldMasterChg>
    </pc:docChg>
  </pc:docChgLst>
  <pc:docChgLst>
    <pc:chgData name="Dileep Vadla" userId="275a189809e53378" providerId="LiveId" clId="{AC051098-574A-469B-9169-1BB92A9D7786}"/>
    <pc:docChg chg="delSld">
      <pc:chgData name="Dileep Vadla" userId="275a189809e53378" providerId="LiveId" clId="{AC051098-574A-469B-9169-1BB92A9D7786}" dt="2025-05-08T10:24:26.985" v="0" actId="47"/>
      <pc:docMkLst>
        <pc:docMk/>
      </pc:docMkLst>
      <pc:sldChg chg="del">
        <pc:chgData name="Dileep Vadla" userId="275a189809e53378" providerId="LiveId" clId="{AC051098-574A-469B-9169-1BB92A9D7786}" dt="2025-05-08T10:24:26.985" v="0" actId="47"/>
        <pc:sldMkLst>
          <pc:docMk/>
          <pc:sldMk cId="0" sldId="279"/>
        </pc:sldMkLst>
      </pc:sldChg>
    </pc:docChg>
  </pc:docChgLst>
  <pc:docChgLst>
    <pc:chgData name="Dileep Vadla" userId="275a189809e53378" providerId="LiveId" clId="{C8983E7E-DF22-46F8-A94C-32D542EC669B}"/>
    <pc:docChg chg="undo redo custSel addSld delSld modSld sldOrd delMainMaster">
      <pc:chgData name="Dileep Vadla" userId="275a189809e53378" providerId="LiveId" clId="{C8983E7E-DF22-46F8-A94C-32D542EC669B}" dt="2025-05-07T08:01:40.026" v="1215" actId="20577"/>
      <pc:docMkLst>
        <pc:docMk/>
      </pc:docMkLst>
      <pc:sldChg chg="modSp mod">
        <pc:chgData name="Dileep Vadla" userId="275a189809e53378" providerId="LiveId" clId="{C8983E7E-DF22-46F8-A94C-32D542EC669B}" dt="2025-05-06T05:41:58.004" v="3" actId="20577"/>
        <pc:sldMkLst>
          <pc:docMk/>
          <pc:sldMk cId="0" sldId="257"/>
        </pc:sldMkLst>
      </pc:sldChg>
      <pc:sldChg chg="del">
        <pc:chgData name="Dileep Vadla" userId="275a189809e53378" providerId="LiveId" clId="{C8983E7E-DF22-46F8-A94C-32D542EC669B}" dt="2025-05-06T12:40:49.651" v="999" actId="47"/>
        <pc:sldMkLst>
          <pc:docMk/>
          <pc:sldMk cId="0" sldId="267"/>
        </pc:sldMkLst>
      </pc:sldChg>
      <pc:sldChg chg="del">
        <pc:chgData name="Dileep Vadla" userId="275a189809e53378" providerId="LiveId" clId="{C8983E7E-DF22-46F8-A94C-32D542EC669B}" dt="2025-05-06T12:40:49.651" v="999" actId="47"/>
        <pc:sldMkLst>
          <pc:docMk/>
          <pc:sldMk cId="0" sldId="270"/>
        </pc:sldMkLst>
      </pc:sldChg>
      <pc:sldChg chg="del">
        <pc:chgData name="Dileep Vadla" userId="275a189809e53378" providerId="LiveId" clId="{C8983E7E-DF22-46F8-A94C-32D542EC669B}" dt="2025-05-06T12:40:49.651" v="999" actId="47"/>
        <pc:sldMkLst>
          <pc:docMk/>
          <pc:sldMk cId="0" sldId="273"/>
        </pc:sldMkLst>
      </pc:sldChg>
      <pc:sldChg chg="del">
        <pc:chgData name="Dileep Vadla" userId="275a189809e53378" providerId="LiveId" clId="{C8983E7E-DF22-46F8-A94C-32D542EC669B}" dt="2025-05-06T12:40:49.651" v="999" actId="47"/>
        <pc:sldMkLst>
          <pc:docMk/>
          <pc:sldMk cId="0" sldId="274"/>
        </pc:sldMkLst>
      </pc:sldChg>
      <pc:sldChg chg="del">
        <pc:chgData name="Dileep Vadla" userId="275a189809e53378" providerId="LiveId" clId="{C8983E7E-DF22-46F8-A94C-32D542EC669B}" dt="2025-05-06T12:40:49.651" v="999" actId="47"/>
        <pc:sldMkLst>
          <pc:docMk/>
          <pc:sldMk cId="0" sldId="275"/>
        </pc:sldMkLst>
      </pc:sldChg>
      <pc:sldChg chg="del">
        <pc:chgData name="Dileep Vadla" userId="275a189809e53378" providerId="LiveId" clId="{C8983E7E-DF22-46F8-A94C-32D542EC669B}" dt="2025-05-06T12:40:49.651" v="999" actId="47"/>
        <pc:sldMkLst>
          <pc:docMk/>
          <pc:sldMk cId="0" sldId="276"/>
        </pc:sldMkLst>
      </pc:sldChg>
      <pc:sldChg chg="addSp delSp modSp mod ord">
        <pc:chgData name="Dileep Vadla" userId="275a189809e53378" providerId="LiveId" clId="{C8983E7E-DF22-46F8-A94C-32D542EC669B}" dt="2025-05-06T07:27:47.891" v="122"/>
        <pc:sldMkLst>
          <pc:docMk/>
          <pc:sldMk cId="0" sldId="277"/>
        </pc:sldMkLst>
        <pc:spChg chg="add mod">
          <ac:chgData name="Dileep Vadla" userId="275a189809e53378" providerId="LiveId" clId="{C8983E7E-DF22-46F8-A94C-32D542EC669B}" dt="2025-05-06T07:21:44.649" v="49" actId="1076"/>
          <ac:spMkLst>
            <pc:docMk/>
            <pc:sldMk cId="0" sldId="277"/>
            <ac:spMk id="10" creationId="{57F09C93-9A21-B55A-88D2-DCB3EE9AC92B}"/>
          </ac:spMkLst>
        </pc:spChg>
        <pc:spChg chg="add mod">
          <ac:chgData name="Dileep Vadla" userId="275a189809e53378" providerId="LiveId" clId="{C8983E7E-DF22-46F8-A94C-32D542EC669B}" dt="2025-05-06T07:23:26.583" v="71" actId="2711"/>
          <ac:spMkLst>
            <pc:docMk/>
            <pc:sldMk cId="0" sldId="277"/>
            <ac:spMk id="13" creationId="{0BBF3D39-FC04-0FAE-5391-DE8D5B5DBF2A}"/>
          </ac:spMkLst>
        </pc:spChg>
        <pc:picChg chg="add mod">
          <ac:chgData name="Dileep Vadla" userId="275a189809e53378" providerId="LiveId" clId="{C8983E7E-DF22-46F8-A94C-32D542EC669B}" dt="2025-05-06T07:19:56.317" v="22" actId="1076"/>
          <ac:picMkLst>
            <pc:docMk/>
            <pc:sldMk cId="0" sldId="277"/>
            <ac:picMk id="5" creationId="{C30D3E58-3A33-49DE-31EB-D2B22C69E174}"/>
          </ac:picMkLst>
        </pc:picChg>
      </pc:sldChg>
      <pc:sldChg chg="del">
        <pc:chgData name="Dileep Vadla" userId="275a189809e53378" providerId="LiveId" clId="{C8983E7E-DF22-46F8-A94C-32D542EC669B}" dt="2025-05-06T12:40:49.651" v="999" actId="47"/>
        <pc:sldMkLst>
          <pc:docMk/>
          <pc:sldMk cId="0" sldId="278"/>
        </pc:sldMkLst>
      </pc:sldChg>
      <pc:sldChg chg="del">
        <pc:chgData name="Dileep Vadla" userId="275a189809e53378" providerId="LiveId" clId="{C8983E7E-DF22-46F8-A94C-32D542EC669B}" dt="2025-05-06T12:40:49.651" v="999" actId="47"/>
        <pc:sldMkLst>
          <pc:docMk/>
          <pc:sldMk cId="0" sldId="280"/>
        </pc:sldMkLst>
      </pc:sldChg>
      <pc:sldChg chg="addSp modSp mod ord">
        <pc:chgData name="Dileep Vadla" userId="275a189809e53378" providerId="LiveId" clId="{C8983E7E-DF22-46F8-A94C-32D542EC669B}" dt="2025-05-06T14:08:21.784" v="1088" actId="1076"/>
        <pc:sldMkLst>
          <pc:docMk/>
          <pc:sldMk cId="0" sldId="283"/>
        </pc:sldMkLst>
        <pc:picChg chg="add mod ord">
          <ac:chgData name="Dileep Vadla" userId="275a189809e53378" providerId="LiveId" clId="{C8983E7E-DF22-46F8-A94C-32D542EC669B}" dt="2025-05-06T14:08:21.784" v="1088" actId="1076"/>
          <ac:picMkLst>
            <pc:docMk/>
            <pc:sldMk cId="0" sldId="283"/>
            <ac:picMk id="3" creationId="{982378B4-7B23-0976-B99C-69FE84B3948B}"/>
          </ac:picMkLst>
        </pc:picChg>
        <pc:picChg chg="add mod">
          <ac:chgData name="Dileep Vadla" userId="275a189809e53378" providerId="LiveId" clId="{C8983E7E-DF22-46F8-A94C-32D542EC669B}" dt="2025-05-06T07:25:47.145" v="99" actId="14100"/>
          <ac:picMkLst>
            <pc:docMk/>
            <pc:sldMk cId="0" sldId="283"/>
            <ac:picMk id="5" creationId="{807BF079-60B6-C239-C069-BD9107A9523D}"/>
          </ac:picMkLst>
        </pc:picChg>
        <pc:picChg chg="add mod ord">
          <ac:chgData name="Dileep Vadla" userId="275a189809e53378" providerId="LiveId" clId="{C8983E7E-DF22-46F8-A94C-32D542EC669B}" dt="2025-05-06T14:08:19.828" v="1087" actId="1076"/>
          <ac:picMkLst>
            <pc:docMk/>
            <pc:sldMk cId="0" sldId="283"/>
            <ac:picMk id="7" creationId="{12AA6C92-6FBF-E9BE-8184-DAC9945F3BEA}"/>
          </ac:picMkLst>
        </pc:picChg>
        <pc:picChg chg="add mod">
          <ac:chgData name="Dileep Vadla" userId="275a189809e53378" providerId="LiveId" clId="{C8983E7E-DF22-46F8-A94C-32D542EC669B}" dt="2025-05-06T07:27:02.911" v="115" actId="1076"/>
          <ac:picMkLst>
            <pc:docMk/>
            <pc:sldMk cId="0" sldId="283"/>
            <ac:picMk id="8" creationId="{986D2284-7B38-6595-C5F0-92DE6AD9B111}"/>
          </ac:picMkLst>
        </pc:picChg>
      </pc:sldChg>
      <pc:sldChg chg="del">
        <pc:chgData name="Dileep Vadla" userId="275a189809e53378" providerId="LiveId" clId="{C8983E7E-DF22-46F8-A94C-32D542EC669B}" dt="2025-05-06T12:40:49.651" v="999" actId="47"/>
        <pc:sldMkLst>
          <pc:docMk/>
          <pc:sldMk cId="0" sldId="284"/>
        </pc:sldMkLst>
      </pc:sldChg>
      <pc:sldChg chg="del">
        <pc:chgData name="Dileep Vadla" userId="275a189809e53378" providerId="LiveId" clId="{C8983E7E-DF22-46F8-A94C-32D542EC669B}" dt="2025-05-06T12:40:49.651" v="999" actId="47"/>
        <pc:sldMkLst>
          <pc:docMk/>
          <pc:sldMk cId="0" sldId="285"/>
        </pc:sldMkLst>
      </pc:sldChg>
      <pc:sldChg chg="del">
        <pc:chgData name="Dileep Vadla" userId="275a189809e53378" providerId="LiveId" clId="{C8983E7E-DF22-46F8-A94C-32D542EC669B}" dt="2025-05-06T12:40:49.651" v="999" actId="47"/>
        <pc:sldMkLst>
          <pc:docMk/>
          <pc:sldMk cId="0" sldId="286"/>
        </pc:sldMkLst>
      </pc:sldChg>
      <pc:sldChg chg="del">
        <pc:chgData name="Dileep Vadla" userId="275a189809e53378" providerId="LiveId" clId="{C8983E7E-DF22-46F8-A94C-32D542EC669B}" dt="2025-05-06T12:40:49.651" v="999" actId="47"/>
        <pc:sldMkLst>
          <pc:docMk/>
          <pc:sldMk cId="0" sldId="287"/>
        </pc:sldMkLst>
      </pc:sldChg>
      <pc:sldChg chg="del">
        <pc:chgData name="Dileep Vadla" userId="275a189809e53378" providerId="LiveId" clId="{C8983E7E-DF22-46F8-A94C-32D542EC669B}" dt="2025-05-06T12:40:49.651" v="999" actId="47"/>
        <pc:sldMkLst>
          <pc:docMk/>
          <pc:sldMk cId="0" sldId="288"/>
        </pc:sldMkLst>
      </pc:sldChg>
      <pc:sldChg chg="addSp delSp modSp mod">
        <pc:chgData name="Dileep Vadla" userId="275a189809e53378" providerId="LiveId" clId="{C8983E7E-DF22-46F8-A94C-32D542EC669B}" dt="2025-05-06T12:47:49.548" v="1081" actId="166"/>
        <pc:sldMkLst>
          <pc:docMk/>
          <pc:sldMk cId="0" sldId="289"/>
        </pc:sldMkLst>
        <pc:spChg chg="mod">
          <ac:chgData name="Dileep Vadla" userId="275a189809e53378" providerId="LiveId" clId="{C8983E7E-DF22-46F8-A94C-32D542EC669B}" dt="2025-05-06T05:51:22.867" v="9" actId="207"/>
          <ac:spMkLst>
            <pc:docMk/>
            <pc:sldMk cId="0" sldId="289"/>
            <ac:spMk id="6209" creationId="{00000000-0000-0000-0000-000000000000}"/>
          </ac:spMkLst>
        </pc:spChg>
        <pc:spChg chg="mod">
          <ac:chgData name="Dileep Vadla" userId="275a189809e53378" providerId="LiveId" clId="{C8983E7E-DF22-46F8-A94C-32D542EC669B}" dt="2025-05-06T05:51:22.867" v="9" actId="207"/>
          <ac:spMkLst>
            <pc:docMk/>
            <pc:sldMk cId="0" sldId="289"/>
            <ac:spMk id="6210" creationId="{00000000-0000-0000-0000-000000000000}"/>
          </ac:spMkLst>
        </pc:spChg>
        <pc:grpChg chg="mod">
          <ac:chgData name="Dileep Vadla" userId="275a189809e53378" providerId="LiveId" clId="{C8983E7E-DF22-46F8-A94C-32D542EC669B}" dt="2025-05-06T05:51:22.867" v="9" actId="207"/>
          <ac:grpSpMkLst>
            <pc:docMk/>
            <pc:sldMk cId="0" sldId="289"/>
            <ac:grpSpMk id="6208" creationId="{00000000-0000-0000-0000-000000000000}"/>
          </ac:grpSpMkLst>
        </pc:grpChg>
        <pc:grpChg chg="mod ord">
          <ac:chgData name="Dileep Vadla" userId="275a189809e53378" providerId="LiveId" clId="{C8983E7E-DF22-46F8-A94C-32D542EC669B}" dt="2025-05-06T12:47:49.548" v="1081" actId="166"/>
          <ac:grpSpMkLst>
            <pc:docMk/>
            <pc:sldMk cId="0" sldId="289"/>
            <ac:grpSpMk id="6287" creationId="{00000000-0000-0000-0000-000000000000}"/>
          </ac:grpSpMkLst>
        </pc:grpChg>
        <pc:grpChg chg="mod">
          <ac:chgData name="Dileep Vadla" userId="275a189809e53378" providerId="LiveId" clId="{C8983E7E-DF22-46F8-A94C-32D542EC669B}" dt="2025-05-06T08:29:26.709" v="304" actId="1076"/>
          <ac:grpSpMkLst>
            <pc:docMk/>
            <pc:sldMk cId="0" sldId="289"/>
            <ac:grpSpMk id="6367" creationId="{00000000-0000-0000-0000-000000000000}"/>
          </ac:grpSpMkLst>
        </pc:grpChg>
        <pc:picChg chg="add mod">
          <ac:chgData name="Dileep Vadla" userId="275a189809e53378" providerId="LiveId" clId="{C8983E7E-DF22-46F8-A94C-32D542EC669B}" dt="2025-05-06T12:47:42.228" v="1080" actId="1076"/>
          <ac:picMkLst>
            <pc:docMk/>
            <pc:sldMk cId="0" sldId="289"/>
            <ac:picMk id="5" creationId="{A647AF07-18FD-9F53-5654-F74ACF53F080}"/>
          </ac:picMkLst>
        </pc:picChg>
      </pc:sldChg>
      <pc:sldChg chg="del">
        <pc:chgData name="Dileep Vadla" userId="275a189809e53378" providerId="LiveId" clId="{C8983E7E-DF22-46F8-A94C-32D542EC669B}" dt="2025-05-06T12:40:49.651" v="999" actId="47"/>
        <pc:sldMkLst>
          <pc:docMk/>
          <pc:sldMk cId="0" sldId="291"/>
        </pc:sldMkLst>
      </pc:sldChg>
      <pc:sldChg chg="del">
        <pc:chgData name="Dileep Vadla" userId="275a189809e53378" providerId="LiveId" clId="{C8983E7E-DF22-46F8-A94C-32D542EC669B}" dt="2025-05-06T12:40:49.651" v="999" actId="47"/>
        <pc:sldMkLst>
          <pc:docMk/>
          <pc:sldMk cId="0" sldId="292"/>
        </pc:sldMkLst>
      </pc:sldChg>
      <pc:sldChg chg="del">
        <pc:chgData name="Dileep Vadla" userId="275a189809e53378" providerId="LiveId" clId="{C8983E7E-DF22-46F8-A94C-32D542EC669B}" dt="2025-05-06T12:40:49.651" v="999" actId="47"/>
        <pc:sldMkLst>
          <pc:docMk/>
          <pc:sldMk cId="0" sldId="294"/>
        </pc:sldMkLst>
      </pc:sldChg>
      <pc:sldChg chg="del">
        <pc:chgData name="Dileep Vadla" userId="275a189809e53378" providerId="LiveId" clId="{C8983E7E-DF22-46F8-A94C-32D542EC669B}" dt="2025-05-06T12:40:49.651" v="999" actId="47"/>
        <pc:sldMkLst>
          <pc:docMk/>
          <pc:sldMk cId="0" sldId="295"/>
        </pc:sldMkLst>
      </pc:sldChg>
      <pc:sldChg chg="del">
        <pc:chgData name="Dileep Vadla" userId="275a189809e53378" providerId="LiveId" clId="{C8983E7E-DF22-46F8-A94C-32D542EC669B}" dt="2025-05-06T12:40:49.651" v="999" actId="47"/>
        <pc:sldMkLst>
          <pc:docMk/>
          <pc:sldMk cId="0" sldId="296"/>
        </pc:sldMkLst>
      </pc:sldChg>
      <pc:sldChg chg="del">
        <pc:chgData name="Dileep Vadla" userId="275a189809e53378" providerId="LiveId" clId="{C8983E7E-DF22-46F8-A94C-32D542EC669B}" dt="2025-05-06T12:40:49.651" v="999" actId="47"/>
        <pc:sldMkLst>
          <pc:docMk/>
          <pc:sldMk cId="0" sldId="297"/>
        </pc:sldMkLst>
      </pc:sldChg>
      <pc:sldChg chg="del">
        <pc:chgData name="Dileep Vadla" userId="275a189809e53378" providerId="LiveId" clId="{C8983E7E-DF22-46F8-A94C-32D542EC669B}" dt="2025-05-06T12:40:49.651" v="999" actId="47"/>
        <pc:sldMkLst>
          <pc:docMk/>
          <pc:sldMk cId="0" sldId="298"/>
        </pc:sldMkLst>
      </pc:sldChg>
      <pc:sldChg chg="del">
        <pc:chgData name="Dileep Vadla" userId="275a189809e53378" providerId="LiveId" clId="{C8983E7E-DF22-46F8-A94C-32D542EC669B}" dt="2025-05-06T12:40:49.651" v="999" actId="47"/>
        <pc:sldMkLst>
          <pc:docMk/>
          <pc:sldMk cId="0" sldId="299"/>
        </pc:sldMkLst>
      </pc:sldChg>
      <pc:sldChg chg="del">
        <pc:chgData name="Dileep Vadla" userId="275a189809e53378" providerId="LiveId" clId="{C8983E7E-DF22-46F8-A94C-32D542EC669B}" dt="2025-05-06T12:40:49.651" v="999" actId="47"/>
        <pc:sldMkLst>
          <pc:docMk/>
          <pc:sldMk cId="0" sldId="300"/>
        </pc:sldMkLst>
      </pc:sldChg>
      <pc:sldChg chg="del">
        <pc:chgData name="Dileep Vadla" userId="275a189809e53378" providerId="LiveId" clId="{C8983E7E-DF22-46F8-A94C-32D542EC669B}" dt="2025-05-06T12:40:49.651" v="999" actId="47"/>
        <pc:sldMkLst>
          <pc:docMk/>
          <pc:sldMk cId="0" sldId="301"/>
        </pc:sldMkLst>
      </pc:sldChg>
      <pc:sldChg chg="del">
        <pc:chgData name="Dileep Vadla" userId="275a189809e53378" providerId="LiveId" clId="{C8983E7E-DF22-46F8-A94C-32D542EC669B}" dt="2025-05-06T12:40:49.651" v="999" actId="47"/>
        <pc:sldMkLst>
          <pc:docMk/>
          <pc:sldMk cId="0" sldId="302"/>
        </pc:sldMkLst>
      </pc:sldChg>
      <pc:sldChg chg="del">
        <pc:chgData name="Dileep Vadla" userId="275a189809e53378" providerId="LiveId" clId="{C8983E7E-DF22-46F8-A94C-32D542EC669B}" dt="2025-05-06T12:40:49.651" v="999" actId="47"/>
        <pc:sldMkLst>
          <pc:docMk/>
          <pc:sldMk cId="0" sldId="303"/>
        </pc:sldMkLst>
      </pc:sldChg>
      <pc:sldChg chg="del">
        <pc:chgData name="Dileep Vadla" userId="275a189809e53378" providerId="LiveId" clId="{C8983E7E-DF22-46F8-A94C-32D542EC669B}" dt="2025-05-06T12:40:49.651" v="999" actId="47"/>
        <pc:sldMkLst>
          <pc:docMk/>
          <pc:sldMk cId="0" sldId="304"/>
        </pc:sldMkLst>
      </pc:sldChg>
      <pc:sldChg chg="del">
        <pc:chgData name="Dileep Vadla" userId="275a189809e53378" providerId="LiveId" clId="{C8983E7E-DF22-46F8-A94C-32D542EC669B}" dt="2025-05-06T12:40:49.651" v="999" actId="47"/>
        <pc:sldMkLst>
          <pc:docMk/>
          <pc:sldMk cId="0" sldId="305"/>
        </pc:sldMkLst>
      </pc:sldChg>
      <pc:sldChg chg="del">
        <pc:chgData name="Dileep Vadla" userId="275a189809e53378" providerId="LiveId" clId="{C8983E7E-DF22-46F8-A94C-32D542EC669B}" dt="2025-05-06T12:40:49.651" v="999" actId="47"/>
        <pc:sldMkLst>
          <pc:docMk/>
          <pc:sldMk cId="0" sldId="306"/>
        </pc:sldMkLst>
      </pc:sldChg>
      <pc:sldChg chg="del">
        <pc:chgData name="Dileep Vadla" userId="275a189809e53378" providerId="LiveId" clId="{C8983E7E-DF22-46F8-A94C-32D542EC669B}" dt="2025-05-06T12:40:49.651" v="999" actId="47"/>
        <pc:sldMkLst>
          <pc:docMk/>
          <pc:sldMk cId="0" sldId="307"/>
        </pc:sldMkLst>
      </pc:sldChg>
      <pc:sldChg chg="del">
        <pc:chgData name="Dileep Vadla" userId="275a189809e53378" providerId="LiveId" clId="{C8983E7E-DF22-46F8-A94C-32D542EC669B}" dt="2025-05-06T12:40:49.651" v="999" actId="47"/>
        <pc:sldMkLst>
          <pc:docMk/>
          <pc:sldMk cId="0" sldId="308"/>
        </pc:sldMkLst>
      </pc:sldChg>
      <pc:sldChg chg="del">
        <pc:chgData name="Dileep Vadla" userId="275a189809e53378" providerId="LiveId" clId="{C8983E7E-DF22-46F8-A94C-32D542EC669B}" dt="2025-05-06T12:40:49.651" v="999" actId="47"/>
        <pc:sldMkLst>
          <pc:docMk/>
          <pc:sldMk cId="0" sldId="309"/>
        </pc:sldMkLst>
      </pc:sldChg>
      <pc:sldChg chg="del">
        <pc:chgData name="Dileep Vadla" userId="275a189809e53378" providerId="LiveId" clId="{C8983E7E-DF22-46F8-A94C-32D542EC669B}" dt="2025-05-06T12:40:49.651" v="999" actId="47"/>
        <pc:sldMkLst>
          <pc:docMk/>
          <pc:sldMk cId="0" sldId="310"/>
        </pc:sldMkLst>
      </pc:sldChg>
      <pc:sldChg chg="del">
        <pc:chgData name="Dileep Vadla" userId="275a189809e53378" providerId="LiveId" clId="{C8983E7E-DF22-46F8-A94C-32D542EC669B}" dt="2025-05-06T12:40:49.651" v="999" actId="47"/>
        <pc:sldMkLst>
          <pc:docMk/>
          <pc:sldMk cId="0" sldId="311"/>
        </pc:sldMkLst>
      </pc:sldChg>
      <pc:sldChg chg="del">
        <pc:chgData name="Dileep Vadla" userId="275a189809e53378" providerId="LiveId" clId="{C8983E7E-DF22-46F8-A94C-32D542EC669B}" dt="2025-05-06T12:40:49.651" v="999" actId="47"/>
        <pc:sldMkLst>
          <pc:docMk/>
          <pc:sldMk cId="0" sldId="312"/>
        </pc:sldMkLst>
      </pc:sldChg>
      <pc:sldChg chg="modSp mod">
        <pc:chgData name="Dileep Vadla" userId="275a189809e53378" providerId="LiveId" clId="{C8983E7E-DF22-46F8-A94C-32D542EC669B}" dt="2025-05-06T05:45:36.663" v="6" actId="20577"/>
        <pc:sldMkLst>
          <pc:docMk/>
          <pc:sldMk cId="3119138913" sldId="313"/>
        </pc:sldMkLst>
        <pc:spChg chg="mod">
          <ac:chgData name="Dileep Vadla" userId="275a189809e53378" providerId="LiveId" clId="{C8983E7E-DF22-46F8-A94C-32D542EC669B}" dt="2025-05-06T05:45:36.663" v="6" actId="20577"/>
          <ac:spMkLst>
            <pc:docMk/>
            <pc:sldMk cId="3119138913" sldId="313"/>
            <ac:spMk id="2" creationId="{EC59A7C8-7466-9706-CCFE-54D8B3C86963}"/>
          </ac:spMkLst>
        </pc:spChg>
      </pc:sldChg>
      <pc:sldChg chg="addSp delSp modSp mod">
        <pc:chgData name="Dileep Vadla" userId="275a189809e53378" providerId="LiveId" clId="{C8983E7E-DF22-46F8-A94C-32D542EC669B}" dt="2025-05-06T12:46:20.508" v="1068" actId="14100"/>
        <pc:sldMkLst>
          <pc:docMk/>
          <pc:sldMk cId="570469819" sldId="315"/>
        </pc:sldMkLst>
        <pc:spChg chg="add del mod">
          <ac:chgData name="Dileep Vadla" userId="275a189809e53378" providerId="LiveId" clId="{C8983E7E-DF22-46F8-A94C-32D542EC669B}" dt="2025-05-06T12:46:04.281" v="1063" actId="1076"/>
          <ac:spMkLst>
            <pc:docMk/>
            <pc:sldMk cId="570469819" sldId="315"/>
            <ac:spMk id="8" creationId="{D2816C34-D1FA-7ED7-7F3A-525B105C216B}"/>
          </ac:spMkLst>
        </pc:spChg>
        <pc:spChg chg="add del mod">
          <ac:chgData name="Dileep Vadla" userId="275a189809e53378" providerId="LiveId" clId="{C8983E7E-DF22-46F8-A94C-32D542EC669B}" dt="2025-05-06T12:46:13.819" v="1066" actId="1076"/>
          <ac:spMkLst>
            <pc:docMk/>
            <pc:sldMk cId="570469819" sldId="315"/>
            <ac:spMk id="9" creationId="{BBB1FA09-DC4F-B84B-A7B7-DA677B983F5F}"/>
          </ac:spMkLst>
        </pc:spChg>
        <pc:picChg chg="add del mod">
          <ac:chgData name="Dileep Vadla" userId="275a189809e53378" providerId="LiveId" clId="{C8983E7E-DF22-46F8-A94C-32D542EC669B}" dt="2025-05-06T09:31:46.223" v="431" actId="478"/>
          <ac:picMkLst>
            <pc:docMk/>
            <pc:sldMk cId="570469819" sldId="315"/>
            <ac:picMk id="12" creationId="{60860376-5248-A50E-DDC1-7F43F0F40AF3}"/>
          </ac:picMkLst>
        </pc:picChg>
        <pc:picChg chg="add mod">
          <ac:chgData name="Dileep Vadla" userId="275a189809e53378" providerId="LiveId" clId="{C8983E7E-DF22-46F8-A94C-32D542EC669B}" dt="2025-05-06T12:46:01.281" v="1062" actId="14100"/>
          <ac:picMkLst>
            <pc:docMk/>
            <pc:sldMk cId="570469819" sldId="315"/>
            <ac:picMk id="16" creationId="{4D465011-750B-226C-A6D9-7AF9BD9C3E4B}"/>
          </ac:picMkLst>
        </pc:picChg>
        <pc:picChg chg="add del mod">
          <ac:chgData name="Dileep Vadla" userId="275a189809e53378" providerId="LiveId" clId="{C8983E7E-DF22-46F8-A94C-32D542EC669B}" dt="2025-05-06T12:46:20.508" v="1068" actId="14100"/>
          <ac:picMkLst>
            <pc:docMk/>
            <pc:sldMk cId="570469819" sldId="315"/>
            <ac:picMk id="6146" creationId="{7A5394ED-E5AD-3F6E-384D-D2E5FC0E5DE5}"/>
          </ac:picMkLst>
        </pc:picChg>
      </pc:sldChg>
      <pc:sldChg chg="addSp delSp modSp mod">
        <pc:chgData name="Dileep Vadla" userId="275a189809e53378" providerId="LiveId" clId="{C8983E7E-DF22-46F8-A94C-32D542EC669B}" dt="2025-05-06T12:44:15.891" v="1048" actId="207"/>
        <pc:sldMkLst>
          <pc:docMk/>
          <pc:sldMk cId="3375788084" sldId="316"/>
        </pc:sldMkLst>
        <pc:spChg chg="add mod">
          <ac:chgData name="Dileep Vadla" userId="275a189809e53378" providerId="LiveId" clId="{C8983E7E-DF22-46F8-A94C-32D542EC669B}" dt="2025-05-06T12:44:15.891" v="1048" actId="207"/>
          <ac:spMkLst>
            <pc:docMk/>
            <pc:sldMk cId="3375788084" sldId="316"/>
            <ac:spMk id="3" creationId="{23534E64-A49E-35B2-D86B-6B7F261AD6B8}"/>
          </ac:spMkLst>
        </pc:spChg>
        <pc:spChg chg="add mod">
          <ac:chgData name="Dileep Vadla" userId="275a189809e53378" providerId="LiveId" clId="{C8983E7E-DF22-46F8-A94C-32D542EC669B}" dt="2025-05-06T12:29:41.988" v="854" actId="20577"/>
          <ac:spMkLst>
            <pc:docMk/>
            <pc:sldMk cId="3375788084" sldId="316"/>
            <ac:spMk id="67" creationId="{AD2854B6-F8C3-D619-3C23-4B4374EB49C8}"/>
          </ac:spMkLst>
        </pc:spChg>
        <pc:picChg chg="add mod">
          <ac:chgData name="Dileep Vadla" userId="275a189809e53378" providerId="LiveId" clId="{C8983E7E-DF22-46F8-A94C-32D542EC669B}" dt="2025-05-06T12:26:02.578" v="824" actId="1076"/>
          <ac:picMkLst>
            <pc:docMk/>
            <pc:sldMk cId="3375788084" sldId="316"/>
            <ac:picMk id="57" creationId="{84719F9C-C977-CEAA-BD05-53E6ABDE44E1}"/>
          </ac:picMkLst>
        </pc:picChg>
        <pc:picChg chg="add mod">
          <ac:chgData name="Dileep Vadla" userId="275a189809e53378" providerId="LiveId" clId="{C8983E7E-DF22-46F8-A94C-32D542EC669B}" dt="2025-05-06T12:26:00.295" v="823" actId="1076"/>
          <ac:picMkLst>
            <pc:docMk/>
            <pc:sldMk cId="3375788084" sldId="316"/>
            <ac:picMk id="59" creationId="{92E02D91-2EBA-7839-BB61-79F27526E87C}"/>
          </ac:picMkLst>
        </pc:picChg>
        <pc:picChg chg="add mod">
          <ac:chgData name="Dileep Vadla" userId="275a189809e53378" providerId="LiveId" clId="{C8983E7E-DF22-46F8-A94C-32D542EC669B}" dt="2025-05-06T12:26:39.952" v="835" actId="1076"/>
          <ac:picMkLst>
            <pc:docMk/>
            <pc:sldMk cId="3375788084" sldId="316"/>
            <ac:picMk id="61" creationId="{07590515-CF89-B33B-FA37-3EE90A260BAB}"/>
          </ac:picMkLst>
        </pc:picChg>
        <pc:picChg chg="add mod">
          <ac:chgData name="Dileep Vadla" userId="275a189809e53378" providerId="LiveId" clId="{C8983E7E-DF22-46F8-A94C-32D542EC669B}" dt="2025-05-06T12:26:16.084" v="828" actId="14100"/>
          <ac:picMkLst>
            <pc:docMk/>
            <pc:sldMk cId="3375788084" sldId="316"/>
            <ac:picMk id="63" creationId="{8AA749E6-BA34-A2C2-CD3A-32175825670B}"/>
          </ac:picMkLst>
        </pc:picChg>
        <pc:picChg chg="add mod">
          <ac:chgData name="Dileep Vadla" userId="275a189809e53378" providerId="LiveId" clId="{C8983E7E-DF22-46F8-A94C-32D542EC669B}" dt="2025-05-06T12:26:36.371" v="834" actId="14100"/>
          <ac:picMkLst>
            <pc:docMk/>
            <pc:sldMk cId="3375788084" sldId="316"/>
            <ac:picMk id="65" creationId="{F97F40EE-84A3-18DE-2F96-464A27989D7B}"/>
          </ac:picMkLst>
        </pc:picChg>
      </pc:sldChg>
      <pc:sldChg chg="addSp delSp modSp add mod ord">
        <pc:chgData name="Dileep Vadla" userId="275a189809e53378" providerId="LiveId" clId="{C8983E7E-DF22-46F8-A94C-32D542EC669B}" dt="2025-05-06T07:31:39.890" v="138" actId="14100"/>
        <pc:sldMkLst>
          <pc:docMk/>
          <pc:sldMk cId="3453981291" sldId="317"/>
        </pc:sldMkLst>
        <pc:spChg chg="add mod">
          <ac:chgData name="Dileep Vadla" userId="275a189809e53378" providerId="LiveId" clId="{C8983E7E-DF22-46F8-A94C-32D542EC669B}" dt="2025-05-06T07:31:39.890" v="138" actId="14100"/>
          <ac:spMkLst>
            <pc:docMk/>
            <pc:sldMk cId="3453981291" sldId="317"/>
            <ac:spMk id="6" creationId="{49D65F07-5EB6-8A38-6571-381181E84703}"/>
          </ac:spMkLst>
        </pc:spChg>
        <pc:picChg chg="add mod">
          <ac:chgData name="Dileep Vadla" userId="275a189809e53378" providerId="LiveId" clId="{C8983E7E-DF22-46F8-A94C-32D542EC669B}" dt="2025-05-06T07:31:31.622" v="136" actId="14100"/>
          <ac:picMkLst>
            <pc:docMk/>
            <pc:sldMk cId="3453981291" sldId="317"/>
            <ac:picMk id="3" creationId="{D4756E6B-803B-1072-8268-7A00E2D3E302}"/>
          </ac:picMkLst>
        </pc:picChg>
      </pc:sldChg>
      <pc:sldChg chg="add del">
        <pc:chgData name="Dileep Vadla" userId="275a189809e53378" providerId="LiveId" clId="{C8983E7E-DF22-46F8-A94C-32D542EC669B}" dt="2025-05-06T07:24:41.367" v="77"/>
        <pc:sldMkLst>
          <pc:docMk/>
          <pc:sldMk cId="104721376" sldId="318"/>
        </pc:sldMkLst>
      </pc:sldChg>
      <pc:sldChg chg="addSp delSp modSp add mod">
        <pc:chgData name="Dileep Vadla" userId="275a189809e53378" providerId="LiveId" clId="{C8983E7E-DF22-46F8-A94C-32D542EC669B}" dt="2025-05-06T07:47:19.625" v="216" actId="1076"/>
        <pc:sldMkLst>
          <pc:docMk/>
          <pc:sldMk cId="4036264451" sldId="318"/>
        </pc:sldMkLst>
        <pc:spChg chg="add mod">
          <ac:chgData name="Dileep Vadla" userId="275a189809e53378" providerId="LiveId" clId="{C8983E7E-DF22-46F8-A94C-32D542EC669B}" dt="2025-05-06T07:46:11.565" v="213" actId="1076"/>
          <ac:spMkLst>
            <pc:docMk/>
            <pc:sldMk cId="4036264451" sldId="318"/>
            <ac:spMk id="3" creationId="{434358B3-6FB4-AEC8-8A99-FAA808E19F85}"/>
          </ac:spMkLst>
        </pc:spChg>
        <pc:spChg chg="add mod">
          <ac:chgData name="Dileep Vadla" userId="275a189809e53378" providerId="LiveId" clId="{C8983E7E-DF22-46F8-A94C-32D542EC669B}" dt="2025-05-06T07:46:13.315" v="214" actId="1076"/>
          <ac:spMkLst>
            <pc:docMk/>
            <pc:sldMk cId="4036264451" sldId="318"/>
            <ac:spMk id="8" creationId="{E4F97B72-6FD2-1BAD-A752-B31C8E195B09}"/>
          </ac:spMkLst>
        </pc:spChg>
        <pc:picChg chg="add mod">
          <ac:chgData name="Dileep Vadla" userId="275a189809e53378" providerId="LiveId" clId="{C8983E7E-DF22-46F8-A94C-32D542EC669B}" dt="2025-05-06T07:47:19.625" v="216" actId="1076"/>
          <ac:picMkLst>
            <pc:docMk/>
            <pc:sldMk cId="4036264451" sldId="318"/>
            <ac:picMk id="9" creationId="{B07E1E28-623A-1413-6356-578A3FC93CA7}"/>
          </ac:picMkLst>
        </pc:picChg>
      </pc:sldChg>
      <pc:sldChg chg="addSp delSp modSp add mod ord">
        <pc:chgData name="Dileep Vadla" userId="275a189809e53378" providerId="LiveId" clId="{C8983E7E-DF22-46F8-A94C-32D542EC669B}" dt="2025-05-07T08:01:40.026" v="1215" actId="20577"/>
        <pc:sldMkLst>
          <pc:docMk/>
          <pc:sldMk cId="988046947" sldId="319"/>
        </pc:sldMkLst>
        <pc:spChg chg="add mod">
          <ac:chgData name="Dileep Vadla" userId="275a189809e53378" providerId="LiveId" clId="{C8983E7E-DF22-46F8-A94C-32D542EC669B}" dt="2025-05-06T08:04:25.229" v="239" actId="1076"/>
          <ac:spMkLst>
            <pc:docMk/>
            <pc:sldMk cId="988046947" sldId="319"/>
            <ac:spMk id="9" creationId="{D01C2B5F-4928-42E9-63DA-8D0C2CCF2573}"/>
          </ac:spMkLst>
        </pc:spChg>
        <pc:graphicFrameChg chg="add mod modGraphic">
          <ac:chgData name="Dileep Vadla" userId="275a189809e53378" providerId="LiveId" clId="{C8983E7E-DF22-46F8-A94C-32D542EC669B}" dt="2025-05-07T08:01:40.026" v="1215" actId="20577"/>
          <ac:graphicFrameMkLst>
            <pc:docMk/>
            <pc:sldMk cId="988046947" sldId="319"/>
            <ac:graphicFrameMk id="3" creationId="{F2070029-9ED5-5992-2208-98D98885D90D}"/>
          </ac:graphicFrameMkLst>
        </pc:graphicFrameChg>
      </pc:sldChg>
      <pc:sldChg chg="addSp delSp modSp add mod">
        <pc:chgData name="Dileep Vadla" userId="275a189809e53378" providerId="LiveId" clId="{C8983E7E-DF22-46F8-A94C-32D542EC669B}" dt="2025-05-06T08:14:54.812" v="286" actId="113"/>
        <pc:sldMkLst>
          <pc:docMk/>
          <pc:sldMk cId="1675007012" sldId="320"/>
        </pc:sldMkLst>
        <pc:spChg chg="add mod">
          <ac:chgData name="Dileep Vadla" userId="275a189809e53378" providerId="LiveId" clId="{C8983E7E-DF22-46F8-A94C-32D542EC669B}" dt="2025-05-06T08:10:47.354" v="251" actId="1076"/>
          <ac:spMkLst>
            <pc:docMk/>
            <pc:sldMk cId="1675007012" sldId="320"/>
            <ac:spMk id="5" creationId="{264BBC27-7493-39EF-54C9-987C8C1F3B90}"/>
          </ac:spMkLst>
        </pc:spChg>
        <pc:spChg chg="add mod">
          <ac:chgData name="Dileep Vadla" userId="275a189809e53378" providerId="LiveId" clId="{C8983E7E-DF22-46F8-A94C-32D542EC669B}" dt="2025-05-06T08:11:32.374" v="259" actId="113"/>
          <ac:spMkLst>
            <pc:docMk/>
            <pc:sldMk cId="1675007012" sldId="320"/>
            <ac:spMk id="10" creationId="{F1A49416-2803-C303-A907-78477C2CFE3E}"/>
          </ac:spMkLst>
        </pc:spChg>
        <pc:spChg chg="add mod">
          <ac:chgData name="Dileep Vadla" userId="275a189809e53378" providerId="LiveId" clId="{C8983E7E-DF22-46F8-A94C-32D542EC669B}" dt="2025-05-06T08:14:39.440" v="282" actId="113"/>
          <ac:spMkLst>
            <pc:docMk/>
            <pc:sldMk cId="1675007012" sldId="320"/>
            <ac:spMk id="15" creationId="{24D305AA-3930-6D93-15D3-12B7786EAD54}"/>
          </ac:spMkLst>
        </pc:spChg>
        <pc:spChg chg="add mod">
          <ac:chgData name="Dileep Vadla" userId="275a189809e53378" providerId="LiveId" clId="{C8983E7E-DF22-46F8-A94C-32D542EC669B}" dt="2025-05-06T08:14:54.812" v="286" actId="113"/>
          <ac:spMkLst>
            <pc:docMk/>
            <pc:sldMk cId="1675007012" sldId="320"/>
            <ac:spMk id="16" creationId="{4EE55059-10D5-31F0-30AA-16954C95F606}"/>
          </ac:spMkLst>
        </pc:spChg>
        <pc:graphicFrameChg chg="add mod">
          <ac:chgData name="Dileep Vadla" userId="275a189809e53378" providerId="LiveId" clId="{C8983E7E-DF22-46F8-A94C-32D542EC669B}" dt="2025-05-06T08:10:08.910" v="245" actId="1076"/>
          <ac:graphicFrameMkLst>
            <pc:docMk/>
            <pc:sldMk cId="1675007012" sldId="320"/>
            <ac:graphicFrameMk id="2" creationId="{E9DEEE73-876E-8954-703E-8653F129EA71}"/>
          </ac:graphicFrameMkLst>
        </pc:graphicFrameChg>
        <pc:graphicFrameChg chg="add mod">
          <ac:chgData name="Dileep Vadla" userId="275a189809e53378" providerId="LiveId" clId="{C8983E7E-DF22-46F8-A94C-32D542EC669B}" dt="2025-05-06T08:11:05.830" v="253" actId="1076"/>
          <ac:graphicFrameMkLst>
            <pc:docMk/>
            <pc:sldMk cId="1675007012" sldId="320"/>
            <ac:graphicFrameMk id="6" creationId="{1E0C2B4C-7875-C3AB-9D6D-7B46FC21B8C8}"/>
          </ac:graphicFrameMkLst>
        </pc:graphicFrameChg>
        <pc:graphicFrameChg chg="add mod">
          <ac:chgData name="Dileep Vadla" userId="275a189809e53378" providerId="LiveId" clId="{C8983E7E-DF22-46F8-A94C-32D542EC669B}" dt="2025-05-06T08:13:56.913" v="273" actId="1076"/>
          <ac:graphicFrameMkLst>
            <pc:docMk/>
            <pc:sldMk cId="1675007012" sldId="320"/>
            <ac:graphicFrameMk id="11" creationId="{D1F7011D-8F5A-42A1-CEE8-06EEC2204F8C}"/>
          </ac:graphicFrameMkLst>
        </pc:graphicFrameChg>
        <pc:graphicFrameChg chg="add mod">
          <ac:chgData name="Dileep Vadla" userId="275a189809e53378" providerId="LiveId" clId="{C8983E7E-DF22-46F8-A94C-32D542EC669B}" dt="2025-05-06T08:13:04.637" v="263" actId="1076"/>
          <ac:graphicFrameMkLst>
            <pc:docMk/>
            <pc:sldMk cId="1675007012" sldId="320"/>
            <ac:graphicFrameMk id="12" creationId="{CF134FDE-5F71-A5FD-F002-BBF5965B3C1E}"/>
          </ac:graphicFrameMkLst>
        </pc:graphicFrameChg>
        <pc:picChg chg="add mod ord">
          <ac:chgData name="Dileep Vadla" userId="275a189809e53378" providerId="LiveId" clId="{C8983E7E-DF22-46F8-A94C-32D542EC669B}" dt="2025-05-06T08:13:48.571" v="272" actId="167"/>
          <ac:picMkLst>
            <pc:docMk/>
            <pc:sldMk cId="1675007012" sldId="320"/>
            <ac:picMk id="14" creationId="{E592BCFB-7A4E-D8F6-972A-4C5F6F4E42F0}"/>
          </ac:picMkLst>
        </pc:picChg>
      </pc:sldChg>
      <pc:sldChg chg="addSp delSp modSp add mod">
        <pc:chgData name="Dileep Vadla" userId="275a189809e53378" providerId="LiveId" clId="{C8983E7E-DF22-46F8-A94C-32D542EC669B}" dt="2025-05-06T12:44:01.558" v="1047" actId="1076"/>
        <pc:sldMkLst>
          <pc:docMk/>
          <pc:sldMk cId="321244940" sldId="321"/>
        </pc:sldMkLst>
        <pc:spChg chg="add mod">
          <ac:chgData name="Dileep Vadla" userId="275a189809e53378" providerId="LiveId" clId="{C8983E7E-DF22-46F8-A94C-32D542EC669B}" dt="2025-05-06T12:44:01.558" v="1047" actId="1076"/>
          <ac:spMkLst>
            <pc:docMk/>
            <pc:sldMk cId="321244940" sldId="321"/>
            <ac:spMk id="21" creationId="{BD10D7D2-D12C-986C-D694-1D23E758DAAA}"/>
          </ac:spMkLst>
        </pc:spChg>
        <pc:spChg chg="add mod">
          <ac:chgData name="Dileep Vadla" userId="275a189809e53378" providerId="LiveId" clId="{C8983E7E-DF22-46F8-A94C-32D542EC669B}" dt="2025-05-06T12:43:57.783" v="1046" actId="1076"/>
          <ac:spMkLst>
            <pc:docMk/>
            <pc:sldMk cId="321244940" sldId="321"/>
            <ac:spMk id="22" creationId="{CCBE590D-327A-5792-AC2A-FC63504ABFE0}"/>
          </ac:spMkLst>
        </pc:spChg>
        <pc:picChg chg="add mod">
          <ac:chgData name="Dileep Vadla" userId="275a189809e53378" providerId="LiveId" clId="{C8983E7E-DF22-46F8-A94C-32D542EC669B}" dt="2025-05-06T12:43:52.813" v="1045" actId="14100"/>
          <ac:picMkLst>
            <pc:docMk/>
            <pc:sldMk cId="321244940" sldId="321"/>
            <ac:picMk id="17" creationId="{02A67D43-DD5F-D415-698F-D05EA37AA9AE}"/>
          </ac:picMkLst>
        </pc:picChg>
        <pc:picChg chg="add mod">
          <ac:chgData name="Dileep Vadla" userId="275a189809e53378" providerId="LiveId" clId="{C8983E7E-DF22-46F8-A94C-32D542EC669B}" dt="2025-05-06T12:43:22.436" v="1040" actId="1076"/>
          <ac:picMkLst>
            <pc:docMk/>
            <pc:sldMk cId="321244940" sldId="321"/>
            <ac:picMk id="19" creationId="{2AD0BCE3-1B69-CD52-129B-B355F362AABC}"/>
          </ac:picMkLst>
        </pc:picChg>
      </pc:sldChg>
      <pc:sldChg chg="addSp delSp modSp add mod ord">
        <pc:chgData name="Dileep Vadla" userId="275a189809e53378" providerId="LiveId" clId="{C8983E7E-DF22-46F8-A94C-32D542EC669B}" dt="2025-05-06T17:59:36.475" v="1187" actId="14100"/>
        <pc:sldMkLst>
          <pc:docMk/>
          <pc:sldMk cId="1872280342" sldId="322"/>
        </pc:sldMkLst>
        <pc:spChg chg="add mod">
          <ac:chgData name="Dileep Vadla" userId="275a189809e53378" providerId="LiveId" clId="{C8983E7E-DF22-46F8-A94C-32D542EC669B}" dt="2025-05-06T12:49:34.631" v="1083" actId="1076"/>
          <ac:spMkLst>
            <pc:docMk/>
            <pc:sldMk cId="1872280342" sldId="322"/>
            <ac:spMk id="14" creationId="{C269E960-9546-0B58-A438-F1652718B9B1}"/>
          </ac:spMkLst>
        </pc:spChg>
        <pc:spChg chg="add mod">
          <ac:chgData name="Dileep Vadla" userId="275a189809e53378" providerId="LiveId" clId="{C8983E7E-DF22-46F8-A94C-32D542EC669B}" dt="2025-05-06T17:49:01.732" v="1170" actId="14100"/>
          <ac:spMkLst>
            <pc:docMk/>
            <pc:sldMk cId="1872280342" sldId="322"/>
            <ac:spMk id="15" creationId="{6097BCDF-1A6D-EE4E-B937-BD3C76AA9967}"/>
          </ac:spMkLst>
        </pc:spChg>
        <pc:picChg chg="add mod ord modCrop">
          <ac:chgData name="Dileep Vadla" userId="275a189809e53378" providerId="LiveId" clId="{C8983E7E-DF22-46F8-A94C-32D542EC669B}" dt="2025-05-06T17:47:45.702" v="1156" actId="1076"/>
          <ac:picMkLst>
            <pc:docMk/>
            <pc:sldMk cId="1872280342" sldId="322"/>
            <ac:picMk id="3" creationId="{5F0574C6-7CE4-4791-2418-059F72CFAC84}"/>
          </ac:picMkLst>
        </pc:picChg>
        <pc:picChg chg="add mod modCrop">
          <ac:chgData name="Dileep Vadla" userId="275a189809e53378" providerId="LiveId" clId="{C8983E7E-DF22-46F8-A94C-32D542EC669B}" dt="2025-05-06T17:59:36.475" v="1187" actId="14100"/>
          <ac:picMkLst>
            <pc:docMk/>
            <pc:sldMk cId="1872280342" sldId="322"/>
            <ac:picMk id="10" creationId="{FE47960B-9585-EBBC-AFD9-AA419B49C758}"/>
          </ac:picMkLst>
        </pc:picChg>
        <pc:picChg chg="add mod">
          <ac:chgData name="Dileep Vadla" userId="275a189809e53378" providerId="LiveId" clId="{C8983E7E-DF22-46F8-A94C-32D542EC669B}" dt="2025-05-06T17:47:42.516" v="1155" actId="1076"/>
          <ac:picMkLst>
            <pc:docMk/>
            <pc:sldMk cId="1872280342" sldId="322"/>
            <ac:picMk id="11" creationId="{6E805A09-7F9F-F471-7F04-79FC072C7BBD}"/>
          </ac:picMkLst>
        </pc:picChg>
        <pc:picChg chg="add mod">
          <ac:chgData name="Dileep Vadla" userId="275a189809e53378" providerId="LiveId" clId="{C8983E7E-DF22-46F8-A94C-32D542EC669B}" dt="2025-05-06T17:47:38.434" v="1154" actId="1076"/>
          <ac:picMkLst>
            <pc:docMk/>
            <pc:sldMk cId="1872280342" sldId="322"/>
            <ac:picMk id="9218" creationId="{5AF0371E-7F18-BF5C-9F06-60F5CFA7F53B}"/>
          </ac:picMkLst>
        </pc:picChg>
      </pc:sldChg>
      <pc:sldChg chg="addSp delSp modSp add del mod">
        <pc:chgData name="Dileep Vadla" userId="275a189809e53378" providerId="LiveId" clId="{C8983E7E-DF22-46F8-A94C-32D542EC669B}" dt="2025-05-06T16:58:57.705" v="1104" actId="14100"/>
        <pc:sldMkLst>
          <pc:docMk/>
          <pc:sldMk cId="2220377249" sldId="323"/>
        </pc:sldMkLst>
        <pc:spChg chg="add mod">
          <ac:chgData name="Dileep Vadla" userId="275a189809e53378" providerId="LiveId" clId="{C8983E7E-DF22-46F8-A94C-32D542EC669B}" dt="2025-05-06T12:23:25.455" v="794" actId="1076"/>
          <ac:spMkLst>
            <pc:docMk/>
            <pc:sldMk cId="2220377249" sldId="323"/>
            <ac:spMk id="11" creationId="{5EAA16AE-5B58-5CF1-4622-84A331362A8D}"/>
          </ac:spMkLst>
        </pc:spChg>
        <pc:spChg chg="add mod">
          <ac:chgData name="Dileep Vadla" userId="275a189809e53378" providerId="LiveId" clId="{C8983E7E-DF22-46F8-A94C-32D542EC669B}" dt="2025-05-06T12:22:39.468" v="780" actId="1076"/>
          <ac:spMkLst>
            <pc:docMk/>
            <pc:sldMk cId="2220377249" sldId="323"/>
            <ac:spMk id="14" creationId="{F3A1E24B-0DED-A931-F705-582F8AD57838}"/>
          </ac:spMkLst>
        </pc:spChg>
        <pc:spChg chg="add mod">
          <ac:chgData name="Dileep Vadla" userId="275a189809e53378" providerId="LiveId" clId="{C8983E7E-DF22-46F8-A94C-32D542EC669B}" dt="2025-05-06T12:22:43.052" v="781" actId="1076"/>
          <ac:spMkLst>
            <pc:docMk/>
            <pc:sldMk cId="2220377249" sldId="323"/>
            <ac:spMk id="16" creationId="{F9392D20-8035-73C8-D8F6-A75E49DABF4F}"/>
          </ac:spMkLst>
        </pc:spChg>
        <pc:picChg chg="add mod">
          <ac:chgData name="Dileep Vadla" userId="275a189809e53378" providerId="LiveId" clId="{C8983E7E-DF22-46F8-A94C-32D542EC669B}" dt="2025-05-06T12:22:53.188" v="785" actId="1076"/>
          <ac:picMkLst>
            <pc:docMk/>
            <pc:sldMk cId="2220377249" sldId="323"/>
            <ac:picMk id="3" creationId="{C6A7BC59-F625-C54E-9094-5968C9539C99}"/>
          </ac:picMkLst>
        </pc:picChg>
        <pc:picChg chg="add mod">
          <ac:chgData name="Dileep Vadla" userId="275a189809e53378" providerId="LiveId" clId="{C8983E7E-DF22-46F8-A94C-32D542EC669B}" dt="2025-05-06T16:58:57.705" v="1104" actId="14100"/>
          <ac:picMkLst>
            <pc:docMk/>
            <pc:sldMk cId="2220377249" sldId="323"/>
            <ac:picMk id="4" creationId="{042E2E19-21AB-4C69-F8A7-7644D80FF081}"/>
          </ac:picMkLst>
        </pc:picChg>
      </pc:sldChg>
      <pc:sldChg chg="addSp delSp modSp add mod">
        <pc:chgData name="Dileep Vadla" userId="275a189809e53378" providerId="LiveId" clId="{C8983E7E-DF22-46F8-A94C-32D542EC669B}" dt="2025-05-06T18:00:40.281" v="1205" actId="1076"/>
        <pc:sldMkLst>
          <pc:docMk/>
          <pc:sldMk cId="2323524166" sldId="324"/>
        </pc:sldMkLst>
        <pc:spChg chg="mod">
          <ac:chgData name="Dileep Vadla" userId="275a189809e53378" providerId="LiveId" clId="{C8983E7E-DF22-46F8-A94C-32D542EC669B}" dt="2025-05-06T12:30:33.519" v="860"/>
          <ac:spMkLst>
            <pc:docMk/>
            <pc:sldMk cId="2323524166" sldId="324"/>
            <ac:spMk id="3" creationId="{7F932DAD-40AE-6194-88A4-588A0BCAF7F3}"/>
          </ac:spMkLst>
        </pc:spChg>
        <pc:spChg chg="add mod">
          <ac:chgData name="Dileep Vadla" userId="275a189809e53378" providerId="LiveId" clId="{C8983E7E-DF22-46F8-A94C-32D542EC669B}" dt="2025-05-06T12:39:49.151" v="998" actId="20577"/>
          <ac:spMkLst>
            <pc:docMk/>
            <pc:sldMk cId="2323524166" sldId="324"/>
            <ac:spMk id="4" creationId="{25677C09-52F3-2114-A200-592D9612F782}"/>
          </ac:spMkLst>
        </pc:spChg>
        <pc:picChg chg="add mod">
          <ac:chgData name="Dileep Vadla" userId="275a189809e53378" providerId="LiveId" clId="{C8983E7E-DF22-46F8-A94C-32D542EC669B}" dt="2025-05-06T18:00:30.805" v="1203" actId="1076"/>
          <ac:picMkLst>
            <pc:docMk/>
            <pc:sldMk cId="2323524166" sldId="324"/>
            <ac:picMk id="11" creationId="{2684E193-2885-1C06-DB53-C9221B5E9396}"/>
          </ac:picMkLst>
        </pc:picChg>
        <pc:picChg chg="add mod">
          <ac:chgData name="Dileep Vadla" userId="275a189809e53378" providerId="LiveId" clId="{C8983E7E-DF22-46F8-A94C-32D542EC669B}" dt="2025-05-06T18:00:35.373" v="1204" actId="1076"/>
          <ac:picMkLst>
            <pc:docMk/>
            <pc:sldMk cId="2323524166" sldId="324"/>
            <ac:picMk id="13" creationId="{3729E1F4-F122-E9E9-1EE3-26613798AFEF}"/>
          </ac:picMkLst>
        </pc:picChg>
        <pc:picChg chg="mod">
          <ac:chgData name="Dileep Vadla" userId="275a189809e53378" providerId="LiveId" clId="{C8983E7E-DF22-46F8-A94C-32D542EC669B}" dt="2025-05-06T18:00:40.281" v="1205" actId="1076"/>
          <ac:picMkLst>
            <pc:docMk/>
            <pc:sldMk cId="2323524166" sldId="324"/>
            <ac:picMk id="65" creationId="{D07942D7-D6A7-7EA7-FF6C-C072B48F4E41}"/>
          </ac:picMkLst>
        </pc:picChg>
      </pc:sldChg>
      <pc:sldChg chg="add del">
        <pc:chgData name="Dileep Vadla" userId="275a189809e53378" providerId="LiveId" clId="{C8983E7E-DF22-46F8-A94C-32D542EC669B}" dt="2025-05-06T10:10:24.783" v="448"/>
        <pc:sldMkLst>
          <pc:docMk/>
          <pc:sldMk cId="2359119043" sldId="324"/>
        </pc:sldMkLst>
      </pc:sldChg>
      <pc:sldMasterChg chg="delSldLayout">
        <pc:chgData name="Dileep Vadla" userId="275a189809e53378" providerId="LiveId" clId="{C8983E7E-DF22-46F8-A94C-32D542EC669B}" dt="2025-05-06T12:40:49.651" v="999" actId="47"/>
        <pc:sldMasterMkLst>
          <pc:docMk/>
          <pc:sldMasterMk cId="0" sldId="2147483686"/>
        </pc:sldMasterMkLst>
        <pc:sldLayoutChg chg="del">
          <pc:chgData name="Dileep Vadla" userId="275a189809e53378" providerId="LiveId" clId="{C8983E7E-DF22-46F8-A94C-32D542EC669B}" dt="2025-05-06T12:40:49.651" v="999" actId="47"/>
          <pc:sldLayoutMkLst>
            <pc:docMk/>
            <pc:sldMasterMk cId="0" sldId="2147483686"/>
            <pc:sldLayoutMk cId="0" sldId="2147483651"/>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52"/>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56"/>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63"/>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66"/>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68"/>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70"/>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71"/>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73"/>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76"/>
          </pc:sldLayoutMkLst>
        </pc:sldLayoutChg>
        <pc:sldLayoutChg chg="del">
          <pc:chgData name="Dileep Vadla" userId="275a189809e53378" providerId="LiveId" clId="{C8983E7E-DF22-46F8-A94C-32D542EC669B}" dt="2025-05-06T12:40:49.651" v="999" actId="47"/>
          <pc:sldLayoutMkLst>
            <pc:docMk/>
            <pc:sldMasterMk cId="0" sldId="2147483686"/>
            <pc:sldLayoutMk cId="0" sldId="2147483677"/>
          </pc:sldLayoutMkLst>
        </pc:sldLayoutChg>
      </pc:sldMasterChg>
      <pc:sldMasterChg chg="del delSldLayout">
        <pc:chgData name="Dileep Vadla" userId="275a189809e53378" providerId="LiveId" clId="{C8983E7E-DF22-46F8-A94C-32D542EC669B}" dt="2025-05-06T12:40:49.651" v="999" actId="47"/>
        <pc:sldMasterMkLst>
          <pc:docMk/>
          <pc:sldMasterMk cId="0" sldId="2147483687"/>
        </pc:sldMasterMkLst>
        <pc:sldLayoutChg chg="del">
          <pc:chgData name="Dileep Vadla" userId="275a189809e53378" providerId="LiveId" clId="{C8983E7E-DF22-46F8-A94C-32D542EC669B}" dt="2025-05-06T12:40:49.651" v="999" actId="47"/>
          <pc:sldLayoutMkLst>
            <pc:docMk/>
            <pc:sldMasterMk cId="0" sldId="2147483687"/>
            <pc:sldLayoutMk cId="0" sldId="2147483682"/>
          </pc:sldLayoutMkLst>
        </pc:sldLayoutChg>
        <pc:sldLayoutChg chg="del">
          <pc:chgData name="Dileep Vadla" userId="275a189809e53378" providerId="LiveId" clId="{C8983E7E-DF22-46F8-A94C-32D542EC669B}" dt="2025-05-06T12:40:49.651" v="999" actId="47"/>
          <pc:sldLayoutMkLst>
            <pc:docMk/>
            <pc:sldMasterMk cId="0" sldId="2147483687"/>
            <pc:sldLayoutMk cId="0" sldId="2147483683"/>
          </pc:sldLayoutMkLst>
        </pc:sldLayoutChg>
      </pc:sldMasterChg>
      <pc:sldMasterChg chg="del delSldLayout">
        <pc:chgData name="Dileep Vadla" userId="275a189809e53378" providerId="LiveId" clId="{C8983E7E-DF22-46F8-A94C-32D542EC669B}" dt="2025-05-06T12:40:49.651" v="999" actId="47"/>
        <pc:sldMasterMkLst>
          <pc:docMk/>
          <pc:sldMasterMk cId="0" sldId="2147483688"/>
        </pc:sldMasterMkLst>
        <pc:sldLayoutChg chg="del">
          <pc:chgData name="Dileep Vadla" userId="275a189809e53378" providerId="LiveId" clId="{C8983E7E-DF22-46F8-A94C-32D542EC669B}" dt="2025-05-06T12:40:49.651" v="999" actId="47"/>
          <pc:sldLayoutMkLst>
            <pc:docMk/>
            <pc:sldMasterMk cId="0" sldId="2147483688"/>
            <pc:sldLayoutMk cId="0" sldId="2147483684"/>
          </pc:sldLayoutMkLst>
        </pc:sldLayoutChg>
        <pc:sldLayoutChg chg="del">
          <pc:chgData name="Dileep Vadla" userId="275a189809e53378" providerId="LiveId" clId="{C8983E7E-DF22-46F8-A94C-32D542EC669B}" dt="2025-05-06T12:40:49.651" v="999" actId="47"/>
          <pc:sldLayoutMkLst>
            <pc:docMk/>
            <pc:sldMasterMk cId="0" sldId="2147483688"/>
            <pc:sldLayoutMk cId="0" sldId="214748368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9"/>
        <p:cNvGrpSpPr/>
        <p:nvPr/>
      </p:nvGrpSpPr>
      <p:grpSpPr>
        <a:xfrm>
          <a:off x="0" y="0"/>
          <a:ext cx="0" cy="0"/>
          <a:chOff x="0" y="0"/>
          <a:chExt cx="0" cy="0"/>
        </a:xfrm>
      </p:grpSpPr>
      <p:sp>
        <p:nvSpPr>
          <p:cNvPr id="2640" name="Google Shape;264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1" name="Google Shape;264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2"/>
        <p:cNvGrpSpPr/>
        <p:nvPr/>
      </p:nvGrpSpPr>
      <p:grpSpPr>
        <a:xfrm>
          <a:off x="0" y="0"/>
          <a:ext cx="0" cy="0"/>
          <a:chOff x="0" y="0"/>
          <a:chExt cx="0" cy="0"/>
        </a:xfrm>
      </p:grpSpPr>
      <p:sp>
        <p:nvSpPr>
          <p:cNvPr id="4543" name="Google Shape;4543;g21f267bb5f9_0_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4" name="Google Shape;4544;g21f267bb5f9_0_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3"/>
        <p:cNvGrpSpPr/>
        <p:nvPr/>
      </p:nvGrpSpPr>
      <p:grpSpPr>
        <a:xfrm>
          <a:off x="0" y="0"/>
          <a:ext cx="0" cy="0"/>
          <a:chOff x="0" y="0"/>
          <a:chExt cx="0" cy="0"/>
        </a:xfrm>
      </p:grpSpPr>
      <p:sp>
        <p:nvSpPr>
          <p:cNvPr id="3264" name="Google Shape;3264;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5" name="Google Shape;3265;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8"/>
        <p:cNvGrpSpPr/>
        <p:nvPr/>
      </p:nvGrpSpPr>
      <p:grpSpPr>
        <a:xfrm>
          <a:off x="0" y="0"/>
          <a:ext cx="0" cy="0"/>
          <a:chOff x="0" y="0"/>
          <a:chExt cx="0" cy="0"/>
        </a:xfrm>
      </p:grpSpPr>
      <p:sp>
        <p:nvSpPr>
          <p:cNvPr id="4489" name="Google Shape;4489;g21f267bb5f9_0_4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0" name="Google Shape;4490;g21f267bb5f9_0_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0"/>
        <p:cNvGrpSpPr/>
        <p:nvPr/>
      </p:nvGrpSpPr>
      <p:grpSpPr>
        <a:xfrm>
          <a:off x="0" y="0"/>
          <a:ext cx="0" cy="0"/>
          <a:chOff x="0" y="0"/>
          <a:chExt cx="0" cy="0"/>
        </a:xfrm>
      </p:grpSpPr>
      <p:sp>
        <p:nvSpPr>
          <p:cNvPr id="5051" name="Google Shape;5051;g21f267bb5f9_0_6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2" name="Google Shape;5052;g21f267bb5f9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5"/>
        <p:cNvGrpSpPr/>
        <p:nvPr/>
      </p:nvGrpSpPr>
      <p:grpSpPr>
        <a:xfrm>
          <a:off x="0" y="0"/>
          <a:ext cx="0" cy="0"/>
          <a:chOff x="0" y="0"/>
          <a:chExt cx="0" cy="0"/>
        </a:xfrm>
      </p:grpSpPr>
      <p:sp>
        <p:nvSpPr>
          <p:cNvPr id="5146" name="Google Shape;5146;g1df8fd96750_0_2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7" name="Google Shape;5147;g1df8fd96750_0_2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0">
          <a:extLst>
            <a:ext uri="{FF2B5EF4-FFF2-40B4-BE49-F238E27FC236}">
              <a16:creationId xmlns:a16="http://schemas.microsoft.com/office/drawing/2014/main" id="{A23048E4-AEFD-5CF6-0E72-E2000752F197}"/>
            </a:ext>
          </a:extLst>
        </p:cNvPr>
        <p:cNvGrpSpPr/>
        <p:nvPr/>
      </p:nvGrpSpPr>
      <p:grpSpPr>
        <a:xfrm>
          <a:off x="0" y="0"/>
          <a:ext cx="0" cy="0"/>
          <a:chOff x="0" y="0"/>
          <a:chExt cx="0" cy="0"/>
        </a:xfrm>
      </p:grpSpPr>
      <p:sp>
        <p:nvSpPr>
          <p:cNvPr id="5051" name="Google Shape;5051;g21f267bb5f9_0_642:notes">
            <a:extLst>
              <a:ext uri="{FF2B5EF4-FFF2-40B4-BE49-F238E27FC236}">
                <a16:creationId xmlns:a16="http://schemas.microsoft.com/office/drawing/2014/main" id="{EAEC856A-86A2-7128-DF1A-92C3499E1C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2" name="Google Shape;5052;g21f267bb5f9_0_642:notes">
            <a:extLst>
              <a:ext uri="{FF2B5EF4-FFF2-40B4-BE49-F238E27FC236}">
                <a16:creationId xmlns:a16="http://schemas.microsoft.com/office/drawing/2014/main" id="{0AF38352-E4E0-DCBD-6762-29906E9499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0873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0">
          <a:extLst>
            <a:ext uri="{FF2B5EF4-FFF2-40B4-BE49-F238E27FC236}">
              <a16:creationId xmlns:a16="http://schemas.microsoft.com/office/drawing/2014/main" id="{5FFAE88C-A828-1B50-80C0-E6666E43709D}"/>
            </a:ext>
          </a:extLst>
        </p:cNvPr>
        <p:cNvGrpSpPr/>
        <p:nvPr/>
      </p:nvGrpSpPr>
      <p:grpSpPr>
        <a:xfrm>
          <a:off x="0" y="0"/>
          <a:ext cx="0" cy="0"/>
          <a:chOff x="0" y="0"/>
          <a:chExt cx="0" cy="0"/>
        </a:xfrm>
      </p:grpSpPr>
      <p:sp>
        <p:nvSpPr>
          <p:cNvPr id="5051" name="Google Shape;5051;g21f267bb5f9_0_642:notes">
            <a:extLst>
              <a:ext uri="{FF2B5EF4-FFF2-40B4-BE49-F238E27FC236}">
                <a16:creationId xmlns:a16="http://schemas.microsoft.com/office/drawing/2014/main" id="{EB997780-E2D0-4851-C6DF-46A891EE45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2" name="Google Shape;5052;g21f267bb5f9_0_642:notes">
            <a:extLst>
              <a:ext uri="{FF2B5EF4-FFF2-40B4-BE49-F238E27FC236}">
                <a16:creationId xmlns:a16="http://schemas.microsoft.com/office/drawing/2014/main" id="{77685102-960A-2FD0-4219-76578094DD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0960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5">
          <a:extLst>
            <a:ext uri="{FF2B5EF4-FFF2-40B4-BE49-F238E27FC236}">
              <a16:creationId xmlns:a16="http://schemas.microsoft.com/office/drawing/2014/main" id="{70A3EC82-6EE2-F735-890C-E632A42FC245}"/>
            </a:ext>
          </a:extLst>
        </p:cNvPr>
        <p:cNvGrpSpPr/>
        <p:nvPr/>
      </p:nvGrpSpPr>
      <p:grpSpPr>
        <a:xfrm>
          <a:off x="0" y="0"/>
          <a:ext cx="0" cy="0"/>
          <a:chOff x="0" y="0"/>
          <a:chExt cx="0" cy="0"/>
        </a:xfrm>
      </p:grpSpPr>
      <p:sp>
        <p:nvSpPr>
          <p:cNvPr id="5146" name="Google Shape;5146;g1df8fd96750_0_2451:notes">
            <a:extLst>
              <a:ext uri="{FF2B5EF4-FFF2-40B4-BE49-F238E27FC236}">
                <a16:creationId xmlns:a16="http://schemas.microsoft.com/office/drawing/2014/main" id="{92627A34-BCED-AD40-86BF-61E9388CD1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7" name="Google Shape;5147;g1df8fd96750_0_2451:notes">
            <a:extLst>
              <a:ext uri="{FF2B5EF4-FFF2-40B4-BE49-F238E27FC236}">
                <a16:creationId xmlns:a16="http://schemas.microsoft.com/office/drawing/2014/main" id="{3BA12892-3B5F-F947-7714-A8BEEB1115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659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5">
          <a:extLst>
            <a:ext uri="{FF2B5EF4-FFF2-40B4-BE49-F238E27FC236}">
              <a16:creationId xmlns:a16="http://schemas.microsoft.com/office/drawing/2014/main" id="{7B58475A-9BA7-5F23-354D-422EADFDB2BD}"/>
            </a:ext>
          </a:extLst>
        </p:cNvPr>
        <p:cNvGrpSpPr/>
        <p:nvPr/>
      </p:nvGrpSpPr>
      <p:grpSpPr>
        <a:xfrm>
          <a:off x="0" y="0"/>
          <a:ext cx="0" cy="0"/>
          <a:chOff x="0" y="0"/>
          <a:chExt cx="0" cy="0"/>
        </a:xfrm>
      </p:grpSpPr>
      <p:sp>
        <p:nvSpPr>
          <p:cNvPr id="5146" name="Google Shape;5146;g1df8fd96750_0_2451:notes">
            <a:extLst>
              <a:ext uri="{FF2B5EF4-FFF2-40B4-BE49-F238E27FC236}">
                <a16:creationId xmlns:a16="http://schemas.microsoft.com/office/drawing/2014/main" id="{F04BCD0E-0617-5DF5-8EF4-09BF138239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7" name="Google Shape;5147;g1df8fd96750_0_2451:notes">
            <a:extLst>
              <a:ext uri="{FF2B5EF4-FFF2-40B4-BE49-F238E27FC236}">
                <a16:creationId xmlns:a16="http://schemas.microsoft.com/office/drawing/2014/main" id="{D222447E-856A-475E-D85A-B3C3B775BE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3294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5"/>
        <p:cNvGrpSpPr/>
        <p:nvPr/>
      </p:nvGrpSpPr>
      <p:grpSpPr>
        <a:xfrm>
          <a:off x="0" y="0"/>
          <a:ext cx="0" cy="0"/>
          <a:chOff x="0" y="0"/>
          <a:chExt cx="0" cy="0"/>
        </a:xfrm>
      </p:grpSpPr>
      <p:sp>
        <p:nvSpPr>
          <p:cNvPr id="5116" name="Google Shape;5116;g1df8fd96750_0_2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7" name="Google Shape;5117;g1df8fd96750_0_2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4">
          <a:extLst>
            <a:ext uri="{FF2B5EF4-FFF2-40B4-BE49-F238E27FC236}">
              <a16:creationId xmlns:a16="http://schemas.microsoft.com/office/drawing/2014/main" id="{C4DE585D-BC10-E277-0E32-A171174390EF}"/>
            </a:ext>
          </a:extLst>
        </p:cNvPr>
        <p:cNvGrpSpPr/>
        <p:nvPr/>
      </p:nvGrpSpPr>
      <p:grpSpPr>
        <a:xfrm>
          <a:off x="0" y="0"/>
          <a:ext cx="0" cy="0"/>
          <a:chOff x="0" y="0"/>
          <a:chExt cx="0" cy="0"/>
        </a:xfrm>
      </p:grpSpPr>
      <p:sp>
        <p:nvSpPr>
          <p:cNvPr id="5095" name="Google Shape;5095;g21f267bb5f9_0_694:notes">
            <a:extLst>
              <a:ext uri="{FF2B5EF4-FFF2-40B4-BE49-F238E27FC236}">
                <a16:creationId xmlns:a16="http://schemas.microsoft.com/office/drawing/2014/main" id="{C96C9793-BF64-BEFB-29AE-7C1F661449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6" name="Google Shape;5096;g21f267bb5f9_0_694:notes">
            <a:extLst>
              <a:ext uri="{FF2B5EF4-FFF2-40B4-BE49-F238E27FC236}">
                <a16:creationId xmlns:a16="http://schemas.microsoft.com/office/drawing/2014/main" id="{F52561AF-5108-AA03-1544-FF89E8FD09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6960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5">
          <a:extLst>
            <a:ext uri="{FF2B5EF4-FFF2-40B4-BE49-F238E27FC236}">
              <a16:creationId xmlns:a16="http://schemas.microsoft.com/office/drawing/2014/main" id="{D86E7A2D-62D6-1097-EF87-345C0C712019}"/>
            </a:ext>
          </a:extLst>
        </p:cNvPr>
        <p:cNvGrpSpPr/>
        <p:nvPr/>
      </p:nvGrpSpPr>
      <p:grpSpPr>
        <a:xfrm>
          <a:off x="0" y="0"/>
          <a:ext cx="0" cy="0"/>
          <a:chOff x="0" y="0"/>
          <a:chExt cx="0" cy="0"/>
        </a:xfrm>
      </p:grpSpPr>
      <p:sp>
        <p:nvSpPr>
          <p:cNvPr id="5116" name="Google Shape;5116;g1df8fd96750_0_2378:notes">
            <a:extLst>
              <a:ext uri="{FF2B5EF4-FFF2-40B4-BE49-F238E27FC236}">
                <a16:creationId xmlns:a16="http://schemas.microsoft.com/office/drawing/2014/main" id="{617747B2-B679-533D-28BD-314FA4EB96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7" name="Google Shape;5117;g1df8fd96750_0_2378:notes">
            <a:extLst>
              <a:ext uri="{FF2B5EF4-FFF2-40B4-BE49-F238E27FC236}">
                <a16:creationId xmlns:a16="http://schemas.microsoft.com/office/drawing/2014/main" id="{5508E6C5-1F96-D496-29CE-9CFFF201C0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3646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1"/>
        <p:cNvGrpSpPr/>
        <p:nvPr/>
      </p:nvGrpSpPr>
      <p:grpSpPr>
        <a:xfrm>
          <a:off x="0" y="0"/>
          <a:ext cx="0" cy="0"/>
          <a:chOff x="0" y="0"/>
          <a:chExt cx="0" cy="0"/>
        </a:xfrm>
      </p:grpSpPr>
      <p:sp>
        <p:nvSpPr>
          <p:cNvPr id="6202" name="Google Shape;6202;g21f267bb5f9_0_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3" name="Google Shape;6203;g21f267bb5f9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5">
          <a:extLst>
            <a:ext uri="{FF2B5EF4-FFF2-40B4-BE49-F238E27FC236}">
              <a16:creationId xmlns:a16="http://schemas.microsoft.com/office/drawing/2014/main" id="{200E6863-5C6A-8834-FFE7-DADF455E108E}"/>
            </a:ext>
          </a:extLst>
        </p:cNvPr>
        <p:cNvGrpSpPr/>
        <p:nvPr/>
      </p:nvGrpSpPr>
      <p:grpSpPr>
        <a:xfrm>
          <a:off x="0" y="0"/>
          <a:ext cx="0" cy="0"/>
          <a:chOff x="0" y="0"/>
          <a:chExt cx="0" cy="0"/>
        </a:xfrm>
      </p:grpSpPr>
      <p:sp>
        <p:nvSpPr>
          <p:cNvPr id="5146" name="Google Shape;5146;g1df8fd96750_0_2451:notes">
            <a:extLst>
              <a:ext uri="{FF2B5EF4-FFF2-40B4-BE49-F238E27FC236}">
                <a16:creationId xmlns:a16="http://schemas.microsoft.com/office/drawing/2014/main" id="{CB1EFDC2-6479-2D22-59BD-7D4F19691E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7" name="Google Shape;5147;g1df8fd96750_0_2451:notes">
            <a:extLst>
              <a:ext uri="{FF2B5EF4-FFF2-40B4-BE49-F238E27FC236}">
                <a16:creationId xmlns:a16="http://schemas.microsoft.com/office/drawing/2014/main" id="{D4860DD1-1997-07FB-C95B-C5E8888AC3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9492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5">
          <a:extLst>
            <a:ext uri="{FF2B5EF4-FFF2-40B4-BE49-F238E27FC236}">
              <a16:creationId xmlns:a16="http://schemas.microsoft.com/office/drawing/2014/main" id="{BC28C36F-0E2D-B44E-40B2-3E9BE04A63AC}"/>
            </a:ext>
          </a:extLst>
        </p:cNvPr>
        <p:cNvGrpSpPr/>
        <p:nvPr/>
      </p:nvGrpSpPr>
      <p:grpSpPr>
        <a:xfrm>
          <a:off x="0" y="0"/>
          <a:ext cx="0" cy="0"/>
          <a:chOff x="0" y="0"/>
          <a:chExt cx="0" cy="0"/>
        </a:xfrm>
      </p:grpSpPr>
      <p:sp>
        <p:nvSpPr>
          <p:cNvPr id="5146" name="Google Shape;5146;g1df8fd96750_0_2451:notes">
            <a:extLst>
              <a:ext uri="{FF2B5EF4-FFF2-40B4-BE49-F238E27FC236}">
                <a16:creationId xmlns:a16="http://schemas.microsoft.com/office/drawing/2014/main" id="{B86C9A31-0C09-A581-2F55-A2865FA0D9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7" name="Google Shape;5147;g1df8fd96750_0_2451:notes">
            <a:extLst>
              <a:ext uri="{FF2B5EF4-FFF2-40B4-BE49-F238E27FC236}">
                <a16:creationId xmlns:a16="http://schemas.microsoft.com/office/drawing/2014/main" id="{ADD9338D-33D0-02DE-0AA1-3324FFA3ED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0963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5">
          <a:extLst>
            <a:ext uri="{FF2B5EF4-FFF2-40B4-BE49-F238E27FC236}">
              <a16:creationId xmlns:a16="http://schemas.microsoft.com/office/drawing/2014/main" id="{8A9036C6-F36A-B119-4395-061E4BDF8547}"/>
            </a:ext>
          </a:extLst>
        </p:cNvPr>
        <p:cNvGrpSpPr/>
        <p:nvPr/>
      </p:nvGrpSpPr>
      <p:grpSpPr>
        <a:xfrm>
          <a:off x="0" y="0"/>
          <a:ext cx="0" cy="0"/>
          <a:chOff x="0" y="0"/>
          <a:chExt cx="0" cy="0"/>
        </a:xfrm>
      </p:grpSpPr>
      <p:sp>
        <p:nvSpPr>
          <p:cNvPr id="5146" name="Google Shape;5146;g1df8fd96750_0_2451:notes">
            <a:extLst>
              <a:ext uri="{FF2B5EF4-FFF2-40B4-BE49-F238E27FC236}">
                <a16:creationId xmlns:a16="http://schemas.microsoft.com/office/drawing/2014/main" id="{A14E3C85-5346-5CC4-E25F-4BC40810EC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7" name="Google Shape;5147;g1df8fd96750_0_2451:notes">
            <a:extLst>
              <a:ext uri="{FF2B5EF4-FFF2-40B4-BE49-F238E27FC236}">
                <a16:creationId xmlns:a16="http://schemas.microsoft.com/office/drawing/2014/main" id="{1C9E4BEB-D5E6-E7E5-9EA8-0A7230B8A8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5923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5">
          <a:extLst>
            <a:ext uri="{FF2B5EF4-FFF2-40B4-BE49-F238E27FC236}">
              <a16:creationId xmlns:a16="http://schemas.microsoft.com/office/drawing/2014/main" id="{DF3BF07B-367D-E3E1-912D-E77C79C38318}"/>
            </a:ext>
          </a:extLst>
        </p:cNvPr>
        <p:cNvGrpSpPr/>
        <p:nvPr/>
      </p:nvGrpSpPr>
      <p:grpSpPr>
        <a:xfrm>
          <a:off x="0" y="0"/>
          <a:ext cx="0" cy="0"/>
          <a:chOff x="0" y="0"/>
          <a:chExt cx="0" cy="0"/>
        </a:xfrm>
      </p:grpSpPr>
      <p:sp>
        <p:nvSpPr>
          <p:cNvPr id="5146" name="Google Shape;5146;g1df8fd96750_0_2451:notes">
            <a:extLst>
              <a:ext uri="{FF2B5EF4-FFF2-40B4-BE49-F238E27FC236}">
                <a16:creationId xmlns:a16="http://schemas.microsoft.com/office/drawing/2014/main" id="{4B6A51C1-15A9-C052-ED4A-F02A1500BE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7" name="Google Shape;5147;g1df8fd96750_0_2451:notes">
            <a:extLst>
              <a:ext uri="{FF2B5EF4-FFF2-40B4-BE49-F238E27FC236}">
                <a16:creationId xmlns:a16="http://schemas.microsoft.com/office/drawing/2014/main" id="{917BB777-1922-B03D-7256-98198AEF17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4688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5">
          <a:extLst>
            <a:ext uri="{FF2B5EF4-FFF2-40B4-BE49-F238E27FC236}">
              <a16:creationId xmlns:a16="http://schemas.microsoft.com/office/drawing/2014/main" id="{E7E90A9B-427F-DB0B-E53C-42DA40CBBD68}"/>
            </a:ext>
          </a:extLst>
        </p:cNvPr>
        <p:cNvGrpSpPr/>
        <p:nvPr/>
      </p:nvGrpSpPr>
      <p:grpSpPr>
        <a:xfrm>
          <a:off x="0" y="0"/>
          <a:ext cx="0" cy="0"/>
          <a:chOff x="0" y="0"/>
          <a:chExt cx="0" cy="0"/>
        </a:xfrm>
      </p:grpSpPr>
      <p:sp>
        <p:nvSpPr>
          <p:cNvPr id="5146" name="Google Shape;5146;g1df8fd96750_0_2451:notes">
            <a:extLst>
              <a:ext uri="{FF2B5EF4-FFF2-40B4-BE49-F238E27FC236}">
                <a16:creationId xmlns:a16="http://schemas.microsoft.com/office/drawing/2014/main" id="{1628D7C7-7546-0531-061A-52A0C11990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7" name="Google Shape;5147;g1df8fd96750_0_2451:notes">
            <a:extLst>
              <a:ext uri="{FF2B5EF4-FFF2-40B4-BE49-F238E27FC236}">
                <a16:creationId xmlns:a16="http://schemas.microsoft.com/office/drawing/2014/main" id="{F4AA6B8D-0FB7-7278-E73B-6807C0DCBE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71078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5">
          <a:extLst>
            <a:ext uri="{FF2B5EF4-FFF2-40B4-BE49-F238E27FC236}">
              <a16:creationId xmlns:a16="http://schemas.microsoft.com/office/drawing/2014/main" id="{0320A1AB-32AF-73C7-9463-C1A59AEF6533}"/>
            </a:ext>
          </a:extLst>
        </p:cNvPr>
        <p:cNvGrpSpPr/>
        <p:nvPr/>
      </p:nvGrpSpPr>
      <p:grpSpPr>
        <a:xfrm>
          <a:off x="0" y="0"/>
          <a:ext cx="0" cy="0"/>
          <a:chOff x="0" y="0"/>
          <a:chExt cx="0" cy="0"/>
        </a:xfrm>
      </p:grpSpPr>
      <p:sp>
        <p:nvSpPr>
          <p:cNvPr id="5146" name="Google Shape;5146;g1df8fd96750_0_2451:notes">
            <a:extLst>
              <a:ext uri="{FF2B5EF4-FFF2-40B4-BE49-F238E27FC236}">
                <a16:creationId xmlns:a16="http://schemas.microsoft.com/office/drawing/2014/main" id="{04761B5A-5511-B43D-CA85-FD66EB7CB4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7" name="Google Shape;5147;g1df8fd96750_0_2451:notes">
            <a:extLst>
              <a:ext uri="{FF2B5EF4-FFF2-40B4-BE49-F238E27FC236}">
                <a16:creationId xmlns:a16="http://schemas.microsoft.com/office/drawing/2014/main" id="{5384DD7F-0447-BD76-5D05-2CBB5EA52B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2346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7"/>
        <p:cNvGrpSpPr/>
        <p:nvPr/>
      </p:nvGrpSpPr>
      <p:grpSpPr>
        <a:xfrm>
          <a:off x="0" y="0"/>
          <a:ext cx="0" cy="0"/>
          <a:chOff x="0" y="0"/>
          <a:chExt cx="0" cy="0"/>
        </a:xfrm>
      </p:grpSpPr>
      <p:sp>
        <p:nvSpPr>
          <p:cNvPr id="6768" name="Google Shape;6768;g21f267bb5f9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9" name="Google Shape;6769;g21f267bb5f9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2"/>
        <p:cNvGrpSpPr/>
        <p:nvPr/>
      </p:nvGrpSpPr>
      <p:grpSpPr>
        <a:xfrm>
          <a:off x="0" y="0"/>
          <a:ext cx="0" cy="0"/>
          <a:chOff x="0" y="0"/>
          <a:chExt cx="0" cy="0"/>
        </a:xfrm>
      </p:grpSpPr>
      <p:sp>
        <p:nvSpPr>
          <p:cNvPr id="4263" name="Google Shape;4263;g21f267bb5f9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4" name="Google Shape;4264;g21f267bb5f9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278650" y="1037650"/>
            <a:ext cx="5385000" cy="26184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278650" y="3696850"/>
            <a:ext cx="5356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1138200" y="247500"/>
            <a:ext cx="2681385" cy="583992"/>
          </a:xfrm>
          <a:custGeom>
            <a:avLst/>
            <a:gdLst/>
            <a:ahLst/>
            <a:cxnLst/>
            <a:rect l="l" t="t" r="r" b="b"/>
            <a:pathLst>
              <a:path w="142570" h="31051" extrusionOk="0">
                <a:moveTo>
                  <a:pt x="64389" y="1"/>
                </a:moveTo>
                <a:cubicBezTo>
                  <a:pt x="63743" y="1"/>
                  <a:pt x="63094" y="42"/>
                  <a:pt x="62445" y="128"/>
                </a:cubicBezTo>
                <a:cubicBezTo>
                  <a:pt x="55207" y="1062"/>
                  <a:pt x="49503" y="7167"/>
                  <a:pt x="48235" y="14205"/>
                </a:cubicBezTo>
                <a:cubicBezTo>
                  <a:pt x="45738" y="11578"/>
                  <a:pt x="42086" y="10168"/>
                  <a:pt x="38448" y="10168"/>
                </a:cubicBezTo>
                <a:cubicBezTo>
                  <a:pt x="35572" y="10168"/>
                  <a:pt x="32705" y="11049"/>
                  <a:pt x="30422" y="12904"/>
                </a:cubicBezTo>
                <a:cubicBezTo>
                  <a:pt x="30022" y="12971"/>
                  <a:pt x="29588" y="13004"/>
                  <a:pt x="29221" y="13038"/>
                </a:cubicBezTo>
                <a:cubicBezTo>
                  <a:pt x="21983" y="14072"/>
                  <a:pt x="15478" y="18541"/>
                  <a:pt x="12243" y="25213"/>
                </a:cubicBezTo>
                <a:cubicBezTo>
                  <a:pt x="11209" y="27381"/>
                  <a:pt x="6172" y="29316"/>
                  <a:pt x="1" y="31050"/>
                </a:cubicBezTo>
                <a:lnTo>
                  <a:pt x="142569" y="31050"/>
                </a:lnTo>
                <a:cubicBezTo>
                  <a:pt x="139191" y="26246"/>
                  <a:pt x="132932" y="17381"/>
                  <a:pt x="128824" y="17381"/>
                </a:cubicBezTo>
                <a:cubicBezTo>
                  <a:pt x="128511" y="17381"/>
                  <a:pt x="128211" y="17432"/>
                  <a:pt x="127925" y="17541"/>
                </a:cubicBezTo>
                <a:cubicBezTo>
                  <a:pt x="127425" y="12304"/>
                  <a:pt x="123622" y="7400"/>
                  <a:pt x="118585" y="5699"/>
                </a:cubicBezTo>
                <a:cubicBezTo>
                  <a:pt x="117251" y="5249"/>
                  <a:pt x="115884" y="5040"/>
                  <a:pt x="114523" y="5040"/>
                </a:cubicBezTo>
                <a:cubicBezTo>
                  <a:pt x="109929" y="5040"/>
                  <a:pt x="105407" y="7426"/>
                  <a:pt x="102474" y="11003"/>
                </a:cubicBezTo>
                <a:cubicBezTo>
                  <a:pt x="100873" y="6333"/>
                  <a:pt x="97904" y="1896"/>
                  <a:pt x="92467" y="1796"/>
                </a:cubicBezTo>
                <a:cubicBezTo>
                  <a:pt x="92388" y="1794"/>
                  <a:pt x="92309" y="1793"/>
                  <a:pt x="92231" y="1793"/>
                </a:cubicBezTo>
                <a:cubicBezTo>
                  <a:pt x="86937" y="1793"/>
                  <a:pt x="82715" y="6196"/>
                  <a:pt x="79724" y="10469"/>
                </a:cubicBezTo>
                <a:cubicBezTo>
                  <a:pt x="77293" y="4390"/>
                  <a:pt x="71012" y="1"/>
                  <a:pt x="643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4968184" y="4604001"/>
            <a:ext cx="1715117" cy="373544"/>
          </a:xfrm>
          <a:custGeom>
            <a:avLst/>
            <a:gdLst/>
            <a:ahLst/>
            <a:cxnLst/>
            <a:rect l="l" t="t" r="r" b="b"/>
            <a:pathLst>
              <a:path w="142570" h="31051" extrusionOk="0">
                <a:moveTo>
                  <a:pt x="64389" y="1"/>
                </a:moveTo>
                <a:cubicBezTo>
                  <a:pt x="63743" y="1"/>
                  <a:pt x="63094" y="42"/>
                  <a:pt x="62445" y="128"/>
                </a:cubicBezTo>
                <a:cubicBezTo>
                  <a:pt x="55207" y="1062"/>
                  <a:pt x="49503" y="7167"/>
                  <a:pt x="48235" y="14205"/>
                </a:cubicBezTo>
                <a:cubicBezTo>
                  <a:pt x="45738" y="11578"/>
                  <a:pt x="42086" y="10168"/>
                  <a:pt x="38448" y="10168"/>
                </a:cubicBezTo>
                <a:cubicBezTo>
                  <a:pt x="35572" y="10168"/>
                  <a:pt x="32705" y="11049"/>
                  <a:pt x="30422" y="12904"/>
                </a:cubicBezTo>
                <a:cubicBezTo>
                  <a:pt x="30022" y="12971"/>
                  <a:pt x="29588" y="13004"/>
                  <a:pt x="29221" y="13038"/>
                </a:cubicBezTo>
                <a:cubicBezTo>
                  <a:pt x="21983" y="14072"/>
                  <a:pt x="15478" y="18541"/>
                  <a:pt x="12243" y="25213"/>
                </a:cubicBezTo>
                <a:cubicBezTo>
                  <a:pt x="11209" y="27381"/>
                  <a:pt x="6172" y="29316"/>
                  <a:pt x="1" y="31050"/>
                </a:cubicBezTo>
                <a:lnTo>
                  <a:pt x="142569" y="31050"/>
                </a:lnTo>
                <a:cubicBezTo>
                  <a:pt x="139191" y="26246"/>
                  <a:pt x="132932" y="17381"/>
                  <a:pt x="128824" y="17381"/>
                </a:cubicBezTo>
                <a:cubicBezTo>
                  <a:pt x="128511" y="17381"/>
                  <a:pt x="128211" y="17432"/>
                  <a:pt x="127925" y="17541"/>
                </a:cubicBezTo>
                <a:cubicBezTo>
                  <a:pt x="127425" y="12304"/>
                  <a:pt x="123622" y="7400"/>
                  <a:pt x="118585" y="5699"/>
                </a:cubicBezTo>
                <a:cubicBezTo>
                  <a:pt x="117251" y="5249"/>
                  <a:pt x="115884" y="5040"/>
                  <a:pt x="114523" y="5040"/>
                </a:cubicBezTo>
                <a:cubicBezTo>
                  <a:pt x="109929" y="5040"/>
                  <a:pt x="105407" y="7426"/>
                  <a:pt x="102474" y="11003"/>
                </a:cubicBezTo>
                <a:cubicBezTo>
                  <a:pt x="100873" y="6333"/>
                  <a:pt x="97904" y="1896"/>
                  <a:pt x="92467" y="1796"/>
                </a:cubicBezTo>
                <a:cubicBezTo>
                  <a:pt x="92388" y="1794"/>
                  <a:pt x="92309" y="1793"/>
                  <a:pt x="92231" y="1793"/>
                </a:cubicBezTo>
                <a:cubicBezTo>
                  <a:pt x="86937" y="1793"/>
                  <a:pt x="82715" y="6196"/>
                  <a:pt x="79724" y="10469"/>
                </a:cubicBezTo>
                <a:cubicBezTo>
                  <a:pt x="77293" y="4390"/>
                  <a:pt x="71012" y="1"/>
                  <a:pt x="643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717525" y="341925"/>
            <a:ext cx="2007875" cy="695725"/>
          </a:xfrm>
          <a:custGeom>
            <a:avLst/>
            <a:gdLst/>
            <a:ahLst/>
            <a:cxnLst/>
            <a:rect l="l" t="t" r="r" b="b"/>
            <a:pathLst>
              <a:path w="80315" h="27829" extrusionOk="0">
                <a:moveTo>
                  <a:pt x="33030" y="0"/>
                </a:moveTo>
                <a:cubicBezTo>
                  <a:pt x="30274" y="0"/>
                  <a:pt x="27617" y="1150"/>
                  <a:pt x="26543" y="3978"/>
                </a:cubicBezTo>
                <a:cubicBezTo>
                  <a:pt x="25709" y="6279"/>
                  <a:pt x="26176" y="8815"/>
                  <a:pt x="26976" y="11116"/>
                </a:cubicBezTo>
                <a:cubicBezTo>
                  <a:pt x="26747" y="11097"/>
                  <a:pt x="26518" y="11088"/>
                  <a:pt x="26288" y="11088"/>
                </a:cubicBezTo>
                <a:cubicBezTo>
                  <a:pt x="24078" y="11088"/>
                  <a:pt x="21879" y="11959"/>
                  <a:pt x="20338" y="13651"/>
                </a:cubicBezTo>
                <a:cubicBezTo>
                  <a:pt x="18337" y="15820"/>
                  <a:pt x="17870" y="18988"/>
                  <a:pt x="18837" y="21690"/>
                </a:cubicBezTo>
                <a:cubicBezTo>
                  <a:pt x="13000" y="22958"/>
                  <a:pt x="7196" y="24159"/>
                  <a:pt x="1358" y="25426"/>
                </a:cubicBezTo>
                <a:cubicBezTo>
                  <a:pt x="1" y="25691"/>
                  <a:pt x="483" y="27829"/>
                  <a:pt x="1795" y="27829"/>
                </a:cubicBezTo>
                <a:cubicBezTo>
                  <a:pt x="1805" y="27829"/>
                  <a:pt x="1815" y="27828"/>
                  <a:pt x="1825" y="27828"/>
                </a:cubicBezTo>
                <a:cubicBezTo>
                  <a:pt x="11499" y="27294"/>
                  <a:pt x="21206" y="26794"/>
                  <a:pt x="30879" y="26360"/>
                </a:cubicBezTo>
                <a:cubicBezTo>
                  <a:pt x="33614" y="26260"/>
                  <a:pt x="36350" y="26127"/>
                  <a:pt x="39052" y="26027"/>
                </a:cubicBezTo>
                <a:cubicBezTo>
                  <a:pt x="50144" y="26575"/>
                  <a:pt x="61282" y="26830"/>
                  <a:pt x="72409" y="26830"/>
                </a:cubicBezTo>
                <a:cubicBezTo>
                  <a:pt x="74834" y="26830"/>
                  <a:pt x="77258" y="26818"/>
                  <a:pt x="79681" y="26794"/>
                </a:cubicBezTo>
                <a:cubicBezTo>
                  <a:pt x="80314" y="26761"/>
                  <a:pt x="80314" y="25860"/>
                  <a:pt x="79747" y="25693"/>
                </a:cubicBezTo>
                <a:cubicBezTo>
                  <a:pt x="77479" y="25093"/>
                  <a:pt x="75144" y="24426"/>
                  <a:pt x="72842" y="23792"/>
                </a:cubicBezTo>
                <a:cubicBezTo>
                  <a:pt x="71575" y="23458"/>
                  <a:pt x="70374" y="23125"/>
                  <a:pt x="69140" y="22791"/>
                </a:cubicBezTo>
                <a:cubicBezTo>
                  <a:pt x="68172" y="22524"/>
                  <a:pt x="66638" y="22358"/>
                  <a:pt x="66004" y="21457"/>
                </a:cubicBezTo>
                <a:cubicBezTo>
                  <a:pt x="65404" y="20590"/>
                  <a:pt x="65637" y="19189"/>
                  <a:pt x="65504" y="18188"/>
                </a:cubicBezTo>
                <a:cubicBezTo>
                  <a:pt x="65370" y="17321"/>
                  <a:pt x="65237" y="16453"/>
                  <a:pt x="65003" y="15586"/>
                </a:cubicBezTo>
                <a:cubicBezTo>
                  <a:pt x="64503" y="13651"/>
                  <a:pt x="63703" y="11783"/>
                  <a:pt x="62702" y="10082"/>
                </a:cubicBezTo>
                <a:cubicBezTo>
                  <a:pt x="61148" y="7379"/>
                  <a:pt x="58524" y="3547"/>
                  <a:pt x="55071" y="3547"/>
                </a:cubicBezTo>
                <a:cubicBezTo>
                  <a:pt x="54817" y="3547"/>
                  <a:pt x="54559" y="3567"/>
                  <a:pt x="54296" y="3611"/>
                </a:cubicBezTo>
                <a:cubicBezTo>
                  <a:pt x="51194" y="4111"/>
                  <a:pt x="49793" y="6680"/>
                  <a:pt x="49125" y="9448"/>
                </a:cubicBezTo>
                <a:cubicBezTo>
                  <a:pt x="45656" y="4678"/>
                  <a:pt x="40319" y="842"/>
                  <a:pt x="34515" y="108"/>
                </a:cubicBezTo>
                <a:cubicBezTo>
                  <a:pt x="34022" y="37"/>
                  <a:pt x="33524" y="0"/>
                  <a:pt x="330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68"/>
        <p:cNvGrpSpPr/>
        <p:nvPr/>
      </p:nvGrpSpPr>
      <p:grpSpPr>
        <a:xfrm>
          <a:off x="0" y="0"/>
          <a:ext cx="0" cy="0"/>
          <a:chOff x="0" y="0"/>
          <a:chExt cx="0" cy="0"/>
        </a:xfrm>
      </p:grpSpPr>
      <p:sp>
        <p:nvSpPr>
          <p:cNvPr id="269" name="Google Shape;269;p8"/>
          <p:cNvSpPr/>
          <p:nvPr/>
        </p:nvSpPr>
        <p:spPr>
          <a:xfrm flipH="1">
            <a:off x="6916000" y="206598"/>
            <a:ext cx="1971956" cy="495993"/>
          </a:xfrm>
          <a:custGeom>
            <a:avLst/>
            <a:gdLst/>
            <a:ahLst/>
            <a:cxnLst/>
            <a:rect l="l" t="t" r="r" b="b"/>
            <a:pathLst>
              <a:path w="57609" h="14490" extrusionOk="0">
                <a:moveTo>
                  <a:pt x="23364" y="0"/>
                </a:moveTo>
                <a:cubicBezTo>
                  <a:pt x="22238" y="0"/>
                  <a:pt x="21141" y="341"/>
                  <a:pt x="20282" y="1093"/>
                </a:cubicBezTo>
                <a:cubicBezTo>
                  <a:pt x="19681" y="1694"/>
                  <a:pt x="19214" y="2428"/>
                  <a:pt x="19181" y="3228"/>
                </a:cubicBezTo>
                <a:cubicBezTo>
                  <a:pt x="18781" y="3428"/>
                  <a:pt x="18414" y="3695"/>
                  <a:pt x="18080" y="3962"/>
                </a:cubicBezTo>
                <a:cubicBezTo>
                  <a:pt x="17513" y="4396"/>
                  <a:pt x="16946" y="4996"/>
                  <a:pt x="16546" y="5663"/>
                </a:cubicBezTo>
                <a:cubicBezTo>
                  <a:pt x="16345" y="5997"/>
                  <a:pt x="16179" y="6397"/>
                  <a:pt x="15945" y="6731"/>
                </a:cubicBezTo>
                <a:cubicBezTo>
                  <a:pt x="15733" y="7049"/>
                  <a:pt x="15484" y="7123"/>
                  <a:pt x="15207" y="7123"/>
                </a:cubicBezTo>
                <a:cubicBezTo>
                  <a:pt x="14961" y="7123"/>
                  <a:pt x="14693" y="7064"/>
                  <a:pt x="14411" y="7064"/>
                </a:cubicBezTo>
                <a:cubicBezTo>
                  <a:pt x="14395" y="7064"/>
                  <a:pt x="14379" y="7064"/>
                  <a:pt x="14363" y="7064"/>
                </a:cubicBezTo>
                <a:cubicBezTo>
                  <a:pt x="11482" y="7064"/>
                  <a:pt x="9043" y="10049"/>
                  <a:pt x="9607" y="12868"/>
                </a:cubicBezTo>
                <a:cubicBezTo>
                  <a:pt x="9607" y="12968"/>
                  <a:pt x="0" y="14236"/>
                  <a:pt x="101" y="14236"/>
                </a:cubicBezTo>
                <a:cubicBezTo>
                  <a:pt x="1862" y="14432"/>
                  <a:pt x="5704" y="14490"/>
                  <a:pt x="10119" y="14490"/>
                </a:cubicBezTo>
                <a:cubicBezTo>
                  <a:pt x="16531" y="14490"/>
                  <a:pt x="24152" y="14367"/>
                  <a:pt x="28363" y="14367"/>
                </a:cubicBezTo>
                <a:cubicBezTo>
                  <a:pt x="28668" y="14367"/>
                  <a:pt x="28954" y="14368"/>
                  <a:pt x="29221" y="14369"/>
                </a:cubicBezTo>
                <a:cubicBezTo>
                  <a:pt x="31723" y="14369"/>
                  <a:pt x="54940" y="14136"/>
                  <a:pt x="56874" y="12235"/>
                </a:cubicBezTo>
                <a:cubicBezTo>
                  <a:pt x="57608" y="11501"/>
                  <a:pt x="37794" y="10867"/>
                  <a:pt x="37861" y="9766"/>
                </a:cubicBezTo>
                <a:cubicBezTo>
                  <a:pt x="37894" y="8665"/>
                  <a:pt x="37260" y="7698"/>
                  <a:pt x="36426" y="6964"/>
                </a:cubicBezTo>
                <a:cubicBezTo>
                  <a:pt x="34826" y="5422"/>
                  <a:pt x="32717" y="4108"/>
                  <a:pt x="30522" y="4108"/>
                </a:cubicBezTo>
                <a:cubicBezTo>
                  <a:pt x="30201" y="4108"/>
                  <a:pt x="29878" y="4136"/>
                  <a:pt x="29555" y="4196"/>
                </a:cubicBezTo>
                <a:cubicBezTo>
                  <a:pt x="29622" y="3195"/>
                  <a:pt x="29088" y="2227"/>
                  <a:pt x="28287" y="1594"/>
                </a:cubicBezTo>
                <a:cubicBezTo>
                  <a:pt x="27187" y="726"/>
                  <a:pt x="25552" y="226"/>
                  <a:pt x="24184" y="59"/>
                </a:cubicBezTo>
                <a:cubicBezTo>
                  <a:pt x="23911" y="20"/>
                  <a:pt x="23637" y="0"/>
                  <a:pt x="233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txBox="1">
            <a:spLocks noGrp="1"/>
          </p:cNvSpPr>
          <p:nvPr>
            <p:ph type="title"/>
          </p:nvPr>
        </p:nvSpPr>
        <p:spPr>
          <a:xfrm>
            <a:off x="3371850" y="1307100"/>
            <a:ext cx="5058900" cy="20466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74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71" name="Google Shape;271;p8"/>
          <p:cNvSpPr/>
          <p:nvPr/>
        </p:nvSpPr>
        <p:spPr>
          <a:xfrm>
            <a:off x="2573996" y="3787375"/>
            <a:ext cx="1425537" cy="572734"/>
          </a:xfrm>
          <a:custGeom>
            <a:avLst/>
            <a:gdLst/>
            <a:ahLst/>
            <a:cxnLst/>
            <a:rect l="l" t="t" r="r" b="b"/>
            <a:pathLst>
              <a:path w="69050" h="27742" extrusionOk="0">
                <a:moveTo>
                  <a:pt x="27881" y="0"/>
                </a:moveTo>
                <a:cubicBezTo>
                  <a:pt x="27348" y="0"/>
                  <a:pt x="26814" y="41"/>
                  <a:pt x="26286" y="122"/>
                </a:cubicBezTo>
                <a:cubicBezTo>
                  <a:pt x="23617" y="489"/>
                  <a:pt x="20515" y="1356"/>
                  <a:pt x="18347" y="3057"/>
                </a:cubicBezTo>
                <a:cubicBezTo>
                  <a:pt x="16845" y="4291"/>
                  <a:pt x="15811" y="6126"/>
                  <a:pt x="15945" y="7994"/>
                </a:cubicBezTo>
                <a:cubicBezTo>
                  <a:pt x="15301" y="7871"/>
                  <a:pt x="14659" y="7814"/>
                  <a:pt x="14022" y="7814"/>
                </a:cubicBezTo>
                <a:cubicBezTo>
                  <a:pt x="9810" y="7814"/>
                  <a:pt x="5811" y="10334"/>
                  <a:pt x="2769" y="13231"/>
                </a:cubicBezTo>
                <a:cubicBezTo>
                  <a:pt x="1168" y="14732"/>
                  <a:pt x="0" y="16533"/>
                  <a:pt x="33" y="18802"/>
                </a:cubicBezTo>
                <a:cubicBezTo>
                  <a:pt x="133" y="20837"/>
                  <a:pt x="1134" y="22738"/>
                  <a:pt x="2602" y="24172"/>
                </a:cubicBezTo>
                <a:cubicBezTo>
                  <a:pt x="5781" y="27265"/>
                  <a:pt x="10388" y="27553"/>
                  <a:pt x="14686" y="27553"/>
                </a:cubicBezTo>
                <a:cubicBezTo>
                  <a:pt x="15349" y="27553"/>
                  <a:pt x="16004" y="27546"/>
                  <a:pt x="16645" y="27541"/>
                </a:cubicBezTo>
                <a:cubicBezTo>
                  <a:pt x="29054" y="27508"/>
                  <a:pt x="60777" y="27741"/>
                  <a:pt x="68883" y="25473"/>
                </a:cubicBezTo>
                <a:cubicBezTo>
                  <a:pt x="69049" y="25406"/>
                  <a:pt x="53939" y="22905"/>
                  <a:pt x="53972" y="22738"/>
                </a:cubicBezTo>
                <a:cubicBezTo>
                  <a:pt x="55035" y="17258"/>
                  <a:pt x="50576" y="13498"/>
                  <a:pt x="45039" y="13498"/>
                </a:cubicBezTo>
                <a:cubicBezTo>
                  <a:pt x="45014" y="13498"/>
                  <a:pt x="44990" y="13498"/>
                  <a:pt x="44966" y="13498"/>
                </a:cubicBezTo>
                <a:cubicBezTo>
                  <a:pt x="44445" y="13498"/>
                  <a:pt x="43952" y="13596"/>
                  <a:pt x="43491" y="13596"/>
                </a:cubicBezTo>
                <a:cubicBezTo>
                  <a:pt x="42948" y="13596"/>
                  <a:pt x="42448" y="13460"/>
                  <a:pt x="41997" y="12864"/>
                </a:cubicBezTo>
                <a:cubicBezTo>
                  <a:pt x="41530" y="12230"/>
                  <a:pt x="41263" y="11463"/>
                  <a:pt x="40829" y="10796"/>
                </a:cubicBezTo>
                <a:cubicBezTo>
                  <a:pt x="40029" y="9528"/>
                  <a:pt x="39028" y="8461"/>
                  <a:pt x="37927" y="7527"/>
                </a:cubicBezTo>
                <a:cubicBezTo>
                  <a:pt x="37260" y="7027"/>
                  <a:pt x="36526" y="6526"/>
                  <a:pt x="35826" y="6159"/>
                </a:cubicBezTo>
                <a:cubicBezTo>
                  <a:pt x="35759" y="4658"/>
                  <a:pt x="34925" y="3191"/>
                  <a:pt x="33691" y="2123"/>
                </a:cubicBezTo>
                <a:cubicBezTo>
                  <a:pt x="32091" y="657"/>
                  <a:pt x="30001" y="0"/>
                  <a:pt x="278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2"/>
        <p:cNvGrpSpPr/>
        <p:nvPr/>
      </p:nvGrpSpPr>
      <p:grpSpPr>
        <a:xfrm>
          <a:off x="0" y="0"/>
          <a:ext cx="0" cy="0"/>
          <a:chOff x="0" y="0"/>
          <a:chExt cx="0" cy="0"/>
        </a:xfrm>
      </p:grpSpPr>
      <p:sp>
        <p:nvSpPr>
          <p:cNvPr id="273" name="Google Shape;273;p9"/>
          <p:cNvSpPr txBox="1">
            <a:spLocks noGrp="1"/>
          </p:cNvSpPr>
          <p:nvPr>
            <p:ph type="title"/>
          </p:nvPr>
        </p:nvSpPr>
        <p:spPr>
          <a:xfrm>
            <a:off x="2135550" y="1117850"/>
            <a:ext cx="4872900" cy="169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9600">
                <a:solidFill>
                  <a:schemeClr val="accen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74" name="Google Shape;274;p9"/>
          <p:cNvSpPr txBox="1">
            <a:spLocks noGrp="1"/>
          </p:cNvSpPr>
          <p:nvPr>
            <p:ph type="subTitle" idx="1"/>
          </p:nvPr>
        </p:nvSpPr>
        <p:spPr>
          <a:xfrm>
            <a:off x="2135550" y="2811325"/>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9"/>
          <p:cNvSpPr/>
          <p:nvPr/>
        </p:nvSpPr>
        <p:spPr>
          <a:xfrm>
            <a:off x="6031638" y="112238"/>
            <a:ext cx="2007875" cy="695750"/>
          </a:xfrm>
          <a:custGeom>
            <a:avLst/>
            <a:gdLst/>
            <a:ahLst/>
            <a:cxnLst/>
            <a:rect l="l" t="t" r="r" b="b"/>
            <a:pathLst>
              <a:path w="80315" h="27830" extrusionOk="0">
                <a:moveTo>
                  <a:pt x="33018" y="1"/>
                </a:moveTo>
                <a:cubicBezTo>
                  <a:pt x="30250" y="1"/>
                  <a:pt x="27617" y="1150"/>
                  <a:pt x="26542" y="3978"/>
                </a:cubicBezTo>
                <a:cubicBezTo>
                  <a:pt x="25709" y="6280"/>
                  <a:pt x="26176" y="8815"/>
                  <a:pt x="26976" y="11117"/>
                </a:cubicBezTo>
                <a:cubicBezTo>
                  <a:pt x="26723" y="11093"/>
                  <a:pt x="26470" y="11081"/>
                  <a:pt x="26217" y="11081"/>
                </a:cubicBezTo>
                <a:cubicBezTo>
                  <a:pt x="24031" y="11081"/>
                  <a:pt x="21863" y="11978"/>
                  <a:pt x="20338" y="13652"/>
                </a:cubicBezTo>
                <a:cubicBezTo>
                  <a:pt x="18337" y="15820"/>
                  <a:pt x="17870" y="18989"/>
                  <a:pt x="18837" y="21691"/>
                </a:cubicBezTo>
                <a:cubicBezTo>
                  <a:pt x="12999" y="22959"/>
                  <a:pt x="7195" y="24159"/>
                  <a:pt x="1358" y="25394"/>
                </a:cubicBezTo>
                <a:cubicBezTo>
                  <a:pt x="1" y="25692"/>
                  <a:pt x="483" y="27829"/>
                  <a:pt x="1794" y="27829"/>
                </a:cubicBezTo>
                <a:cubicBezTo>
                  <a:pt x="1804" y="27829"/>
                  <a:pt x="1815" y="27829"/>
                  <a:pt x="1825" y="27829"/>
                </a:cubicBezTo>
                <a:cubicBezTo>
                  <a:pt x="11498" y="27295"/>
                  <a:pt x="21205" y="26795"/>
                  <a:pt x="30879" y="26361"/>
                </a:cubicBezTo>
                <a:cubicBezTo>
                  <a:pt x="33581" y="26228"/>
                  <a:pt x="36349" y="26128"/>
                  <a:pt x="39051" y="26027"/>
                </a:cubicBezTo>
                <a:cubicBezTo>
                  <a:pt x="50405" y="26588"/>
                  <a:pt x="61806" y="26819"/>
                  <a:pt x="73194" y="26819"/>
                </a:cubicBezTo>
                <a:cubicBezTo>
                  <a:pt x="75357" y="26819"/>
                  <a:pt x="77519" y="26811"/>
                  <a:pt x="79680" y="26795"/>
                </a:cubicBezTo>
                <a:cubicBezTo>
                  <a:pt x="80314" y="26728"/>
                  <a:pt x="80314" y="25861"/>
                  <a:pt x="79747" y="25694"/>
                </a:cubicBezTo>
                <a:cubicBezTo>
                  <a:pt x="77479" y="25060"/>
                  <a:pt x="75144" y="24460"/>
                  <a:pt x="72842" y="23793"/>
                </a:cubicBezTo>
                <a:cubicBezTo>
                  <a:pt x="71575" y="23459"/>
                  <a:pt x="70374" y="23092"/>
                  <a:pt x="69140" y="22792"/>
                </a:cubicBezTo>
                <a:cubicBezTo>
                  <a:pt x="68172" y="22525"/>
                  <a:pt x="66638" y="22358"/>
                  <a:pt x="66004" y="21458"/>
                </a:cubicBezTo>
                <a:cubicBezTo>
                  <a:pt x="65404" y="20557"/>
                  <a:pt x="65637" y="19189"/>
                  <a:pt x="65504" y="18189"/>
                </a:cubicBezTo>
                <a:cubicBezTo>
                  <a:pt x="65370" y="17321"/>
                  <a:pt x="65237" y="16454"/>
                  <a:pt x="65003" y="15553"/>
                </a:cubicBezTo>
                <a:cubicBezTo>
                  <a:pt x="64503" y="13652"/>
                  <a:pt x="63702" y="11751"/>
                  <a:pt x="62702" y="10049"/>
                </a:cubicBezTo>
                <a:cubicBezTo>
                  <a:pt x="61148" y="7377"/>
                  <a:pt x="58524" y="3547"/>
                  <a:pt x="55044" y="3547"/>
                </a:cubicBezTo>
                <a:cubicBezTo>
                  <a:pt x="54788" y="3547"/>
                  <a:pt x="54527" y="3568"/>
                  <a:pt x="54262" y="3611"/>
                </a:cubicBezTo>
                <a:cubicBezTo>
                  <a:pt x="51193" y="4112"/>
                  <a:pt x="49759" y="6680"/>
                  <a:pt x="49092" y="9449"/>
                </a:cubicBezTo>
                <a:cubicBezTo>
                  <a:pt x="45656" y="4679"/>
                  <a:pt x="40319" y="843"/>
                  <a:pt x="34515" y="109"/>
                </a:cubicBezTo>
                <a:cubicBezTo>
                  <a:pt x="34017" y="38"/>
                  <a:pt x="33516" y="1"/>
                  <a:pt x="330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9"/>
          <p:cNvSpPr/>
          <p:nvPr/>
        </p:nvSpPr>
        <p:spPr>
          <a:xfrm>
            <a:off x="1883825" y="4324800"/>
            <a:ext cx="2681385" cy="583992"/>
          </a:xfrm>
          <a:custGeom>
            <a:avLst/>
            <a:gdLst/>
            <a:ahLst/>
            <a:cxnLst/>
            <a:rect l="l" t="t" r="r" b="b"/>
            <a:pathLst>
              <a:path w="142570" h="31051" extrusionOk="0">
                <a:moveTo>
                  <a:pt x="64389" y="1"/>
                </a:moveTo>
                <a:cubicBezTo>
                  <a:pt x="63743" y="1"/>
                  <a:pt x="63094" y="42"/>
                  <a:pt x="62445" y="128"/>
                </a:cubicBezTo>
                <a:cubicBezTo>
                  <a:pt x="55207" y="1062"/>
                  <a:pt x="49503" y="7167"/>
                  <a:pt x="48235" y="14205"/>
                </a:cubicBezTo>
                <a:cubicBezTo>
                  <a:pt x="45738" y="11578"/>
                  <a:pt x="42086" y="10168"/>
                  <a:pt x="38448" y="10168"/>
                </a:cubicBezTo>
                <a:cubicBezTo>
                  <a:pt x="35572" y="10168"/>
                  <a:pt x="32705" y="11049"/>
                  <a:pt x="30422" y="12904"/>
                </a:cubicBezTo>
                <a:cubicBezTo>
                  <a:pt x="30022" y="12971"/>
                  <a:pt x="29588" y="13004"/>
                  <a:pt x="29221" y="13038"/>
                </a:cubicBezTo>
                <a:cubicBezTo>
                  <a:pt x="21983" y="14072"/>
                  <a:pt x="15478" y="18541"/>
                  <a:pt x="12243" y="25213"/>
                </a:cubicBezTo>
                <a:cubicBezTo>
                  <a:pt x="11209" y="27381"/>
                  <a:pt x="6172" y="29316"/>
                  <a:pt x="1" y="31050"/>
                </a:cubicBezTo>
                <a:lnTo>
                  <a:pt x="142569" y="31050"/>
                </a:lnTo>
                <a:cubicBezTo>
                  <a:pt x="139191" y="26246"/>
                  <a:pt x="132932" y="17381"/>
                  <a:pt x="128824" y="17381"/>
                </a:cubicBezTo>
                <a:cubicBezTo>
                  <a:pt x="128511" y="17381"/>
                  <a:pt x="128211" y="17432"/>
                  <a:pt x="127925" y="17541"/>
                </a:cubicBezTo>
                <a:cubicBezTo>
                  <a:pt x="127425" y="12304"/>
                  <a:pt x="123622" y="7400"/>
                  <a:pt x="118585" y="5699"/>
                </a:cubicBezTo>
                <a:cubicBezTo>
                  <a:pt x="117251" y="5249"/>
                  <a:pt x="115884" y="5040"/>
                  <a:pt x="114523" y="5040"/>
                </a:cubicBezTo>
                <a:cubicBezTo>
                  <a:pt x="109929" y="5040"/>
                  <a:pt x="105407" y="7426"/>
                  <a:pt x="102474" y="11003"/>
                </a:cubicBezTo>
                <a:cubicBezTo>
                  <a:pt x="100873" y="6333"/>
                  <a:pt x="97904" y="1896"/>
                  <a:pt x="92467" y="1796"/>
                </a:cubicBezTo>
                <a:cubicBezTo>
                  <a:pt x="92388" y="1794"/>
                  <a:pt x="92309" y="1793"/>
                  <a:pt x="92231" y="1793"/>
                </a:cubicBezTo>
                <a:cubicBezTo>
                  <a:pt x="86937" y="1793"/>
                  <a:pt x="82715" y="6196"/>
                  <a:pt x="79724" y="10469"/>
                </a:cubicBezTo>
                <a:cubicBezTo>
                  <a:pt x="77293" y="4390"/>
                  <a:pt x="71012" y="1"/>
                  <a:pt x="643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6"/>
        <p:cNvGrpSpPr/>
        <p:nvPr/>
      </p:nvGrpSpPr>
      <p:grpSpPr>
        <a:xfrm>
          <a:off x="0" y="0"/>
          <a:ext cx="0" cy="0"/>
          <a:chOff x="0" y="0"/>
          <a:chExt cx="0" cy="0"/>
        </a:xfrm>
      </p:grpSpPr>
      <p:sp>
        <p:nvSpPr>
          <p:cNvPr id="427" name="Google Shape;427;p11"/>
          <p:cNvSpPr txBox="1">
            <a:spLocks noGrp="1"/>
          </p:cNvSpPr>
          <p:nvPr>
            <p:ph type="title" hasCustomPrompt="1"/>
          </p:nvPr>
        </p:nvSpPr>
        <p:spPr>
          <a:xfrm flipH="1">
            <a:off x="2809275" y="1562125"/>
            <a:ext cx="3818100" cy="11346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28" name="Google Shape;428;p11"/>
          <p:cNvSpPr txBox="1">
            <a:spLocks noGrp="1"/>
          </p:cNvSpPr>
          <p:nvPr>
            <p:ph type="subTitle" idx="1"/>
          </p:nvPr>
        </p:nvSpPr>
        <p:spPr>
          <a:xfrm flipH="1">
            <a:off x="2276325" y="2696975"/>
            <a:ext cx="4884000" cy="88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9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429" name="Google Shape;429;p11"/>
          <p:cNvGrpSpPr/>
          <p:nvPr/>
        </p:nvGrpSpPr>
        <p:grpSpPr>
          <a:xfrm>
            <a:off x="0" y="1883600"/>
            <a:ext cx="2499300" cy="3259900"/>
            <a:chOff x="1000150" y="1982575"/>
            <a:chExt cx="2499300" cy="3259900"/>
          </a:xfrm>
        </p:grpSpPr>
        <p:sp>
          <p:nvSpPr>
            <p:cNvPr id="430" name="Google Shape;430;p11"/>
            <p:cNvSpPr/>
            <p:nvPr/>
          </p:nvSpPr>
          <p:spPr>
            <a:xfrm>
              <a:off x="1455475" y="2847700"/>
              <a:ext cx="2043975" cy="2393125"/>
            </a:xfrm>
            <a:custGeom>
              <a:avLst/>
              <a:gdLst/>
              <a:ahLst/>
              <a:cxnLst/>
              <a:rect l="l" t="t" r="r" b="b"/>
              <a:pathLst>
                <a:path w="81759" h="95725" extrusionOk="0">
                  <a:moveTo>
                    <a:pt x="25111" y="1"/>
                  </a:moveTo>
                  <a:cubicBezTo>
                    <a:pt x="20127" y="1"/>
                    <a:pt x="15273" y="1245"/>
                    <a:pt x="11375" y="3725"/>
                  </a:cubicBezTo>
                  <a:cubicBezTo>
                    <a:pt x="2202" y="9562"/>
                    <a:pt x="1768" y="18769"/>
                    <a:pt x="1268" y="27108"/>
                  </a:cubicBezTo>
                  <a:cubicBezTo>
                    <a:pt x="0" y="47089"/>
                    <a:pt x="334" y="67170"/>
                    <a:pt x="2269" y="87318"/>
                  </a:cubicBezTo>
                  <a:cubicBezTo>
                    <a:pt x="2502" y="90053"/>
                    <a:pt x="2802" y="92889"/>
                    <a:pt x="3136" y="95724"/>
                  </a:cubicBezTo>
                  <a:lnTo>
                    <a:pt x="81759" y="95724"/>
                  </a:lnTo>
                  <a:cubicBezTo>
                    <a:pt x="81392" y="93456"/>
                    <a:pt x="81025" y="91154"/>
                    <a:pt x="80558" y="88852"/>
                  </a:cubicBezTo>
                  <a:cubicBezTo>
                    <a:pt x="79591" y="83882"/>
                    <a:pt x="78423" y="78979"/>
                    <a:pt x="76989" y="74142"/>
                  </a:cubicBezTo>
                  <a:cubicBezTo>
                    <a:pt x="75654" y="69705"/>
                    <a:pt x="74187" y="65102"/>
                    <a:pt x="70718" y="61833"/>
                  </a:cubicBezTo>
                  <a:cubicBezTo>
                    <a:pt x="68516" y="59765"/>
                    <a:pt x="65481" y="57964"/>
                    <a:pt x="62412" y="56863"/>
                  </a:cubicBezTo>
                  <a:lnTo>
                    <a:pt x="61544" y="50625"/>
                  </a:lnTo>
                  <a:cubicBezTo>
                    <a:pt x="60877" y="45822"/>
                    <a:pt x="60510" y="40951"/>
                    <a:pt x="59843" y="36148"/>
                  </a:cubicBezTo>
                  <a:cubicBezTo>
                    <a:pt x="59276" y="32078"/>
                    <a:pt x="58209" y="28109"/>
                    <a:pt x="55173" y="25140"/>
                  </a:cubicBezTo>
                  <a:cubicBezTo>
                    <a:pt x="54706" y="24740"/>
                    <a:pt x="54239" y="24306"/>
                    <a:pt x="53739" y="23939"/>
                  </a:cubicBezTo>
                  <a:cubicBezTo>
                    <a:pt x="51871" y="16801"/>
                    <a:pt x="48969" y="9462"/>
                    <a:pt x="40563" y="4292"/>
                  </a:cubicBezTo>
                  <a:cubicBezTo>
                    <a:pt x="35939" y="1428"/>
                    <a:pt x="30450" y="1"/>
                    <a:pt x="25111" y="1"/>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1"/>
            <p:cNvSpPr/>
            <p:nvPr/>
          </p:nvSpPr>
          <p:spPr>
            <a:xfrm>
              <a:off x="1904950" y="3328600"/>
              <a:ext cx="926525" cy="1911375"/>
            </a:xfrm>
            <a:custGeom>
              <a:avLst/>
              <a:gdLst/>
              <a:ahLst/>
              <a:cxnLst/>
              <a:rect l="l" t="t" r="r" b="b"/>
              <a:pathLst>
                <a:path w="37061" h="76455" extrusionOk="0">
                  <a:moveTo>
                    <a:pt x="11991" y="1"/>
                  </a:moveTo>
                  <a:cubicBezTo>
                    <a:pt x="11464" y="1"/>
                    <a:pt x="10914" y="75"/>
                    <a:pt x="10342" y="233"/>
                  </a:cubicBezTo>
                  <a:cubicBezTo>
                    <a:pt x="5838" y="1501"/>
                    <a:pt x="3737" y="6371"/>
                    <a:pt x="835" y="9540"/>
                  </a:cubicBezTo>
                  <a:cubicBezTo>
                    <a:pt x="730" y="9645"/>
                    <a:pt x="811" y="9771"/>
                    <a:pt x="931" y="9771"/>
                  </a:cubicBezTo>
                  <a:cubicBezTo>
                    <a:pt x="964" y="9771"/>
                    <a:pt x="999" y="9762"/>
                    <a:pt x="1035" y="9740"/>
                  </a:cubicBezTo>
                  <a:cubicBezTo>
                    <a:pt x="1035" y="9740"/>
                    <a:pt x="1068" y="9740"/>
                    <a:pt x="1068" y="9707"/>
                  </a:cubicBezTo>
                  <a:lnTo>
                    <a:pt x="1335" y="9840"/>
                  </a:lnTo>
                  <a:cubicBezTo>
                    <a:pt x="1" y="11208"/>
                    <a:pt x="1035" y="13877"/>
                    <a:pt x="1369" y="15444"/>
                  </a:cubicBezTo>
                  <a:cubicBezTo>
                    <a:pt x="2736" y="21682"/>
                    <a:pt x="4304" y="27853"/>
                    <a:pt x="5772" y="34024"/>
                  </a:cubicBezTo>
                  <a:cubicBezTo>
                    <a:pt x="8707" y="46233"/>
                    <a:pt x="11676" y="58475"/>
                    <a:pt x="14578" y="70717"/>
                  </a:cubicBezTo>
                  <a:cubicBezTo>
                    <a:pt x="15045" y="72585"/>
                    <a:pt x="15445" y="74553"/>
                    <a:pt x="15879" y="76455"/>
                  </a:cubicBezTo>
                  <a:lnTo>
                    <a:pt x="37061" y="76455"/>
                  </a:lnTo>
                  <a:cubicBezTo>
                    <a:pt x="37027" y="75754"/>
                    <a:pt x="36927" y="75054"/>
                    <a:pt x="36894" y="74320"/>
                  </a:cubicBezTo>
                  <a:cubicBezTo>
                    <a:pt x="35626" y="60510"/>
                    <a:pt x="33258" y="46900"/>
                    <a:pt x="30256" y="33391"/>
                  </a:cubicBezTo>
                  <a:cubicBezTo>
                    <a:pt x="30154" y="32879"/>
                    <a:pt x="29725" y="32631"/>
                    <a:pt x="29271" y="32631"/>
                  </a:cubicBezTo>
                  <a:cubicBezTo>
                    <a:pt x="28984" y="32631"/>
                    <a:pt x="28687" y="32730"/>
                    <a:pt x="28455" y="32924"/>
                  </a:cubicBezTo>
                  <a:lnTo>
                    <a:pt x="27454" y="33791"/>
                  </a:lnTo>
                  <a:cubicBezTo>
                    <a:pt x="26420" y="28854"/>
                    <a:pt x="25186" y="23950"/>
                    <a:pt x="23685" y="19114"/>
                  </a:cubicBezTo>
                  <a:cubicBezTo>
                    <a:pt x="22183" y="14277"/>
                    <a:pt x="20749" y="9073"/>
                    <a:pt x="18281" y="4603"/>
                  </a:cubicBezTo>
                  <a:cubicBezTo>
                    <a:pt x="16934" y="2078"/>
                    <a:pt x="14784" y="1"/>
                    <a:pt x="11991" y="1"/>
                  </a:cubicBezTo>
                  <a:close/>
                </a:path>
              </a:pathLst>
            </a:custGeom>
            <a:solidFill>
              <a:srgbClr val="512F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1"/>
            <p:cNvSpPr/>
            <p:nvPr/>
          </p:nvSpPr>
          <p:spPr>
            <a:xfrm>
              <a:off x="2006700" y="2872425"/>
              <a:ext cx="279400" cy="2368400"/>
            </a:xfrm>
            <a:custGeom>
              <a:avLst/>
              <a:gdLst/>
              <a:ahLst/>
              <a:cxnLst/>
              <a:rect l="l" t="t" r="r" b="b"/>
              <a:pathLst>
                <a:path w="11176" h="94736" extrusionOk="0">
                  <a:moveTo>
                    <a:pt x="1" y="1"/>
                  </a:moveTo>
                  <a:lnTo>
                    <a:pt x="1" y="1"/>
                  </a:lnTo>
                  <a:cubicBezTo>
                    <a:pt x="1135" y="9641"/>
                    <a:pt x="2269" y="19248"/>
                    <a:pt x="3403" y="28855"/>
                  </a:cubicBezTo>
                  <a:cubicBezTo>
                    <a:pt x="5938" y="50804"/>
                    <a:pt x="8473" y="72786"/>
                    <a:pt x="11108" y="94735"/>
                  </a:cubicBezTo>
                  <a:lnTo>
                    <a:pt x="11175" y="94735"/>
                  </a:lnTo>
                  <a:lnTo>
                    <a:pt x="1" y="1"/>
                  </a:ln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1"/>
            <p:cNvSpPr/>
            <p:nvPr/>
          </p:nvSpPr>
          <p:spPr>
            <a:xfrm>
              <a:off x="1990450" y="2856575"/>
              <a:ext cx="309825" cy="2384250"/>
            </a:xfrm>
            <a:custGeom>
              <a:avLst/>
              <a:gdLst/>
              <a:ahLst/>
              <a:cxnLst/>
              <a:rect l="l" t="t" r="r" b="b"/>
              <a:pathLst>
                <a:path w="12393" h="95370" extrusionOk="0">
                  <a:moveTo>
                    <a:pt x="605" y="1"/>
                  </a:moveTo>
                  <a:cubicBezTo>
                    <a:pt x="292" y="1"/>
                    <a:pt x="0" y="201"/>
                    <a:pt x="50" y="601"/>
                  </a:cubicBezTo>
                  <a:cubicBezTo>
                    <a:pt x="3553" y="30923"/>
                    <a:pt x="7055" y="61178"/>
                    <a:pt x="10658" y="91466"/>
                  </a:cubicBezTo>
                  <a:cubicBezTo>
                    <a:pt x="10824" y="92767"/>
                    <a:pt x="10991" y="94101"/>
                    <a:pt x="11125" y="95369"/>
                  </a:cubicBezTo>
                  <a:lnTo>
                    <a:pt x="12392" y="95369"/>
                  </a:lnTo>
                  <a:cubicBezTo>
                    <a:pt x="9624" y="72319"/>
                    <a:pt x="6922" y="49269"/>
                    <a:pt x="4253" y="26153"/>
                  </a:cubicBezTo>
                  <a:cubicBezTo>
                    <a:pt x="3252" y="17647"/>
                    <a:pt x="2252" y="9141"/>
                    <a:pt x="1284" y="601"/>
                  </a:cubicBezTo>
                  <a:cubicBezTo>
                    <a:pt x="1251" y="201"/>
                    <a:pt x="917" y="1"/>
                    <a:pt x="605"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1"/>
            <p:cNvSpPr/>
            <p:nvPr/>
          </p:nvSpPr>
          <p:spPr>
            <a:xfrm>
              <a:off x="2015350" y="3160825"/>
              <a:ext cx="696050" cy="2081650"/>
            </a:xfrm>
            <a:custGeom>
              <a:avLst/>
              <a:gdLst/>
              <a:ahLst/>
              <a:cxnLst/>
              <a:rect l="l" t="t" r="r" b="b"/>
              <a:pathLst>
                <a:path w="27842" h="83266" extrusionOk="0">
                  <a:moveTo>
                    <a:pt x="856" y="1"/>
                  </a:moveTo>
                  <a:cubicBezTo>
                    <a:pt x="200" y="1"/>
                    <a:pt x="1" y="990"/>
                    <a:pt x="722" y="1140"/>
                  </a:cubicBezTo>
                  <a:cubicBezTo>
                    <a:pt x="6760" y="2441"/>
                    <a:pt x="13398" y="3909"/>
                    <a:pt x="17968" y="8312"/>
                  </a:cubicBezTo>
                  <a:cubicBezTo>
                    <a:pt x="23438" y="13549"/>
                    <a:pt x="23638" y="21555"/>
                    <a:pt x="24139" y="28593"/>
                  </a:cubicBezTo>
                  <a:cubicBezTo>
                    <a:pt x="25306" y="44938"/>
                    <a:pt x="26107" y="61283"/>
                    <a:pt x="26474" y="77662"/>
                  </a:cubicBezTo>
                  <a:cubicBezTo>
                    <a:pt x="26507" y="79530"/>
                    <a:pt x="26574" y="81364"/>
                    <a:pt x="26607" y="83266"/>
                  </a:cubicBezTo>
                  <a:lnTo>
                    <a:pt x="27841" y="83266"/>
                  </a:lnTo>
                  <a:cubicBezTo>
                    <a:pt x="27675" y="73292"/>
                    <a:pt x="27341" y="63318"/>
                    <a:pt x="26907" y="53344"/>
                  </a:cubicBezTo>
                  <a:cubicBezTo>
                    <a:pt x="26474" y="44671"/>
                    <a:pt x="25973" y="36065"/>
                    <a:pt x="25340" y="27392"/>
                  </a:cubicBezTo>
                  <a:cubicBezTo>
                    <a:pt x="24906" y="20888"/>
                    <a:pt x="24439" y="13716"/>
                    <a:pt x="19936" y="8579"/>
                  </a:cubicBezTo>
                  <a:cubicBezTo>
                    <a:pt x="15232" y="3208"/>
                    <a:pt x="7760" y="1441"/>
                    <a:pt x="1089" y="40"/>
                  </a:cubicBezTo>
                  <a:cubicBezTo>
                    <a:pt x="1006" y="13"/>
                    <a:pt x="928" y="1"/>
                    <a:pt x="856"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1"/>
            <p:cNvSpPr/>
            <p:nvPr/>
          </p:nvSpPr>
          <p:spPr>
            <a:xfrm>
              <a:off x="2658700" y="4414625"/>
              <a:ext cx="458825" cy="826200"/>
            </a:xfrm>
            <a:custGeom>
              <a:avLst/>
              <a:gdLst/>
              <a:ahLst/>
              <a:cxnLst/>
              <a:rect l="l" t="t" r="r" b="b"/>
              <a:pathLst>
                <a:path w="18353" h="33048" extrusionOk="0">
                  <a:moveTo>
                    <a:pt x="925" y="1"/>
                  </a:moveTo>
                  <a:cubicBezTo>
                    <a:pt x="228" y="1"/>
                    <a:pt x="0" y="1042"/>
                    <a:pt x="740" y="1258"/>
                  </a:cubicBezTo>
                  <a:cubicBezTo>
                    <a:pt x="2841" y="1758"/>
                    <a:pt x="4909" y="2292"/>
                    <a:pt x="7011" y="2825"/>
                  </a:cubicBezTo>
                  <a:cubicBezTo>
                    <a:pt x="7945" y="3092"/>
                    <a:pt x="9112" y="3192"/>
                    <a:pt x="10046" y="3659"/>
                  </a:cubicBezTo>
                  <a:cubicBezTo>
                    <a:pt x="11514" y="4360"/>
                    <a:pt x="12014" y="5327"/>
                    <a:pt x="12415" y="6795"/>
                  </a:cubicBezTo>
                  <a:cubicBezTo>
                    <a:pt x="13616" y="10965"/>
                    <a:pt x="14583" y="15268"/>
                    <a:pt x="15350" y="19537"/>
                  </a:cubicBezTo>
                  <a:cubicBezTo>
                    <a:pt x="16117" y="24007"/>
                    <a:pt x="16718" y="28544"/>
                    <a:pt x="17085" y="33047"/>
                  </a:cubicBezTo>
                  <a:lnTo>
                    <a:pt x="18352" y="33047"/>
                  </a:lnTo>
                  <a:cubicBezTo>
                    <a:pt x="17919" y="27643"/>
                    <a:pt x="17185" y="22206"/>
                    <a:pt x="16117" y="16869"/>
                  </a:cubicBezTo>
                  <a:cubicBezTo>
                    <a:pt x="15684" y="14534"/>
                    <a:pt x="15117" y="12199"/>
                    <a:pt x="14550" y="9930"/>
                  </a:cubicBezTo>
                  <a:cubicBezTo>
                    <a:pt x="14083" y="8096"/>
                    <a:pt x="13782" y="5828"/>
                    <a:pt x="12748" y="4193"/>
                  </a:cubicBezTo>
                  <a:cubicBezTo>
                    <a:pt x="11881" y="2825"/>
                    <a:pt x="10413" y="2458"/>
                    <a:pt x="8912" y="2025"/>
                  </a:cubicBezTo>
                  <a:cubicBezTo>
                    <a:pt x="6310" y="1324"/>
                    <a:pt x="3708" y="657"/>
                    <a:pt x="1107" y="23"/>
                  </a:cubicBezTo>
                  <a:cubicBezTo>
                    <a:pt x="1043" y="8"/>
                    <a:pt x="982" y="1"/>
                    <a:pt x="925"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1"/>
            <p:cNvSpPr/>
            <p:nvPr/>
          </p:nvSpPr>
          <p:spPr>
            <a:xfrm>
              <a:off x="2813925" y="4487725"/>
              <a:ext cx="143475" cy="753100"/>
            </a:xfrm>
            <a:custGeom>
              <a:avLst/>
              <a:gdLst/>
              <a:ahLst/>
              <a:cxnLst/>
              <a:rect l="l" t="t" r="r" b="b"/>
              <a:pathLst>
                <a:path w="5739" h="30124" extrusionOk="0">
                  <a:moveTo>
                    <a:pt x="788" y="0"/>
                  </a:moveTo>
                  <a:cubicBezTo>
                    <a:pt x="411" y="0"/>
                    <a:pt x="1" y="305"/>
                    <a:pt x="101" y="769"/>
                  </a:cubicBezTo>
                  <a:cubicBezTo>
                    <a:pt x="2036" y="10509"/>
                    <a:pt x="3504" y="20283"/>
                    <a:pt x="4504" y="30123"/>
                  </a:cubicBezTo>
                  <a:lnTo>
                    <a:pt x="5739" y="30123"/>
                  </a:lnTo>
                  <a:cubicBezTo>
                    <a:pt x="4738" y="20183"/>
                    <a:pt x="3270" y="10275"/>
                    <a:pt x="1336" y="435"/>
                  </a:cubicBezTo>
                  <a:cubicBezTo>
                    <a:pt x="1269" y="131"/>
                    <a:pt x="1036" y="0"/>
                    <a:pt x="788"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1"/>
            <p:cNvSpPr/>
            <p:nvPr/>
          </p:nvSpPr>
          <p:spPr>
            <a:xfrm>
              <a:off x="2385125" y="3331300"/>
              <a:ext cx="260400" cy="1909525"/>
            </a:xfrm>
            <a:custGeom>
              <a:avLst/>
              <a:gdLst/>
              <a:ahLst/>
              <a:cxnLst/>
              <a:rect l="l" t="t" r="r" b="b"/>
              <a:pathLst>
                <a:path w="10416" h="76381" extrusionOk="0">
                  <a:moveTo>
                    <a:pt x="766" y="0"/>
                  </a:moveTo>
                  <a:cubicBezTo>
                    <a:pt x="389" y="0"/>
                    <a:pt x="1" y="312"/>
                    <a:pt x="141" y="793"/>
                  </a:cubicBezTo>
                  <a:cubicBezTo>
                    <a:pt x="6512" y="25444"/>
                    <a:pt x="9148" y="50962"/>
                    <a:pt x="8080" y="76380"/>
                  </a:cubicBezTo>
                  <a:lnTo>
                    <a:pt x="9348" y="76380"/>
                  </a:lnTo>
                  <a:cubicBezTo>
                    <a:pt x="10415" y="50862"/>
                    <a:pt x="7713" y="25243"/>
                    <a:pt x="1342" y="459"/>
                  </a:cubicBezTo>
                  <a:cubicBezTo>
                    <a:pt x="1262" y="139"/>
                    <a:pt x="1016" y="0"/>
                    <a:pt x="766"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1"/>
            <p:cNvSpPr/>
            <p:nvPr/>
          </p:nvSpPr>
          <p:spPr>
            <a:xfrm>
              <a:off x="1008475" y="1982575"/>
              <a:ext cx="1537800" cy="3258250"/>
            </a:xfrm>
            <a:custGeom>
              <a:avLst/>
              <a:gdLst/>
              <a:ahLst/>
              <a:cxnLst/>
              <a:rect l="l" t="t" r="r" b="b"/>
              <a:pathLst>
                <a:path w="61512" h="130330" extrusionOk="0">
                  <a:moveTo>
                    <a:pt x="9351" y="0"/>
                  </a:moveTo>
                  <a:cubicBezTo>
                    <a:pt x="8520" y="0"/>
                    <a:pt x="7650" y="97"/>
                    <a:pt x="6739" y="303"/>
                  </a:cubicBezTo>
                  <a:cubicBezTo>
                    <a:pt x="4004" y="903"/>
                    <a:pt x="1769" y="2204"/>
                    <a:pt x="1" y="3972"/>
                  </a:cubicBezTo>
                  <a:lnTo>
                    <a:pt x="1" y="130329"/>
                  </a:lnTo>
                  <a:lnTo>
                    <a:pt x="60945" y="130329"/>
                  </a:lnTo>
                  <a:cubicBezTo>
                    <a:pt x="60945" y="130096"/>
                    <a:pt x="61011" y="129795"/>
                    <a:pt x="61011" y="129562"/>
                  </a:cubicBezTo>
                  <a:cubicBezTo>
                    <a:pt x="61512" y="120255"/>
                    <a:pt x="60344" y="110882"/>
                    <a:pt x="59510" y="101642"/>
                  </a:cubicBezTo>
                  <a:lnTo>
                    <a:pt x="58243" y="87899"/>
                  </a:lnTo>
                  <a:cubicBezTo>
                    <a:pt x="57909" y="84296"/>
                    <a:pt x="57442" y="80693"/>
                    <a:pt x="55941" y="77391"/>
                  </a:cubicBezTo>
                  <a:cubicBezTo>
                    <a:pt x="54340" y="73889"/>
                    <a:pt x="51504" y="71454"/>
                    <a:pt x="48102" y="69686"/>
                  </a:cubicBezTo>
                  <a:cubicBezTo>
                    <a:pt x="45567" y="68351"/>
                    <a:pt x="42932" y="67217"/>
                    <a:pt x="40363" y="65950"/>
                  </a:cubicBezTo>
                  <a:cubicBezTo>
                    <a:pt x="40096" y="64115"/>
                    <a:pt x="39863" y="62280"/>
                    <a:pt x="39663" y="60446"/>
                  </a:cubicBezTo>
                  <a:cubicBezTo>
                    <a:pt x="38695" y="52940"/>
                    <a:pt x="37995" y="45335"/>
                    <a:pt x="34759" y="38397"/>
                  </a:cubicBezTo>
                  <a:cubicBezTo>
                    <a:pt x="32591" y="33727"/>
                    <a:pt x="29255" y="29890"/>
                    <a:pt x="25586" y="26355"/>
                  </a:cubicBezTo>
                  <a:cubicBezTo>
                    <a:pt x="24885" y="22552"/>
                    <a:pt x="24185" y="18716"/>
                    <a:pt x="23118" y="15013"/>
                  </a:cubicBezTo>
                  <a:cubicBezTo>
                    <a:pt x="21282" y="8212"/>
                    <a:pt x="17003" y="0"/>
                    <a:pt x="9351"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1"/>
            <p:cNvSpPr/>
            <p:nvPr/>
          </p:nvSpPr>
          <p:spPr>
            <a:xfrm>
              <a:off x="1008475" y="2206950"/>
              <a:ext cx="1155025" cy="3033875"/>
            </a:xfrm>
            <a:custGeom>
              <a:avLst/>
              <a:gdLst/>
              <a:ahLst/>
              <a:cxnLst/>
              <a:rect l="l" t="t" r="r" b="b"/>
              <a:pathLst>
                <a:path w="46201" h="121355" extrusionOk="0">
                  <a:moveTo>
                    <a:pt x="1" y="0"/>
                  </a:moveTo>
                  <a:lnTo>
                    <a:pt x="1" y="121354"/>
                  </a:lnTo>
                  <a:lnTo>
                    <a:pt x="46201" y="121354"/>
                  </a:lnTo>
                  <a:cubicBezTo>
                    <a:pt x="46201" y="120987"/>
                    <a:pt x="46167" y="120620"/>
                    <a:pt x="46167" y="120287"/>
                  </a:cubicBezTo>
                  <a:cubicBezTo>
                    <a:pt x="45700" y="111414"/>
                    <a:pt x="44866" y="102407"/>
                    <a:pt x="42398" y="93834"/>
                  </a:cubicBezTo>
                  <a:cubicBezTo>
                    <a:pt x="39896" y="85161"/>
                    <a:pt x="35326" y="77589"/>
                    <a:pt x="30723" y="69884"/>
                  </a:cubicBezTo>
                  <a:cubicBezTo>
                    <a:pt x="26020" y="61978"/>
                    <a:pt x="22550" y="53939"/>
                    <a:pt x="20082" y="45066"/>
                  </a:cubicBezTo>
                  <a:cubicBezTo>
                    <a:pt x="15679" y="29221"/>
                    <a:pt x="12377" y="11509"/>
                    <a:pt x="1" y="0"/>
                  </a:cubicBezTo>
                  <a:close/>
                </a:path>
              </a:pathLst>
            </a:custGeom>
            <a:solidFill>
              <a:srgbClr val="7F4D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1"/>
            <p:cNvSpPr/>
            <p:nvPr/>
          </p:nvSpPr>
          <p:spPr>
            <a:xfrm>
              <a:off x="1276175" y="2079350"/>
              <a:ext cx="98425" cy="3160625"/>
            </a:xfrm>
            <a:custGeom>
              <a:avLst/>
              <a:gdLst/>
              <a:ahLst/>
              <a:cxnLst/>
              <a:rect l="l" t="t" r="r" b="b"/>
              <a:pathLst>
                <a:path w="3937" h="126425" extrusionOk="0">
                  <a:moveTo>
                    <a:pt x="634" y="1"/>
                  </a:moveTo>
                  <a:cubicBezTo>
                    <a:pt x="318" y="1"/>
                    <a:pt x="1" y="201"/>
                    <a:pt x="1" y="601"/>
                  </a:cubicBezTo>
                  <a:cubicBezTo>
                    <a:pt x="668" y="33525"/>
                    <a:pt x="1368" y="66415"/>
                    <a:pt x="2035" y="99372"/>
                  </a:cubicBezTo>
                  <a:cubicBezTo>
                    <a:pt x="2169" y="104009"/>
                    <a:pt x="2269" y="108579"/>
                    <a:pt x="2336" y="113182"/>
                  </a:cubicBezTo>
                  <a:cubicBezTo>
                    <a:pt x="2369" y="115383"/>
                    <a:pt x="2402" y="117618"/>
                    <a:pt x="2469" y="119853"/>
                  </a:cubicBezTo>
                  <a:cubicBezTo>
                    <a:pt x="2502" y="121088"/>
                    <a:pt x="2502" y="122355"/>
                    <a:pt x="2536" y="123589"/>
                  </a:cubicBezTo>
                  <a:cubicBezTo>
                    <a:pt x="2536" y="124190"/>
                    <a:pt x="2836" y="125457"/>
                    <a:pt x="2669" y="126258"/>
                  </a:cubicBezTo>
                  <a:cubicBezTo>
                    <a:pt x="2636" y="126258"/>
                    <a:pt x="2603" y="126258"/>
                    <a:pt x="2502" y="126291"/>
                  </a:cubicBezTo>
                  <a:cubicBezTo>
                    <a:pt x="2436" y="126291"/>
                    <a:pt x="2336" y="126391"/>
                    <a:pt x="2269" y="126425"/>
                  </a:cubicBezTo>
                  <a:lnTo>
                    <a:pt x="3837" y="126425"/>
                  </a:lnTo>
                  <a:cubicBezTo>
                    <a:pt x="3937" y="125758"/>
                    <a:pt x="3803" y="125057"/>
                    <a:pt x="3803" y="124390"/>
                  </a:cubicBezTo>
                  <a:lnTo>
                    <a:pt x="3670" y="118119"/>
                  </a:lnTo>
                  <a:cubicBezTo>
                    <a:pt x="3603" y="113849"/>
                    <a:pt x="3503" y="109513"/>
                    <a:pt x="3436" y="105209"/>
                  </a:cubicBezTo>
                  <a:cubicBezTo>
                    <a:pt x="3270" y="96737"/>
                    <a:pt x="3103" y="88264"/>
                    <a:pt x="2869" y="79758"/>
                  </a:cubicBezTo>
                  <a:cubicBezTo>
                    <a:pt x="2536" y="62979"/>
                    <a:pt x="2169" y="46167"/>
                    <a:pt x="1835" y="29355"/>
                  </a:cubicBezTo>
                  <a:cubicBezTo>
                    <a:pt x="1635" y="19782"/>
                    <a:pt x="1435" y="10175"/>
                    <a:pt x="1268" y="601"/>
                  </a:cubicBezTo>
                  <a:cubicBezTo>
                    <a:pt x="1268" y="201"/>
                    <a:pt x="951" y="1"/>
                    <a:pt x="634" y="1"/>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1"/>
            <p:cNvSpPr/>
            <p:nvPr/>
          </p:nvSpPr>
          <p:spPr>
            <a:xfrm>
              <a:off x="1287850" y="2088400"/>
              <a:ext cx="208500" cy="761100"/>
            </a:xfrm>
            <a:custGeom>
              <a:avLst/>
              <a:gdLst/>
              <a:ahLst/>
              <a:cxnLst/>
              <a:rect l="l" t="t" r="r" b="b"/>
              <a:pathLst>
                <a:path w="8340" h="30444" extrusionOk="0">
                  <a:moveTo>
                    <a:pt x="1231" y="1"/>
                  </a:moveTo>
                  <a:cubicBezTo>
                    <a:pt x="1210" y="1"/>
                    <a:pt x="1189" y="2"/>
                    <a:pt x="1168" y="6"/>
                  </a:cubicBezTo>
                  <a:cubicBezTo>
                    <a:pt x="401" y="6"/>
                    <a:pt x="34" y="439"/>
                    <a:pt x="1" y="1140"/>
                  </a:cubicBezTo>
                  <a:cubicBezTo>
                    <a:pt x="1" y="1519"/>
                    <a:pt x="303" y="1711"/>
                    <a:pt x="608" y="1711"/>
                  </a:cubicBezTo>
                  <a:cubicBezTo>
                    <a:pt x="725" y="1711"/>
                    <a:pt x="843" y="1683"/>
                    <a:pt x="945" y="1626"/>
                  </a:cubicBezTo>
                  <a:lnTo>
                    <a:pt x="945" y="1626"/>
                  </a:lnTo>
                  <a:cubicBezTo>
                    <a:pt x="963" y="1716"/>
                    <a:pt x="1015" y="1810"/>
                    <a:pt x="1101" y="1907"/>
                  </a:cubicBezTo>
                  <a:cubicBezTo>
                    <a:pt x="1235" y="2107"/>
                    <a:pt x="1335" y="2307"/>
                    <a:pt x="1468" y="2574"/>
                  </a:cubicBezTo>
                  <a:cubicBezTo>
                    <a:pt x="1735" y="3108"/>
                    <a:pt x="2002" y="3642"/>
                    <a:pt x="2236" y="4242"/>
                  </a:cubicBezTo>
                  <a:cubicBezTo>
                    <a:pt x="2869" y="5510"/>
                    <a:pt x="3403" y="6811"/>
                    <a:pt x="3970" y="8112"/>
                  </a:cubicBezTo>
                  <a:cubicBezTo>
                    <a:pt x="4804" y="10280"/>
                    <a:pt x="5538" y="12481"/>
                    <a:pt x="6038" y="14750"/>
                  </a:cubicBezTo>
                  <a:cubicBezTo>
                    <a:pt x="6639" y="17185"/>
                    <a:pt x="6872" y="19653"/>
                    <a:pt x="6972" y="22188"/>
                  </a:cubicBezTo>
                  <a:cubicBezTo>
                    <a:pt x="7006" y="23389"/>
                    <a:pt x="7006" y="24623"/>
                    <a:pt x="7006" y="25824"/>
                  </a:cubicBezTo>
                  <a:cubicBezTo>
                    <a:pt x="7006" y="26364"/>
                    <a:pt x="7268" y="28083"/>
                    <a:pt x="7138" y="28967"/>
                  </a:cubicBezTo>
                  <a:lnTo>
                    <a:pt x="7138" y="28967"/>
                  </a:lnTo>
                  <a:cubicBezTo>
                    <a:pt x="7120" y="28972"/>
                    <a:pt x="7099" y="28980"/>
                    <a:pt x="7072" y="28993"/>
                  </a:cubicBezTo>
                  <a:cubicBezTo>
                    <a:pt x="6839" y="29027"/>
                    <a:pt x="6605" y="29327"/>
                    <a:pt x="6605" y="29560"/>
                  </a:cubicBezTo>
                  <a:cubicBezTo>
                    <a:pt x="6605" y="29961"/>
                    <a:pt x="6739" y="30161"/>
                    <a:pt x="7072" y="30361"/>
                  </a:cubicBezTo>
                  <a:cubicBezTo>
                    <a:pt x="7184" y="30417"/>
                    <a:pt x="7307" y="30443"/>
                    <a:pt x="7424" y="30443"/>
                  </a:cubicBezTo>
                  <a:cubicBezTo>
                    <a:pt x="7589" y="30443"/>
                    <a:pt x="7742" y="30391"/>
                    <a:pt x="7840" y="30294"/>
                  </a:cubicBezTo>
                  <a:cubicBezTo>
                    <a:pt x="8340" y="29794"/>
                    <a:pt x="8240" y="29293"/>
                    <a:pt x="8240" y="28626"/>
                  </a:cubicBezTo>
                  <a:lnTo>
                    <a:pt x="8240" y="24390"/>
                  </a:lnTo>
                  <a:cubicBezTo>
                    <a:pt x="8240" y="21655"/>
                    <a:pt x="8106" y="18886"/>
                    <a:pt x="7606" y="16184"/>
                  </a:cubicBezTo>
                  <a:cubicBezTo>
                    <a:pt x="6639" y="10613"/>
                    <a:pt x="4337" y="5343"/>
                    <a:pt x="1702" y="306"/>
                  </a:cubicBezTo>
                  <a:cubicBezTo>
                    <a:pt x="1612" y="126"/>
                    <a:pt x="1415" y="1"/>
                    <a:pt x="1231" y="1"/>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1"/>
            <p:cNvSpPr/>
            <p:nvPr/>
          </p:nvSpPr>
          <p:spPr>
            <a:xfrm>
              <a:off x="1458800" y="2784000"/>
              <a:ext cx="472875" cy="2457650"/>
            </a:xfrm>
            <a:custGeom>
              <a:avLst/>
              <a:gdLst/>
              <a:ahLst/>
              <a:cxnLst/>
              <a:rect l="l" t="t" r="r" b="b"/>
              <a:pathLst>
                <a:path w="18915" h="98306" extrusionOk="0">
                  <a:moveTo>
                    <a:pt x="1333" y="0"/>
                  </a:moveTo>
                  <a:cubicBezTo>
                    <a:pt x="1080" y="0"/>
                    <a:pt x="820" y="132"/>
                    <a:pt x="701" y="435"/>
                  </a:cubicBezTo>
                  <a:cubicBezTo>
                    <a:pt x="1" y="2437"/>
                    <a:pt x="1" y="4638"/>
                    <a:pt x="868" y="6606"/>
                  </a:cubicBezTo>
                  <a:cubicBezTo>
                    <a:pt x="1902" y="8975"/>
                    <a:pt x="4070" y="10109"/>
                    <a:pt x="6305" y="11477"/>
                  </a:cubicBezTo>
                  <a:cubicBezTo>
                    <a:pt x="9374" y="13378"/>
                    <a:pt x="10308" y="16380"/>
                    <a:pt x="11142" y="19716"/>
                  </a:cubicBezTo>
                  <a:cubicBezTo>
                    <a:pt x="11976" y="23152"/>
                    <a:pt x="12743" y="26621"/>
                    <a:pt x="13410" y="30057"/>
                  </a:cubicBezTo>
                  <a:cubicBezTo>
                    <a:pt x="16212" y="44233"/>
                    <a:pt x="16146" y="58744"/>
                    <a:pt x="16646" y="73187"/>
                  </a:cubicBezTo>
                  <a:lnTo>
                    <a:pt x="17080" y="85630"/>
                  </a:lnTo>
                  <a:cubicBezTo>
                    <a:pt x="17180" y="87598"/>
                    <a:pt x="17213" y="89532"/>
                    <a:pt x="17313" y="91467"/>
                  </a:cubicBezTo>
                  <a:cubicBezTo>
                    <a:pt x="17347" y="92601"/>
                    <a:pt x="17380" y="93702"/>
                    <a:pt x="17413" y="94803"/>
                  </a:cubicBezTo>
                  <a:cubicBezTo>
                    <a:pt x="17413" y="95270"/>
                    <a:pt x="17647" y="96371"/>
                    <a:pt x="17580" y="97071"/>
                  </a:cubicBezTo>
                  <a:lnTo>
                    <a:pt x="17413" y="97171"/>
                  </a:lnTo>
                  <a:cubicBezTo>
                    <a:pt x="17080" y="97271"/>
                    <a:pt x="16913" y="97572"/>
                    <a:pt x="17013" y="97905"/>
                  </a:cubicBezTo>
                  <a:cubicBezTo>
                    <a:pt x="17046" y="98072"/>
                    <a:pt x="17080" y="98205"/>
                    <a:pt x="17146" y="98305"/>
                  </a:cubicBezTo>
                  <a:lnTo>
                    <a:pt x="18481" y="98305"/>
                  </a:lnTo>
                  <a:cubicBezTo>
                    <a:pt x="18914" y="97638"/>
                    <a:pt x="18814" y="96938"/>
                    <a:pt x="18748" y="96104"/>
                  </a:cubicBezTo>
                  <a:lnTo>
                    <a:pt x="18547" y="90266"/>
                  </a:lnTo>
                  <a:cubicBezTo>
                    <a:pt x="18414" y="86697"/>
                    <a:pt x="18314" y="83061"/>
                    <a:pt x="18181" y="79492"/>
                  </a:cubicBezTo>
                  <a:cubicBezTo>
                    <a:pt x="17914" y="71987"/>
                    <a:pt x="17647" y="64515"/>
                    <a:pt x="17380" y="57009"/>
                  </a:cubicBezTo>
                  <a:cubicBezTo>
                    <a:pt x="17146" y="50171"/>
                    <a:pt x="16846" y="43366"/>
                    <a:pt x="15879" y="36628"/>
                  </a:cubicBezTo>
                  <a:cubicBezTo>
                    <a:pt x="14878" y="29890"/>
                    <a:pt x="13744" y="22718"/>
                    <a:pt x="11509" y="16313"/>
                  </a:cubicBezTo>
                  <a:cubicBezTo>
                    <a:pt x="10542" y="13511"/>
                    <a:pt x="8974" y="11643"/>
                    <a:pt x="6405" y="10142"/>
                  </a:cubicBezTo>
                  <a:cubicBezTo>
                    <a:pt x="4804" y="9142"/>
                    <a:pt x="3170" y="8208"/>
                    <a:pt x="2202" y="6473"/>
                  </a:cubicBezTo>
                  <a:cubicBezTo>
                    <a:pt x="1235" y="4672"/>
                    <a:pt x="1235" y="2637"/>
                    <a:pt x="1902" y="769"/>
                  </a:cubicBezTo>
                  <a:cubicBezTo>
                    <a:pt x="2084" y="306"/>
                    <a:pt x="1717" y="0"/>
                    <a:pt x="1333" y="0"/>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1"/>
            <p:cNvSpPr/>
            <p:nvPr/>
          </p:nvSpPr>
          <p:spPr>
            <a:xfrm>
              <a:off x="1497325" y="2984375"/>
              <a:ext cx="210850" cy="2256450"/>
            </a:xfrm>
            <a:custGeom>
              <a:avLst/>
              <a:gdLst/>
              <a:ahLst/>
              <a:cxnLst/>
              <a:rect l="l" t="t" r="r" b="b"/>
              <a:pathLst>
                <a:path w="8434" h="90258" extrusionOk="0">
                  <a:moveTo>
                    <a:pt x="774" y="0"/>
                  </a:moveTo>
                  <a:cubicBezTo>
                    <a:pt x="409" y="0"/>
                    <a:pt x="1" y="313"/>
                    <a:pt x="61" y="793"/>
                  </a:cubicBezTo>
                  <a:cubicBezTo>
                    <a:pt x="4164" y="30448"/>
                    <a:pt x="6499" y="60336"/>
                    <a:pt x="7166" y="90257"/>
                  </a:cubicBezTo>
                  <a:lnTo>
                    <a:pt x="8434" y="90257"/>
                  </a:lnTo>
                  <a:cubicBezTo>
                    <a:pt x="7767" y="60202"/>
                    <a:pt x="5365" y="30214"/>
                    <a:pt x="1295" y="459"/>
                  </a:cubicBezTo>
                  <a:cubicBezTo>
                    <a:pt x="1242" y="139"/>
                    <a:pt x="1018" y="0"/>
                    <a:pt x="774" y="0"/>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1"/>
            <p:cNvSpPr/>
            <p:nvPr/>
          </p:nvSpPr>
          <p:spPr>
            <a:xfrm>
              <a:off x="2037425" y="3775850"/>
              <a:ext cx="369575" cy="1464975"/>
            </a:xfrm>
            <a:custGeom>
              <a:avLst/>
              <a:gdLst/>
              <a:ahLst/>
              <a:cxnLst/>
              <a:rect l="l" t="t" r="r" b="b"/>
              <a:pathLst>
                <a:path w="14783" h="58599" extrusionOk="0">
                  <a:moveTo>
                    <a:pt x="846" y="0"/>
                  </a:moveTo>
                  <a:cubicBezTo>
                    <a:pt x="228" y="0"/>
                    <a:pt x="0" y="1039"/>
                    <a:pt x="740" y="1224"/>
                  </a:cubicBezTo>
                  <a:cubicBezTo>
                    <a:pt x="6077" y="2491"/>
                    <a:pt x="8712" y="7662"/>
                    <a:pt x="9679" y="12699"/>
                  </a:cubicBezTo>
                  <a:cubicBezTo>
                    <a:pt x="10780" y="18503"/>
                    <a:pt x="10880" y="24574"/>
                    <a:pt x="11381" y="30478"/>
                  </a:cubicBezTo>
                  <a:cubicBezTo>
                    <a:pt x="12181" y="39751"/>
                    <a:pt x="13449" y="49225"/>
                    <a:pt x="13615" y="58598"/>
                  </a:cubicBezTo>
                  <a:lnTo>
                    <a:pt x="14783" y="58598"/>
                  </a:lnTo>
                  <a:cubicBezTo>
                    <a:pt x="14683" y="54495"/>
                    <a:pt x="14283" y="50325"/>
                    <a:pt x="13916" y="46189"/>
                  </a:cubicBezTo>
                  <a:cubicBezTo>
                    <a:pt x="13349" y="39551"/>
                    <a:pt x="12782" y="32913"/>
                    <a:pt x="12214" y="26308"/>
                  </a:cubicBezTo>
                  <a:cubicBezTo>
                    <a:pt x="11447" y="17535"/>
                    <a:pt x="12081" y="2658"/>
                    <a:pt x="1006" y="23"/>
                  </a:cubicBezTo>
                  <a:cubicBezTo>
                    <a:pt x="950" y="7"/>
                    <a:pt x="897" y="0"/>
                    <a:pt x="846" y="0"/>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1"/>
            <p:cNvSpPr/>
            <p:nvPr/>
          </p:nvSpPr>
          <p:spPr>
            <a:xfrm>
              <a:off x="2039725" y="3775775"/>
              <a:ext cx="206350" cy="1465050"/>
            </a:xfrm>
            <a:custGeom>
              <a:avLst/>
              <a:gdLst/>
              <a:ahLst/>
              <a:cxnLst/>
              <a:rect l="l" t="t" r="r" b="b"/>
              <a:pathLst>
                <a:path w="8254" h="58602" extrusionOk="0">
                  <a:moveTo>
                    <a:pt x="763" y="0"/>
                  </a:moveTo>
                  <a:cubicBezTo>
                    <a:pt x="401" y="0"/>
                    <a:pt x="0" y="313"/>
                    <a:pt x="81" y="793"/>
                  </a:cubicBezTo>
                  <a:cubicBezTo>
                    <a:pt x="2949" y="19973"/>
                    <a:pt x="5251" y="39254"/>
                    <a:pt x="6985" y="58601"/>
                  </a:cubicBezTo>
                  <a:lnTo>
                    <a:pt x="8253" y="58601"/>
                  </a:lnTo>
                  <a:cubicBezTo>
                    <a:pt x="6485" y="39154"/>
                    <a:pt x="4150" y="19740"/>
                    <a:pt x="1281" y="459"/>
                  </a:cubicBezTo>
                  <a:cubicBezTo>
                    <a:pt x="1228" y="139"/>
                    <a:pt x="1004" y="0"/>
                    <a:pt x="763" y="0"/>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1"/>
            <p:cNvSpPr/>
            <p:nvPr/>
          </p:nvSpPr>
          <p:spPr>
            <a:xfrm>
              <a:off x="2019200" y="4925525"/>
              <a:ext cx="65075" cy="315300"/>
            </a:xfrm>
            <a:custGeom>
              <a:avLst/>
              <a:gdLst/>
              <a:ahLst/>
              <a:cxnLst/>
              <a:rect l="l" t="t" r="r" b="b"/>
              <a:pathLst>
                <a:path w="2603" h="12612" extrusionOk="0">
                  <a:moveTo>
                    <a:pt x="978" y="0"/>
                  </a:moveTo>
                  <a:cubicBezTo>
                    <a:pt x="920" y="0"/>
                    <a:pt x="861" y="11"/>
                    <a:pt x="801" y="35"/>
                  </a:cubicBezTo>
                  <a:cubicBezTo>
                    <a:pt x="468" y="169"/>
                    <a:pt x="368" y="602"/>
                    <a:pt x="368" y="1003"/>
                  </a:cubicBezTo>
                  <a:cubicBezTo>
                    <a:pt x="334" y="4872"/>
                    <a:pt x="201" y="8742"/>
                    <a:pt x="1" y="12578"/>
                  </a:cubicBezTo>
                  <a:lnTo>
                    <a:pt x="2469" y="12578"/>
                  </a:lnTo>
                  <a:lnTo>
                    <a:pt x="2469" y="12611"/>
                  </a:lnTo>
                  <a:cubicBezTo>
                    <a:pt x="2603" y="8742"/>
                    <a:pt x="2503" y="4906"/>
                    <a:pt x="1802" y="1069"/>
                  </a:cubicBezTo>
                  <a:cubicBezTo>
                    <a:pt x="1743" y="600"/>
                    <a:pt x="1400" y="0"/>
                    <a:pt x="978"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1"/>
            <p:cNvSpPr/>
            <p:nvPr/>
          </p:nvSpPr>
          <p:spPr>
            <a:xfrm>
              <a:off x="2001700" y="4911650"/>
              <a:ext cx="95925" cy="329175"/>
            </a:xfrm>
            <a:custGeom>
              <a:avLst/>
              <a:gdLst/>
              <a:ahLst/>
              <a:cxnLst/>
              <a:rect l="l" t="t" r="r" b="b"/>
              <a:pathLst>
                <a:path w="3837" h="13167" extrusionOk="0">
                  <a:moveTo>
                    <a:pt x="1592" y="1"/>
                  </a:moveTo>
                  <a:cubicBezTo>
                    <a:pt x="579" y="1"/>
                    <a:pt x="497" y="1654"/>
                    <a:pt x="467" y="2392"/>
                  </a:cubicBezTo>
                  <a:cubicBezTo>
                    <a:pt x="267" y="5661"/>
                    <a:pt x="201" y="8963"/>
                    <a:pt x="34" y="12265"/>
                  </a:cubicBezTo>
                  <a:cubicBezTo>
                    <a:pt x="34" y="12566"/>
                    <a:pt x="0" y="12832"/>
                    <a:pt x="0" y="13133"/>
                  </a:cubicBezTo>
                  <a:lnTo>
                    <a:pt x="1435" y="13133"/>
                  </a:lnTo>
                  <a:lnTo>
                    <a:pt x="1435" y="13166"/>
                  </a:lnTo>
                  <a:cubicBezTo>
                    <a:pt x="1468" y="11798"/>
                    <a:pt x="1535" y="10397"/>
                    <a:pt x="1602" y="8996"/>
                  </a:cubicBezTo>
                  <a:lnTo>
                    <a:pt x="1702" y="4893"/>
                  </a:lnTo>
                  <a:cubicBezTo>
                    <a:pt x="1702" y="4160"/>
                    <a:pt x="1602" y="3126"/>
                    <a:pt x="1702" y="2425"/>
                  </a:cubicBezTo>
                  <a:cubicBezTo>
                    <a:pt x="1784" y="2015"/>
                    <a:pt x="1790" y="1656"/>
                    <a:pt x="1875" y="1656"/>
                  </a:cubicBezTo>
                  <a:cubicBezTo>
                    <a:pt x="1929" y="1656"/>
                    <a:pt x="2014" y="1798"/>
                    <a:pt x="2169" y="2158"/>
                  </a:cubicBezTo>
                  <a:cubicBezTo>
                    <a:pt x="2669" y="3426"/>
                    <a:pt x="2602" y="5294"/>
                    <a:pt x="2669" y="6628"/>
                  </a:cubicBezTo>
                  <a:cubicBezTo>
                    <a:pt x="2769" y="7929"/>
                    <a:pt x="2769" y="9230"/>
                    <a:pt x="2769" y="10497"/>
                  </a:cubicBezTo>
                  <a:cubicBezTo>
                    <a:pt x="2769" y="11398"/>
                    <a:pt x="2702" y="12299"/>
                    <a:pt x="2669" y="13166"/>
                  </a:cubicBezTo>
                  <a:lnTo>
                    <a:pt x="3770" y="13166"/>
                  </a:lnTo>
                  <a:cubicBezTo>
                    <a:pt x="3836" y="10598"/>
                    <a:pt x="3803" y="8062"/>
                    <a:pt x="3536" y="5461"/>
                  </a:cubicBezTo>
                  <a:cubicBezTo>
                    <a:pt x="3436" y="4160"/>
                    <a:pt x="3603" y="657"/>
                    <a:pt x="2035" y="90"/>
                  </a:cubicBezTo>
                  <a:cubicBezTo>
                    <a:pt x="1870" y="29"/>
                    <a:pt x="1723" y="1"/>
                    <a:pt x="1592"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1"/>
            <p:cNvSpPr/>
            <p:nvPr/>
          </p:nvSpPr>
          <p:spPr>
            <a:xfrm>
              <a:off x="2073425" y="4934475"/>
              <a:ext cx="502050" cy="307175"/>
            </a:xfrm>
            <a:custGeom>
              <a:avLst/>
              <a:gdLst/>
              <a:ahLst/>
              <a:cxnLst/>
              <a:rect l="l" t="t" r="r" b="b"/>
              <a:pathLst>
                <a:path w="20082" h="12287" extrusionOk="0">
                  <a:moveTo>
                    <a:pt x="19913" y="1"/>
                  </a:moveTo>
                  <a:cubicBezTo>
                    <a:pt x="19148" y="1"/>
                    <a:pt x="18473" y="619"/>
                    <a:pt x="17913" y="1178"/>
                  </a:cubicBezTo>
                  <a:cubicBezTo>
                    <a:pt x="12943" y="6015"/>
                    <a:pt x="6805" y="9551"/>
                    <a:pt x="134" y="11519"/>
                  </a:cubicBezTo>
                  <a:lnTo>
                    <a:pt x="0" y="12286"/>
                  </a:lnTo>
                  <a:lnTo>
                    <a:pt x="5271" y="12286"/>
                  </a:lnTo>
                  <a:lnTo>
                    <a:pt x="5271" y="12253"/>
                  </a:lnTo>
                  <a:cubicBezTo>
                    <a:pt x="6772" y="11853"/>
                    <a:pt x="8239" y="11386"/>
                    <a:pt x="9507" y="10585"/>
                  </a:cubicBezTo>
                  <a:cubicBezTo>
                    <a:pt x="10741" y="9851"/>
                    <a:pt x="11775" y="8851"/>
                    <a:pt x="12809" y="7883"/>
                  </a:cubicBezTo>
                  <a:cubicBezTo>
                    <a:pt x="14744" y="6049"/>
                    <a:pt x="16612" y="4247"/>
                    <a:pt x="18513" y="2413"/>
                  </a:cubicBezTo>
                  <a:cubicBezTo>
                    <a:pt x="19247" y="1746"/>
                    <a:pt x="19981" y="1012"/>
                    <a:pt x="20081" y="11"/>
                  </a:cubicBezTo>
                  <a:cubicBezTo>
                    <a:pt x="20025" y="4"/>
                    <a:pt x="19969" y="1"/>
                    <a:pt x="19913"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1"/>
            <p:cNvSpPr/>
            <p:nvPr/>
          </p:nvSpPr>
          <p:spPr>
            <a:xfrm>
              <a:off x="2072575" y="4925325"/>
              <a:ext cx="513650" cy="317150"/>
            </a:xfrm>
            <a:custGeom>
              <a:avLst/>
              <a:gdLst/>
              <a:ahLst/>
              <a:cxnLst/>
              <a:rect l="l" t="t" r="r" b="b"/>
              <a:pathLst>
                <a:path w="20546" h="12686" extrusionOk="0">
                  <a:moveTo>
                    <a:pt x="20214" y="1"/>
                  </a:moveTo>
                  <a:cubicBezTo>
                    <a:pt x="20193" y="1"/>
                    <a:pt x="20171" y="4"/>
                    <a:pt x="20148" y="10"/>
                  </a:cubicBezTo>
                  <a:cubicBezTo>
                    <a:pt x="18614" y="110"/>
                    <a:pt x="17780" y="1211"/>
                    <a:pt x="16679" y="2212"/>
                  </a:cubicBezTo>
                  <a:cubicBezTo>
                    <a:pt x="15011" y="3746"/>
                    <a:pt x="13177" y="5114"/>
                    <a:pt x="11309" y="6381"/>
                  </a:cubicBezTo>
                  <a:cubicBezTo>
                    <a:pt x="9674" y="7449"/>
                    <a:pt x="7940" y="8383"/>
                    <a:pt x="6172" y="9217"/>
                  </a:cubicBezTo>
                  <a:cubicBezTo>
                    <a:pt x="4204" y="10184"/>
                    <a:pt x="2102" y="10751"/>
                    <a:pt x="134" y="11718"/>
                  </a:cubicBezTo>
                  <a:cubicBezTo>
                    <a:pt x="1" y="11752"/>
                    <a:pt x="101" y="12019"/>
                    <a:pt x="268" y="12019"/>
                  </a:cubicBezTo>
                  <a:cubicBezTo>
                    <a:pt x="3670" y="11585"/>
                    <a:pt x="7339" y="9684"/>
                    <a:pt x="10275" y="7916"/>
                  </a:cubicBezTo>
                  <a:cubicBezTo>
                    <a:pt x="11776" y="7015"/>
                    <a:pt x="13210" y="6048"/>
                    <a:pt x="14645" y="4947"/>
                  </a:cubicBezTo>
                  <a:cubicBezTo>
                    <a:pt x="15345" y="4380"/>
                    <a:pt x="16112" y="3779"/>
                    <a:pt x="16779" y="3212"/>
                  </a:cubicBezTo>
                  <a:cubicBezTo>
                    <a:pt x="17613" y="2512"/>
                    <a:pt x="18481" y="1344"/>
                    <a:pt x="19548" y="911"/>
                  </a:cubicBezTo>
                  <a:lnTo>
                    <a:pt x="19548" y="911"/>
                  </a:lnTo>
                  <a:cubicBezTo>
                    <a:pt x="18714" y="2712"/>
                    <a:pt x="16513" y="4213"/>
                    <a:pt x="15212" y="5514"/>
                  </a:cubicBezTo>
                  <a:cubicBezTo>
                    <a:pt x="13544" y="7082"/>
                    <a:pt x="11943" y="8916"/>
                    <a:pt x="10041" y="10251"/>
                  </a:cubicBezTo>
                  <a:cubicBezTo>
                    <a:pt x="8273" y="11518"/>
                    <a:pt x="6172" y="12052"/>
                    <a:pt x="4104" y="12686"/>
                  </a:cubicBezTo>
                  <a:lnTo>
                    <a:pt x="6339" y="12686"/>
                  </a:lnTo>
                  <a:cubicBezTo>
                    <a:pt x="8173" y="12052"/>
                    <a:pt x="10008" y="11351"/>
                    <a:pt x="11542" y="10017"/>
                  </a:cubicBezTo>
                  <a:cubicBezTo>
                    <a:pt x="13377" y="8416"/>
                    <a:pt x="15112" y="6681"/>
                    <a:pt x="16846" y="5014"/>
                  </a:cubicBezTo>
                  <a:cubicBezTo>
                    <a:pt x="18214" y="3713"/>
                    <a:pt x="20048" y="2412"/>
                    <a:pt x="20515" y="510"/>
                  </a:cubicBezTo>
                  <a:cubicBezTo>
                    <a:pt x="20546" y="269"/>
                    <a:pt x="20412" y="1"/>
                    <a:pt x="20214"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1"/>
            <p:cNvSpPr/>
            <p:nvPr/>
          </p:nvSpPr>
          <p:spPr>
            <a:xfrm>
              <a:off x="1769025" y="5067650"/>
              <a:ext cx="90100" cy="174825"/>
            </a:xfrm>
            <a:custGeom>
              <a:avLst/>
              <a:gdLst/>
              <a:ahLst/>
              <a:cxnLst/>
              <a:rect l="l" t="t" r="r" b="b"/>
              <a:pathLst>
                <a:path w="3604" h="6993" extrusionOk="0">
                  <a:moveTo>
                    <a:pt x="643" y="1"/>
                  </a:moveTo>
                  <a:cubicBezTo>
                    <a:pt x="464" y="1"/>
                    <a:pt x="264" y="110"/>
                    <a:pt x="168" y="255"/>
                  </a:cubicBezTo>
                  <a:cubicBezTo>
                    <a:pt x="67" y="488"/>
                    <a:pt x="1" y="755"/>
                    <a:pt x="1" y="1022"/>
                  </a:cubicBezTo>
                  <a:cubicBezTo>
                    <a:pt x="1" y="3090"/>
                    <a:pt x="735" y="5191"/>
                    <a:pt x="1835" y="6993"/>
                  </a:cubicBezTo>
                  <a:lnTo>
                    <a:pt x="3603" y="6993"/>
                  </a:lnTo>
                  <a:lnTo>
                    <a:pt x="3603" y="6926"/>
                  </a:lnTo>
                  <a:cubicBezTo>
                    <a:pt x="2336" y="5025"/>
                    <a:pt x="1468" y="2856"/>
                    <a:pt x="1102" y="588"/>
                  </a:cubicBezTo>
                  <a:cubicBezTo>
                    <a:pt x="1068" y="388"/>
                    <a:pt x="1001" y="155"/>
                    <a:pt x="835" y="54"/>
                  </a:cubicBezTo>
                  <a:cubicBezTo>
                    <a:pt x="779" y="17"/>
                    <a:pt x="712" y="1"/>
                    <a:pt x="643"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1"/>
            <p:cNvSpPr/>
            <p:nvPr/>
          </p:nvSpPr>
          <p:spPr>
            <a:xfrm>
              <a:off x="1755700" y="5062850"/>
              <a:ext cx="109250" cy="177975"/>
            </a:xfrm>
            <a:custGeom>
              <a:avLst/>
              <a:gdLst/>
              <a:ahLst/>
              <a:cxnLst/>
              <a:rect l="l" t="t" r="r" b="b"/>
              <a:pathLst>
                <a:path w="4370" h="7119" extrusionOk="0">
                  <a:moveTo>
                    <a:pt x="1175" y="1"/>
                  </a:moveTo>
                  <a:cubicBezTo>
                    <a:pt x="745" y="1"/>
                    <a:pt x="518" y="414"/>
                    <a:pt x="434" y="780"/>
                  </a:cubicBezTo>
                  <a:cubicBezTo>
                    <a:pt x="0" y="2048"/>
                    <a:pt x="801" y="4183"/>
                    <a:pt x="1268" y="5283"/>
                  </a:cubicBezTo>
                  <a:cubicBezTo>
                    <a:pt x="1501" y="5917"/>
                    <a:pt x="1801" y="6551"/>
                    <a:pt x="2168" y="7118"/>
                  </a:cubicBezTo>
                  <a:lnTo>
                    <a:pt x="2635" y="7118"/>
                  </a:lnTo>
                  <a:cubicBezTo>
                    <a:pt x="2602" y="7085"/>
                    <a:pt x="2535" y="7051"/>
                    <a:pt x="2535" y="7018"/>
                  </a:cubicBezTo>
                  <a:cubicBezTo>
                    <a:pt x="1701" y="5684"/>
                    <a:pt x="600" y="3515"/>
                    <a:pt x="801" y="1881"/>
                  </a:cubicBezTo>
                  <a:cubicBezTo>
                    <a:pt x="534" y="1381"/>
                    <a:pt x="667" y="1080"/>
                    <a:pt x="1134" y="1014"/>
                  </a:cubicBezTo>
                  <a:cubicBezTo>
                    <a:pt x="1271" y="900"/>
                    <a:pt x="1376" y="844"/>
                    <a:pt x="1453" y="844"/>
                  </a:cubicBezTo>
                  <a:cubicBezTo>
                    <a:pt x="1602" y="844"/>
                    <a:pt x="1645" y="1052"/>
                    <a:pt x="1601" y="1447"/>
                  </a:cubicBezTo>
                  <a:cubicBezTo>
                    <a:pt x="1835" y="2014"/>
                    <a:pt x="1901" y="2782"/>
                    <a:pt x="2102" y="3349"/>
                  </a:cubicBezTo>
                  <a:cubicBezTo>
                    <a:pt x="2502" y="4550"/>
                    <a:pt x="3102" y="5884"/>
                    <a:pt x="3869" y="7118"/>
                  </a:cubicBezTo>
                  <a:lnTo>
                    <a:pt x="4370" y="7118"/>
                  </a:lnTo>
                  <a:cubicBezTo>
                    <a:pt x="3336" y="5584"/>
                    <a:pt x="2535" y="3849"/>
                    <a:pt x="2135" y="2014"/>
                  </a:cubicBezTo>
                  <a:cubicBezTo>
                    <a:pt x="2001" y="1514"/>
                    <a:pt x="2035" y="246"/>
                    <a:pt x="1434" y="46"/>
                  </a:cubicBezTo>
                  <a:cubicBezTo>
                    <a:pt x="1341" y="15"/>
                    <a:pt x="1254" y="1"/>
                    <a:pt x="1175"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1"/>
            <p:cNvSpPr/>
            <p:nvPr/>
          </p:nvSpPr>
          <p:spPr>
            <a:xfrm>
              <a:off x="1789275" y="5085850"/>
              <a:ext cx="29700" cy="94250"/>
            </a:xfrm>
            <a:custGeom>
              <a:avLst/>
              <a:gdLst/>
              <a:ahLst/>
              <a:cxnLst/>
              <a:rect l="l" t="t" r="r" b="b"/>
              <a:pathLst>
                <a:path w="1188" h="3770" extrusionOk="0">
                  <a:moveTo>
                    <a:pt x="86" y="0"/>
                  </a:moveTo>
                  <a:cubicBezTo>
                    <a:pt x="46" y="0"/>
                    <a:pt x="1" y="55"/>
                    <a:pt x="25" y="127"/>
                  </a:cubicBezTo>
                  <a:cubicBezTo>
                    <a:pt x="625" y="1295"/>
                    <a:pt x="125" y="2729"/>
                    <a:pt x="1092" y="3763"/>
                  </a:cubicBezTo>
                  <a:cubicBezTo>
                    <a:pt x="1097" y="3768"/>
                    <a:pt x="1102" y="3770"/>
                    <a:pt x="1108" y="3770"/>
                  </a:cubicBezTo>
                  <a:cubicBezTo>
                    <a:pt x="1142" y="3770"/>
                    <a:pt x="1187" y="3692"/>
                    <a:pt x="1159" y="3663"/>
                  </a:cubicBezTo>
                  <a:cubicBezTo>
                    <a:pt x="258" y="2696"/>
                    <a:pt x="692" y="1194"/>
                    <a:pt x="125" y="27"/>
                  </a:cubicBezTo>
                  <a:cubicBezTo>
                    <a:pt x="115" y="8"/>
                    <a:pt x="101" y="0"/>
                    <a:pt x="86" y="0"/>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1"/>
            <p:cNvSpPr/>
            <p:nvPr/>
          </p:nvSpPr>
          <p:spPr>
            <a:xfrm>
              <a:off x="1765600" y="5107875"/>
              <a:ext cx="58675" cy="99375"/>
            </a:xfrm>
            <a:custGeom>
              <a:avLst/>
              <a:gdLst/>
              <a:ahLst/>
              <a:cxnLst/>
              <a:rect l="l" t="t" r="r" b="b"/>
              <a:pathLst>
                <a:path w="2347" h="3975" extrusionOk="0">
                  <a:moveTo>
                    <a:pt x="54" y="0"/>
                  </a:moveTo>
                  <a:cubicBezTo>
                    <a:pt x="25" y="0"/>
                    <a:pt x="1" y="25"/>
                    <a:pt x="38" y="80"/>
                  </a:cubicBezTo>
                  <a:cubicBezTo>
                    <a:pt x="371" y="1214"/>
                    <a:pt x="571" y="3115"/>
                    <a:pt x="1572" y="3883"/>
                  </a:cubicBezTo>
                  <a:cubicBezTo>
                    <a:pt x="1665" y="3945"/>
                    <a:pt x="1784" y="3975"/>
                    <a:pt x="1894" y="3975"/>
                  </a:cubicBezTo>
                  <a:cubicBezTo>
                    <a:pt x="2140" y="3975"/>
                    <a:pt x="2346" y="3825"/>
                    <a:pt x="2139" y="3549"/>
                  </a:cubicBezTo>
                  <a:cubicBezTo>
                    <a:pt x="2129" y="3519"/>
                    <a:pt x="2110" y="3507"/>
                    <a:pt x="2089" y="3507"/>
                  </a:cubicBezTo>
                  <a:cubicBezTo>
                    <a:pt x="2043" y="3507"/>
                    <a:pt x="1993" y="3569"/>
                    <a:pt x="2039" y="3616"/>
                  </a:cubicBezTo>
                  <a:cubicBezTo>
                    <a:pt x="1900" y="3680"/>
                    <a:pt x="1774" y="3714"/>
                    <a:pt x="1664" y="3714"/>
                  </a:cubicBezTo>
                  <a:cubicBezTo>
                    <a:pt x="1433" y="3714"/>
                    <a:pt x="1273" y="3566"/>
                    <a:pt x="1205" y="3249"/>
                  </a:cubicBezTo>
                  <a:lnTo>
                    <a:pt x="1072" y="2982"/>
                  </a:lnTo>
                  <a:cubicBezTo>
                    <a:pt x="905" y="2648"/>
                    <a:pt x="772" y="2282"/>
                    <a:pt x="638" y="1915"/>
                  </a:cubicBezTo>
                  <a:cubicBezTo>
                    <a:pt x="471" y="1281"/>
                    <a:pt x="271" y="647"/>
                    <a:pt x="104" y="47"/>
                  </a:cubicBezTo>
                  <a:cubicBezTo>
                    <a:pt x="104" y="17"/>
                    <a:pt x="77" y="0"/>
                    <a:pt x="54" y="0"/>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1"/>
            <p:cNvSpPr/>
            <p:nvPr/>
          </p:nvSpPr>
          <p:spPr>
            <a:xfrm>
              <a:off x="1829325" y="5196375"/>
              <a:ext cx="18125" cy="44450"/>
            </a:xfrm>
            <a:custGeom>
              <a:avLst/>
              <a:gdLst/>
              <a:ahLst/>
              <a:cxnLst/>
              <a:rect l="l" t="t" r="r" b="b"/>
              <a:pathLst>
                <a:path w="725" h="1778" extrusionOk="0">
                  <a:moveTo>
                    <a:pt x="92" y="0"/>
                  </a:moveTo>
                  <a:cubicBezTo>
                    <a:pt x="42" y="0"/>
                    <a:pt x="1" y="63"/>
                    <a:pt x="24" y="109"/>
                  </a:cubicBezTo>
                  <a:cubicBezTo>
                    <a:pt x="391" y="610"/>
                    <a:pt x="491" y="1210"/>
                    <a:pt x="591" y="1777"/>
                  </a:cubicBezTo>
                  <a:lnTo>
                    <a:pt x="724" y="1777"/>
                  </a:lnTo>
                  <a:cubicBezTo>
                    <a:pt x="591" y="1177"/>
                    <a:pt x="524" y="576"/>
                    <a:pt x="157" y="42"/>
                  </a:cubicBezTo>
                  <a:cubicBezTo>
                    <a:pt x="137" y="12"/>
                    <a:pt x="114" y="0"/>
                    <a:pt x="92" y="0"/>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1"/>
            <p:cNvSpPr/>
            <p:nvPr/>
          </p:nvSpPr>
          <p:spPr>
            <a:xfrm>
              <a:off x="2014200" y="5065450"/>
              <a:ext cx="8375" cy="175375"/>
            </a:xfrm>
            <a:custGeom>
              <a:avLst/>
              <a:gdLst/>
              <a:ahLst/>
              <a:cxnLst/>
              <a:rect l="l" t="t" r="r" b="b"/>
              <a:pathLst>
                <a:path w="335" h="7015" extrusionOk="0">
                  <a:moveTo>
                    <a:pt x="67" y="1"/>
                  </a:moveTo>
                  <a:cubicBezTo>
                    <a:pt x="34" y="1"/>
                    <a:pt x="1" y="26"/>
                    <a:pt x="1" y="76"/>
                  </a:cubicBezTo>
                  <a:cubicBezTo>
                    <a:pt x="134" y="2344"/>
                    <a:pt x="201" y="4679"/>
                    <a:pt x="201" y="7014"/>
                  </a:cubicBezTo>
                  <a:lnTo>
                    <a:pt x="334" y="7014"/>
                  </a:lnTo>
                  <a:cubicBezTo>
                    <a:pt x="334" y="4679"/>
                    <a:pt x="268" y="2411"/>
                    <a:pt x="134" y="76"/>
                  </a:cubicBezTo>
                  <a:cubicBezTo>
                    <a:pt x="134" y="26"/>
                    <a:pt x="101" y="1"/>
                    <a:pt x="67" y="1"/>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1"/>
            <p:cNvSpPr/>
            <p:nvPr/>
          </p:nvSpPr>
          <p:spPr>
            <a:xfrm>
              <a:off x="2058400" y="5076075"/>
              <a:ext cx="17550" cy="164750"/>
            </a:xfrm>
            <a:custGeom>
              <a:avLst/>
              <a:gdLst/>
              <a:ahLst/>
              <a:cxnLst/>
              <a:rect l="l" t="t" r="r" b="b"/>
              <a:pathLst>
                <a:path w="702" h="6590" extrusionOk="0">
                  <a:moveTo>
                    <a:pt x="468" y="1"/>
                  </a:moveTo>
                  <a:cubicBezTo>
                    <a:pt x="434" y="1"/>
                    <a:pt x="401" y="18"/>
                    <a:pt x="401" y="51"/>
                  </a:cubicBezTo>
                  <a:cubicBezTo>
                    <a:pt x="568" y="2353"/>
                    <a:pt x="401" y="4421"/>
                    <a:pt x="1" y="6589"/>
                  </a:cubicBezTo>
                  <a:lnTo>
                    <a:pt x="201" y="6589"/>
                  </a:lnTo>
                  <a:cubicBezTo>
                    <a:pt x="701" y="4421"/>
                    <a:pt x="701" y="2319"/>
                    <a:pt x="534" y="51"/>
                  </a:cubicBezTo>
                  <a:cubicBezTo>
                    <a:pt x="534" y="18"/>
                    <a:pt x="501" y="1"/>
                    <a:pt x="468" y="1"/>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1"/>
            <p:cNvSpPr/>
            <p:nvPr/>
          </p:nvSpPr>
          <p:spPr>
            <a:xfrm>
              <a:off x="2117900" y="4984450"/>
              <a:ext cx="316400" cy="234900"/>
            </a:xfrm>
            <a:custGeom>
              <a:avLst/>
              <a:gdLst/>
              <a:ahLst/>
              <a:cxnLst/>
              <a:rect l="l" t="t" r="r" b="b"/>
              <a:pathLst>
                <a:path w="12656" h="9396" extrusionOk="0">
                  <a:moveTo>
                    <a:pt x="12541" y="0"/>
                  </a:moveTo>
                  <a:cubicBezTo>
                    <a:pt x="12523" y="0"/>
                    <a:pt x="12507" y="4"/>
                    <a:pt x="12498" y="13"/>
                  </a:cubicBezTo>
                  <a:cubicBezTo>
                    <a:pt x="11130" y="2482"/>
                    <a:pt x="10363" y="4750"/>
                    <a:pt x="7661" y="6151"/>
                  </a:cubicBezTo>
                  <a:cubicBezTo>
                    <a:pt x="5193" y="7352"/>
                    <a:pt x="2457" y="7986"/>
                    <a:pt x="56" y="9253"/>
                  </a:cubicBezTo>
                  <a:cubicBezTo>
                    <a:pt x="1" y="9336"/>
                    <a:pt x="36" y="9395"/>
                    <a:pt x="106" y="9395"/>
                  </a:cubicBezTo>
                  <a:cubicBezTo>
                    <a:pt x="121" y="9395"/>
                    <a:pt x="138" y="9393"/>
                    <a:pt x="156" y="9387"/>
                  </a:cubicBezTo>
                  <a:cubicBezTo>
                    <a:pt x="2891" y="7886"/>
                    <a:pt x="6060" y="7385"/>
                    <a:pt x="8729" y="5717"/>
                  </a:cubicBezTo>
                  <a:cubicBezTo>
                    <a:pt x="10797" y="4483"/>
                    <a:pt x="11497" y="2082"/>
                    <a:pt x="12631" y="80"/>
                  </a:cubicBezTo>
                  <a:cubicBezTo>
                    <a:pt x="12656" y="31"/>
                    <a:pt x="12591" y="0"/>
                    <a:pt x="12541" y="0"/>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1"/>
            <p:cNvSpPr/>
            <p:nvPr/>
          </p:nvSpPr>
          <p:spPr>
            <a:xfrm>
              <a:off x="2123450" y="5022300"/>
              <a:ext cx="352775" cy="218525"/>
            </a:xfrm>
            <a:custGeom>
              <a:avLst/>
              <a:gdLst/>
              <a:ahLst/>
              <a:cxnLst/>
              <a:rect l="l" t="t" r="r" b="b"/>
              <a:pathLst>
                <a:path w="14111" h="8741" extrusionOk="0">
                  <a:moveTo>
                    <a:pt x="13944" y="0"/>
                  </a:moveTo>
                  <a:cubicBezTo>
                    <a:pt x="12743" y="568"/>
                    <a:pt x="12476" y="1568"/>
                    <a:pt x="11842" y="2669"/>
                  </a:cubicBezTo>
                  <a:cubicBezTo>
                    <a:pt x="10675" y="4704"/>
                    <a:pt x="8306" y="5705"/>
                    <a:pt x="6238" y="6572"/>
                  </a:cubicBezTo>
                  <a:cubicBezTo>
                    <a:pt x="4404" y="7372"/>
                    <a:pt x="2469" y="7706"/>
                    <a:pt x="634" y="8406"/>
                  </a:cubicBezTo>
                  <a:cubicBezTo>
                    <a:pt x="401" y="8507"/>
                    <a:pt x="167" y="8607"/>
                    <a:pt x="1" y="8707"/>
                  </a:cubicBezTo>
                  <a:lnTo>
                    <a:pt x="301" y="8707"/>
                  </a:lnTo>
                  <a:lnTo>
                    <a:pt x="301" y="8740"/>
                  </a:lnTo>
                  <a:cubicBezTo>
                    <a:pt x="1668" y="8006"/>
                    <a:pt x="3603" y="7739"/>
                    <a:pt x="4904" y="7239"/>
                  </a:cubicBezTo>
                  <a:cubicBezTo>
                    <a:pt x="6138" y="6805"/>
                    <a:pt x="7406" y="6205"/>
                    <a:pt x="8607" y="5638"/>
                  </a:cubicBezTo>
                  <a:cubicBezTo>
                    <a:pt x="9574" y="5137"/>
                    <a:pt x="10575" y="4637"/>
                    <a:pt x="11275" y="3803"/>
                  </a:cubicBezTo>
                  <a:cubicBezTo>
                    <a:pt x="12309" y="2569"/>
                    <a:pt x="12443" y="868"/>
                    <a:pt x="14011" y="134"/>
                  </a:cubicBezTo>
                  <a:cubicBezTo>
                    <a:pt x="14111" y="67"/>
                    <a:pt x="14011" y="0"/>
                    <a:pt x="13944" y="0"/>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1"/>
            <p:cNvSpPr/>
            <p:nvPr/>
          </p:nvSpPr>
          <p:spPr>
            <a:xfrm>
              <a:off x="2067800" y="5052475"/>
              <a:ext cx="29000" cy="187575"/>
            </a:xfrm>
            <a:custGeom>
              <a:avLst/>
              <a:gdLst/>
              <a:ahLst/>
              <a:cxnLst/>
              <a:rect l="l" t="t" r="r" b="b"/>
              <a:pathLst>
                <a:path w="1160" h="7503" extrusionOk="0">
                  <a:moveTo>
                    <a:pt x="98" y="1"/>
                  </a:moveTo>
                  <a:cubicBezTo>
                    <a:pt x="46" y="1"/>
                    <a:pt x="1" y="56"/>
                    <a:pt x="25" y="128"/>
                  </a:cubicBezTo>
                  <a:cubicBezTo>
                    <a:pt x="725" y="1495"/>
                    <a:pt x="659" y="2863"/>
                    <a:pt x="625" y="4331"/>
                  </a:cubicBezTo>
                  <a:cubicBezTo>
                    <a:pt x="625" y="4831"/>
                    <a:pt x="625" y="5298"/>
                    <a:pt x="659" y="5798"/>
                  </a:cubicBezTo>
                  <a:cubicBezTo>
                    <a:pt x="724" y="6456"/>
                    <a:pt x="855" y="6498"/>
                    <a:pt x="571" y="7010"/>
                  </a:cubicBezTo>
                  <a:lnTo>
                    <a:pt x="571" y="7010"/>
                  </a:lnTo>
                  <a:cubicBezTo>
                    <a:pt x="596" y="6956"/>
                    <a:pt x="571" y="6916"/>
                    <a:pt x="541" y="6916"/>
                  </a:cubicBezTo>
                  <a:cubicBezTo>
                    <a:pt x="523" y="6916"/>
                    <a:pt x="504" y="6931"/>
                    <a:pt x="492" y="6966"/>
                  </a:cubicBezTo>
                  <a:cubicBezTo>
                    <a:pt x="297" y="7290"/>
                    <a:pt x="453" y="7503"/>
                    <a:pt x="669" y="7503"/>
                  </a:cubicBezTo>
                  <a:cubicBezTo>
                    <a:pt x="786" y="7503"/>
                    <a:pt x="920" y="7440"/>
                    <a:pt x="1026" y="7300"/>
                  </a:cubicBezTo>
                  <a:cubicBezTo>
                    <a:pt x="1159" y="7133"/>
                    <a:pt x="859" y="6332"/>
                    <a:pt x="859" y="6265"/>
                  </a:cubicBezTo>
                  <a:cubicBezTo>
                    <a:pt x="692" y="5365"/>
                    <a:pt x="759" y="4498"/>
                    <a:pt x="759" y="3597"/>
                  </a:cubicBezTo>
                  <a:cubicBezTo>
                    <a:pt x="826" y="2329"/>
                    <a:pt x="725" y="1162"/>
                    <a:pt x="158" y="28"/>
                  </a:cubicBezTo>
                  <a:cubicBezTo>
                    <a:pt x="140" y="9"/>
                    <a:pt x="119" y="1"/>
                    <a:pt x="98" y="1"/>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1"/>
            <p:cNvSpPr/>
            <p:nvPr/>
          </p:nvSpPr>
          <p:spPr>
            <a:xfrm>
              <a:off x="2421375" y="5044825"/>
              <a:ext cx="64025" cy="59300"/>
            </a:xfrm>
            <a:custGeom>
              <a:avLst/>
              <a:gdLst/>
              <a:ahLst/>
              <a:cxnLst/>
              <a:rect l="l" t="t" r="r" b="b"/>
              <a:pathLst>
                <a:path w="2561" h="2372" extrusionOk="0">
                  <a:moveTo>
                    <a:pt x="2427" y="0"/>
                  </a:moveTo>
                  <a:cubicBezTo>
                    <a:pt x="1993" y="134"/>
                    <a:pt x="1627" y="434"/>
                    <a:pt x="1360" y="767"/>
                  </a:cubicBezTo>
                  <a:cubicBezTo>
                    <a:pt x="893" y="1268"/>
                    <a:pt x="492" y="1768"/>
                    <a:pt x="25" y="2268"/>
                  </a:cubicBezTo>
                  <a:cubicBezTo>
                    <a:pt x="1" y="2293"/>
                    <a:pt x="30" y="2372"/>
                    <a:pt x="61" y="2372"/>
                  </a:cubicBezTo>
                  <a:cubicBezTo>
                    <a:pt x="72" y="2372"/>
                    <a:pt x="83" y="2362"/>
                    <a:pt x="92" y="2335"/>
                  </a:cubicBezTo>
                  <a:cubicBezTo>
                    <a:pt x="492" y="1935"/>
                    <a:pt x="859" y="1501"/>
                    <a:pt x="1193" y="1101"/>
                  </a:cubicBezTo>
                  <a:cubicBezTo>
                    <a:pt x="1560" y="667"/>
                    <a:pt x="1893" y="267"/>
                    <a:pt x="2427" y="100"/>
                  </a:cubicBezTo>
                  <a:cubicBezTo>
                    <a:pt x="2561" y="100"/>
                    <a:pt x="2527" y="0"/>
                    <a:pt x="2427" y="0"/>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p:cNvSpPr/>
            <p:nvPr/>
          </p:nvSpPr>
          <p:spPr>
            <a:xfrm>
              <a:off x="2312750" y="5100450"/>
              <a:ext cx="29775" cy="20725"/>
            </a:xfrm>
            <a:custGeom>
              <a:avLst/>
              <a:gdLst/>
              <a:ahLst/>
              <a:cxnLst/>
              <a:rect l="l" t="t" r="r" b="b"/>
              <a:pathLst>
                <a:path w="1191" h="829" extrusionOk="0">
                  <a:moveTo>
                    <a:pt x="287" y="0"/>
                  </a:moveTo>
                  <a:cubicBezTo>
                    <a:pt x="265" y="0"/>
                    <a:pt x="245" y="12"/>
                    <a:pt x="234" y="43"/>
                  </a:cubicBezTo>
                  <a:cubicBezTo>
                    <a:pt x="101" y="244"/>
                    <a:pt x="1" y="577"/>
                    <a:pt x="234" y="744"/>
                  </a:cubicBezTo>
                  <a:cubicBezTo>
                    <a:pt x="309" y="804"/>
                    <a:pt x="383" y="829"/>
                    <a:pt x="454" y="829"/>
                  </a:cubicBezTo>
                  <a:cubicBezTo>
                    <a:pt x="700" y="829"/>
                    <a:pt x="921" y="539"/>
                    <a:pt x="1101" y="410"/>
                  </a:cubicBezTo>
                  <a:cubicBezTo>
                    <a:pt x="1190" y="381"/>
                    <a:pt x="1121" y="272"/>
                    <a:pt x="1057" y="272"/>
                  </a:cubicBezTo>
                  <a:cubicBezTo>
                    <a:pt x="1050" y="272"/>
                    <a:pt x="1042" y="273"/>
                    <a:pt x="1035" y="277"/>
                  </a:cubicBezTo>
                  <a:cubicBezTo>
                    <a:pt x="868" y="377"/>
                    <a:pt x="701" y="610"/>
                    <a:pt x="534" y="677"/>
                  </a:cubicBezTo>
                  <a:cubicBezTo>
                    <a:pt x="506" y="682"/>
                    <a:pt x="480" y="684"/>
                    <a:pt x="456" y="684"/>
                  </a:cubicBezTo>
                  <a:cubicBezTo>
                    <a:pt x="118" y="684"/>
                    <a:pt x="243" y="264"/>
                    <a:pt x="368" y="77"/>
                  </a:cubicBezTo>
                  <a:cubicBezTo>
                    <a:pt x="390" y="54"/>
                    <a:pt x="335" y="0"/>
                    <a:pt x="287" y="0"/>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1"/>
            <p:cNvSpPr/>
            <p:nvPr/>
          </p:nvSpPr>
          <p:spPr>
            <a:xfrm>
              <a:off x="2035050" y="5108575"/>
              <a:ext cx="22550" cy="40300"/>
            </a:xfrm>
            <a:custGeom>
              <a:avLst/>
              <a:gdLst/>
              <a:ahLst/>
              <a:cxnLst/>
              <a:rect l="l" t="t" r="r" b="b"/>
              <a:pathLst>
                <a:path w="902" h="1612" extrusionOk="0">
                  <a:moveTo>
                    <a:pt x="233" y="1"/>
                  </a:moveTo>
                  <a:cubicBezTo>
                    <a:pt x="205" y="1"/>
                    <a:pt x="180" y="15"/>
                    <a:pt x="167" y="52"/>
                  </a:cubicBezTo>
                  <a:cubicBezTo>
                    <a:pt x="1" y="586"/>
                    <a:pt x="34" y="1119"/>
                    <a:pt x="334" y="1586"/>
                  </a:cubicBezTo>
                  <a:cubicBezTo>
                    <a:pt x="351" y="1603"/>
                    <a:pt x="376" y="1611"/>
                    <a:pt x="401" y="1611"/>
                  </a:cubicBezTo>
                  <a:cubicBezTo>
                    <a:pt x="426" y="1611"/>
                    <a:pt x="451" y="1603"/>
                    <a:pt x="468" y="1586"/>
                  </a:cubicBezTo>
                  <a:cubicBezTo>
                    <a:pt x="475" y="1575"/>
                    <a:pt x="482" y="1564"/>
                    <a:pt x="489" y="1553"/>
                  </a:cubicBezTo>
                  <a:lnTo>
                    <a:pt x="501" y="1553"/>
                  </a:lnTo>
                  <a:cubicBezTo>
                    <a:pt x="499" y="1550"/>
                    <a:pt x="497" y="1546"/>
                    <a:pt x="495" y="1543"/>
                  </a:cubicBezTo>
                  <a:lnTo>
                    <a:pt x="495" y="1543"/>
                  </a:lnTo>
                  <a:cubicBezTo>
                    <a:pt x="774" y="1089"/>
                    <a:pt x="869" y="604"/>
                    <a:pt x="901" y="119"/>
                  </a:cubicBezTo>
                  <a:cubicBezTo>
                    <a:pt x="901" y="85"/>
                    <a:pt x="876" y="69"/>
                    <a:pt x="851" y="69"/>
                  </a:cubicBezTo>
                  <a:cubicBezTo>
                    <a:pt x="826" y="69"/>
                    <a:pt x="801" y="85"/>
                    <a:pt x="801" y="119"/>
                  </a:cubicBezTo>
                  <a:cubicBezTo>
                    <a:pt x="801" y="576"/>
                    <a:pt x="662" y="1034"/>
                    <a:pt x="434" y="1440"/>
                  </a:cubicBezTo>
                  <a:lnTo>
                    <a:pt x="434" y="1440"/>
                  </a:lnTo>
                  <a:cubicBezTo>
                    <a:pt x="197" y="1006"/>
                    <a:pt x="181" y="546"/>
                    <a:pt x="334" y="85"/>
                  </a:cubicBezTo>
                  <a:cubicBezTo>
                    <a:pt x="334" y="43"/>
                    <a:pt x="281" y="1"/>
                    <a:pt x="233" y="1"/>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1"/>
            <p:cNvSpPr/>
            <p:nvPr/>
          </p:nvSpPr>
          <p:spPr>
            <a:xfrm>
              <a:off x="1025175" y="4157850"/>
              <a:ext cx="2013950" cy="995350"/>
            </a:xfrm>
            <a:custGeom>
              <a:avLst/>
              <a:gdLst/>
              <a:ahLst/>
              <a:cxnLst/>
              <a:rect l="l" t="t" r="r" b="b"/>
              <a:pathLst>
                <a:path w="80558" h="39814" extrusionOk="0">
                  <a:moveTo>
                    <a:pt x="32567" y="0"/>
                  </a:moveTo>
                  <a:cubicBezTo>
                    <a:pt x="31933" y="0"/>
                    <a:pt x="31282" y="82"/>
                    <a:pt x="30622" y="254"/>
                  </a:cubicBezTo>
                  <a:cubicBezTo>
                    <a:pt x="27587" y="1054"/>
                    <a:pt x="25518" y="3756"/>
                    <a:pt x="24918" y="6725"/>
                  </a:cubicBezTo>
                  <a:cubicBezTo>
                    <a:pt x="23606" y="5680"/>
                    <a:pt x="22093" y="4937"/>
                    <a:pt x="20518" y="4937"/>
                  </a:cubicBezTo>
                  <a:cubicBezTo>
                    <a:pt x="19529" y="4937"/>
                    <a:pt x="18516" y="5230"/>
                    <a:pt x="17513" y="5925"/>
                  </a:cubicBezTo>
                  <a:cubicBezTo>
                    <a:pt x="16612" y="6525"/>
                    <a:pt x="16045" y="7359"/>
                    <a:pt x="15778" y="8226"/>
                  </a:cubicBezTo>
                  <a:cubicBezTo>
                    <a:pt x="15462" y="8175"/>
                    <a:pt x="15141" y="8149"/>
                    <a:pt x="14819" y="8149"/>
                  </a:cubicBezTo>
                  <a:cubicBezTo>
                    <a:pt x="12836" y="8149"/>
                    <a:pt x="10831" y="9133"/>
                    <a:pt x="9740" y="11228"/>
                  </a:cubicBezTo>
                  <a:cubicBezTo>
                    <a:pt x="9374" y="11962"/>
                    <a:pt x="9173" y="12763"/>
                    <a:pt x="9073" y="13463"/>
                  </a:cubicBezTo>
                  <a:cubicBezTo>
                    <a:pt x="8595" y="13191"/>
                    <a:pt x="8060" y="13058"/>
                    <a:pt x="7521" y="13058"/>
                  </a:cubicBezTo>
                  <a:cubicBezTo>
                    <a:pt x="6407" y="13058"/>
                    <a:pt x="5278" y="13629"/>
                    <a:pt x="4603" y="14731"/>
                  </a:cubicBezTo>
                  <a:cubicBezTo>
                    <a:pt x="3336" y="16799"/>
                    <a:pt x="4070" y="18901"/>
                    <a:pt x="5504" y="20468"/>
                  </a:cubicBezTo>
                  <a:cubicBezTo>
                    <a:pt x="2368" y="21436"/>
                    <a:pt x="0" y="24771"/>
                    <a:pt x="1501" y="28107"/>
                  </a:cubicBezTo>
                  <a:cubicBezTo>
                    <a:pt x="2477" y="30279"/>
                    <a:pt x="4650" y="31398"/>
                    <a:pt x="6842" y="31398"/>
                  </a:cubicBezTo>
                  <a:cubicBezTo>
                    <a:pt x="7647" y="31398"/>
                    <a:pt x="8455" y="31247"/>
                    <a:pt x="9207" y="30943"/>
                  </a:cubicBezTo>
                  <a:cubicBezTo>
                    <a:pt x="9374" y="34045"/>
                    <a:pt x="10908" y="37047"/>
                    <a:pt x="14377" y="37447"/>
                  </a:cubicBezTo>
                  <a:cubicBezTo>
                    <a:pt x="14586" y="37477"/>
                    <a:pt x="14793" y="37491"/>
                    <a:pt x="14997" y="37491"/>
                  </a:cubicBezTo>
                  <a:cubicBezTo>
                    <a:pt x="16616" y="37491"/>
                    <a:pt x="18047" y="36583"/>
                    <a:pt x="18847" y="35279"/>
                  </a:cubicBezTo>
                  <a:cubicBezTo>
                    <a:pt x="20508" y="37771"/>
                    <a:pt x="22908" y="39814"/>
                    <a:pt x="25952" y="39814"/>
                  </a:cubicBezTo>
                  <a:cubicBezTo>
                    <a:pt x="26331" y="39814"/>
                    <a:pt x="26720" y="39782"/>
                    <a:pt x="27120" y="39715"/>
                  </a:cubicBezTo>
                  <a:cubicBezTo>
                    <a:pt x="29588" y="39282"/>
                    <a:pt x="31356" y="37280"/>
                    <a:pt x="31589" y="35079"/>
                  </a:cubicBezTo>
                  <a:cubicBezTo>
                    <a:pt x="33691" y="36680"/>
                    <a:pt x="36193" y="37647"/>
                    <a:pt x="38895" y="37647"/>
                  </a:cubicBezTo>
                  <a:cubicBezTo>
                    <a:pt x="38983" y="37651"/>
                    <a:pt x="39079" y="37652"/>
                    <a:pt x="39180" y="37652"/>
                  </a:cubicBezTo>
                  <a:cubicBezTo>
                    <a:pt x="41057" y="37652"/>
                    <a:pt x="44950" y="37048"/>
                    <a:pt x="45900" y="35212"/>
                  </a:cubicBezTo>
                  <a:cubicBezTo>
                    <a:pt x="47881" y="36036"/>
                    <a:pt x="50070" y="36618"/>
                    <a:pt x="52230" y="36618"/>
                  </a:cubicBezTo>
                  <a:cubicBezTo>
                    <a:pt x="53742" y="36618"/>
                    <a:pt x="55239" y="36333"/>
                    <a:pt x="56641" y="35646"/>
                  </a:cubicBezTo>
                  <a:cubicBezTo>
                    <a:pt x="56807" y="35579"/>
                    <a:pt x="56974" y="35479"/>
                    <a:pt x="57141" y="35379"/>
                  </a:cubicBezTo>
                  <a:cubicBezTo>
                    <a:pt x="58475" y="36313"/>
                    <a:pt x="60143" y="36913"/>
                    <a:pt x="61878" y="37214"/>
                  </a:cubicBezTo>
                  <a:cubicBezTo>
                    <a:pt x="63111" y="37425"/>
                    <a:pt x="64511" y="37612"/>
                    <a:pt x="65902" y="37612"/>
                  </a:cubicBezTo>
                  <a:cubicBezTo>
                    <a:pt x="68461" y="37612"/>
                    <a:pt x="70992" y="36981"/>
                    <a:pt x="72419" y="34712"/>
                  </a:cubicBezTo>
                  <a:cubicBezTo>
                    <a:pt x="72852" y="34078"/>
                    <a:pt x="72852" y="32977"/>
                    <a:pt x="73219" y="32444"/>
                  </a:cubicBezTo>
                  <a:cubicBezTo>
                    <a:pt x="73619" y="31877"/>
                    <a:pt x="74453" y="31943"/>
                    <a:pt x="75221" y="31743"/>
                  </a:cubicBezTo>
                  <a:cubicBezTo>
                    <a:pt x="76788" y="31243"/>
                    <a:pt x="78123" y="30075"/>
                    <a:pt x="78923" y="28607"/>
                  </a:cubicBezTo>
                  <a:cubicBezTo>
                    <a:pt x="80257" y="26272"/>
                    <a:pt x="79624" y="23470"/>
                    <a:pt x="77922" y="21536"/>
                  </a:cubicBezTo>
                  <a:cubicBezTo>
                    <a:pt x="80558" y="19134"/>
                    <a:pt x="79724" y="14297"/>
                    <a:pt x="77589" y="11595"/>
                  </a:cubicBezTo>
                  <a:cubicBezTo>
                    <a:pt x="75668" y="9137"/>
                    <a:pt x="72825" y="7920"/>
                    <a:pt x="69941" y="7920"/>
                  </a:cubicBezTo>
                  <a:cubicBezTo>
                    <a:pt x="68168" y="7920"/>
                    <a:pt x="66380" y="8379"/>
                    <a:pt x="64780" y="9294"/>
                  </a:cubicBezTo>
                  <a:cubicBezTo>
                    <a:pt x="61544" y="6725"/>
                    <a:pt x="57374" y="4924"/>
                    <a:pt x="53238" y="4557"/>
                  </a:cubicBezTo>
                  <a:cubicBezTo>
                    <a:pt x="53001" y="4526"/>
                    <a:pt x="52763" y="4511"/>
                    <a:pt x="52527" y="4511"/>
                  </a:cubicBezTo>
                  <a:cubicBezTo>
                    <a:pt x="51999" y="4511"/>
                    <a:pt x="51477" y="4586"/>
                    <a:pt x="50970" y="4724"/>
                  </a:cubicBezTo>
                  <a:cubicBezTo>
                    <a:pt x="49216" y="2218"/>
                    <a:pt x="46168" y="330"/>
                    <a:pt x="43317" y="330"/>
                  </a:cubicBezTo>
                  <a:cubicBezTo>
                    <a:pt x="43131" y="330"/>
                    <a:pt x="42947" y="338"/>
                    <a:pt x="42764" y="354"/>
                  </a:cubicBezTo>
                  <a:cubicBezTo>
                    <a:pt x="41029" y="521"/>
                    <a:pt x="39462" y="1421"/>
                    <a:pt x="38461" y="2756"/>
                  </a:cubicBezTo>
                  <a:cubicBezTo>
                    <a:pt x="36969" y="1080"/>
                    <a:pt x="34881" y="0"/>
                    <a:pt x="325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1"/>
            <p:cNvSpPr/>
            <p:nvPr/>
          </p:nvSpPr>
          <p:spPr>
            <a:xfrm>
              <a:off x="1213625" y="4737925"/>
              <a:ext cx="253550" cy="108450"/>
            </a:xfrm>
            <a:custGeom>
              <a:avLst/>
              <a:gdLst/>
              <a:ahLst/>
              <a:cxnLst/>
              <a:rect l="l" t="t" r="r" b="b"/>
              <a:pathLst>
                <a:path w="10142" h="4338" extrusionOk="0">
                  <a:moveTo>
                    <a:pt x="5138" y="1"/>
                  </a:moveTo>
                  <a:cubicBezTo>
                    <a:pt x="4738" y="1"/>
                    <a:pt x="4471" y="334"/>
                    <a:pt x="4304" y="868"/>
                  </a:cubicBezTo>
                  <a:cubicBezTo>
                    <a:pt x="4171" y="1268"/>
                    <a:pt x="4070" y="1702"/>
                    <a:pt x="4037" y="2169"/>
                  </a:cubicBezTo>
                  <a:lnTo>
                    <a:pt x="3770" y="1535"/>
                  </a:lnTo>
                  <a:cubicBezTo>
                    <a:pt x="3675" y="1377"/>
                    <a:pt x="3401" y="829"/>
                    <a:pt x="2946" y="829"/>
                  </a:cubicBezTo>
                  <a:cubicBezTo>
                    <a:pt x="2921" y="829"/>
                    <a:pt x="2896" y="831"/>
                    <a:pt x="2870" y="835"/>
                  </a:cubicBezTo>
                  <a:cubicBezTo>
                    <a:pt x="2536" y="835"/>
                    <a:pt x="2303" y="1068"/>
                    <a:pt x="2136" y="1535"/>
                  </a:cubicBezTo>
                  <a:cubicBezTo>
                    <a:pt x="2002" y="1869"/>
                    <a:pt x="1936" y="2202"/>
                    <a:pt x="1869" y="2536"/>
                  </a:cubicBezTo>
                  <a:lnTo>
                    <a:pt x="1335" y="1835"/>
                  </a:lnTo>
                  <a:cubicBezTo>
                    <a:pt x="1302" y="1735"/>
                    <a:pt x="1168" y="1568"/>
                    <a:pt x="1002" y="1535"/>
                  </a:cubicBezTo>
                  <a:cubicBezTo>
                    <a:pt x="946" y="1521"/>
                    <a:pt x="891" y="1513"/>
                    <a:pt x="838" y="1513"/>
                  </a:cubicBezTo>
                  <a:cubicBezTo>
                    <a:pt x="763" y="1513"/>
                    <a:pt x="693" y="1529"/>
                    <a:pt x="635" y="1568"/>
                  </a:cubicBezTo>
                  <a:cubicBezTo>
                    <a:pt x="368" y="1735"/>
                    <a:pt x="234" y="2069"/>
                    <a:pt x="201" y="2169"/>
                  </a:cubicBezTo>
                  <a:cubicBezTo>
                    <a:pt x="34" y="2736"/>
                    <a:pt x="1" y="3370"/>
                    <a:pt x="134" y="4003"/>
                  </a:cubicBezTo>
                  <a:cubicBezTo>
                    <a:pt x="168" y="4104"/>
                    <a:pt x="234" y="4170"/>
                    <a:pt x="368" y="4170"/>
                  </a:cubicBezTo>
                  <a:cubicBezTo>
                    <a:pt x="501" y="4104"/>
                    <a:pt x="568" y="4037"/>
                    <a:pt x="535" y="3903"/>
                  </a:cubicBezTo>
                  <a:cubicBezTo>
                    <a:pt x="401" y="3370"/>
                    <a:pt x="468" y="2836"/>
                    <a:pt x="635" y="2269"/>
                  </a:cubicBezTo>
                  <a:cubicBezTo>
                    <a:pt x="668" y="2102"/>
                    <a:pt x="735" y="2002"/>
                    <a:pt x="835" y="1935"/>
                  </a:cubicBezTo>
                  <a:lnTo>
                    <a:pt x="935" y="1935"/>
                  </a:lnTo>
                  <a:cubicBezTo>
                    <a:pt x="1002" y="2002"/>
                    <a:pt x="1035" y="2069"/>
                    <a:pt x="1102" y="2102"/>
                  </a:cubicBezTo>
                  <a:lnTo>
                    <a:pt x="2002" y="3370"/>
                  </a:lnTo>
                  <a:cubicBezTo>
                    <a:pt x="2073" y="3417"/>
                    <a:pt x="2127" y="3464"/>
                    <a:pt x="2188" y="3464"/>
                  </a:cubicBezTo>
                  <a:cubicBezTo>
                    <a:pt x="2213" y="3464"/>
                    <a:pt x="2240" y="3456"/>
                    <a:pt x="2269" y="3436"/>
                  </a:cubicBezTo>
                  <a:cubicBezTo>
                    <a:pt x="2336" y="3403"/>
                    <a:pt x="2369" y="3336"/>
                    <a:pt x="2369" y="3236"/>
                  </a:cubicBezTo>
                  <a:cubicBezTo>
                    <a:pt x="2336" y="2736"/>
                    <a:pt x="2403" y="2236"/>
                    <a:pt x="2569" y="1769"/>
                  </a:cubicBezTo>
                  <a:cubicBezTo>
                    <a:pt x="2636" y="1668"/>
                    <a:pt x="2770" y="1335"/>
                    <a:pt x="2970" y="1335"/>
                  </a:cubicBezTo>
                  <a:cubicBezTo>
                    <a:pt x="3103" y="1335"/>
                    <a:pt x="3270" y="1502"/>
                    <a:pt x="3437" y="1835"/>
                  </a:cubicBezTo>
                  <a:lnTo>
                    <a:pt x="4137" y="3236"/>
                  </a:lnTo>
                  <a:cubicBezTo>
                    <a:pt x="4163" y="3338"/>
                    <a:pt x="4247" y="3382"/>
                    <a:pt x="4314" y="3382"/>
                  </a:cubicBezTo>
                  <a:cubicBezTo>
                    <a:pt x="4335" y="3382"/>
                    <a:pt x="4355" y="3378"/>
                    <a:pt x="4371" y="3370"/>
                  </a:cubicBezTo>
                  <a:cubicBezTo>
                    <a:pt x="4504" y="3370"/>
                    <a:pt x="4537" y="3236"/>
                    <a:pt x="4537" y="3170"/>
                  </a:cubicBezTo>
                  <a:cubicBezTo>
                    <a:pt x="4471" y="2436"/>
                    <a:pt x="4537" y="1735"/>
                    <a:pt x="4771" y="1068"/>
                  </a:cubicBezTo>
                  <a:cubicBezTo>
                    <a:pt x="4838" y="768"/>
                    <a:pt x="5004" y="501"/>
                    <a:pt x="5205" y="501"/>
                  </a:cubicBezTo>
                  <a:cubicBezTo>
                    <a:pt x="5371" y="501"/>
                    <a:pt x="5505" y="601"/>
                    <a:pt x="5672" y="868"/>
                  </a:cubicBezTo>
                  <a:cubicBezTo>
                    <a:pt x="6172" y="1602"/>
                    <a:pt x="6506" y="2436"/>
                    <a:pt x="6772" y="3336"/>
                  </a:cubicBezTo>
                  <a:cubicBezTo>
                    <a:pt x="6772" y="3436"/>
                    <a:pt x="6872" y="3503"/>
                    <a:pt x="6973" y="3503"/>
                  </a:cubicBezTo>
                  <a:cubicBezTo>
                    <a:pt x="7039" y="3503"/>
                    <a:pt x="7139" y="3403"/>
                    <a:pt x="7139" y="3270"/>
                  </a:cubicBezTo>
                  <a:cubicBezTo>
                    <a:pt x="7139" y="2836"/>
                    <a:pt x="7173" y="2402"/>
                    <a:pt x="7273" y="2002"/>
                  </a:cubicBezTo>
                  <a:cubicBezTo>
                    <a:pt x="7373" y="1435"/>
                    <a:pt x="7540" y="1068"/>
                    <a:pt x="7806" y="801"/>
                  </a:cubicBezTo>
                  <a:cubicBezTo>
                    <a:pt x="8022" y="633"/>
                    <a:pt x="8289" y="500"/>
                    <a:pt x="8559" y="500"/>
                  </a:cubicBezTo>
                  <a:cubicBezTo>
                    <a:pt x="8664" y="500"/>
                    <a:pt x="8770" y="521"/>
                    <a:pt x="8874" y="568"/>
                  </a:cubicBezTo>
                  <a:cubicBezTo>
                    <a:pt x="9141" y="701"/>
                    <a:pt x="9341" y="935"/>
                    <a:pt x="9474" y="1435"/>
                  </a:cubicBezTo>
                  <a:cubicBezTo>
                    <a:pt x="9708" y="2269"/>
                    <a:pt x="9808" y="3203"/>
                    <a:pt x="9674" y="4070"/>
                  </a:cubicBezTo>
                  <a:cubicBezTo>
                    <a:pt x="9674" y="4204"/>
                    <a:pt x="9775" y="4337"/>
                    <a:pt x="9875" y="4337"/>
                  </a:cubicBezTo>
                  <a:cubicBezTo>
                    <a:pt x="10008" y="4337"/>
                    <a:pt x="10108" y="4237"/>
                    <a:pt x="10008" y="4070"/>
                  </a:cubicBezTo>
                  <a:cubicBezTo>
                    <a:pt x="10141" y="3170"/>
                    <a:pt x="10041" y="2202"/>
                    <a:pt x="9741" y="1268"/>
                  </a:cubicBezTo>
                  <a:cubicBezTo>
                    <a:pt x="9641" y="901"/>
                    <a:pt x="9441" y="401"/>
                    <a:pt x="8974" y="167"/>
                  </a:cubicBezTo>
                  <a:cubicBezTo>
                    <a:pt x="8795" y="73"/>
                    <a:pt x="8613" y="31"/>
                    <a:pt x="8436" y="31"/>
                  </a:cubicBezTo>
                  <a:cubicBezTo>
                    <a:pt x="8051" y="31"/>
                    <a:pt x="7691" y="227"/>
                    <a:pt x="7440" y="501"/>
                  </a:cubicBezTo>
                  <a:cubicBezTo>
                    <a:pt x="7006" y="901"/>
                    <a:pt x="6839" y="1435"/>
                    <a:pt x="6772" y="1869"/>
                  </a:cubicBezTo>
                  <a:cubicBezTo>
                    <a:pt x="6772" y="1935"/>
                    <a:pt x="6706" y="2035"/>
                    <a:pt x="6706" y="2169"/>
                  </a:cubicBezTo>
                  <a:cubicBezTo>
                    <a:pt x="6506" y="1602"/>
                    <a:pt x="6272" y="1068"/>
                    <a:pt x="5938" y="568"/>
                  </a:cubicBezTo>
                  <a:cubicBezTo>
                    <a:pt x="5772" y="334"/>
                    <a:pt x="5505" y="1"/>
                    <a:pt x="51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1"/>
            <p:cNvSpPr/>
            <p:nvPr/>
          </p:nvSpPr>
          <p:spPr>
            <a:xfrm>
              <a:off x="1602250" y="4885525"/>
              <a:ext cx="175150" cy="83725"/>
            </a:xfrm>
            <a:custGeom>
              <a:avLst/>
              <a:gdLst/>
              <a:ahLst/>
              <a:cxnLst/>
              <a:rect l="l" t="t" r="r" b="b"/>
              <a:pathLst>
                <a:path w="7006" h="3349" extrusionOk="0">
                  <a:moveTo>
                    <a:pt x="5571" y="1"/>
                  </a:moveTo>
                  <a:cubicBezTo>
                    <a:pt x="4971" y="1"/>
                    <a:pt x="4403" y="268"/>
                    <a:pt x="3970" y="768"/>
                  </a:cubicBezTo>
                  <a:cubicBezTo>
                    <a:pt x="3836" y="935"/>
                    <a:pt x="3736" y="1102"/>
                    <a:pt x="3636" y="1302"/>
                  </a:cubicBezTo>
                  <a:cubicBezTo>
                    <a:pt x="3636" y="1202"/>
                    <a:pt x="3636" y="1168"/>
                    <a:pt x="3603" y="1135"/>
                  </a:cubicBezTo>
                  <a:cubicBezTo>
                    <a:pt x="3436" y="801"/>
                    <a:pt x="3169" y="601"/>
                    <a:pt x="2902" y="535"/>
                  </a:cubicBezTo>
                  <a:cubicBezTo>
                    <a:pt x="2886" y="534"/>
                    <a:pt x="2871" y="533"/>
                    <a:pt x="2855" y="533"/>
                  </a:cubicBezTo>
                  <a:cubicBezTo>
                    <a:pt x="2383" y="533"/>
                    <a:pt x="2099" y="1016"/>
                    <a:pt x="2002" y="1469"/>
                  </a:cubicBezTo>
                  <a:cubicBezTo>
                    <a:pt x="2002" y="1535"/>
                    <a:pt x="1968" y="1635"/>
                    <a:pt x="1968" y="1702"/>
                  </a:cubicBezTo>
                  <a:cubicBezTo>
                    <a:pt x="1902" y="1502"/>
                    <a:pt x="1802" y="1335"/>
                    <a:pt x="1735" y="1168"/>
                  </a:cubicBezTo>
                  <a:cubicBezTo>
                    <a:pt x="1468" y="664"/>
                    <a:pt x="1174" y="529"/>
                    <a:pt x="924" y="529"/>
                  </a:cubicBezTo>
                  <a:cubicBezTo>
                    <a:pt x="894" y="529"/>
                    <a:pt x="864" y="531"/>
                    <a:pt x="834" y="535"/>
                  </a:cubicBezTo>
                  <a:cubicBezTo>
                    <a:pt x="501" y="601"/>
                    <a:pt x="234" y="868"/>
                    <a:pt x="134" y="1335"/>
                  </a:cubicBezTo>
                  <a:cubicBezTo>
                    <a:pt x="0" y="1869"/>
                    <a:pt x="0" y="2436"/>
                    <a:pt x="167" y="2970"/>
                  </a:cubicBezTo>
                  <a:cubicBezTo>
                    <a:pt x="234" y="3136"/>
                    <a:pt x="401" y="3303"/>
                    <a:pt x="567" y="3337"/>
                  </a:cubicBezTo>
                  <a:lnTo>
                    <a:pt x="601" y="3337"/>
                  </a:lnTo>
                  <a:cubicBezTo>
                    <a:pt x="645" y="3337"/>
                    <a:pt x="704" y="3322"/>
                    <a:pt x="789" y="3322"/>
                  </a:cubicBezTo>
                  <a:cubicBezTo>
                    <a:pt x="831" y="3322"/>
                    <a:pt x="879" y="3325"/>
                    <a:pt x="934" y="3337"/>
                  </a:cubicBezTo>
                  <a:cubicBezTo>
                    <a:pt x="1001" y="3270"/>
                    <a:pt x="968" y="3136"/>
                    <a:pt x="901" y="3036"/>
                  </a:cubicBezTo>
                  <a:cubicBezTo>
                    <a:pt x="862" y="2997"/>
                    <a:pt x="823" y="2981"/>
                    <a:pt x="777" y="2981"/>
                  </a:cubicBezTo>
                  <a:cubicBezTo>
                    <a:pt x="745" y="2981"/>
                    <a:pt x="709" y="2989"/>
                    <a:pt x="667" y="3003"/>
                  </a:cubicBezTo>
                  <a:cubicBezTo>
                    <a:pt x="667" y="2970"/>
                    <a:pt x="634" y="2970"/>
                    <a:pt x="634" y="2936"/>
                  </a:cubicBezTo>
                  <a:cubicBezTo>
                    <a:pt x="501" y="2469"/>
                    <a:pt x="467" y="1969"/>
                    <a:pt x="601" y="1502"/>
                  </a:cubicBezTo>
                  <a:cubicBezTo>
                    <a:pt x="634" y="1268"/>
                    <a:pt x="768" y="1002"/>
                    <a:pt x="934" y="1002"/>
                  </a:cubicBezTo>
                  <a:cubicBezTo>
                    <a:pt x="945" y="1000"/>
                    <a:pt x="955" y="999"/>
                    <a:pt x="965" y="999"/>
                  </a:cubicBezTo>
                  <a:cubicBezTo>
                    <a:pt x="1152" y="999"/>
                    <a:pt x="1306" y="1277"/>
                    <a:pt x="1401" y="1435"/>
                  </a:cubicBezTo>
                  <a:cubicBezTo>
                    <a:pt x="1635" y="1836"/>
                    <a:pt x="1802" y="2303"/>
                    <a:pt x="1935" y="2803"/>
                  </a:cubicBezTo>
                  <a:cubicBezTo>
                    <a:pt x="1968" y="2936"/>
                    <a:pt x="2102" y="2970"/>
                    <a:pt x="2169" y="2970"/>
                  </a:cubicBezTo>
                  <a:cubicBezTo>
                    <a:pt x="2269" y="2970"/>
                    <a:pt x="2335" y="2870"/>
                    <a:pt x="2335" y="2770"/>
                  </a:cubicBezTo>
                  <a:cubicBezTo>
                    <a:pt x="2335" y="2336"/>
                    <a:pt x="2402" y="1969"/>
                    <a:pt x="2469" y="1602"/>
                  </a:cubicBezTo>
                  <a:cubicBezTo>
                    <a:pt x="2502" y="1302"/>
                    <a:pt x="2669" y="1002"/>
                    <a:pt x="2902" y="1002"/>
                  </a:cubicBezTo>
                  <a:cubicBezTo>
                    <a:pt x="3069" y="1035"/>
                    <a:pt x="3169" y="1302"/>
                    <a:pt x="3236" y="1369"/>
                  </a:cubicBezTo>
                  <a:cubicBezTo>
                    <a:pt x="3403" y="1702"/>
                    <a:pt x="3436" y="2102"/>
                    <a:pt x="3436" y="2436"/>
                  </a:cubicBezTo>
                  <a:cubicBezTo>
                    <a:pt x="3436" y="2503"/>
                    <a:pt x="3503" y="2636"/>
                    <a:pt x="3636" y="2636"/>
                  </a:cubicBezTo>
                  <a:cubicBezTo>
                    <a:pt x="3736" y="2636"/>
                    <a:pt x="3836" y="2536"/>
                    <a:pt x="3836" y="2436"/>
                  </a:cubicBezTo>
                  <a:cubicBezTo>
                    <a:pt x="3903" y="2036"/>
                    <a:pt x="3970" y="1502"/>
                    <a:pt x="4337" y="1035"/>
                  </a:cubicBezTo>
                  <a:cubicBezTo>
                    <a:pt x="4649" y="691"/>
                    <a:pt x="5079" y="465"/>
                    <a:pt x="5515" y="465"/>
                  </a:cubicBezTo>
                  <a:cubicBezTo>
                    <a:pt x="5545" y="465"/>
                    <a:pt x="5575" y="466"/>
                    <a:pt x="5604" y="468"/>
                  </a:cubicBezTo>
                  <a:cubicBezTo>
                    <a:pt x="6071" y="468"/>
                    <a:pt x="6472" y="801"/>
                    <a:pt x="6605" y="1202"/>
                  </a:cubicBezTo>
                  <a:cubicBezTo>
                    <a:pt x="6638" y="1435"/>
                    <a:pt x="6638" y="1669"/>
                    <a:pt x="6605" y="1936"/>
                  </a:cubicBezTo>
                  <a:cubicBezTo>
                    <a:pt x="6572" y="2336"/>
                    <a:pt x="6472" y="2703"/>
                    <a:pt x="6338" y="3103"/>
                  </a:cubicBezTo>
                  <a:cubicBezTo>
                    <a:pt x="6305" y="3170"/>
                    <a:pt x="6338" y="3303"/>
                    <a:pt x="6472" y="3337"/>
                  </a:cubicBezTo>
                  <a:cubicBezTo>
                    <a:pt x="6495" y="3344"/>
                    <a:pt x="6519" y="3349"/>
                    <a:pt x="6542" y="3349"/>
                  </a:cubicBezTo>
                  <a:cubicBezTo>
                    <a:pt x="6617" y="3349"/>
                    <a:pt x="6687" y="3305"/>
                    <a:pt x="6738" y="3203"/>
                  </a:cubicBezTo>
                  <a:cubicBezTo>
                    <a:pt x="6839" y="2803"/>
                    <a:pt x="6939" y="2369"/>
                    <a:pt x="6972" y="1969"/>
                  </a:cubicBezTo>
                  <a:cubicBezTo>
                    <a:pt x="6972" y="1669"/>
                    <a:pt x="7005" y="1369"/>
                    <a:pt x="6939" y="1102"/>
                  </a:cubicBezTo>
                  <a:cubicBezTo>
                    <a:pt x="6772" y="501"/>
                    <a:pt x="6171" y="34"/>
                    <a:pt x="55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1"/>
            <p:cNvSpPr/>
            <p:nvPr/>
          </p:nvSpPr>
          <p:spPr>
            <a:xfrm>
              <a:off x="2283575" y="4866825"/>
              <a:ext cx="217675" cy="108800"/>
            </a:xfrm>
            <a:custGeom>
              <a:avLst/>
              <a:gdLst/>
              <a:ahLst/>
              <a:cxnLst/>
              <a:rect l="l" t="t" r="r" b="b"/>
              <a:pathLst>
                <a:path w="8707" h="4352" extrusionOk="0">
                  <a:moveTo>
                    <a:pt x="5052" y="1"/>
                  </a:moveTo>
                  <a:cubicBezTo>
                    <a:pt x="4751" y="1"/>
                    <a:pt x="4451" y="247"/>
                    <a:pt x="4236" y="515"/>
                  </a:cubicBezTo>
                  <a:cubicBezTo>
                    <a:pt x="4170" y="682"/>
                    <a:pt x="4036" y="882"/>
                    <a:pt x="3936" y="1049"/>
                  </a:cubicBezTo>
                  <a:cubicBezTo>
                    <a:pt x="3903" y="1049"/>
                    <a:pt x="3903" y="1016"/>
                    <a:pt x="3903" y="1016"/>
                  </a:cubicBezTo>
                  <a:cubicBezTo>
                    <a:pt x="3761" y="648"/>
                    <a:pt x="3404" y="352"/>
                    <a:pt x="2994" y="352"/>
                  </a:cubicBezTo>
                  <a:cubicBezTo>
                    <a:pt x="2920" y="352"/>
                    <a:pt x="2845" y="362"/>
                    <a:pt x="2769" y="382"/>
                  </a:cubicBezTo>
                  <a:cubicBezTo>
                    <a:pt x="2268" y="515"/>
                    <a:pt x="2035" y="1049"/>
                    <a:pt x="2002" y="1516"/>
                  </a:cubicBezTo>
                  <a:lnTo>
                    <a:pt x="2002" y="1750"/>
                  </a:lnTo>
                  <a:cubicBezTo>
                    <a:pt x="1768" y="1416"/>
                    <a:pt x="1568" y="1082"/>
                    <a:pt x="1268" y="782"/>
                  </a:cubicBezTo>
                  <a:cubicBezTo>
                    <a:pt x="1201" y="682"/>
                    <a:pt x="1068" y="582"/>
                    <a:pt x="901" y="549"/>
                  </a:cubicBezTo>
                  <a:cubicBezTo>
                    <a:pt x="862" y="538"/>
                    <a:pt x="824" y="533"/>
                    <a:pt x="788" y="533"/>
                  </a:cubicBezTo>
                  <a:cubicBezTo>
                    <a:pt x="479" y="533"/>
                    <a:pt x="260" y="888"/>
                    <a:pt x="200" y="1216"/>
                  </a:cubicBezTo>
                  <a:cubicBezTo>
                    <a:pt x="0" y="2217"/>
                    <a:pt x="100" y="3251"/>
                    <a:pt x="534" y="4185"/>
                  </a:cubicBezTo>
                  <a:cubicBezTo>
                    <a:pt x="583" y="4233"/>
                    <a:pt x="649" y="4264"/>
                    <a:pt x="734" y="4264"/>
                  </a:cubicBezTo>
                  <a:cubicBezTo>
                    <a:pt x="765" y="4264"/>
                    <a:pt x="798" y="4260"/>
                    <a:pt x="834" y="4251"/>
                  </a:cubicBezTo>
                  <a:cubicBezTo>
                    <a:pt x="901" y="4185"/>
                    <a:pt x="934" y="4085"/>
                    <a:pt x="901" y="3951"/>
                  </a:cubicBezTo>
                  <a:cubicBezTo>
                    <a:pt x="534" y="3117"/>
                    <a:pt x="400" y="2183"/>
                    <a:pt x="601" y="1249"/>
                  </a:cubicBezTo>
                  <a:cubicBezTo>
                    <a:pt x="667" y="1082"/>
                    <a:pt x="734" y="916"/>
                    <a:pt x="834" y="916"/>
                  </a:cubicBezTo>
                  <a:lnTo>
                    <a:pt x="934" y="1049"/>
                  </a:lnTo>
                  <a:cubicBezTo>
                    <a:pt x="1401" y="1516"/>
                    <a:pt x="1768" y="2117"/>
                    <a:pt x="2002" y="2750"/>
                  </a:cubicBezTo>
                  <a:cubicBezTo>
                    <a:pt x="2035" y="2850"/>
                    <a:pt x="2102" y="2884"/>
                    <a:pt x="2202" y="2884"/>
                  </a:cubicBezTo>
                  <a:cubicBezTo>
                    <a:pt x="2335" y="2884"/>
                    <a:pt x="2402" y="2784"/>
                    <a:pt x="2402" y="2717"/>
                  </a:cubicBezTo>
                  <a:cubicBezTo>
                    <a:pt x="2435" y="2450"/>
                    <a:pt x="2402" y="2217"/>
                    <a:pt x="2402" y="2016"/>
                  </a:cubicBezTo>
                  <a:lnTo>
                    <a:pt x="2402" y="1516"/>
                  </a:lnTo>
                  <a:cubicBezTo>
                    <a:pt x="2402" y="1182"/>
                    <a:pt x="2569" y="849"/>
                    <a:pt x="2869" y="749"/>
                  </a:cubicBezTo>
                  <a:cubicBezTo>
                    <a:pt x="2886" y="746"/>
                    <a:pt x="2903" y="745"/>
                    <a:pt x="2921" y="745"/>
                  </a:cubicBezTo>
                  <a:cubicBezTo>
                    <a:pt x="3145" y="745"/>
                    <a:pt x="3412" y="935"/>
                    <a:pt x="3536" y="1182"/>
                  </a:cubicBezTo>
                  <a:cubicBezTo>
                    <a:pt x="3703" y="1449"/>
                    <a:pt x="3703" y="1850"/>
                    <a:pt x="3703" y="2183"/>
                  </a:cubicBezTo>
                  <a:lnTo>
                    <a:pt x="3703" y="2217"/>
                  </a:lnTo>
                  <a:cubicBezTo>
                    <a:pt x="3703" y="2350"/>
                    <a:pt x="3769" y="2417"/>
                    <a:pt x="3903" y="2417"/>
                  </a:cubicBezTo>
                  <a:cubicBezTo>
                    <a:pt x="4036" y="2417"/>
                    <a:pt x="4103" y="2350"/>
                    <a:pt x="4103" y="2217"/>
                  </a:cubicBezTo>
                  <a:lnTo>
                    <a:pt x="4103" y="2183"/>
                  </a:lnTo>
                  <a:cubicBezTo>
                    <a:pt x="4103" y="1683"/>
                    <a:pt x="4270" y="1216"/>
                    <a:pt x="4570" y="782"/>
                  </a:cubicBezTo>
                  <a:cubicBezTo>
                    <a:pt x="4686" y="609"/>
                    <a:pt x="4876" y="436"/>
                    <a:pt x="5077" y="436"/>
                  </a:cubicBezTo>
                  <a:cubicBezTo>
                    <a:pt x="5108" y="436"/>
                    <a:pt x="5139" y="440"/>
                    <a:pt x="5170" y="449"/>
                  </a:cubicBezTo>
                  <a:cubicBezTo>
                    <a:pt x="5337" y="515"/>
                    <a:pt x="5404" y="715"/>
                    <a:pt x="5504" y="882"/>
                  </a:cubicBezTo>
                  <a:cubicBezTo>
                    <a:pt x="5738" y="1516"/>
                    <a:pt x="5904" y="2183"/>
                    <a:pt x="6004" y="2850"/>
                  </a:cubicBezTo>
                  <a:cubicBezTo>
                    <a:pt x="6038" y="2917"/>
                    <a:pt x="6104" y="3017"/>
                    <a:pt x="6205" y="3017"/>
                  </a:cubicBezTo>
                  <a:cubicBezTo>
                    <a:pt x="6214" y="3022"/>
                    <a:pt x="6223" y="3024"/>
                    <a:pt x="6233" y="3024"/>
                  </a:cubicBezTo>
                  <a:cubicBezTo>
                    <a:pt x="6297" y="3024"/>
                    <a:pt x="6376" y="2941"/>
                    <a:pt x="6405" y="2884"/>
                  </a:cubicBezTo>
                  <a:lnTo>
                    <a:pt x="6738" y="1783"/>
                  </a:lnTo>
                  <a:cubicBezTo>
                    <a:pt x="6938" y="1216"/>
                    <a:pt x="7172" y="949"/>
                    <a:pt x="7405" y="916"/>
                  </a:cubicBezTo>
                  <a:cubicBezTo>
                    <a:pt x="7416" y="915"/>
                    <a:pt x="7426" y="914"/>
                    <a:pt x="7436" y="914"/>
                  </a:cubicBezTo>
                  <a:cubicBezTo>
                    <a:pt x="7789" y="914"/>
                    <a:pt x="8075" y="1461"/>
                    <a:pt x="8173" y="1850"/>
                  </a:cubicBezTo>
                  <a:cubicBezTo>
                    <a:pt x="8339" y="2584"/>
                    <a:pt x="8273" y="3384"/>
                    <a:pt x="8106" y="4085"/>
                  </a:cubicBezTo>
                  <a:cubicBezTo>
                    <a:pt x="8106" y="4218"/>
                    <a:pt x="8173" y="4285"/>
                    <a:pt x="8273" y="4351"/>
                  </a:cubicBezTo>
                  <a:lnTo>
                    <a:pt x="8339" y="4351"/>
                  </a:lnTo>
                  <a:cubicBezTo>
                    <a:pt x="8406" y="4351"/>
                    <a:pt x="8506" y="4285"/>
                    <a:pt x="8506" y="4085"/>
                  </a:cubicBezTo>
                  <a:cubicBezTo>
                    <a:pt x="8706" y="3284"/>
                    <a:pt x="8706" y="2450"/>
                    <a:pt x="8540" y="1683"/>
                  </a:cubicBezTo>
                  <a:cubicBezTo>
                    <a:pt x="8413" y="1048"/>
                    <a:pt x="7984" y="444"/>
                    <a:pt x="7426" y="444"/>
                  </a:cubicBezTo>
                  <a:cubicBezTo>
                    <a:pt x="7397" y="444"/>
                    <a:pt x="7368" y="445"/>
                    <a:pt x="7339" y="449"/>
                  </a:cubicBezTo>
                  <a:cubicBezTo>
                    <a:pt x="6738" y="549"/>
                    <a:pt x="6505" y="1182"/>
                    <a:pt x="6338" y="1616"/>
                  </a:cubicBezTo>
                  <a:lnTo>
                    <a:pt x="6238" y="1916"/>
                  </a:lnTo>
                  <a:cubicBezTo>
                    <a:pt x="6171" y="1516"/>
                    <a:pt x="6038" y="1082"/>
                    <a:pt x="5871" y="715"/>
                  </a:cubicBezTo>
                  <a:cubicBezTo>
                    <a:pt x="5738" y="449"/>
                    <a:pt x="5571" y="182"/>
                    <a:pt x="5271" y="48"/>
                  </a:cubicBezTo>
                  <a:cubicBezTo>
                    <a:pt x="5198" y="16"/>
                    <a:pt x="5125" y="1"/>
                    <a:pt x="50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1"/>
            <p:cNvSpPr/>
            <p:nvPr/>
          </p:nvSpPr>
          <p:spPr>
            <a:xfrm>
              <a:off x="1512175" y="4650650"/>
              <a:ext cx="271900" cy="114825"/>
            </a:xfrm>
            <a:custGeom>
              <a:avLst/>
              <a:gdLst/>
              <a:ahLst/>
              <a:cxnLst/>
              <a:rect l="l" t="t" r="r" b="b"/>
              <a:pathLst>
                <a:path w="10876" h="4593" extrusionOk="0">
                  <a:moveTo>
                    <a:pt x="4781" y="1"/>
                  </a:moveTo>
                  <a:cubicBezTo>
                    <a:pt x="4671" y="1"/>
                    <a:pt x="4563" y="28"/>
                    <a:pt x="4471" y="89"/>
                  </a:cubicBezTo>
                  <a:cubicBezTo>
                    <a:pt x="4237" y="256"/>
                    <a:pt x="4204" y="556"/>
                    <a:pt x="4137" y="723"/>
                  </a:cubicBezTo>
                  <a:lnTo>
                    <a:pt x="3937" y="1724"/>
                  </a:lnTo>
                  <a:cubicBezTo>
                    <a:pt x="3703" y="1190"/>
                    <a:pt x="3303" y="723"/>
                    <a:pt x="2903" y="356"/>
                  </a:cubicBezTo>
                  <a:cubicBezTo>
                    <a:pt x="2878" y="307"/>
                    <a:pt x="2818" y="276"/>
                    <a:pt x="2762" y="276"/>
                  </a:cubicBezTo>
                  <a:cubicBezTo>
                    <a:pt x="2741" y="276"/>
                    <a:pt x="2721" y="280"/>
                    <a:pt x="2703" y="289"/>
                  </a:cubicBezTo>
                  <a:cubicBezTo>
                    <a:pt x="2669" y="356"/>
                    <a:pt x="2569" y="389"/>
                    <a:pt x="2569" y="456"/>
                  </a:cubicBezTo>
                  <a:cubicBezTo>
                    <a:pt x="2436" y="1090"/>
                    <a:pt x="2336" y="1724"/>
                    <a:pt x="2236" y="2357"/>
                  </a:cubicBezTo>
                  <a:lnTo>
                    <a:pt x="1268" y="1057"/>
                  </a:lnTo>
                  <a:cubicBezTo>
                    <a:pt x="1208" y="936"/>
                    <a:pt x="1039" y="680"/>
                    <a:pt x="762" y="680"/>
                  </a:cubicBezTo>
                  <a:cubicBezTo>
                    <a:pt x="732" y="680"/>
                    <a:pt x="701" y="683"/>
                    <a:pt x="668" y="690"/>
                  </a:cubicBezTo>
                  <a:cubicBezTo>
                    <a:pt x="401" y="723"/>
                    <a:pt x="234" y="890"/>
                    <a:pt x="168" y="1190"/>
                  </a:cubicBezTo>
                  <a:cubicBezTo>
                    <a:pt x="1" y="1790"/>
                    <a:pt x="101" y="2524"/>
                    <a:pt x="534" y="3025"/>
                  </a:cubicBezTo>
                  <a:cubicBezTo>
                    <a:pt x="576" y="3066"/>
                    <a:pt x="642" y="3094"/>
                    <a:pt x="711" y="3094"/>
                  </a:cubicBezTo>
                  <a:cubicBezTo>
                    <a:pt x="753" y="3094"/>
                    <a:pt x="796" y="3083"/>
                    <a:pt x="835" y="3058"/>
                  </a:cubicBezTo>
                  <a:cubicBezTo>
                    <a:pt x="901" y="2958"/>
                    <a:pt x="935" y="2858"/>
                    <a:pt x="868" y="2758"/>
                  </a:cubicBezTo>
                  <a:cubicBezTo>
                    <a:pt x="534" y="2391"/>
                    <a:pt x="434" y="1857"/>
                    <a:pt x="568" y="1357"/>
                  </a:cubicBezTo>
                  <a:cubicBezTo>
                    <a:pt x="568" y="1223"/>
                    <a:pt x="668" y="1123"/>
                    <a:pt x="701" y="1123"/>
                  </a:cubicBezTo>
                  <a:cubicBezTo>
                    <a:pt x="735" y="1123"/>
                    <a:pt x="835" y="1190"/>
                    <a:pt x="935" y="1357"/>
                  </a:cubicBezTo>
                  <a:lnTo>
                    <a:pt x="2202" y="3058"/>
                  </a:lnTo>
                  <a:cubicBezTo>
                    <a:pt x="2236" y="3125"/>
                    <a:pt x="2336" y="3125"/>
                    <a:pt x="2402" y="3125"/>
                  </a:cubicBezTo>
                  <a:cubicBezTo>
                    <a:pt x="2503" y="3125"/>
                    <a:pt x="2569" y="3058"/>
                    <a:pt x="2569" y="2991"/>
                  </a:cubicBezTo>
                  <a:cubicBezTo>
                    <a:pt x="2669" y="2291"/>
                    <a:pt x="2769" y="1657"/>
                    <a:pt x="2903" y="956"/>
                  </a:cubicBezTo>
                  <a:cubicBezTo>
                    <a:pt x="3336" y="1423"/>
                    <a:pt x="3670" y="2024"/>
                    <a:pt x="3837" y="2591"/>
                  </a:cubicBezTo>
                  <a:cubicBezTo>
                    <a:pt x="3870" y="2724"/>
                    <a:pt x="3937" y="2758"/>
                    <a:pt x="4037" y="2758"/>
                  </a:cubicBezTo>
                  <a:cubicBezTo>
                    <a:pt x="4170" y="2758"/>
                    <a:pt x="4237" y="2691"/>
                    <a:pt x="4237" y="2591"/>
                  </a:cubicBezTo>
                  <a:lnTo>
                    <a:pt x="4571" y="890"/>
                  </a:lnTo>
                  <a:cubicBezTo>
                    <a:pt x="4604" y="723"/>
                    <a:pt x="4637" y="556"/>
                    <a:pt x="4737" y="523"/>
                  </a:cubicBezTo>
                  <a:cubicBezTo>
                    <a:pt x="4777" y="494"/>
                    <a:pt x="4818" y="481"/>
                    <a:pt x="4860" y="481"/>
                  </a:cubicBezTo>
                  <a:cubicBezTo>
                    <a:pt x="4960" y="481"/>
                    <a:pt x="5057" y="552"/>
                    <a:pt x="5104" y="623"/>
                  </a:cubicBezTo>
                  <a:cubicBezTo>
                    <a:pt x="5238" y="790"/>
                    <a:pt x="5238" y="1057"/>
                    <a:pt x="5271" y="1257"/>
                  </a:cubicBezTo>
                  <a:lnTo>
                    <a:pt x="5438" y="2791"/>
                  </a:lnTo>
                  <a:cubicBezTo>
                    <a:pt x="5471" y="2891"/>
                    <a:pt x="5571" y="2958"/>
                    <a:pt x="5638" y="2958"/>
                  </a:cubicBezTo>
                  <a:cubicBezTo>
                    <a:pt x="5738" y="2958"/>
                    <a:pt x="5805" y="2891"/>
                    <a:pt x="5872" y="2791"/>
                  </a:cubicBezTo>
                  <a:lnTo>
                    <a:pt x="6239" y="1057"/>
                  </a:lnTo>
                  <a:cubicBezTo>
                    <a:pt x="6339" y="856"/>
                    <a:pt x="6372" y="623"/>
                    <a:pt x="6472" y="556"/>
                  </a:cubicBezTo>
                  <a:cubicBezTo>
                    <a:pt x="6527" y="501"/>
                    <a:pt x="6582" y="476"/>
                    <a:pt x="6637" y="476"/>
                  </a:cubicBezTo>
                  <a:cubicBezTo>
                    <a:pt x="6682" y="476"/>
                    <a:pt x="6727" y="493"/>
                    <a:pt x="6772" y="523"/>
                  </a:cubicBezTo>
                  <a:cubicBezTo>
                    <a:pt x="7006" y="623"/>
                    <a:pt x="7206" y="890"/>
                    <a:pt x="7239" y="1123"/>
                  </a:cubicBezTo>
                  <a:lnTo>
                    <a:pt x="7239" y="1757"/>
                  </a:lnTo>
                  <a:cubicBezTo>
                    <a:pt x="7239" y="2091"/>
                    <a:pt x="7206" y="2391"/>
                    <a:pt x="7339" y="2724"/>
                  </a:cubicBezTo>
                  <a:cubicBezTo>
                    <a:pt x="7373" y="2791"/>
                    <a:pt x="7439" y="2858"/>
                    <a:pt x="7539" y="2858"/>
                  </a:cubicBezTo>
                  <a:cubicBezTo>
                    <a:pt x="7673" y="2858"/>
                    <a:pt x="7740" y="2758"/>
                    <a:pt x="7740" y="2691"/>
                  </a:cubicBezTo>
                  <a:cubicBezTo>
                    <a:pt x="7906" y="1890"/>
                    <a:pt x="8407" y="1157"/>
                    <a:pt x="9107" y="723"/>
                  </a:cubicBezTo>
                  <a:cubicBezTo>
                    <a:pt x="9355" y="599"/>
                    <a:pt x="9565" y="531"/>
                    <a:pt x="9739" y="531"/>
                  </a:cubicBezTo>
                  <a:cubicBezTo>
                    <a:pt x="9800" y="531"/>
                    <a:pt x="9856" y="539"/>
                    <a:pt x="9908" y="556"/>
                  </a:cubicBezTo>
                  <a:cubicBezTo>
                    <a:pt x="10375" y="690"/>
                    <a:pt x="10408" y="1390"/>
                    <a:pt x="10408" y="1924"/>
                  </a:cubicBezTo>
                  <a:lnTo>
                    <a:pt x="10341" y="4392"/>
                  </a:lnTo>
                  <a:cubicBezTo>
                    <a:pt x="10341" y="4526"/>
                    <a:pt x="10408" y="4592"/>
                    <a:pt x="10542" y="4592"/>
                  </a:cubicBezTo>
                  <a:cubicBezTo>
                    <a:pt x="10608" y="4592"/>
                    <a:pt x="10742" y="4526"/>
                    <a:pt x="10742" y="4359"/>
                  </a:cubicBezTo>
                  <a:lnTo>
                    <a:pt x="10842" y="1890"/>
                  </a:lnTo>
                  <a:cubicBezTo>
                    <a:pt x="10875" y="890"/>
                    <a:pt x="10575" y="256"/>
                    <a:pt x="10041" y="89"/>
                  </a:cubicBezTo>
                  <a:cubicBezTo>
                    <a:pt x="9939" y="48"/>
                    <a:pt x="9834" y="29"/>
                    <a:pt x="9725" y="29"/>
                  </a:cubicBezTo>
                  <a:cubicBezTo>
                    <a:pt x="9477" y="29"/>
                    <a:pt x="9208" y="127"/>
                    <a:pt x="8907" y="289"/>
                  </a:cubicBezTo>
                  <a:cubicBezTo>
                    <a:pt x="8407" y="590"/>
                    <a:pt x="8006" y="1057"/>
                    <a:pt x="7706" y="1590"/>
                  </a:cubicBezTo>
                  <a:cubicBezTo>
                    <a:pt x="7706" y="1390"/>
                    <a:pt x="7706" y="1190"/>
                    <a:pt x="7673" y="956"/>
                  </a:cubicBezTo>
                  <a:cubicBezTo>
                    <a:pt x="7606" y="590"/>
                    <a:pt x="7273" y="189"/>
                    <a:pt x="6939" y="56"/>
                  </a:cubicBezTo>
                  <a:cubicBezTo>
                    <a:pt x="6856" y="32"/>
                    <a:pt x="6769" y="21"/>
                    <a:pt x="6683" y="21"/>
                  </a:cubicBezTo>
                  <a:cubicBezTo>
                    <a:pt x="6525" y="21"/>
                    <a:pt x="6368" y="58"/>
                    <a:pt x="6239" y="123"/>
                  </a:cubicBezTo>
                  <a:cubicBezTo>
                    <a:pt x="5938" y="323"/>
                    <a:pt x="5872" y="690"/>
                    <a:pt x="5805" y="890"/>
                  </a:cubicBezTo>
                  <a:lnTo>
                    <a:pt x="5705" y="1423"/>
                  </a:lnTo>
                  <a:lnTo>
                    <a:pt x="5638" y="1090"/>
                  </a:lnTo>
                  <a:cubicBezTo>
                    <a:pt x="5605" y="856"/>
                    <a:pt x="5571" y="556"/>
                    <a:pt x="5405" y="323"/>
                  </a:cubicBezTo>
                  <a:cubicBezTo>
                    <a:pt x="5289" y="138"/>
                    <a:pt x="5029" y="1"/>
                    <a:pt x="4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1"/>
            <p:cNvSpPr/>
            <p:nvPr/>
          </p:nvSpPr>
          <p:spPr>
            <a:xfrm>
              <a:off x="1905800" y="4668500"/>
              <a:ext cx="517050" cy="166200"/>
            </a:xfrm>
            <a:custGeom>
              <a:avLst/>
              <a:gdLst/>
              <a:ahLst/>
              <a:cxnLst/>
              <a:rect l="l" t="t" r="r" b="b"/>
              <a:pathLst>
                <a:path w="20682" h="6648" extrusionOk="0">
                  <a:moveTo>
                    <a:pt x="8664" y="1"/>
                  </a:moveTo>
                  <a:cubicBezTo>
                    <a:pt x="8444" y="1"/>
                    <a:pt x="8221" y="44"/>
                    <a:pt x="8006" y="142"/>
                  </a:cubicBezTo>
                  <a:cubicBezTo>
                    <a:pt x="7472" y="376"/>
                    <a:pt x="7172" y="943"/>
                    <a:pt x="6972" y="1510"/>
                  </a:cubicBezTo>
                  <a:cubicBezTo>
                    <a:pt x="6872" y="1343"/>
                    <a:pt x="6839" y="1176"/>
                    <a:pt x="6705" y="1010"/>
                  </a:cubicBezTo>
                  <a:cubicBezTo>
                    <a:pt x="6486" y="682"/>
                    <a:pt x="6044" y="399"/>
                    <a:pt x="5598" y="399"/>
                  </a:cubicBezTo>
                  <a:cubicBezTo>
                    <a:pt x="5499" y="399"/>
                    <a:pt x="5401" y="412"/>
                    <a:pt x="5304" y="443"/>
                  </a:cubicBezTo>
                  <a:cubicBezTo>
                    <a:pt x="4604" y="643"/>
                    <a:pt x="4504" y="1343"/>
                    <a:pt x="4437" y="2044"/>
                  </a:cubicBezTo>
                  <a:cubicBezTo>
                    <a:pt x="4370" y="2344"/>
                    <a:pt x="4337" y="2678"/>
                    <a:pt x="4270" y="2978"/>
                  </a:cubicBezTo>
                  <a:cubicBezTo>
                    <a:pt x="4137" y="2678"/>
                    <a:pt x="3970" y="2444"/>
                    <a:pt x="3770" y="2177"/>
                  </a:cubicBezTo>
                  <a:cubicBezTo>
                    <a:pt x="3539" y="1895"/>
                    <a:pt x="3328" y="1830"/>
                    <a:pt x="3167" y="1830"/>
                  </a:cubicBezTo>
                  <a:cubicBezTo>
                    <a:pt x="3118" y="1830"/>
                    <a:pt x="3074" y="1836"/>
                    <a:pt x="3036" y="1844"/>
                  </a:cubicBezTo>
                  <a:cubicBezTo>
                    <a:pt x="2836" y="1944"/>
                    <a:pt x="2702" y="2110"/>
                    <a:pt x="2636" y="2277"/>
                  </a:cubicBezTo>
                  <a:cubicBezTo>
                    <a:pt x="2302" y="2878"/>
                    <a:pt x="2169" y="3612"/>
                    <a:pt x="2169" y="4312"/>
                  </a:cubicBezTo>
                  <a:cubicBezTo>
                    <a:pt x="2135" y="4279"/>
                    <a:pt x="2102" y="4179"/>
                    <a:pt x="2035" y="4145"/>
                  </a:cubicBezTo>
                  <a:cubicBezTo>
                    <a:pt x="2002" y="4045"/>
                    <a:pt x="1935" y="3978"/>
                    <a:pt x="1868" y="3878"/>
                  </a:cubicBezTo>
                  <a:cubicBezTo>
                    <a:pt x="1694" y="3604"/>
                    <a:pt x="1370" y="3405"/>
                    <a:pt x="1037" y="3405"/>
                  </a:cubicBezTo>
                  <a:cubicBezTo>
                    <a:pt x="924" y="3405"/>
                    <a:pt x="810" y="3428"/>
                    <a:pt x="701" y="3478"/>
                  </a:cubicBezTo>
                  <a:cubicBezTo>
                    <a:pt x="467" y="3612"/>
                    <a:pt x="334" y="3878"/>
                    <a:pt x="267" y="4145"/>
                  </a:cubicBezTo>
                  <a:cubicBezTo>
                    <a:pt x="34" y="4812"/>
                    <a:pt x="0" y="5513"/>
                    <a:pt x="100" y="6180"/>
                  </a:cubicBezTo>
                  <a:cubicBezTo>
                    <a:pt x="134" y="6280"/>
                    <a:pt x="200" y="6347"/>
                    <a:pt x="334" y="6347"/>
                  </a:cubicBezTo>
                  <a:cubicBezTo>
                    <a:pt x="434" y="6313"/>
                    <a:pt x="501" y="6213"/>
                    <a:pt x="501" y="6113"/>
                  </a:cubicBezTo>
                  <a:cubicBezTo>
                    <a:pt x="434" y="5480"/>
                    <a:pt x="467" y="4812"/>
                    <a:pt x="667" y="4212"/>
                  </a:cubicBezTo>
                  <a:cubicBezTo>
                    <a:pt x="701" y="4045"/>
                    <a:pt x="801" y="3878"/>
                    <a:pt x="934" y="3812"/>
                  </a:cubicBezTo>
                  <a:cubicBezTo>
                    <a:pt x="983" y="3779"/>
                    <a:pt x="1037" y="3765"/>
                    <a:pt x="1094" y="3765"/>
                  </a:cubicBezTo>
                  <a:cubicBezTo>
                    <a:pt x="1272" y="3765"/>
                    <a:pt x="1475" y="3910"/>
                    <a:pt x="1601" y="4112"/>
                  </a:cubicBezTo>
                  <a:cubicBezTo>
                    <a:pt x="1668" y="4145"/>
                    <a:pt x="1702" y="4212"/>
                    <a:pt x="1768" y="4312"/>
                  </a:cubicBezTo>
                  <a:cubicBezTo>
                    <a:pt x="1935" y="4546"/>
                    <a:pt x="2102" y="4779"/>
                    <a:pt x="2369" y="4946"/>
                  </a:cubicBezTo>
                  <a:cubicBezTo>
                    <a:pt x="2402" y="4963"/>
                    <a:pt x="2435" y="4971"/>
                    <a:pt x="2473" y="4971"/>
                  </a:cubicBezTo>
                  <a:cubicBezTo>
                    <a:pt x="2510" y="4971"/>
                    <a:pt x="2552" y="4963"/>
                    <a:pt x="2602" y="4946"/>
                  </a:cubicBezTo>
                  <a:cubicBezTo>
                    <a:pt x="2636" y="4879"/>
                    <a:pt x="2669" y="4812"/>
                    <a:pt x="2669" y="4712"/>
                  </a:cubicBezTo>
                  <a:cubicBezTo>
                    <a:pt x="2602" y="3945"/>
                    <a:pt x="2702" y="3111"/>
                    <a:pt x="3036" y="2377"/>
                  </a:cubicBezTo>
                  <a:cubicBezTo>
                    <a:pt x="3103" y="2311"/>
                    <a:pt x="3136" y="2211"/>
                    <a:pt x="3169" y="2211"/>
                  </a:cubicBezTo>
                  <a:cubicBezTo>
                    <a:pt x="3203" y="2211"/>
                    <a:pt x="3336" y="2311"/>
                    <a:pt x="3436" y="2444"/>
                  </a:cubicBezTo>
                  <a:cubicBezTo>
                    <a:pt x="3670" y="2778"/>
                    <a:pt x="3870" y="3145"/>
                    <a:pt x="4037" y="3511"/>
                  </a:cubicBezTo>
                  <a:cubicBezTo>
                    <a:pt x="4103" y="3612"/>
                    <a:pt x="4137" y="3645"/>
                    <a:pt x="4203" y="3645"/>
                  </a:cubicBezTo>
                  <a:cubicBezTo>
                    <a:pt x="4303" y="3645"/>
                    <a:pt x="4370" y="3612"/>
                    <a:pt x="4437" y="3545"/>
                  </a:cubicBezTo>
                  <a:cubicBezTo>
                    <a:pt x="4770" y="3145"/>
                    <a:pt x="4804" y="2611"/>
                    <a:pt x="4870" y="2110"/>
                  </a:cubicBezTo>
                  <a:cubicBezTo>
                    <a:pt x="4971" y="1377"/>
                    <a:pt x="5037" y="943"/>
                    <a:pt x="5471" y="810"/>
                  </a:cubicBezTo>
                  <a:cubicBezTo>
                    <a:pt x="5538" y="785"/>
                    <a:pt x="5606" y="774"/>
                    <a:pt x="5672" y="774"/>
                  </a:cubicBezTo>
                  <a:cubicBezTo>
                    <a:pt x="5968" y="774"/>
                    <a:pt x="6248" y="992"/>
                    <a:pt x="6438" y="1210"/>
                  </a:cubicBezTo>
                  <a:cubicBezTo>
                    <a:pt x="6672" y="1543"/>
                    <a:pt x="6705" y="2010"/>
                    <a:pt x="6805" y="2444"/>
                  </a:cubicBezTo>
                  <a:cubicBezTo>
                    <a:pt x="6839" y="2511"/>
                    <a:pt x="6939" y="2611"/>
                    <a:pt x="7005" y="2611"/>
                  </a:cubicBezTo>
                  <a:cubicBezTo>
                    <a:pt x="7105" y="2611"/>
                    <a:pt x="7205" y="2511"/>
                    <a:pt x="7205" y="2444"/>
                  </a:cubicBezTo>
                  <a:cubicBezTo>
                    <a:pt x="7372" y="1610"/>
                    <a:pt x="7639" y="776"/>
                    <a:pt x="8273" y="476"/>
                  </a:cubicBezTo>
                  <a:cubicBezTo>
                    <a:pt x="8420" y="407"/>
                    <a:pt x="8576" y="376"/>
                    <a:pt x="8733" y="376"/>
                  </a:cubicBezTo>
                  <a:cubicBezTo>
                    <a:pt x="9185" y="376"/>
                    <a:pt x="9653" y="630"/>
                    <a:pt x="9974" y="976"/>
                  </a:cubicBezTo>
                  <a:cubicBezTo>
                    <a:pt x="10474" y="1477"/>
                    <a:pt x="10708" y="2177"/>
                    <a:pt x="10941" y="2811"/>
                  </a:cubicBezTo>
                  <a:cubicBezTo>
                    <a:pt x="10941" y="2844"/>
                    <a:pt x="10975" y="2944"/>
                    <a:pt x="11042" y="2944"/>
                  </a:cubicBezTo>
                  <a:cubicBezTo>
                    <a:pt x="11068" y="2953"/>
                    <a:pt x="11093" y="2958"/>
                    <a:pt x="11115" y="2958"/>
                  </a:cubicBezTo>
                  <a:cubicBezTo>
                    <a:pt x="11177" y="2958"/>
                    <a:pt x="11226" y="2927"/>
                    <a:pt x="11275" y="2878"/>
                  </a:cubicBezTo>
                  <a:cubicBezTo>
                    <a:pt x="11609" y="2644"/>
                    <a:pt x="11642" y="2211"/>
                    <a:pt x="11709" y="1844"/>
                  </a:cubicBezTo>
                  <a:cubicBezTo>
                    <a:pt x="11709" y="1777"/>
                    <a:pt x="11709" y="1643"/>
                    <a:pt x="11775" y="1543"/>
                  </a:cubicBezTo>
                  <a:cubicBezTo>
                    <a:pt x="11809" y="1277"/>
                    <a:pt x="11976" y="1010"/>
                    <a:pt x="12142" y="943"/>
                  </a:cubicBezTo>
                  <a:cubicBezTo>
                    <a:pt x="12191" y="894"/>
                    <a:pt x="12258" y="863"/>
                    <a:pt x="12316" y="863"/>
                  </a:cubicBezTo>
                  <a:cubicBezTo>
                    <a:pt x="12338" y="863"/>
                    <a:pt x="12358" y="867"/>
                    <a:pt x="12376" y="876"/>
                  </a:cubicBezTo>
                  <a:cubicBezTo>
                    <a:pt x="12509" y="943"/>
                    <a:pt x="12643" y="1043"/>
                    <a:pt x="12709" y="1176"/>
                  </a:cubicBezTo>
                  <a:cubicBezTo>
                    <a:pt x="13043" y="1677"/>
                    <a:pt x="13276" y="2277"/>
                    <a:pt x="13310" y="2844"/>
                  </a:cubicBezTo>
                  <a:cubicBezTo>
                    <a:pt x="13310" y="2978"/>
                    <a:pt x="13377" y="3044"/>
                    <a:pt x="13477" y="3044"/>
                  </a:cubicBezTo>
                  <a:cubicBezTo>
                    <a:pt x="13492" y="3060"/>
                    <a:pt x="13509" y="3066"/>
                    <a:pt x="13527" y="3066"/>
                  </a:cubicBezTo>
                  <a:cubicBezTo>
                    <a:pt x="13586" y="3066"/>
                    <a:pt x="13651" y="2996"/>
                    <a:pt x="13677" y="2944"/>
                  </a:cubicBezTo>
                  <a:cubicBezTo>
                    <a:pt x="13915" y="2349"/>
                    <a:pt x="14419" y="1435"/>
                    <a:pt x="15070" y="1435"/>
                  </a:cubicBezTo>
                  <a:cubicBezTo>
                    <a:pt x="15148" y="1435"/>
                    <a:pt x="15229" y="1448"/>
                    <a:pt x="15311" y="1477"/>
                  </a:cubicBezTo>
                  <a:cubicBezTo>
                    <a:pt x="15812" y="1643"/>
                    <a:pt x="15945" y="2211"/>
                    <a:pt x="16045" y="2944"/>
                  </a:cubicBezTo>
                  <a:cubicBezTo>
                    <a:pt x="16145" y="3345"/>
                    <a:pt x="16212" y="3812"/>
                    <a:pt x="16445" y="4179"/>
                  </a:cubicBezTo>
                  <a:cubicBezTo>
                    <a:pt x="16470" y="4254"/>
                    <a:pt x="16552" y="4291"/>
                    <a:pt x="16619" y="4291"/>
                  </a:cubicBezTo>
                  <a:cubicBezTo>
                    <a:pt x="16641" y="4291"/>
                    <a:pt x="16662" y="4287"/>
                    <a:pt x="16679" y="4279"/>
                  </a:cubicBezTo>
                  <a:cubicBezTo>
                    <a:pt x="16779" y="4212"/>
                    <a:pt x="16812" y="4112"/>
                    <a:pt x="16812" y="4012"/>
                  </a:cubicBezTo>
                  <a:cubicBezTo>
                    <a:pt x="16779" y="3678"/>
                    <a:pt x="16879" y="3311"/>
                    <a:pt x="17179" y="3044"/>
                  </a:cubicBezTo>
                  <a:cubicBezTo>
                    <a:pt x="17403" y="2846"/>
                    <a:pt x="17645" y="2740"/>
                    <a:pt x="17892" y="2740"/>
                  </a:cubicBezTo>
                  <a:cubicBezTo>
                    <a:pt x="17976" y="2740"/>
                    <a:pt x="18061" y="2752"/>
                    <a:pt x="18147" y="2778"/>
                  </a:cubicBezTo>
                  <a:cubicBezTo>
                    <a:pt x="18447" y="2844"/>
                    <a:pt x="18714" y="3145"/>
                    <a:pt x="18814" y="3511"/>
                  </a:cubicBezTo>
                  <a:cubicBezTo>
                    <a:pt x="18847" y="3712"/>
                    <a:pt x="18847" y="3978"/>
                    <a:pt x="18814" y="4145"/>
                  </a:cubicBezTo>
                  <a:cubicBezTo>
                    <a:pt x="18647" y="4279"/>
                    <a:pt x="18547" y="4479"/>
                    <a:pt x="18547" y="4679"/>
                  </a:cubicBezTo>
                  <a:cubicBezTo>
                    <a:pt x="18547" y="4779"/>
                    <a:pt x="18614" y="4846"/>
                    <a:pt x="18680" y="4879"/>
                  </a:cubicBezTo>
                  <a:cubicBezTo>
                    <a:pt x="18695" y="4909"/>
                    <a:pt x="18731" y="4926"/>
                    <a:pt x="18768" y="4926"/>
                  </a:cubicBezTo>
                  <a:cubicBezTo>
                    <a:pt x="18813" y="4926"/>
                    <a:pt x="18862" y="4901"/>
                    <a:pt x="18880" y="4846"/>
                  </a:cubicBezTo>
                  <a:cubicBezTo>
                    <a:pt x="19014" y="4779"/>
                    <a:pt x="19114" y="4612"/>
                    <a:pt x="19147" y="4479"/>
                  </a:cubicBezTo>
                  <a:lnTo>
                    <a:pt x="19181" y="4479"/>
                  </a:lnTo>
                  <a:cubicBezTo>
                    <a:pt x="19243" y="4455"/>
                    <a:pt x="19309" y="4445"/>
                    <a:pt x="19375" y="4445"/>
                  </a:cubicBezTo>
                  <a:cubicBezTo>
                    <a:pt x="19591" y="4445"/>
                    <a:pt x="19804" y="4559"/>
                    <a:pt x="19881" y="4712"/>
                  </a:cubicBezTo>
                  <a:cubicBezTo>
                    <a:pt x="20148" y="5179"/>
                    <a:pt x="19948" y="5813"/>
                    <a:pt x="19714" y="6347"/>
                  </a:cubicBezTo>
                  <a:cubicBezTo>
                    <a:pt x="19681" y="6480"/>
                    <a:pt x="19714" y="6614"/>
                    <a:pt x="19848" y="6647"/>
                  </a:cubicBezTo>
                  <a:lnTo>
                    <a:pt x="19948" y="6647"/>
                  </a:lnTo>
                  <a:cubicBezTo>
                    <a:pt x="20015" y="6647"/>
                    <a:pt x="20115" y="6547"/>
                    <a:pt x="20181" y="6480"/>
                  </a:cubicBezTo>
                  <a:cubicBezTo>
                    <a:pt x="20448" y="5846"/>
                    <a:pt x="20682" y="5146"/>
                    <a:pt x="20348" y="4512"/>
                  </a:cubicBezTo>
                  <a:cubicBezTo>
                    <a:pt x="20165" y="4176"/>
                    <a:pt x="19757" y="4008"/>
                    <a:pt x="19408" y="4008"/>
                  </a:cubicBezTo>
                  <a:cubicBezTo>
                    <a:pt x="19376" y="4008"/>
                    <a:pt x="19345" y="4009"/>
                    <a:pt x="19314" y="4012"/>
                  </a:cubicBezTo>
                  <a:cubicBezTo>
                    <a:pt x="19347" y="3845"/>
                    <a:pt x="19314" y="3645"/>
                    <a:pt x="19281" y="3478"/>
                  </a:cubicBezTo>
                  <a:cubicBezTo>
                    <a:pt x="19147" y="2944"/>
                    <a:pt x="18780" y="2544"/>
                    <a:pt x="18313" y="2444"/>
                  </a:cubicBezTo>
                  <a:cubicBezTo>
                    <a:pt x="18195" y="2410"/>
                    <a:pt x="18072" y="2393"/>
                    <a:pt x="17948" y="2393"/>
                  </a:cubicBezTo>
                  <a:cubicBezTo>
                    <a:pt x="17586" y="2393"/>
                    <a:pt x="17219" y="2537"/>
                    <a:pt x="16946" y="2811"/>
                  </a:cubicBezTo>
                  <a:cubicBezTo>
                    <a:pt x="16812" y="2978"/>
                    <a:pt x="16679" y="3111"/>
                    <a:pt x="16612" y="3278"/>
                  </a:cubicBezTo>
                  <a:cubicBezTo>
                    <a:pt x="16545" y="3145"/>
                    <a:pt x="16545" y="3011"/>
                    <a:pt x="16512" y="2878"/>
                  </a:cubicBezTo>
                  <a:cubicBezTo>
                    <a:pt x="16379" y="2144"/>
                    <a:pt x="16212" y="1343"/>
                    <a:pt x="15478" y="1110"/>
                  </a:cubicBezTo>
                  <a:cubicBezTo>
                    <a:pt x="15346" y="1066"/>
                    <a:pt x="15217" y="1045"/>
                    <a:pt x="15092" y="1045"/>
                  </a:cubicBezTo>
                  <a:cubicBezTo>
                    <a:pt x="14464" y="1045"/>
                    <a:pt x="13944" y="1565"/>
                    <a:pt x="13610" y="2177"/>
                  </a:cubicBezTo>
                  <a:cubicBezTo>
                    <a:pt x="13477" y="1777"/>
                    <a:pt x="13310" y="1343"/>
                    <a:pt x="13043" y="976"/>
                  </a:cubicBezTo>
                  <a:cubicBezTo>
                    <a:pt x="12943" y="810"/>
                    <a:pt x="12709" y="609"/>
                    <a:pt x="12476" y="509"/>
                  </a:cubicBezTo>
                  <a:cubicBezTo>
                    <a:pt x="12409" y="498"/>
                    <a:pt x="12339" y="491"/>
                    <a:pt x="12268" y="491"/>
                  </a:cubicBezTo>
                  <a:cubicBezTo>
                    <a:pt x="12127" y="491"/>
                    <a:pt x="11987" y="520"/>
                    <a:pt x="11875" y="609"/>
                  </a:cubicBezTo>
                  <a:cubicBezTo>
                    <a:pt x="11642" y="776"/>
                    <a:pt x="11375" y="1110"/>
                    <a:pt x="11308" y="1477"/>
                  </a:cubicBezTo>
                  <a:cubicBezTo>
                    <a:pt x="11308" y="1543"/>
                    <a:pt x="11275" y="1677"/>
                    <a:pt x="11275" y="1777"/>
                  </a:cubicBezTo>
                  <a:cubicBezTo>
                    <a:pt x="11208" y="1977"/>
                    <a:pt x="11175" y="2144"/>
                    <a:pt x="11142" y="2311"/>
                  </a:cubicBezTo>
                  <a:cubicBezTo>
                    <a:pt x="10941" y="1777"/>
                    <a:pt x="10641" y="1176"/>
                    <a:pt x="10208" y="709"/>
                  </a:cubicBezTo>
                  <a:cubicBezTo>
                    <a:pt x="9842" y="319"/>
                    <a:pt x="9262" y="1"/>
                    <a:pt x="86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1"/>
            <p:cNvSpPr/>
            <p:nvPr/>
          </p:nvSpPr>
          <p:spPr>
            <a:xfrm>
              <a:off x="2390300" y="4526600"/>
              <a:ext cx="473700" cy="273075"/>
            </a:xfrm>
            <a:custGeom>
              <a:avLst/>
              <a:gdLst/>
              <a:ahLst/>
              <a:cxnLst/>
              <a:rect l="l" t="t" r="r" b="b"/>
              <a:pathLst>
                <a:path w="18948" h="10923" extrusionOk="0">
                  <a:moveTo>
                    <a:pt x="7385" y="0"/>
                  </a:moveTo>
                  <a:cubicBezTo>
                    <a:pt x="7011" y="0"/>
                    <a:pt x="6726" y="397"/>
                    <a:pt x="6606" y="548"/>
                  </a:cubicBezTo>
                  <a:lnTo>
                    <a:pt x="5838" y="1582"/>
                  </a:lnTo>
                  <a:cubicBezTo>
                    <a:pt x="5805" y="882"/>
                    <a:pt x="5471" y="214"/>
                    <a:pt x="4804" y="148"/>
                  </a:cubicBezTo>
                  <a:cubicBezTo>
                    <a:pt x="4761" y="142"/>
                    <a:pt x="4718" y="138"/>
                    <a:pt x="4674" y="138"/>
                  </a:cubicBezTo>
                  <a:cubicBezTo>
                    <a:pt x="4246" y="138"/>
                    <a:pt x="3803" y="431"/>
                    <a:pt x="3470" y="915"/>
                  </a:cubicBezTo>
                  <a:cubicBezTo>
                    <a:pt x="3170" y="1382"/>
                    <a:pt x="2936" y="1916"/>
                    <a:pt x="2769" y="2483"/>
                  </a:cubicBezTo>
                  <a:cubicBezTo>
                    <a:pt x="2669" y="2316"/>
                    <a:pt x="2569" y="2082"/>
                    <a:pt x="2469" y="1882"/>
                  </a:cubicBezTo>
                  <a:cubicBezTo>
                    <a:pt x="2269" y="1382"/>
                    <a:pt x="1969" y="848"/>
                    <a:pt x="1402" y="748"/>
                  </a:cubicBezTo>
                  <a:cubicBezTo>
                    <a:pt x="1383" y="747"/>
                    <a:pt x="1363" y="746"/>
                    <a:pt x="1344" y="746"/>
                  </a:cubicBezTo>
                  <a:cubicBezTo>
                    <a:pt x="801" y="746"/>
                    <a:pt x="329" y="1198"/>
                    <a:pt x="168" y="1649"/>
                  </a:cubicBezTo>
                  <a:cubicBezTo>
                    <a:pt x="1" y="2149"/>
                    <a:pt x="101" y="2649"/>
                    <a:pt x="134" y="3050"/>
                  </a:cubicBezTo>
                  <a:cubicBezTo>
                    <a:pt x="168" y="3150"/>
                    <a:pt x="268" y="3217"/>
                    <a:pt x="401" y="3217"/>
                  </a:cubicBezTo>
                  <a:cubicBezTo>
                    <a:pt x="468" y="3183"/>
                    <a:pt x="568" y="3083"/>
                    <a:pt x="568" y="2983"/>
                  </a:cubicBezTo>
                  <a:cubicBezTo>
                    <a:pt x="501" y="2583"/>
                    <a:pt x="468" y="2149"/>
                    <a:pt x="601" y="1749"/>
                  </a:cubicBezTo>
                  <a:cubicBezTo>
                    <a:pt x="664" y="1434"/>
                    <a:pt x="964" y="1179"/>
                    <a:pt x="1278" y="1179"/>
                  </a:cubicBezTo>
                  <a:cubicBezTo>
                    <a:pt x="1297" y="1179"/>
                    <a:pt x="1316" y="1180"/>
                    <a:pt x="1335" y="1182"/>
                  </a:cubicBezTo>
                  <a:cubicBezTo>
                    <a:pt x="1735" y="1215"/>
                    <a:pt x="1902" y="1582"/>
                    <a:pt x="2102" y="2049"/>
                  </a:cubicBezTo>
                  <a:cubicBezTo>
                    <a:pt x="2269" y="2416"/>
                    <a:pt x="2436" y="2816"/>
                    <a:pt x="2769" y="3050"/>
                  </a:cubicBezTo>
                  <a:cubicBezTo>
                    <a:pt x="2815" y="3073"/>
                    <a:pt x="2862" y="3112"/>
                    <a:pt x="2908" y="3112"/>
                  </a:cubicBezTo>
                  <a:cubicBezTo>
                    <a:pt x="2928" y="3112"/>
                    <a:pt x="2949" y="3104"/>
                    <a:pt x="2970" y="3083"/>
                  </a:cubicBezTo>
                  <a:cubicBezTo>
                    <a:pt x="3003" y="3050"/>
                    <a:pt x="3103" y="3016"/>
                    <a:pt x="3103" y="2916"/>
                  </a:cubicBezTo>
                  <a:cubicBezTo>
                    <a:pt x="3236" y="2316"/>
                    <a:pt x="3470" y="1715"/>
                    <a:pt x="3837" y="1182"/>
                  </a:cubicBezTo>
                  <a:cubicBezTo>
                    <a:pt x="3997" y="925"/>
                    <a:pt x="4311" y="546"/>
                    <a:pt x="4720" y="546"/>
                  </a:cubicBezTo>
                  <a:cubicBezTo>
                    <a:pt x="4737" y="546"/>
                    <a:pt x="4754" y="547"/>
                    <a:pt x="4771" y="548"/>
                  </a:cubicBezTo>
                  <a:cubicBezTo>
                    <a:pt x="5338" y="581"/>
                    <a:pt x="5505" y="1482"/>
                    <a:pt x="5471" y="2216"/>
                  </a:cubicBezTo>
                  <a:cubicBezTo>
                    <a:pt x="5471" y="2316"/>
                    <a:pt x="5505" y="2383"/>
                    <a:pt x="5605" y="2416"/>
                  </a:cubicBezTo>
                  <a:cubicBezTo>
                    <a:pt x="5624" y="2436"/>
                    <a:pt x="5650" y="2444"/>
                    <a:pt x="5676" y="2444"/>
                  </a:cubicBezTo>
                  <a:cubicBezTo>
                    <a:pt x="5741" y="2444"/>
                    <a:pt x="5815" y="2396"/>
                    <a:pt x="5838" y="2349"/>
                  </a:cubicBezTo>
                  <a:lnTo>
                    <a:pt x="6972" y="815"/>
                  </a:lnTo>
                  <a:cubicBezTo>
                    <a:pt x="7153" y="545"/>
                    <a:pt x="7306" y="410"/>
                    <a:pt x="7432" y="410"/>
                  </a:cubicBezTo>
                  <a:cubicBezTo>
                    <a:pt x="7446" y="410"/>
                    <a:pt x="7459" y="411"/>
                    <a:pt x="7473" y="415"/>
                  </a:cubicBezTo>
                  <a:cubicBezTo>
                    <a:pt x="7606" y="481"/>
                    <a:pt x="7740" y="648"/>
                    <a:pt x="7773" y="982"/>
                  </a:cubicBezTo>
                  <a:lnTo>
                    <a:pt x="8140" y="2883"/>
                  </a:lnTo>
                  <a:cubicBezTo>
                    <a:pt x="8140" y="2983"/>
                    <a:pt x="8240" y="3050"/>
                    <a:pt x="8307" y="3050"/>
                  </a:cubicBezTo>
                  <a:cubicBezTo>
                    <a:pt x="8334" y="3059"/>
                    <a:pt x="8358" y="3063"/>
                    <a:pt x="8380" y="3063"/>
                  </a:cubicBezTo>
                  <a:cubicBezTo>
                    <a:pt x="8440" y="3063"/>
                    <a:pt x="8482" y="3032"/>
                    <a:pt x="8507" y="2983"/>
                  </a:cubicBezTo>
                  <a:cubicBezTo>
                    <a:pt x="8674" y="2683"/>
                    <a:pt x="8774" y="2349"/>
                    <a:pt x="8807" y="2049"/>
                  </a:cubicBezTo>
                  <a:cubicBezTo>
                    <a:pt x="8907" y="1682"/>
                    <a:pt x="8941" y="1315"/>
                    <a:pt x="9174" y="1082"/>
                  </a:cubicBezTo>
                  <a:cubicBezTo>
                    <a:pt x="9340" y="940"/>
                    <a:pt x="9522" y="898"/>
                    <a:pt x="9674" y="898"/>
                  </a:cubicBezTo>
                  <a:cubicBezTo>
                    <a:pt x="9736" y="898"/>
                    <a:pt x="9793" y="905"/>
                    <a:pt x="9841" y="915"/>
                  </a:cubicBezTo>
                  <a:cubicBezTo>
                    <a:pt x="10208" y="1015"/>
                    <a:pt x="10608" y="1248"/>
                    <a:pt x="10775" y="1582"/>
                  </a:cubicBezTo>
                  <a:cubicBezTo>
                    <a:pt x="11009" y="2049"/>
                    <a:pt x="11009" y="2583"/>
                    <a:pt x="10942" y="3183"/>
                  </a:cubicBezTo>
                  <a:cubicBezTo>
                    <a:pt x="10842" y="3350"/>
                    <a:pt x="10809" y="3550"/>
                    <a:pt x="10842" y="3750"/>
                  </a:cubicBezTo>
                  <a:cubicBezTo>
                    <a:pt x="10842" y="3850"/>
                    <a:pt x="10942" y="3917"/>
                    <a:pt x="11075" y="3917"/>
                  </a:cubicBezTo>
                  <a:cubicBezTo>
                    <a:pt x="11142" y="3917"/>
                    <a:pt x="11276" y="3850"/>
                    <a:pt x="11276" y="3750"/>
                  </a:cubicBezTo>
                  <a:cubicBezTo>
                    <a:pt x="11309" y="3583"/>
                    <a:pt x="11309" y="3417"/>
                    <a:pt x="11342" y="3250"/>
                  </a:cubicBezTo>
                  <a:cubicBezTo>
                    <a:pt x="11442" y="3050"/>
                    <a:pt x="11576" y="2883"/>
                    <a:pt x="11776" y="2750"/>
                  </a:cubicBezTo>
                  <a:cubicBezTo>
                    <a:pt x="11990" y="2613"/>
                    <a:pt x="12249" y="2545"/>
                    <a:pt x="12495" y="2545"/>
                  </a:cubicBezTo>
                  <a:cubicBezTo>
                    <a:pt x="12670" y="2545"/>
                    <a:pt x="12838" y="2580"/>
                    <a:pt x="12977" y="2649"/>
                  </a:cubicBezTo>
                  <a:cubicBezTo>
                    <a:pt x="13310" y="2816"/>
                    <a:pt x="13577" y="3083"/>
                    <a:pt x="13644" y="3517"/>
                  </a:cubicBezTo>
                  <a:cubicBezTo>
                    <a:pt x="13711" y="3717"/>
                    <a:pt x="13711" y="3917"/>
                    <a:pt x="13677" y="4151"/>
                  </a:cubicBezTo>
                  <a:cubicBezTo>
                    <a:pt x="13410" y="4351"/>
                    <a:pt x="13310" y="4684"/>
                    <a:pt x="13410" y="4984"/>
                  </a:cubicBezTo>
                  <a:cubicBezTo>
                    <a:pt x="13444" y="5018"/>
                    <a:pt x="13477" y="5085"/>
                    <a:pt x="13577" y="5085"/>
                  </a:cubicBezTo>
                  <a:cubicBezTo>
                    <a:pt x="13644" y="5085"/>
                    <a:pt x="13744" y="5085"/>
                    <a:pt x="13777" y="5018"/>
                  </a:cubicBezTo>
                  <a:cubicBezTo>
                    <a:pt x="13911" y="4851"/>
                    <a:pt x="14011" y="4651"/>
                    <a:pt x="14078" y="4384"/>
                  </a:cubicBezTo>
                  <a:cubicBezTo>
                    <a:pt x="14193" y="4346"/>
                    <a:pt x="14320" y="4307"/>
                    <a:pt x="14438" y="4307"/>
                  </a:cubicBezTo>
                  <a:cubicBezTo>
                    <a:pt x="14525" y="4307"/>
                    <a:pt x="14607" y="4328"/>
                    <a:pt x="14678" y="4384"/>
                  </a:cubicBezTo>
                  <a:cubicBezTo>
                    <a:pt x="15212" y="4718"/>
                    <a:pt x="15178" y="5552"/>
                    <a:pt x="15145" y="5818"/>
                  </a:cubicBezTo>
                  <a:cubicBezTo>
                    <a:pt x="15112" y="5918"/>
                    <a:pt x="15112" y="6085"/>
                    <a:pt x="15078" y="6219"/>
                  </a:cubicBezTo>
                  <a:cubicBezTo>
                    <a:pt x="14811" y="6519"/>
                    <a:pt x="14745" y="6819"/>
                    <a:pt x="14778" y="7153"/>
                  </a:cubicBezTo>
                  <a:cubicBezTo>
                    <a:pt x="14778" y="7219"/>
                    <a:pt x="14845" y="7319"/>
                    <a:pt x="14945" y="7319"/>
                  </a:cubicBezTo>
                  <a:cubicBezTo>
                    <a:pt x="15012" y="7319"/>
                    <a:pt x="15112" y="7253"/>
                    <a:pt x="15145" y="7186"/>
                  </a:cubicBezTo>
                  <a:lnTo>
                    <a:pt x="15412" y="6419"/>
                  </a:lnTo>
                  <a:cubicBezTo>
                    <a:pt x="15479" y="6352"/>
                    <a:pt x="15512" y="6319"/>
                    <a:pt x="15612" y="6252"/>
                  </a:cubicBezTo>
                  <a:cubicBezTo>
                    <a:pt x="15793" y="6126"/>
                    <a:pt x="15993" y="6068"/>
                    <a:pt x="16187" y="6068"/>
                  </a:cubicBezTo>
                  <a:cubicBezTo>
                    <a:pt x="16350" y="6068"/>
                    <a:pt x="16509" y="6109"/>
                    <a:pt x="16646" y="6185"/>
                  </a:cubicBezTo>
                  <a:cubicBezTo>
                    <a:pt x="16946" y="6352"/>
                    <a:pt x="17113" y="6686"/>
                    <a:pt x="17113" y="7053"/>
                  </a:cubicBezTo>
                  <a:cubicBezTo>
                    <a:pt x="17113" y="7319"/>
                    <a:pt x="17046" y="7520"/>
                    <a:pt x="16980" y="7686"/>
                  </a:cubicBezTo>
                  <a:cubicBezTo>
                    <a:pt x="16946" y="7720"/>
                    <a:pt x="16880" y="7720"/>
                    <a:pt x="16846" y="7753"/>
                  </a:cubicBezTo>
                  <a:cubicBezTo>
                    <a:pt x="16679" y="7887"/>
                    <a:pt x="16579" y="8087"/>
                    <a:pt x="16579" y="8320"/>
                  </a:cubicBezTo>
                  <a:cubicBezTo>
                    <a:pt x="16579" y="8387"/>
                    <a:pt x="16613" y="8487"/>
                    <a:pt x="16679" y="8520"/>
                  </a:cubicBezTo>
                  <a:cubicBezTo>
                    <a:pt x="16746" y="8520"/>
                    <a:pt x="16813" y="8520"/>
                    <a:pt x="16913" y="8487"/>
                  </a:cubicBezTo>
                  <a:cubicBezTo>
                    <a:pt x="17080" y="8387"/>
                    <a:pt x="17180" y="8220"/>
                    <a:pt x="17280" y="8053"/>
                  </a:cubicBezTo>
                  <a:cubicBezTo>
                    <a:pt x="17313" y="8037"/>
                    <a:pt x="17355" y="8028"/>
                    <a:pt x="17397" y="8028"/>
                  </a:cubicBezTo>
                  <a:cubicBezTo>
                    <a:pt x="17438" y="8028"/>
                    <a:pt x="17480" y="8037"/>
                    <a:pt x="17513" y="8053"/>
                  </a:cubicBezTo>
                  <a:cubicBezTo>
                    <a:pt x="17780" y="8153"/>
                    <a:pt x="17947" y="8354"/>
                    <a:pt x="18147" y="8720"/>
                  </a:cubicBezTo>
                  <a:cubicBezTo>
                    <a:pt x="18347" y="9221"/>
                    <a:pt x="18447" y="9588"/>
                    <a:pt x="18347" y="9921"/>
                  </a:cubicBezTo>
                  <a:cubicBezTo>
                    <a:pt x="18314" y="10088"/>
                    <a:pt x="18147" y="10322"/>
                    <a:pt x="17980" y="10388"/>
                  </a:cubicBezTo>
                  <a:cubicBezTo>
                    <a:pt x="17907" y="10437"/>
                    <a:pt x="17834" y="10468"/>
                    <a:pt x="17734" y="10468"/>
                  </a:cubicBezTo>
                  <a:cubicBezTo>
                    <a:pt x="17698" y="10468"/>
                    <a:pt x="17658" y="10464"/>
                    <a:pt x="17613" y="10455"/>
                  </a:cubicBezTo>
                  <a:cubicBezTo>
                    <a:pt x="17585" y="10436"/>
                    <a:pt x="17557" y="10428"/>
                    <a:pt x="17530" y="10428"/>
                  </a:cubicBezTo>
                  <a:cubicBezTo>
                    <a:pt x="17460" y="10428"/>
                    <a:pt x="17395" y="10483"/>
                    <a:pt x="17347" y="10555"/>
                  </a:cubicBezTo>
                  <a:cubicBezTo>
                    <a:pt x="17313" y="10655"/>
                    <a:pt x="17347" y="10789"/>
                    <a:pt x="17480" y="10822"/>
                  </a:cubicBezTo>
                  <a:cubicBezTo>
                    <a:pt x="17580" y="10855"/>
                    <a:pt x="17647" y="10855"/>
                    <a:pt x="17780" y="10855"/>
                  </a:cubicBezTo>
                  <a:cubicBezTo>
                    <a:pt x="17820" y="10855"/>
                    <a:pt x="17876" y="10850"/>
                    <a:pt x="17935" y="10850"/>
                  </a:cubicBezTo>
                  <a:cubicBezTo>
                    <a:pt x="18024" y="10850"/>
                    <a:pt x="18120" y="10862"/>
                    <a:pt x="18180" y="10922"/>
                  </a:cubicBezTo>
                  <a:cubicBezTo>
                    <a:pt x="18481" y="10755"/>
                    <a:pt x="18748" y="10488"/>
                    <a:pt x="18814" y="10188"/>
                  </a:cubicBezTo>
                  <a:cubicBezTo>
                    <a:pt x="18948" y="9755"/>
                    <a:pt x="18848" y="9254"/>
                    <a:pt x="18581" y="8687"/>
                  </a:cubicBezTo>
                  <a:cubicBezTo>
                    <a:pt x="18414" y="8387"/>
                    <a:pt x="18147" y="7987"/>
                    <a:pt x="17680" y="7820"/>
                  </a:cubicBezTo>
                  <a:cubicBezTo>
                    <a:pt x="17647" y="7753"/>
                    <a:pt x="17580" y="7753"/>
                    <a:pt x="17480" y="7753"/>
                  </a:cubicBezTo>
                  <a:cubicBezTo>
                    <a:pt x="17513" y="7586"/>
                    <a:pt x="17513" y="7386"/>
                    <a:pt x="17513" y="7219"/>
                  </a:cubicBezTo>
                  <a:cubicBezTo>
                    <a:pt x="17480" y="6686"/>
                    <a:pt x="17246" y="6252"/>
                    <a:pt x="16846" y="6019"/>
                  </a:cubicBezTo>
                  <a:cubicBezTo>
                    <a:pt x="16663" y="5885"/>
                    <a:pt x="16438" y="5818"/>
                    <a:pt x="16200" y="5818"/>
                  </a:cubicBezTo>
                  <a:cubicBezTo>
                    <a:pt x="15962" y="5818"/>
                    <a:pt x="15712" y="5885"/>
                    <a:pt x="15479" y="6019"/>
                  </a:cubicBezTo>
                  <a:cubicBezTo>
                    <a:pt x="15512" y="5652"/>
                    <a:pt x="15512" y="4684"/>
                    <a:pt x="14811" y="4217"/>
                  </a:cubicBezTo>
                  <a:cubicBezTo>
                    <a:pt x="14650" y="4102"/>
                    <a:pt x="14457" y="4066"/>
                    <a:pt x="14265" y="4066"/>
                  </a:cubicBezTo>
                  <a:cubicBezTo>
                    <a:pt x="14179" y="4066"/>
                    <a:pt x="14093" y="4074"/>
                    <a:pt x="14011" y="4084"/>
                  </a:cubicBezTo>
                  <a:cubicBezTo>
                    <a:pt x="14011" y="3917"/>
                    <a:pt x="14011" y="3717"/>
                    <a:pt x="13977" y="3550"/>
                  </a:cubicBezTo>
                  <a:cubicBezTo>
                    <a:pt x="13844" y="3016"/>
                    <a:pt x="13510" y="2583"/>
                    <a:pt x="13110" y="2383"/>
                  </a:cubicBezTo>
                  <a:cubicBezTo>
                    <a:pt x="12911" y="2290"/>
                    <a:pt x="12691" y="2244"/>
                    <a:pt x="12467" y="2244"/>
                  </a:cubicBezTo>
                  <a:cubicBezTo>
                    <a:pt x="12127" y="2244"/>
                    <a:pt x="11777" y="2348"/>
                    <a:pt x="11476" y="2549"/>
                  </a:cubicBezTo>
                  <a:cubicBezTo>
                    <a:pt x="11442" y="2549"/>
                    <a:pt x="11409" y="2583"/>
                    <a:pt x="11342" y="2649"/>
                  </a:cubicBezTo>
                  <a:cubicBezTo>
                    <a:pt x="11342" y="2216"/>
                    <a:pt x="11276" y="1849"/>
                    <a:pt x="11109" y="1482"/>
                  </a:cubicBezTo>
                  <a:cubicBezTo>
                    <a:pt x="10842" y="1015"/>
                    <a:pt x="10408" y="648"/>
                    <a:pt x="9908" y="548"/>
                  </a:cubicBezTo>
                  <a:cubicBezTo>
                    <a:pt x="9806" y="532"/>
                    <a:pt x="9707" y="524"/>
                    <a:pt x="9612" y="524"/>
                  </a:cubicBezTo>
                  <a:cubicBezTo>
                    <a:pt x="9307" y="524"/>
                    <a:pt x="9044" y="611"/>
                    <a:pt x="8840" y="815"/>
                  </a:cubicBezTo>
                  <a:cubicBezTo>
                    <a:pt x="8507" y="1082"/>
                    <a:pt x="8440" y="1549"/>
                    <a:pt x="8340" y="1982"/>
                  </a:cubicBezTo>
                  <a:lnTo>
                    <a:pt x="8140" y="882"/>
                  </a:lnTo>
                  <a:cubicBezTo>
                    <a:pt x="8107" y="681"/>
                    <a:pt x="7973" y="81"/>
                    <a:pt x="7506" y="14"/>
                  </a:cubicBezTo>
                  <a:cubicBezTo>
                    <a:pt x="7465" y="5"/>
                    <a:pt x="7425" y="0"/>
                    <a:pt x="73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1"/>
            <p:cNvSpPr/>
            <p:nvPr/>
          </p:nvSpPr>
          <p:spPr>
            <a:xfrm>
              <a:off x="1531350" y="4347100"/>
              <a:ext cx="595450" cy="199875"/>
            </a:xfrm>
            <a:custGeom>
              <a:avLst/>
              <a:gdLst/>
              <a:ahLst/>
              <a:cxnLst/>
              <a:rect l="l" t="t" r="r" b="b"/>
              <a:pathLst>
                <a:path w="23818" h="7995" extrusionOk="0">
                  <a:moveTo>
                    <a:pt x="8248" y="1"/>
                  </a:moveTo>
                  <a:cubicBezTo>
                    <a:pt x="8180" y="1"/>
                    <a:pt x="8111" y="8"/>
                    <a:pt x="8040" y="22"/>
                  </a:cubicBezTo>
                  <a:cubicBezTo>
                    <a:pt x="7340" y="189"/>
                    <a:pt x="7039" y="1023"/>
                    <a:pt x="7039" y="1724"/>
                  </a:cubicBezTo>
                  <a:cubicBezTo>
                    <a:pt x="7039" y="1857"/>
                    <a:pt x="7106" y="2024"/>
                    <a:pt x="7106" y="2191"/>
                  </a:cubicBezTo>
                  <a:cubicBezTo>
                    <a:pt x="7139" y="2524"/>
                    <a:pt x="7139" y="2824"/>
                    <a:pt x="7106" y="3125"/>
                  </a:cubicBezTo>
                  <a:cubicBezTo>
                    <a:pt x="6839" y="2791"/>
                    <a:pt x="6539" y="2458"/>
                    <a:pt x="6205" y="2157"/>
                  </a:cubicBezTo>
                  <a:cubicBezTo>
                    <a:pt x="6105" y="2024"/>
                    <a:pt x="5939" y="1857"/>
                    <a:pt x="5672" y="1824"/>
                  </a:cubicBezTo>
                  <a:cubicBezTo>
                    <a:pt x="5624" y="1816"/>
                    <a:pt x="5577" y="1812"/>
                    <a:pt x="5529" y="1812"/>
                  </a:cubicBezTo>
                  <a:cubicBezTo>
                    <a:pt x="5375" y="1812"/>
                    <a:pt x="5216" y="1855"/>
                    <a:pt x="5038" y="1957"/>
                  </a:cubicBezTo>
                  <a:cubicBezTo>
                    <a:pt x="4771" y="2157"/>
                    <a:pt x="4538" y="2524"/>
                    <a:pt x="4504" y="2958"/>
                  </a:cubicBezTo>
                  <a:cubicBezTo>
                    <a:pt x="4471" y="3125"/>
                    <a:pt x="4471" y="3225"/>
                    <a:pt x="4471" y="3392"/>
                  </a:cubicBezTo>
                  <a:cubicBezTo>
                    <a:pt x="4471" y="3558"/>
                    <a:pt x="4437" y="3725"/>
                    <a:pt x="4437" y="3859"/>
                  </a:cubicBezTo>
                  <a:cubicBezTo>
                    <a:pt x="4137" y="3392"/>
                    <a:pt x="3770" y="3125"/>
                    <a:pt x="3337" y="3125"/>
                  </a:cubicBezTo>
                  <a:cubicBezTo>
                    <a:pt x="2703" y="3125"/>
                    <a:pt x="2303" y="3658"/>
                    <a:pt x="2203" y="4192"/>
                  </a:cubicBezTo>
                  <a:cubicBezTo>
                    <a:pt x="2169" y="4559"/>
                    <a:pt x="2203" y="4893"/>
                    <a:pt x="2303" y="5226"/>
                  </a:cubicBezTo>
                  <a:cubicBezTo>
                    <a:pt x="2169" y="5159"/>
                    <a:pt x="2036" y="5026"/>
                    <a:pt x="1936" y="4859"/>
                  </a:cubicBezTo>
                  <a:cubicBezTo>
                    <a:pt x="1869" y="4793"/>
                    <a:pt x="1802" y="4726"/>
                    <a:pt x="1769" y="4659"/>
                  </a:cubicBezTo>
                  <a:cubicBezTo>
                    <a:pt x="1502" y="4359"/>
                    <a:pt x="1135" y="4159"/>
                    <a:pt x="802" y="4159"/>
                  </a:cubicBezTo>
                  <a:cubicBezTo>
                    <a:pt x="601" y="4159"/>
                    <a:pt x="368" y="4192"/>
                    <a:pt x="268" y="4359"/>
                  </a:cubicBezTo>
                  <a:cubicBezTo>
                    <a:pt x="134" y="4526"/>
                    <a:pt x="101" y="4793"/>
                    <a:pt x="34" y="4993"/>
                  </a:cubicBezTo>
                  <a:cubicBezTo>
                    <a:pt x="1" y="5693"/>
                    <a:pt x="1" y="6360"/>
                    <a:pt x="134" y="7061"/>
                  </a:cubicBezTo>
                  <a:cubicBezTo>
                    <a:pt x="160" y="7165"/>
                    <a:pt x="227" y="7249"/>
                    <a:pt x="303" y="7249"/>
                  </a:cubicBezTo>
                  <a:cubicBezTo>
                    <a:pt x="324" y="7249"/>
                    <a:pt x="346" y="7242"/>
                    <a:pt x="368" y="7228"/>
                  </a:cubicBezTo>
                  <a:cubicBezTo>
                    <a:pt x="501" y="7194"/>
                    <a:pt x="535" y="7128"/>
                    <a:pt x="535" y="6994"/>
                  </a:cubicBezTo>
                  <a:cubicBezTo>
                    <a:pt x="468" y="6360"/>
                    <a:pt x="435" y="5693"/>
                    <a:pt x="501" y="5026"/>
                  </a:cubicBezTo>
                  <a:cubicBezTo>
                    <a:pt x="501" y="4893"/>
                    <a:pt x="535" y="4726"/>
                    <a:pt x="635" y="4659"/>
                  </a:cubicBezTo>
                  <a:cubicBezTo>
                    <a:pt x="668" y="4626"/>
                    <a:pt x="768" y="4559"/>
                    <a:pt x="835" y="4559"/>
                  </a:cubicBezTo>
                  <a:cubicBezTo>
                    <a:pt x="1002" y="4559"/>
                    <a:pt x="1302" y="4692"/>
                    <a:pt x="1469" y="4893"/>
                  </a:cubicBezTo>
                  <a:cubicBezTo>
                    <a:pt x="1502" y="4993"/>
                    <a:pt x="1602" y="5026"/>
                    <a:pt x="1635" y="5126"/>
                  </a:cubicBezTo>
                  <a:cubicBezTo>
                    <a:pt x="1869" y="5393"/>
                    <a:pt x="2169" y="5793"/>
                    <a:pt x="2636" y="5827"/>
                  </a:cubicBezTo>
                  <a:cubicBezTo>
                    <a:pt x="2703" y="5827"/>
                    <a:pt x="2803" y="5793"/>
                    <a:pt x="2836" y="5727"/>
                  </a:cubicBezTo>
                  <a:cubicBezTo>
                    <a:pt x="2870" y="5660"/>
                    <a:pt x="2936" y="5626"/>
                    <a:pt x="2870" y="5526"/>
                  </a:cubicBezTo>
                  <a:cubicBezTo>
                    <a:pt x="2770" y="5126"/>
                    <a:pt x="2603" y="4659"/>
                    <a:pt x="2670" y="4225"/>
                  </a:cubicBezTo>
                  <a:cubicBezTo>
                    <a:pt x="2703" y="3859"/>
                    <a:pt x="3003" y="3492"/>
                    <a:pt x="3370" y="3492"/>
                  </a:cubicBezTo>
                  <a:cubicBezTo>
                    <a:pt x="3837" y="3492"/>
                    <a:pt x="4171" y="4125"/>
                    <a:pt x="4304" y="4492"/>
                  </a:cubicBezTo>
                  <a:cubicBezTo>
                    <a:pt x="4304" y="4559"/>
                    <a:pt x="4371" y="4626"/>
                    <a:pt x="4471" y="4626"/>
                  </a:cubicBezTo>
                  <a:cubicBezTo>
                    <a:pt x="4487" y="4634"/>
                    <a:pt x="4506" y="4638"/>
                    <a:pt x="4526" y="4638"/>
                  </a:cubicBezTo>
                  <a:cubicBezTo>
                    <a:pt x="4583" y="4638"/>
                    <a:pt x="4646" y="4601"/>
                    <a:pt x="4671" y="4526"/>
                  </a:cubicBezTo>
                  <a:cubicBezTo>
                    <a:pt x="4871" y="4192"/>
                    <a:pt x="4938" y="3825"/>
                    <a:pt x="4938" y="3458"/>
                  </a:cubicBezTo>
                  <a:cubicBezTo>
                    <a:pt x="4971" y="3325"/>
                    <a:pt x="4971" y="3158"/>
                    <a:pt x="4971" y="3025"/>
                  </a:cubicBezTo>
                  <a:cubicBezTo>
                    <a:pt x="5005" y="2724"/>
                    <a:pt x="5171" y="2458"/>
                    <a:pt x="5338" y="2324"/>
                  </a:cubicBezTo>
                  <a:cubicBezTo>
                    <a:pt x="5438" y="2224"/>
                    <a:pt x="5572" y="2224"/>
                    <a:pt x="5638" y="2224"/>
                  </a:cubicBezTo>
                  <a:cubicBezTo>
                    <a:pt x="5772" y="2224"/>
                    <a:pt x="5905" y="2357"/>
                    <a:pt x="6005" y="2458"/>
                  </a:cubicBezTo>
                  <a:cubicBezTo>
                    <a:pt x="6439" y="2824"/>
                    <a:pt x="6806" y="3191"/>
                    <a:pt x="7106" y="3658"/>
                  </a:cubicBezTo>
                  <a:cubicBezTo>
                    <a:pt x="7173" y="3692"/>
                    <a:pt x="7239" y="3725"/>
                    <a:pt x="7306" y="3725"/>
                  </a:cubicBezTo>
                  <a:cubicBezTo>
                    <a:pt x="7373" y="3725"/>
                    <a:pt x="7440" y="3692"/>
                    <a:pt x="7473" y="3625"/>
                  </a:cubicBezTo>
                  <a:cubicBezTo>
                    <a:pt x="7740" y="3158"/>
                    <a:pt x="7673" y="2658"/>
                    <a:pt x="7640" y="2157"/>
                  </a:cubicBezTo>
                  <a:cubicBezTo>
                    <a:pt x="7606" y="1991"/>
                    <a:pt x="7606" y="1857"/>
                    <a:pt x="7606" y="1690"/>
                  </a:cubicBezTo>
                  <a:cubicBezTo>
                    <a:pt x="7540" y="1123"/>
                    <a:pt x="7807" y="489"/>
                    <a:pt x="8274" y="389"/>
                  </a:cubicBezTo>
                  <a:cubicBezTo>
                    <a:pt x="8306" y="384"/>
                    <a:pt x="8338" y="381"/>
                    <a:pt x="8370" y="381"/>
                  </a:cubicBezTo>
                  <a:cubicBezTo>
                    <a:pt x="8742" y="381"/>
                    <a:pt x="9123" y="719"/>
                    <a:pt x="9308" y="1057"/>
                  </a:cubicBezTo>
                  <a:cubicBezTo>
                    <a:pt x="9408" y="1190"/>
                    <a:pt x="9474" y="1323"/>
                    <a:pt x="9574" y="1490"/>
                  </a:cubicBezTo>
                  <a:cubicBezTo>
                    <a:pt x="9741" y="1824"/>
                    <a:pt x="9875" y="2157"/>
                    <a:pt x="10175" y="2458"/>
                  </a:cubicBezTo>
                  <a:cubicBezTo>
                    <a:pt x="10246" y="2481"/>
                    <a:pt x="10300" y="2505"/>
                    <a:pt x="10361" y="2505"/>
                  </a:cubicBezTo>
                  <a:cubicBezTo>
                    <a:pt x="10386" y="2505"/>
                    <a:pt x="10412" y="2501"/>
                    <a:pt x="10442" y="2491"/>
                  </a:cubicBezTo>
                  <a:cubicBezTo>
                    <a:pt x="10508" y="2458"/>
                    <a:pt x="10575" y="2357"/>
                    <a:pt x="10575" y="2291"/>
                  </a:cubicBezTo>
                  <a:cubicBezTo>
                    <a:pt x="10508" y="1824"/>
                    <a:pt x="10508" y="723"/>
                    <a:pt x="11176" y="556"/>
                  </a:cubicBezTo>
                  <a:cubicBezTo>
                    <a:pt x="11231" y="545"/>
                    <a:pt x="11287" y="538"/>
                    <a:pt x="11342" y="538"/>
                  </a:cubicBezTo>
                  <a:cubicBezTo>
                    <a:pt x="11454" y="538"/>
                    <a:pt x="11565" y="567"/>
                    <a:pt x="11676" y="656"/>
                  </a:cubicBezTo>
                  <a:cubicBezTo>
                    <a:pt x="12110" y="890"/>
                    <a:pt x="12343" y="1657"/>
                    <a:pt x="12443" y="2291"/>
                  </a:cubicBezTo>
                  <a:cubicBezTo>
                    <a:pt x="12443" y="2357"/>
                    <a:pt x="12477" y="2391"/>
                    <a:pt x="12543" y="2458"/>
                  </a:cubicBezTo>
                  <a:cubicBezTo>
                    <a:pt x="12593" y="2474"/>
                    <a:pt x="12635" y="2483"/>
                    <a:pt x="12672" y="2483"/>
                  </a:cubicBezTo>
                  <a:cubicBezTo>
                    <a:pt x="12710" y="2483"/>
                    <a:pt x="12743" y="2474"/>
                    <a:pt x="12777" y="2458"/>
                  </a:cubicBezTo>
                  <a:cubicBezTo>
                    <a:pt x="13110" y="2224"/>
                    <a:pt x="13144" y="1857"/>
                    <a:pt x="13177" y="1524"/>
                  </a:cubicBezTo>
                  <a:cubicBezTo>
                    <a:pt x="13177" y="1323"/>
                    <a:pt x="13210" y="1057"/>
                    <a:pt x="13310" y="956"/>
                  </a:cubicBezTo>
                  <a:cubicBezTo>
                    <a:pt x="13363" y="852"/>
                    <a:pt x="13476" y="768"/>
                    <a:pt x="13602" y="768"/>
                  </a:cubicBezTo>
                  <a:cubicBezTo>
                    <a:pt x="13638" y="768"/>
                    <a:pt x="13674" y="775"/>
                    <a:pt x="13711" y="790"/>
                  </a:cubicBezTo>
                  <a:cubicBezTo>
                    <a:pt x="14044" y="823"/>
                    <a:pt x="14445" y="1123"/>
                    <a:pt x="14545" y="1457"/>
                  </a:cubicBezTo>
                  <a:cubicBezTo>
                    <a:pt x="14678" y="1724"/>
                    <a:pt x="14678" y="2024"/>
                    <a:pt x="14711" y="2357"/>
                  </a:cubicBezTo>
                  <a:cubicBezTo>
                    <a:pt x="14778" y="2724"/>
                    <a:pt x="14812" y="3158"/>
                    <a:pt x="14978" y="3525"/>
                  </a:cubicBezTo>
                  <a:cubicBezTo>
                    <a:pt x="15012" y="3625"/>
                    <a:pt x="15112" y="3658"/>
                    <a:pt x="15178" y="3658"/>
                  </a:cubicBezTo>
                  <a:cubicBezTo>
                    <a:pt x="15312" y="3658"/>
                    <a:pt x="15345" y="3625"/>
                    <a:pt x="15379" y="3525"/>
                  </a:cubicBezTo>
                  <a:cubicBezTo>
                    <a:pt x="15512" y="3291"/>
                    <a:pt x="15612" y="2991"/>
                    <a:pt x="15679" y="2691"/>
                  </a:cubicBezTo>
                  <a:cubicBezTo>
                    <a:pt x="15812" y="2291"/>
                    <a:pt x="15946" y="1890"/>
                    <a:pt x="16146" y="1557"/>
                  </a:cubicBezTo>
                  <a:cubicBezTo>
                    <a:pt x="16346" y="1290"/>
                    <a:pt x="16713" y="1023"/>
                    <a:pt x="17113" y="990"/>
                  </a:cubicBezTo>
                  <a:cubicBezTo>
                    <a:pt x="17213" y="990"/>
                    <a:pt x="17480" y="990"/>
                    <a:pt x="17647" y="1157"/>
                  </a:cubicBezTo>
                  <a:cubicBezTo>
                    <a:pt x="17780" y="1290"/>
                    <a:pt x="17847" y="1490"/>
                    <a:pt x="17947" y="1724"/>
                  </a:cubicBezTo>
                  <a:cubicBezTo>
                    <a:pt x="18147" y="2391"/>
                    <a:pt x="18281" y="3058"/>
                    <a:pt x="18281" y="3792"/>
                  </a:cubicBezTo>
                  <a:cubicBezTo>
                    <a:pt x="18214" y="3959"/>
                    <a:pt x="18214" y="4059"/>
                    <a:pt x="18281" y="4225"/>
                  </a:cubicBezTo>
                  <a:cubicBezTo>
                    <a:pt x="18281" y="4359"/>
                    <a:pt x="18381" y="4392"/>
                    <a:pt x="18481" y="4392"/>
                  </a:cubicBezTo>
                  <a:cubicBezTo>
                    <a:pt x="18614" y="4392"/>
                    <a:pt x="18681" y="4326"/>
                    <a:pt x="18681" y="4192"/>
                  </a:cubicBezTo>
                  <a:lnTo>
                    <a:pt x="18681" y="3825"/>
                  </a:lnTo>
                  <a:cubicBezTo>
                    <a:pt x="18714" y="3625"/>
                    <a:pt x="18948" y="3458"/>
                    <a:pt x="19015" y="3358"/>
                  </a:cubicBezTo>
                  <a:cubicBezTo>
                    <a:pt x="19243" y="3213"/>
                    <a:pt x="19510" y="3132"/>
                    <a:pt x="19760" y="3132"/>
                  </a:cubicBezTo>
                  <a:cubicBezTo>
                    <a:pt x="19911" y="3132"/>
                    <a:pt x="20056" y="3162"/>
                    <a:pt x="20182" y="3225"/>
                  </a:cubicBezTo>
                  <a:cubicBezTo>
                    <a:pt x="20549" y="3458"/>
                    <a:pt x="20782" y="3892"/>
                    <a:pt x="20816" y="4359"/>
                  </a:cubicBezTo>
                  <a:cubicBezTo>
                    <a:pt x="20816" y="4392"/>
                    <a:pt x="20782" y="4392"/>
                    <a:pt x="20782" y="4459"/>
                  </a:cubicBezTo>
                  <a:cubicBezTo>
                    <a:pt x="20549" y="4826"/>
                    <a:pt x="20516" y="5193"/>
                    <a:pt x="20649" y="5526"/>
                  </a:cubicBezTo>
                  <a:cubicBezTo>
                    <a:pt x="20649" y="5626"/>
                    <a:pt x="20716" y="5660"/>
                    <a:pt x="20816" y="5660"/>
                  </a:cubicBezTo>
                  <a:cubicBezTo>
                    <a:pt x="20883" y="5660"/>
                    <a:pt x="20983" y="5626"/>
                    <a:pt x="21016" y="5526"/>
                  </a:cubicBezTo>
                  <a:cubicBezTo>
                    <a:pt x="21183" y="5193"/>
                    <a:pt x="21283" y="4859"/>
                    <a:pt x="21283" y="4492"/>
                  </a:cubicBezTo>
                  <a:cubicBezTo>
                    <a:pt x="21450" y="4326"/>
                    <a:pt x="21683" y="4192"/>
                    <a:pt x="21883" y="4159"/>
                  </a:cubicBezTo>
                  <a:cubicBezTo>
                    <a:pt x="21942" y="4148"/>
                    <a:pt x="22001" y="4143"/>
                    <a:pt x="22060" y="4143"/>
                  </a:cubicBezTo>
                  <a:cubicBezTo>
                    <a:pt x="22571" y="4143"/>
                    <a:pt x="23078" y="4518"/>
                    <a:pt x="23318" y="5026"/>
                  </a:cubicBezTo>
                  <a:cubicBezTo>
                    <a:pt x="23518" y="5526"/>
                    <a:pt x="23551" y="6194"/>
                    <a:pt x="23318" y="6861"/>
                  </a:cubicBezTo>
                  <a:cubicBezTo>
                    <a:pt x="23218" y="7161"/>
                    <a:pt x="22984" y="7461"/>
                    <a:pt x="22784" y="7528"/>
                  </a:cubicBezTo>
                  <a:cubicBezTo>
                    <a:pt x="22734" y="7545"/>
                    <a:pt x="22692" y="7553"/>
                    <a:pt x="22650" y="7553"/>
                  </a:cubicBezTo>
                  <a:cubicBezTo>
                    <a:pt x="22609" y="7553"/>
                    <a:pt x="22567" y="7545"/>
                    <a:pt x="22517" y="7528"/>
                  </a:cubicBezTo>
                  <a:cubicBezTo>
                    <a:pt x="22492" y="7519"/>
                    <a:pt x="22465" y="7515"/>
                    <a:pt x="22437" y="7515"/>
                  </a:cubicBezTo>
                  <a:cubicBezTo>
                    <a:pt x="22354" y="7515"/>
                    <a:pt x="22267" y="7553"/>
                    <a:pt x="22217" y="7628"/>
                  </a:cubicBezTo>
                  <a:cubicBezTo>
                    <a:pt x="22183" y="7728"/>
                    <a:pt x="22217" y="7861"/>
                    <a:pt x="22317" y="7895"/>
                  </a:cubicBezTo>
                  <a:cubicBezTo>
                    <a:pt x="22450" y="7961"/>
                    <a:pt x="22584" y="7995"/>
                    <a:pt x="22684" y="7995"/>
                  </a:cubicBezTo>
                  <a:lnTo>
                    <a:pt x="22784" y="7995"/>
                  </a:lnTo>
                  <a:cubicBezTo>
                    <a:pt x="23151" y="7861"/>
                    <a:pt x="23451" y="7461"/>
                    <a:pt x="23551" y="7061"/>
                  </a:cubicBezTo>
                  <a:cubicBezTo>
                    <a:pt x="23818" y="6294"/>
                    <a:pt x="23818" y="5526"/>
                    <a:pt x="23518" y="4893"/>
                  </a:cubicBezTo>
                  <a:cubicBezTo>
                    <a:pt x="23184" y="4225"/>
                    <a:pt x="22519" y="3778"/>
                    <a:pt x="21849" y="3778"/>
                  </a:cubicBezTo>
                  <a:cubicBezTo>
                    <a:pt x="21783" y="3778"/>
                    <a:pt x="21716" y="3783"/>
                    <a:pt x="21650" y="3792"/>
                  </a:cubicBezTo>
                  <a:cubicBezTo>
                    <a:pt x="21383" y="3825"/>
                    <a:pt x="21183" y="3892"/>
                    <a:pt x="21016" y="4025"/>
                  </a:cubicBezTo>
                  <a:cubicBezTo>
                    <a:pt x="20949" y="3558"/>
                    <a:pt x="20649" y="3158"/>
                    <a:pt x="20215" y="2891"/>
                  </a:cubicBezTo>
                  <a:cubicBezTo>
                    <a:pt x="20007" y="2794"/>
                    <a:pt x="19782" y="2743"/>
                    <a:pt x="19554" y="2743"/>
                  </a:cubicBezTo>
                  <a:cubicBezTo>
                    <a:pt x="19233" y="2743"/>
                    <a:pt x="18906" y="2844"/>
                    <a:pt x="18614" y="3058"/>
                  </a:cubicBezTo>
                  <a:lnTo>
                    <a:pt x="18481" y="3191"/>
                  </a:lnTo>
                  <a:cubicBezTo>
                    <a:pt x="18381" y="2691"/>
                    <a:pt x="18314" y="2157"/>
                    <a:pt x="18147" y="1657"/>
                  </a:cubicBezTo>
                  <a:cubicBezTo>
                    <a:pt x="18047" y="1390"/>
                    <a:pt x="17947" y="1123"/>
                    <a:pt x="17714" y="890"/>
                  </a:cubicBezTo>
                  <a:cubicBezTo>
                    <a:pt x="17554" y="704"/>
                    <a:pt x="17311" y="603"/>
                    <a:pt x="17049" y="603"/>
                  </a:cubicBezTo>
                  <a:cubicBezTo>
                    <a:pt x="16983" y="603"/>
                    <a:pt x="16914" y="609"/>
                    <a:pt x="16846" y="623"/>
                  </a:cubicBezTo>
                  <a:cubicBezTo>
                    <a:pt x="16379" y="690"/>
                    <a:pt x="15879" y="990"/>
                    <a:pt x="15612" y="1390"/>
                  </a:cubicBezTo>
                  <a:cubicBezTo>
                    <a:pt x="15345" y="1824"/>
                    <a:pt x="15178" y="2224"/>
                    <a:pt x="15045" y="2658"/>
                  </a:cubicBezTo>
                  <a:cubicBezTo>
                    <a:pt x="15012" y="2724"/>
                    <a:pt x="15012" y="2791"/>
                    <a:pt x="14978" y="2858"/>
                  </a:cubicBezTo>
                  <a:cubicBezTo>
                    <a:pt x="14978" y="2724"/>
                    <a:pt x="14945" y="2624"/>
                    <a:pt x="14945" y="2458"/>
                  </a:cubicBezTo>
                  <a:cubicBezTo>
                    <a:pt x="14945" y="2124"/>
                    <a:pt x="14878" y="1724"/>
                    <a:pt x="14778" y="1390"/>
                  </a:cubicBezTo>
                  <a:cubicBezTo>
                    <a:pt x="14611" y="890"/>
                    <a:pt x="14111" y="523"/>
                    <a:pt x="13611" y="456"/>
                  </a:cubicBezTo>
                  <a:cubicBezTo>
                    <a:pt x="13542" y="445"/>
                    <a:pt x="13477" y="439"/>
                    <a:pt x="13416" y="439"/>
                  </a:cubicBezTo>
                  <a:cubicBezTo>
                    <a:pt x="13122" y="439"/>
                    <a:pt x="12915" y="569"/>
                    <a:pt x="12777" y="790"/>
                  </a:cubicBezTo>
                  <a:cubicBezTo>
                    <a:pt x="12610" y="1023"/>
                    <a:pt x="12610" y="1323"/>
                    <a:pt x="12543" y="1557"/>
                  </a:cubicBezTo>
                  <a:lnTo>
                    <a:pt x="12543" y="1690"/>
                  </a:lnTo>
                  <a:cubicBezTo>
                    <a:pt x="12443" y="1190"/>
                    <a:pt x="12143" y="656"/>
                    <a:pt x="11776" y="389"/>
                  </a:cubicBezTo>
                  <a:cubicBezTo>
                    <a:pt x="11578" y="266"/>
                    <a:pt x="11362" y="197"/>
                    <a:pt x="11154" y="197"/>
                  </a:cubicBezTo>
                  <a:cubicBezTo>
                    <a:pt x="11082" y="197"/>
                    <a:pt x="11011" y="205"/>
                    <a:pt x="10942" y="223"/>
                  </a:cubicBezTo>
                  <a:cubicBezTo>
                    <a:pt x="10375" y="356"/>
                    <a:pt x="10041" y="890"/>
                    <a:pt x="9975" y="1724"/>
                  </a:cubicBezTo>
                  <a:cubicBezTo>
                    <a:pt x="9875" y="1624"/>
                    <a:pt x="9808" y="1490"/>
                    <a:pt x="9775" y="1357"/>
                  </a:cubicBezTo>
                  <a:cubicBezTo>
                    <a:pt x="9675" y="1190"/>
                    <a:pt x="9608" y="1057"/>
                    <a:pt x="9508" y="890"/>
                  </a:cubicBezTo>
                  <a:cubicBezTo>
                    <a:pt x="9241" y="445"/>
                    <a:pt x="8790" y="1"/>
                    <a:pt x="82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1"/>
            <p:cNvSpPr/>
            <p:nvPr/>
          </p:nvSpPr>
          <p:spPr>
            <a:xfrm>
              <a:off x="2229350" y="4357400"/>
              <a:ext cx="353625" cy="127050"/>
            </a:xfrm>
            <a:custGeom>
              <a:avLst/>
              <a:gdLst/>
              <a:ahLst/>
              <a:cxnLst/>
              <a:rect l="l" t="t" r="r" b="b"/>
              <a:pathLst>
                <a:path w="14145" h="5082" extrusionOk="0">
                  <a:moveTo>
                    <a:pt x="5869" y="0"/>
                  </a:moveTo>
                  <a:cubicBezTo>
                    <a:pt x="5804" y="0"/>
                    <a:pt x="5741" y="16"/>
                    <a:pt x="5672" y="44"/>
                  </a:cubicBezTo>
                  <a:cubicBezTo>
                    <a:pt x="5371" y="111"/>
                    <a:pt x="5071" y="478"/>
                    <a:pt x="4938" y="811"/>
                  </a:cubicBezTo>
                  <a:lnTo>
                    <a:pt x="4504" y="1979"/>
                  </a:lnTo>
                  <a:cubicBezTo>
                    <a:pt x="4437" y="1745"/>
                    <a:pt x="4371" y="1545"/>
                    <a:pt x="4271" y="1312"/>
                  </a:cubicBezTo>
                  <a:cubicBezTo>
                    <a:pt x="4237" y="1145"/>
                    <a:pt x="4104" y="1045"/>
                    <a:pt x="3937" y="945"/>
                  </a:cubicBezTo>
                  <a:cubicBezTo>
                    <a:pt x="3886" y="919"/>
                    <a:pt x="3833" y="907"/>
                    <a:pt x="3781" y="907"/>
                  </a:cubicBezTo>
                  <a:cubicBezTo>
                    <a:pt x="3560" y="907"/>
                    <a:pt x="3338" y="1122"/>
                    <a:pt x="3203" y="1445"/>
                  </a:cubicBezTo>
                  <a:lnTo>
                    <a:pt x="2703" y="2579"/>
                  </a:lnTo>
                  <a:cubicBezTo>
                    <a:pt x="2569" y="2112"/>
                    <a:pt x="2403" y="1712"/>
                    <a:pt x="2169" y="1278"/>
                  </a:cubicBezTo>
                  <a:cubicBezTo>
                    <a:pt x="2069" y="1145"/>
                    <a:pt x="1836" y="745"/>
                    <a:pt x="1402" y="711"/>
                  </a:cubicBezTo>
                  <a:cubicBezTo>
                    <a:pt x="1068" y="711"/>
                    <a:pt x="735" y="911"/>
                    <a:pt x="535" y="1312"/>
                  </a:cubicBezTo>
                  <a:cubicBezTo>
                    <a:pt x="34" y="2246"/>
                    <a:pt x="1" y="3413"/>
                    <a:pt x="368" y="4381"/>
                  </a:cubicBezTo>
                  <a:cubicBezTo>
                    <a:pt x="416" y="4453"/>
                    <a:pt x="481" y="4507"/>
                    <a:pt x="564" y="4507"/>
                  </a:cubicBezTo>
                  <a:cubicBezTo>
                    <a:pt x="596" y="4507"/>
                    <a:pt x="631" y="4499"/>
                    <a:pt x="668" y="4481"/>
                  </a:cubicBezTo>
                  <a:cubicBezTo>
                    <a:pt x="768" y="4414"/>
                    <a:pt x="835" y="4314"/>
                    <a:pt x="768" y="4214"/>
                  </a:cubicBezTo>
                  <a:cubicBezTo>
                    <a:pt x="435" y="3313"/>
                    <a:pt x="501" y="2312"/>
                    <a:pt x="935" y="1478"/>
                  </a:cubicBezTo>
                  <a:cubicBezTo>
                    <a:pt x="1002" y="1378"/>
                    <a:pt x="1202" y="1078"/>
                    <a:pt x="1402" y="1078"/>
                  </a:cubicBezTo>
                  <a:cubicBezTo>
                    <a:pt x="1535" y="1078"/>
                    <a:pt x="1702" y="1212"/>
                    <a:pt x="1836" y="1445"/>
                  </a:cubicBezTo>
                  <a:cubicBezTo>
                    <a:pt x="2169" y="2046"/>
                    <a:pt x="2336" y="2646"/>
                    <a:pt x="2403" y="3280"/>
                  </a:cubicBezTo>
                  <a:cubicBezTo>
                    <a:pt x="2403" y="3380"/>
                    <a:pt x="2503" y="3447"/>
                    <a:pt x="2569" y="3447"/>
                  </a:cubicBezTo>
                  <a:cubicBezTo>
                    <a:pt x="2669" y="3447"/>
                    <a:pt x="2736" y="3413"/>
                    <a:pt x="2770" y="3313"/>
                  </a:cubicBezTo>
                  <a:lnTo>
                    <a:pt x="3537" y="1579"/>
                  </a:lnTo>
                  <a:cubicBezTo>
                    <a:pt x="3597" y="1399"/>
                    <a:pt x="3710" y="1273"/>
                    <a:pt x="3757" y="1273"/>
                  </a:cubicBezTo>
                  <a:cubicBezTo>
                    <a:pt x="3762" y="1273"/>
                    <a:pt x="3767" y="1275"/>
                    <a:pt x="3770" y="1278"/>
                  </a:cubicBezTo>
                  <a:cubicBezTo>
                    <a:pt x="3770" y="1312"/>
                    <a:pt x="3837" y="1312"/>
                    <a:pt x="3870" y="1445"/>
                  </a:cubicBezTo>
                  <a:cubicBezTo>
                    <a:pt x="4070" y="1879"/>
                    <a:pt x="4171" y="2379"/>
                    <a:pt x="4171" y="2813"/>
                  </a:cubicBezTo>
                  <a:cubicBezTo>
                    <a:pt x="4171" y="2913"/>
                    <a:pt x="4237" y="3046"/>
                    <a:pt x="4337" y="3046"/>
                  </a:cubicBezTo>
                  <a:cubicBezTo>
                    <a:pt x="4351" y="3051"/>
                    <a:pt x="4365" y="3053"/>
                    <a:pt x="4378" y="3053"/>
                  </a:cubicBezTo>
                  <a:cubicBezTo>
                    <a:pt x="4463" y="3053"/>
                    <a:pt x="4542" y="2970"/>
                    <a:pt x="4571" y="2913"/>
                  </a:cubicBezTo>
                  <a:lnTo>
                    <a:pt x="5371" y="911"/>
                  </a:lnTo>
                  <a:cubicBezTo>
                    <a:pt x="5505" y="645"/>
                    <a:pt x="5672" y="411"/>
                    <a:pt x="5838" y="378"/>
                  </a:cubicBezTo>
                  <a:cubicBezTo>
                    <a:pt x="5855" y="344"/>
                    <a:pt x="5872" y="328"/>
                    <a:pt x="5888" y="328"/>
                  </a:cubicBezTo>
                  <a:cubicBezTo>
                    <a:pt x="5905" y="328"/>
                    <a:pt x="5922" y="344"/>
                    <a:pt x="5938" y="378"/>
                  </a:cubicBezTo>
                  <a:cubicBezTo>
                    <a:pt x="6005" y="411"/>
                    <a:pt x="6039" y="544"/>
                    <a:pt x="6072" y="645"/>
                  </a:cubicBezTo>
                  <a:cubicBezTo>
                    <a:pt x="6205" y="1212"/>
                    <a:pt x="6239" y="1745"/>
                    <a:pt x="6205" y="2279"/>
                  </a:cubicBezTo>
                  <a:cubicBezTo>
                    <a:pt x="6205" y="2379"/>
                    <a:pt x="6239" y="2446"/>
                    <a:pt x="6339" y="2479"/>
                  </a:cubicBezTo>
                  <a:cubicBezTo>
                    <a:pt x="6359" y="2500"/>
                    <a:pt x="6383" y="2508"/>
                    <a:pt x="6408" y="2508"/>
                  </a:cubicBezTo>
                  <a:cubicBezTo>
                    <a:pt x="6464" y="2508"/>
                    <a:pt x="6526" y="2469"/>
                    <a:pt x="6572" y="2446"/>
                  </a:cubicBezTo>
                  <a:cubicBezTo>
                    <a:pt x="6772" y="2246"/>
                    <a:pt x="6906" y="1945"/>
                    <a:pt x="7006" y="1712"/>
                  </a:cubicBezTo>
                  <a:cubicBezTo>
                    <a:pt x="7073" y="1445"/>
                    <a:pt x="7173" y="1212"/>
                    <a:pt x="7373" y="1078"/>
                  </a:cubicBezTo>
                  <a:cubicBezTo>
                    <a:pt x="7446" y="1023"/>
                    <a:pt x="7530" y="998"/>
                    <a:pt x="7607" y="998"/>
                  </a:cubicBezTo>
                  <a:cubicBezTo>
                    <a:pt x="7670" y="998"/>
                    <a:pt x="7728" y="1015"/>
                    <a:pt x="7773" y="1045"/>
                  </a:cubicBezTo>
                  <a:cubicBezTo>
                    <a:pt x="8007" y="1112"/>
                    <a:pt x="8207" y="1278"/>
                    <a:pt x="8340" y="1478"/>
                  </a:cubicBezTo>
                  <a:cubicBezTo>
                    <a:pt x="8540" y="1912"/>
                    <a:pt x="8474" y="2379"/>
                    <a:pt x="8440" y="2913"/>
                  </a:cubicBezTo>
                  <a:cubicBezTo>
                    <a:pt x="8440" y="2980"/>
                    <a:pt x="8474" y="3080"/>
                    <a:pt x="8574" y="3113"/>
                  </a:cubicBezTo>
                  <a:cubicBezTo>
                    <a:pt x="8601" y="3127"/>
                    <a:pt x="8640" y="3135"/>
                    <a:pt x="8679" y="3135"/>
                  </a:cubicBezTo>
                  <a:cubicBezTo>
                    <a:pt x="8734" y="3135"/>
                    <a:pt x="8788" y="3119"/>
                    <a:pt x="8807" y="3080"/>
                  </a:cubicBezTo>
                  <a:cubicBezTo>
                    <a:pt x="9041" y="2879"/>
                    <a:pt x="9207" y="2579"/>
                    <a:pt x="9308" y="2312"/>
                  </a:cubicBezTo>
                  <a:cubicBezTo>
                    <a:pt x="9408" y="2146"/>
                    <a:pt x="9474" y="1979"/>
                    <a:pt x="9574" y="1879"/>
                  </a:cubicBezTo>
                  <a:cubicBezTo>
                    <a:pt x="9738" y="1605"/>
                    <a:pt x="10015" y="1377"/>
                    <a:pt x="10293" y="1377"/>
                  </a:cubicBezTo>
                  <a:cubicBezTo>
                    <a:pt x="10354" y="1377"/>
                    <a:pt x="10415" y="1388"/>
                    <a:pt x="10475" y="1412"/>
                  </a:cubicBezTo>
                  <a:cubicBezTo>
                    <a:pt x="10775" y="1478"/>
                    <a:pt x="10909" y="1879"/>
                    <a:pt x="10909" y="2146"/>
                  </a:cubicBezTo>
                  <a:lnTo>
                    <a:pt x="10909" y="2646"/>
                  </a:lnTo>
                  <a:cubicBezTo>
                    <a:pt x="10909" y="2879"/>
                    <a:pt x="10875" y="3080"/>
                    <a:pt x="10909" y="3313"/>
                  </a:cubicBezTo>
                  <a:cubicBezTo>
                    <a:pt x="10909" y="3413"/>
                    <a:pt x="10975" y="3480"/>
                    <a:pt x="11075" y="3480"/>
                  </a:cubicBezTo>
                  <a:cubicBezTo>
                    <a:pt x="11176" y="3480"/>
                    <a:pt x="11242" y="3447"/>
                    <a:pt x="11276" y="3380"/>
                  </a:cubicBezTo>
                  <a:cubicBezTo>
                    <a:pt x="11576" y="2813"/>
                    <a:pt x="12009" y="2412"/>
                    <a:pt x="12543" y="2146"/>
                  </a:cubicBezTo>
                  <a:cubicBezTo>
                    <a:pt x="12711" y="2073"/>
                    <a:pt x="12897" y="2019"/>
                    <a:pt x="13050" y="2019"/>
                  </a:cubicBezTo>
                  <a:cubicBezTo>
                    <a:pt x="13109" y="2019"/>
                    <a:pt x="13164" y="2027"/>
                    <a:pt x="13210" y="2046"/>
                  </a:cubicBezTo>
                  <a:cubicBezTo>
                    <a:pt x="13477" y="2112"/>
                    <a:pt x="13677" y="2446"/>
                    <a:pt x="13711" y="2713"/>
                  </a:cubicBezTo>
                  <a:cubicBezTo>
                    <a:pt x="13744" y="3046"/>
                    <a:pt x="13677" y="3413"/>
                    <a:pt x="13544" y="3713"/>
                  </a:cubicBezTo>
                  <a:cubicBezTo>
                    <a:pt x="13410" y="4047"/>
                    <a:pt x="13244" y="4414"/>
                    <a:pt x="13044" y="4747"/>
                  </a:cubicBezTo>
                  <a:cubicBezTo>
                    <a:pt x="13010" y="4881"/>
                    <a:pt x="13044" y="4981"/>
                    <a:pt x="13110" y="5048"/>
                  </a:cubicBezTo>
                  <a:cubicBezTo>
                    <a:pt x="13110" y="5081"/>
                    <a:pt x="13177" y="5081"/>
                    <a:pt x="13210" y="5081"/>
                  </a:cubicBezTo>
                  <a:cubicBezTo>
                    <a:pt x="13255" y="5081"/>
                    <a:pt x="13299" y="5066"/>
                    <a:pt x="13334" y="5066"/>
                  </a:cubicBezTo>
                  <a:cubicBezTo>
                    <a:pt x="13351" y="5066"/>
                    <a:pt x="13366" y="5070"/>
                    <a:pt x="13377" y="5081"/>
                  </a:cubicBezTo>
                  <a:cubicBezTo>
                    <a:pt x="13577" y="4714"/>
                    <a:pt x="13777" y="4314"/>
                    <a:pt x="13911" y="3947"/>
                  </a:cubicBezTo>
                  <a:cubicBezTo>
                    <a:pt x="14044" y="3580"/>
                    <a:pt x="14144" y="3146"/>
                    <a:pt x="14111" y="2746"/>
                  </a:cubicBezTo>
                  <a:cubicBezTo>
                    <a:pt x="14078" y="2312"/>
                    <a:pt x="13811" y="1812"/>
                    <a:pt x="13310" y="1712"/>
                  </a:cubicBezTo>
                  <a:cubicBezTo>
                    <a:pt x="13210" y="1674"/>
                    <a:pt x="13106" y="1656"/>
                    <a:pt x="12994" y="1656"/>
                  </a:cubicBezTo>
                  <a:cubicBezTo>
                    <a:pt x="12809" y="1656"/>
                    <a:pt x="12606" y="1708"/>
                    <a:pt x="12376" y="1812"/>
                  </a:cubicBezTo>
                  <a:cubicBezTo>
                    <a:pt x="11943" y="1979"/>
                    <a:pt x="11609" y="2279"/>
                    <a:pt x="11309" y="2613"/>
                  </a:cubicBezTo>
                  <a:lnTo>
                    <a:pt x="11309" y="2146"/>
                  </a:lnTo>
                  <a:cubicBezTo>
                    <a:pt x="11276" y="1745"/>
                    <a:pt x="11109" y="1212"/>
                    <a:pt x="10675" y="1045"/>
                  </a:cubicBezTo>
                  <a:cubicBezTo>
                    <a:pt x="10543" y="983"/>
                    <a:pt x="10410" y="955"/>
                    <a:pt x="10281" y="955"/>
                  </a:cubicBezTo>
                  <a:cubicBezTo>
                    <a:pt x="9858" y="955"/>
                    <a:pt x="9471" y="1254"/>
                    <a:pt x="9241" y="1612"/>
                  </a:cubicBezTo>
                  <a:cubicBezTo>
                    <a:pt x="9107" y="1779"/>
                    <a:pt x="9041" y="1945"/>
                    <a:pt x="8941" y="2112"/>
                  </a:cubicBezTo>
                  <a:cubicBezTo>
                    <a:pt x="8941" y="2146"/>
                    <a:pt x="8907" y="2146"/>
                    <a:pt x="8907" y="2212"/>
                  </a:cubicBezTo>
                  <a:cubicBezTo>
                    <a:pt x="8907" y="1912"/>
                    <a:pt x="8807" y="1612"/>
                    <a:pt x="8707" y="1312"/>
                  </a:cubicBezTo>
                  <a:cubicBezTo>
                    <a:pt x="8540" y="978"/>
                    <a:pt x="8207" y="745"/>
                    <a:pt x="7873" y="645"/>
                  </a:cubicBezTo>
                  <a:cubicBezTo>
                    <a:pt x="7810" y="637"/>
                    <a:pt x="7747" y="632"/>
                    <a:pt x="7685" y="632"/>
                  </a:cubicBezTo>
                  <a:cubicBezTo>
                    <a:pt x="7482" y="632"/>
                    <a:pt x="7284" y="676"/>
                    <a:pt x="7106" y="778"/>
                  </a:cubicBezTo>
                  <a:cubicBezTo>
                    <a:pt x="6806" y="978"/>
                    <a:pt x="6706" y="1278"/>
                    <a:pt x="6572" y="1579"/>
                  </a:cubicBezTo>
                  <a:cubicBezTo>
                    <a:pt x="6572" y="1278"/>
                    <a:pt x="6539" y="945"/>
                    <a:pt x="6439" y="645"/>
                  </a:cubicBezTo>
                  <a:cubicBezTo>
                    <a:pt x="6405" y="444"/>
                    <a:pt x="6339" y="244"/>
                    <a:pt x="6172" y="111"/>
                  </a:cubicBezTo>
                  <a:cubicBezTo>
                    <a:pt x="6055" y="33"/>
                    <a:pt x="5960" y="0"/>
                    <a:pt x="58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1"/>
            <p:cNvSpPr/>
            <p:nvPr/>
          </p:nvSpPr>
          <p:spPr>
            <a:xfrm>
              <a:off x="1261175" y="4510200"/>
              <a:ext cx="220175" cy="151025"/>
            </a:xfrm>
            <a:custGeom>
              <a:avLst/>
              <a:gdLst/>
              <a:ahLst/>
              <a:cxnLst/>
              <a:rect l="l" t="t" r="r" b="b"/>
              <a:pathLst>
                <a:path w="8807" h="6041" extrusionOk="0">
                  <a:moveTo>
                    <a:pt x="4825" y="0"/>
                  </a:moveTo>
                  <a:cubicBezTo>
                    <a:pt x="4735" y="0"/>
                    <a:pt x="4653" y="29"/>
                    <a:pt x="4570" y="70"/>
                  </a:cubicBezTo>
                  <a:cubicBezTo>
                    <a:pt x="4537" y="137"/>
                    <a:pt x="4470" y="137"/>
                    <a:pt x="4470" y="170"/>
                  </a:cubicBezTo>
                  <a:cubicBezTo>
                    <a:pt x="4070" y="870"/>
                    <a:pt x="4137" y="1704"/>
                    <a:pt x="4237" y="2505"/>
                  </a:cubicBezTo>
                  <a:cubicBezTo>
                    <a:pt x="4270" y="3005"/>
                    <a:pt x="4337" y="3506"/>
                    <a:pt x="4270" y="3973"/>
                  </a:cubicBezTo>
                  <a:lnTo>
                    <a:pt x="3303" y="2305"/>
                  </a:lnTo>
                  <a:cubicBezTo>
                    <a:pt x="3269" y="2171"/>
                    <a:pt x="3136" y="2005"/>
                    <a:pt x="2969" y="1938"/>
                  </a:cubicBezTo>
                  <a:cubicBezTo>
                    <a:pt x="2903" y="1909"/>
                    <a:pt x="2839" y="1895"/>
                    <a:pt x="2777" y="1895"/>
                  </a:cubicBezTo>
                  <a:cubicBezTo>
                    <a:pt x="2558" y="1895"/>
                    <a:pt x="2373" y="2063"/>
                    <a:pt x="2269" y="2271"/>
                  </a:cubicBezTo>
                  <a:cubicBezTo>
                    <a:pt x="2135" y="2505"/>
                    <a:pt x="2168" y="2705"/>
                    <a:pt x="2168" y="2939"/>
                  </a:cubicBezTo>
                  <a:lnTo>
                    <a:pt x="2269" y="4440"/>
                  </a:lnTo>
                  <a:lnTo>
                    <a:pt x="1068" y="3305"/>
                  </a:lnTo>
                  <a:cubicBezTo>
                    <a:pt x="989" y="3227"/>
                    <a:pt x="786" y="3065"/>
                    <a:pt x="540" y="3065"/>
                  </a:cubicBezTo>
                  <a:cubicBezTo>
                    <a:pt x="474" y="3065"/>
                    <a:pt x="405" y="3077"/>
                    <a:pt x="334" y="3105"/>
                  </a:cubicBezTo>
                  <a:cubicBezTo>
                    <a:pt x="100" y="3205"/>
                    <a:pt x="0" y="3472"/>
                    <a:pt x="67" y="3839"/>
                  </a:cubicBezTo>
                  <a:cubicBezTo>
                    <a:pt x="167" y="4640"/>
                    <a:pt x="467" y="5340"/>
                    <a:pt x="934" y="5974"/>
                  </a:cubicBezTo>
                  <a:cubicBezTo>
                    <a:pt x="968" y="6007"/>
                    <a:pt x="1034" y="6041"/>
                    <a:pt x="1101" y="6041"/>
                  </a:cubicBezTo>
                  <a:cubicBezTo>
                    <a:pt x="1134" y="6041"/>
                    <a:pt x="1201" y="6041"/>
                    <a:pt x="1134" y="5941"/>
                  </a:cubicBezTo>
                  <a:cubicBezTo>
                    <a:pt x="1234" y="5841"/>
                    <a:pt x="1268" y="5707"/>
                    <a:pt x="1168" y="5640"/>
                  </a:cubicBezTo>
                  <a:cubicBezTo>
                    <a:pt x="767" y="5107"/>
                    <a:pt x="467" y="4440"/>
                    <a:pt x="401" y="3706"/>
                  </a:cubicBezTo>
                  <a:cubicBezTo>
                    <a:pt x="334" y="3539"/>
                    <a:pt x="401" y="3439"/>
                    <a:pt x="434" y="3439"/>
                  </a:cubicBezTo>
                  <a:cubicBezTo>
                    <a:pt x="434" y="3439"/>
                    <a:pt x="501" y="3439"/>
                    <a:pt x="667" y="3606"/>
                  </a:cubicBezTo>
                  <a:lnTo>
                    <a:pt x="2269" y="5040"/>
                  </a:lnTo>
                  <a:cubicBezTo>
                    <a:pt x="2311" y="5103"/>
                    <a:pt x="2367" y="5127"/>
                    <a:pt x="2419" y="5127"/>
                  </a:cubicBezTo>
                  <a:cubicBezTo>
                    <a:pt x="2449" y="5127"/>
                    <a:pt x="2478" y="5119"/>
                    <a:pt x="2502" y="5107"/>
                  </a:cubicBezTo>
                  <a:cubicBezTo>
                    <a:pt x="2602" y="5040"/>
                    <a:pt x="2635" y="4973"/>
                    <a:pt x="2635" y="4873"/>
                  </a:cubicBezTo>
                  <a:lnTo>
                    <a:pt x="2569" y="2805"/>
                  </a:lnTo>
                  <a:cubicBezTo>
                    <a:pt x="2569" y="2638"/>
                    <a:pt x="2569" y="2472"/>
                    <a:pt x="2602" y="2338"/>
                  </a:cubicBezTo>
                  <a:cubicBezTo>
                    <a:pt x="2631" y="2281"/>
                    <a:pt x="2734" y="2198"/>
                    <a:pt x="2783" y="2198"/>
                  </a:cubicBezTo>
                  <a:cubicBezTo>
                    <a:pt x="2791" y="2198"/>
                    <a:pt x="2798" y="2200"/>
                    <a:pt x="2802" y="2205"/>
                  </a:cubicBezTo>
                  <a:cubicBezTo>
                    <a:pt x="2902" y="2205"/>
                    <a:pt x="2936" y="2305"/>
                    <a:pt x="2969" y="2371"/>
                  </a:cubicBezTo>
                  <a:lnTo>
                    <a:pt x="4203" y="4473"/>
                  </a:lnTo>
                  <a:cubicBezTo>
                    <a:pt x="4237" y="4506"/>
                    <a:pt x="4303" y="4540"/>
                    <a:pt x="4403" y="4540"/>
                  </a:cubicBezTo>
                  <a:cubicBezTo>
                    <a:pt x="4470" y="4540"/>
                    <a:pt x="4537" y="4506"/>
                    <a:pt x="4570" y="4406"/>
                  </a:cubicBezTo>
                  <a:cubicBezTo>
                    <a:pt x="4870" y="3739"/>
                    <a:pt x="4770" y="3005"/>
                    <a:pt x="4704" y="2305"/>
                  </a:cubicBezTo>
                  <a:cubicBezTo>
                    <a:pt x="4637" y="1571"/>
                    <a:pt x="4570" y="870"/>
                    <a:pt x="4870" y="303"/>
                  </a:cubicBezTo>
                  <a:lnTo>
                    <a:pt x="4937" y="303"/>
                  </a:lnTo>
                  <a:cubicBezTo>
                    <a:pt x="5071" y="337"/>
                    <a:pt x="5237" y="503"/>
                    <a:pt x="5371" y="737"/>
                  </a:cubicBezTo>
                  <a:lnTo>
                    <a:pt x="6071" y="2238"/>
                  </a:lnTo>
                  <a:cubicBezTo>
                    <a:pt x="6105" y="2338"/>
                    <a:pt x="6138" y="2371"/>
                    <a:pt x="6205" y="2371"/>
                  </a:cubicBezTo>
                  <a:cubicBezTo>
                    <a:pt x="6238" y="2371"/>
                    <a:pt x="6305" y="2371"/>
                    <a:pt x="6371" y="2338"/>
                  </a:cubicBezTo>
                  <a:cubicBezTo>
                    <a:pt x="6605" y="2171"/>
                    <a:pt x="6638" y="1871"/>
                    <a:pt x="6705" y="1638"/>
                  </a:cubicBezTo>
                  <a:cubicBezTo>
                    <a:pt x="6738" y="1504"/>
                    <a:pt x="6738" y="1337"/>
                    <a:pt x="6805" y="1237"/>
                  </a:cubicBezTo>
                  <a:cubicBezTo>
                    <a:pt x="6872" y="1171"/>
                    <a:pt x="6939" y="1137"/>
                    <a:pt x="7039" y="1137"/>
                  </a:cubicBezTo>
                  <a:cubicBezTo>
                    <a:pt x="7087" y="1118"/>
                    <a:pt x="7136" y="1110"/>
                    <a:pt x="7183" y="1110"/>
                  </a:cubicBezTo>
                  <a:cubicBezTo>
                    <a:pt x="7297" y="1110"/>
                    <a:pt x="7401" y="1157"/>
                    <a:pt x="7472" y="1204"/>
                  </a:cubicBezTo>
                  <a:cubicBezTo>
                    <a:pt x="7739" y="1371"/>
                    <a:pt x="7873" y="1704"/>
                    <a:pt x="7973" y="2005"/>
                  </a:cubicBezTo>
                  <a:cubicBezTo>
                    <a:pt x="8239" y="2705"/>
                    <a:pt x="8373" y="3406"/>
                    <a:pt x="8406" y="4139"/>
                  </a:cubicBezTo>
                  <a:cubicBezTo>
                    <a:pt x="8406" y="4239"/>
                    <a:pt x="8473" y="4340"/>
                    <a:pt x="8606" y="4340"/>
                  </a:cubicBezTo>
                  <a:cubicBezTo>
                    <a:pt x="8740" y="4340"/>
                    <a:pt x="8807" y="4239"/>
                    <a:pt x="8807" y="4139"/>
                  </a:cubicBezTo>
                  <a:cubicBezTo>
                    <a:pt x="8773" y="3339"/>
                    <a:pt x="8640" y="2572"/>
                    <a:pt x="8373" y="1871"/>
                  </a:cubicBezTo>
                  <a:cubicBezTo>
                    <a:pt x="8239" y="1538"/>
                    <a:pt x="8073" y="1171"/>
                    <a:pt x="7706" y="904"/>
                  </a:cubicBezTo>
                  <a:cubicBezTo>
                    <a:pt x="7537" y="832"/>
                    <a:pt x="7352" y="777"/>
                    <a:pt x="7161" y="777"/>
                  </a:cubicBezTo>
                  <a:cubicBezTo>
                    <a:pt x="7088" y="777"/>
                    <a:pt x="7013" y="785"/>
                    <a:pt x="6939" y="804"/>
                  </a:cubicBezTo>
                  <a:cubicBezTo>
                    <a:pt x="6738" y="837"/>
                    <a:pt x="6572" y="970"/>
                    <a:pt x="6438" y="1137"/>
                  </a:cubicBezTo>
                  <a:cubicBezTo>
                    <a:pt x="6305" y="1304"/>
                    <a:pt x="6305" y="1504"/>
                    <a:pt x="6271" y="1671"/>
                  </a:cubicBezTo>
                  <a:cubicBezTo>
                    <a:pt x="6238" y="1738"/>
                    <a:pt x="6238" y="1804"/>
                    <a:pt x="6238" y="1838"/>
                  </a:cubicBezTo>
                  <a:lnTo>
                    <a:pt x="5671" y="704"/>
                  </a:lnTo>
                  <a:cubicBezTo>
                    <a:pt x="5571" y="470"/>
                    <a:pt x="5304" y="137"/>
                    <a:pt x="5004" y="36"/>
                  </a:cubicBezTo>
                  <a:cubicBezTo>
                    <a:pt x="4940" y="11"/>
                    <a:pt x="4881" y="0"/>
                    <a:pt x="48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1"/>
            <p:cNvSpPr/>
            <p:nvPr/>
          </p:nvSpPr>
          <p:spPr>
            <a:xfrm>
              <a:off x="1076025" y="3365200"/>
              <a:ext cx="223525" cy="708525"/>
            </a:xfrm>
            <a:custGeom>
              <a:avLst/>
              <a:gdLst/>
              <a:ahLst/>
              <a:cxnLst/>
              <a:rect l="l" t="t" r="r" b="b"/>
              <a:pathLst>
                <a:path w="8941" h="28341" extrusionOk="0">
                  <a:moveTo>
                    <a:pt x="6873" y="1"/>
                  </a:moveTo>
                  <a:cubicBezTo>
                    <a:pt x="6758" y="1"/>
                    <a:pt x="6642" y="33"/>
                    <a:pt x="6539" y="104"/>
                  </a:cubicBezTo>
                  <a:cubicBezTo>
                    <a:pt x="5638" y="771"/>
                    <a:pt x="4704" y="1238"/>
                    <a:pt x="3637" y="1571"/>
                  </a:cubicBezTo>
                  <a:cubicBezTo>
                    <a:pt x="2970" y="1772"/>
                    <a:pt x="3203" y="2706"/>
                    <a:pt x="3804" y="2772"/>
                  </a:cubicBezTo>
                  <a:lnTo>
                    <a:pt x="3670" y="4640"/>
                  </a:lnTo>
                  <a:cubicBezTo>
                    <a:pt x="3645" y="4638"/>
                    <a:pt x="3620" y="4636"/>
                    <a:pt x="3596" y="4636"/>
                  </a:cubicBezTo>
                  <a:cubicBezTo>
                    <a:pt x="3327" y="4636"/>
                    <a:pt x="3095" y="4804"/>
                    <a:pt x="3003" y="5141"/>
                  </a:cubicBezTo>
                  <a:cubicBezTo>
                    <a:pt x="2036" y="11412"/>
                    <a:pt x="1035" y="17616"/>
                    <a:pt x="34" y="23854"/>
                  </a:cubicBezTo>
                  <a:cubicBezTo>
                    <a:pt x="1" y="24121"/>
                    <a:pt x="134" y="24454"/>
                    <a:pt x="368" y="24521"/>
                  </a:cubicBezTo>
                  <a:cubicBezTo>
                    <a:pt x="2803" y="25422"/>
                    <a:pt x="5005" y="26623"/>
                    <a:pt x="7039" y="28191"/>
                  </a:cubicBezTo>
                  <a:cubicBezTo>
                    <a:pt x="7152" y="28292"/>
                    <a:pt x="7299" y="28340"/>
                    <a:pt x="7445" y="28340"/>
                  </a:cubicBezTo>
                  <a:cubicBezTo>
                    <a:pt x="7732" y="28340"/>
                    <a:pt x="8018" y="28155"/>
                    <a:pt x="8040" y="27824"/>
                  </a:cubicBezTo>
                  <a:cubicBezTo>
                    <a:pt x="8941" y="18750"/>
                    <a:pt x="5705" y="9744"/>
                    <a:pt x="7506" y="738"/>
                  </a:cubicBezTo>
                  <a:cubicBezTo>
                    <a:pt x="7608" y="330"/>
                    <a:pt x="7244" y="1"/>
                    <a:pt x="6873" y="1"/>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1"/>
            <p:cNvSpPr/>
            <p:nvPr/>
          </p:nvSpPr>
          <p:spPr>
            <a:xfrm>
              <a:off x="1006825" y="3535400"/>
              <a:ext cx="189325" cy="85550"/>
            </a:xfrm>
            <a:custGeom>
              <a:avLst/>
              <a:gdLst/>
              <a:ahLst/>
              <a:cxnLst/>
              <a:rect l="l" t="t" r="r" b="b"/>
              <a:pathLst>
                <a:path w="7573" h="3422" extrusionOk="0">
                  <a:moveTo>
                    <a:pt x="0" y="1"/>
                  </a:moveTo>
                  <a:lnTo>
                    <a:pt x="0" y="1135"/>
                  </a:lnTo>
                  <a:cubicBezTo>
                    <a:pt x="2129" y="2492"/>
                    <a:pt x="4486" y="3422"/>
                    <a:pt x="6966" y="3422"/>
                  </a:cubicBezTo>
                  <a:cubicBezTo>
                    <a:pt x="7167" y="3422"/>
                    <a:pt x="7369" y="3415"/>
                    <a:pt x="7572" y="3403"/>
                  </a:cubicBezTo>
                  <a:lnTo>
                    <a:pt x="5971" y="1335"/>
                  </a:lnTo>
                  <a:cubicBezTo>
                    <a:pt x="5723" y="1355"/>
                    <a:pt x="5474" y="1365"/>
                    <a:pt x="5225" y="1365"/>
                  </a:cubicBezTo>
                  <a:cubicBezTo>
                    <a:pt x="3428" y="1365"/>
                    <a:pt x="1611" y="850"/>
                    <a:pt x="0" y="1"/>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p:nvPr/>
          </p:nvSpPr>
          <p:spPr>
            <a:xfrm>
              <a:off x="1006825" y="3559575"/>
              <a:ext cx="194325" cy="65525"/>
            </a:xfrm>
            <a:custGeom>
              <a:avLst/>
              <a:gdLst/>
              <a:ahLst/>
              <a:cxnLst/>
              <a:rect l="l" t="t" r="r" b="b"/>
              <a:pathLst>
                <a:path w="7773" h="2621" extrusionOk="0">
                  <a:moveTo>
                    <a:pt x="0" y="1"/>
                  </a:moveTo>
                  <a:lnTo>
                    <a:pt x="0" y="334"/>
                  </a:lnTo>
                  <a:cubicBezTo>
                    <a:pt x="2103" y="1664"/>
                    <a:pt x="4492" y="2621"/>
                    <a:pt x="6981" y="2621"/>
                  </a:cubicBezTo>
                  <a:cubicBezTo>
                    <a:pt x="7178" y="2621"/>
                    <a:pt x="7375" y="2615"/>
                    <a:pt x="7572" y="2603"/>
                  </a:cubicBezTo>
                  <a:cubicBezTo>
                    <a:pt x="7773" y="2536"/>
                    <a:pt x="7739" y="2269"/>
                    <a:pt x="7506" y="2269"/>
                  </a:cubicBezTo>
                  <a:cubicBezTo>
                    <a:pt x="4737" y="2202"/>
                    <a:pt x="2269" y="1435"/>
                    <a:pt x="0" y="1"/>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1"/>
            <p:cNvSpPr/>
            <p:nvPr/>
          </p:nvSpPr>
          <p:spPr>
            <a:xfrm>
              <a:off x="1006825" y="3530400"/>
              <a:ext cx="151800" cy="40375"/>
            </a:xfrm>
            <a:custGeom>
              <a:avLst/>
              <a:gdLst/>
              <a:ahLst/>
              <a:cxnLst/>
              <a:rect l="l" t="t" r="r" b="b"/>
              <a:pathLst>
                <a:path w="6072" h="1615" extrusionOk="0">
                  <a:moveTo>
                    <a:pt x="0" y="0"/>
                  </a:moveTo>
                  <a:lnTo>
                    <a:pt x="0" y="301"/>
                  </a:lnTo>
                  <a:cubicBezTo>
                    <a:pt x="1649" y="1125"/>
                    <a:pt x="3494" y="1614"/>
                    <a:pt x="5432" y="1614"/>
                  </a:cubicBezTo>
                  <a:cubicBezTo>
                    <a:pt x="5611" y="1614"/>
                    <a:pt x="5791" y="1610"/>
                    <a:pt x="5971" y="1602"/>
                  </a:cubicBezTo>
                  <a:cubicBezTo>
                    <a:pt x="6071" y="1602"/>
                    <a:pt x="6071" y="1468"/>
                    <a:pt x="5971" y="1468"/>
                  </a:cubicBezTo>
                  <a:cubicBezTo>
                    <a:pt x="5906" y="1469"/>
                    <a:pt x="5841" y="1470"/>
                    <a:pt x="5777" y="1470"/>
                  </a:cubicBezTo>
                  <a:cubicBezTo>
                    <a:pt x="3654" y="1470"/>
                    <a:pt x="1748" y="939"/>
                    <a:pt x="0" y="0"/>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1"/>
            <p:cNvSpPr/>
            <p:nvPr/>
          </p:nvSpPr>
          <p:spPr>
            <a:xfrm>
              <a:off x="1000150" y="3410300"/>
              <a:ext cx="37550" cy="151800"/>
            </a:xfrm>
            <a:custGeom>
              <a:avLst/>
              <a:gdLst/>
              <a:ahLst/>
              <a:cxnLst/>
              <a:rect l="l" t="t" r="r" b="b"/>
              <a:pathLst>
                <a:path w="1502" h="6072" extrusionOk="0">
                  <a:moveTo>
                    <a:pt x="834" y="1"/>
                  </a:moveTo>
                  <a:cubicBezTo>
                    <a:pt x="0" y="1936"/>
                    <a:pt x="167" y="4271"/>
                    <a:pt x="1268" y="6072"/>
                  </a:cubicBezTo>
                  <a:lnTo>
                    <a:pt x="1501" y="5805"/>
                  </a:lnTo>
                  <a:cubicBezTo>
                    <a:pt x="1101" y="4638"/>
                    <a:pt x="934" y="3403"/>
                    <a:pt x="1034" y="2136"/>
                  </a:cubicBezTo>
                  <a:cubicBezTo>
                    <a:pt x="1068" y="1402"/>
                    <a:pt x="1168" y="635"/>
                    <a:pt x="834" y="1"/>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1"/>
            <p:cNvSpPr/>
            <p:nvPr/>
          </p:nvSpPr>
          <p:spPr>
            <a:xfrm>
              <a:off x="1005975" y="3406150"/>
              <a:ext cx="36900" cy="157475"/>
            </a:xfrm>
            <a:custGeom>
              <a:avLst/>
              <a:gdLst/>
              <a:ahLst/>
              <a:cxnLst/>
              <a:rect l="l" t="t" r="r" b="b"/>
              <a:pathLst>
                <a:path w="1476" h="6299" extrusionOk="0">
                  <a:moveTo>
                    <a:pt x="622" y="0"/>
                  </a:moveTo>
                  <a:cubicBezTo>
                    <a:pt x="568" y="0"/>
                    <a:pt x="518" y="34"/>
                    <a:pt x="501" y="100"/>
                  </a:cubicBezTo>
                  <a:cubicBezTo>
                    <a:pt x="301" y="601"/>
                    <a:pt x="168" y="1134"/>
                    <a:pt x="101" y="1668"/>
                  </a:cubicBezTo>
                  <a:lnTo>
                    <a:pt x="101" y="3836"/>
                  </a:lnTo>
                  <a:cubicBezTo>
                    <a:pt x="201" y="4670"/>
                    <a:pt x="535" y="5504"/>
                    <a:pt x="1035" y="6271"/>
                  </a:cubicBezTo>
                  <a:cubicBezTo>
                    <a:pt x="1054" y="6290"/>
                    <a:pt x="1080" y="6298"/>
                    <a:pt x="1106" y="6298"/>
                  </a:cubicBezTo>
                  <a:cubicBezTo>
                    <a:pt x="1174" y="6298"/>
                    <a:pt x="1241" y="6243"/>
                    <a:pt x="1168" y="6171"/>
                  </a:cubicBezTo>
                  <a:cubicBezTo>
                    <a:pt x="301" y="4337"/>
                    <a:pt x="1" y="2502"/>
                    <a:pt x="635" y="601"/>
                  </a:cubicBezTo>
                  <a:lnTo>
                    <a:pt x="635" y="601"/>
                  </a:lnTo>
                  <a:cubicBezTo>
                    <a:pt x="835" y="1468"/>
                    <a:pt x="635" y="2402"/>
                    <a:pt x="668" y="3303"/>
                  </a:cubicBezTo>
                  <a:cubicBezTo>
                    <a:pt x="701" y="4237"/>
                    <a:pt x="868" y="5104"/>
                    <a:pt x="1135" y="5971"/>
                  </a:cubicBezTo>
                  <a:cubicBezTo>
                    <a:pt x="1161" y="6050"/>
                    <a:pt x="1224" y="6082"/>
                    <a:pt x="1286" y="6082"/>
                  </a:cubicBezTo>
                  <a:cubicBezTo>
                    <a:pt x="1381" y="6082"/>
                    <a:pt x="1476" y="6006"/>
                    <a:pt x="1435" y="5904"/>
                  </a:cubicBezTo>
                  <a:cubicBezTo>
                    <a:pt x="1035" y="4670"/>
                    <a:pt x="935" y="3503"/>
                    <a:pt x="968" y="2302"/>
                  </a:cubicBezTo>
                  <a:cubicBezTo>
                    <a:pt x="1002" y="1535"/>
                    <a:pt x="1035" y="834"/>
                    <a:pt x="768" y="100"/>
                  </a:cubicBezTo>
                  <a:cubicBezTo>
                    <a:pt x="735" y="34"/>
                    <a:pt x="676" y="0"/>
                    <a:pt x="622" y="0"/>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1"/>
            <p:cNvSpPr/>
            <p:nvPr/>
          </p:nvSpPr>
          <p:spPr>
            <a:xfrm>
              <a:off x="1230325" y="3483700"/>
              <a:ext cx="376125" cy="174325"/>
            </a:xfrm>
            <a:custGeom>
              <a:avLst/>
              <a:gdLst/>
              <a:ahLst/>
              <a:cxnLst/>
              <a:rect l="l" t="t" r="r" b="b"/>
              <a:pathLst>
                <a:path w="15045" h="6973" extrusionOk="0">
                  <a:moveTo>
                    <a:pt x="15011" y="0"/>
                  </a:moveTo>
                  <a:lnTo>
                    <a:pt x="15011" y="0"/>
                  </a:lnTo>
                  <a:cubicBezTo>
                    <a:pt x="14544" y="734"/>
                    <a:pt x="13710" y="1201"/>
                    <a:pt x="12943" y="1535"/>
                  </a:cubicBezTo>
                  <a:cubicBezTo>
                    <a:pt x="8940" y="3303"/>
                    <a:pt x="4270" y="3236"/>
                    <a:pt x="334" y="5204"/>
                  </a:cubicBezTo>
                  <a:lnTo>
                    <a:pt x="46" y="6727"/>
                  </a:lnTo>
                  <a:lnTo>
                    <a:pt x="46" y="6727"/>
                  </a:lnTo>
                  <a:cubicBezTo>
                    <a:pt x="186" y="6370"/>
                    <a:pt x="622" y="6142"/>
                    <a:pt x="1034" y="6005"/>
                  </a:cubicBezTo>
                  <a:cubicBezTo>
                    <a:pt x="2969" y="5338"/>
                    <a:pt x="4937" y="4704"/>
                    <a:pt x="6838" y="4037"/>
                  </a:cubicBezTo>
                  <a:cubicBezTo>
                    <a:pt x="7939" y="3670"/>
                    <a:pt x="9040" y="3303"/>
                    <a:pt x="10207" y="3069"/>
                  </a:cubicBezTo>
                  <a:cubicBezTo>
                    <a:pt x="11275" y="2869"/>
                    <a:pt x="12309" y="2802"/>
                    <a:pt x="13276" y="2369"/>
                  </a:cubicBezTo>
                  <a:cubicBezTo>
                    <a:pt x="14177" y="1902"/>
                    <a:pt x="15044" y="1034"/>
                    <a:pt x="15011" y="0"/>
                  </a:cubicBezTo>
                  <a:close/>
                  <a:moveTo>
                    <a:pt x="46" y="6727"/>
                  </a:moveTo>
                  <a:cubicBezTo>
                    <a:pt x="16" y="6802"/>
                    <a:pt x="0" y="6884"/>
                    <a:pt x="0" y="6972"/>
                  </a:cubicBezTo>
                  <a:lnTo>
                    <a:pt x="46" y="6727"/>
                  </a:ln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1"/>
            <p:cNvSpPr/>
            <p:nvPr/>
          </p:nvSpPr>
          <p:spPr>
            <a:xfrm>
              <a:off x="1223050" y="3480200"/>
              <a:ext cx="388775" cy="185825"/>
            </a:xfrm>
            <a:custGeom>
              <a:avLst/>
              <a:gdLst/>
              <a:ahLst/>
              <a:cxnLst/>
              <a:rect l="l" t="t" r="r" b="b"/>
              <a:pathLst>
                <a:path w="15551" h="7433" extrusionOk="0">
                  <a:moveTo>
                    <a:pt x="15299" y="0"/>
                  </a:moveTo>
                  <a:cubicBezTo>
                    <a:pt x="15252" y="0"/>
                    <a:pt x="15205" y="13"/>
                    <a:pt x="15168" y="40"/>
                  </a:cubicBezTo>
                  <a:cubicBezTo>
                    <a:pt x="13234" y="2375"/>
                    <a:pt x="9297" y="2776"/>
                    <a:pt x="6562" y="3343"/>
                  </a:cubicBezTo>
                  <a:cubicBezTo>
                    <a:pt x="4494" y="3776"/>
                    <a:pt x="2393" y="4210"/>
                    <a:pt x="591" y="5311"/>
                  </a:cubicBezTo>
                  <a:cubicBezTo>
                    <a:pt x="566" y="5336"/>
                    <a:pt x="579" y="5400"/>
                    <a:pt x="601" y="5400"/>
                  </a:cubicBezTo>
                  <a:cubicBezTo>
                    <a:pt x="609" y="5400"/>
                    <a:pt x="617" y="5394"/>
                    <a:pt x="625" y="5377"/>
                  </a:cubicBezTo>
                  <a:cubicBezTo>
                    <a:pt x="3460" y="4443"/>
                    <a:pt x="6262" y="3776"/>
                    <a:pt x="9164" y="3109"/>
                  </a:cubicBezTo>
                  <a:cubicBezTo>
                    <a:pt x="10398" y="2842"/>
                    <a:pt x="11566" y="2509"/>
                    <a:pt x="12667" y="2108"/>
                  </a:cubicBezTo>
                  <a:cubicBezTo>
                    <a:pt x="13334" y="1842"/>
                    <a:pt x="14401" y="874"/>
                    <a:pt x="15068" y="774"/>
                  </a:cubicBezTo>
                  <a:lnTo>
                    <a:pt x="15068" y="774"/>
                  </a:lnTo>
                  <a:cubicBezTo>
                    <a:pt x="14735" y="1541"/>
                    <a:pt x="14168" y="2042"/>
                    <a:pt x="13467" y="2309"/>
                  </a:cubicBezTo>
                  <a:cubicBezTo>
                    <a:pt x="12933" y="2609"/>
                    <a:pt x="12400" y="2776"/>
                    <a:pt x="11766" y="2809"/>
                  </a:cubicBezTo>
                  <a:cubicBezTo>
                    <a:pt x="11132" y="2942"/>
                    <a:pt x="10465" y="3009"/>
                    <a:pt x="9831" y="3176"/>
                  </a:cubicBezTo>
                  <a:cubicBezTo>
                    <a:pt x="8664" y="3476"/>
                    <a:pt x="7496" y="3876"/>
                    <a:pt x="6329" y="4277"/>
                  </a:cubicBezTo>
                  <a:cubicBezTo>
                    <a:pt x="4894" y="4710"/>
                    <a:pt x="3427" y="5177"/>
                    <a:pt x="1959" y="5678"/>
                  </a:cubicBezTo>
                  <a:cubicBezTo>
                    <a:pt x="1092" y="5978"/>
                    <a:pt x="391" y="6111"/>
                    <a:pt x="91" y="7012"/>
                  </a:cubicBezTo>
                  <a:cubicBezTo>
                    <a:pt x="1" y="7237"/>
                    <a:pt x="200" y="7432"/>
                    <a:pt x="380" y="7432"/>
                  </a:cubicBezTo>
                  <a:cubicBezTo>
                    <a:pt x="466" y="7432"/>
                    <a:pt x="548" y="7387"/>
                    <a:pt x="591" y="7279"/>
                  </a:cubicBezTo>
                  <a:cubicBezTo>
                    <a:pt x="992" y="5945"/>
                    <a:pt x="4561" y="5377"/>
                    <a:pt x="5762" y="4977"/>
                  </a:cubicBezTo>
                  <a:cubicBezTo>
                    <a:pt x="7563" y="4343"/>
                    <a:pt x="9297" y="3776"/>
                    <a:pt x="11165" y="3376"/>
                  </a:cubicBezTo>
                  <a:cubicBezTo>
                    <a:pt x="13134" y="3009"/>
                    <a:pt x="15235" y="2542"/>
                    <a:pt x="15502" y="207"/>
                  </a:cubicBezTo>
                  <a:cubicBezTo>
                    <a:pt x="15550" y="86"/>
                    <a:pt x="15423" y="0"/>
                    <a:pt x="15299" y="0"/>
                  </a:cubicBezTo>
                  <a:close/>
                </a:path>
              </a:pathLst>
            </a:custGeom>
            <a:solidFill>
              <a:srgbClr val="4728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1"/>
            <p:cNvSpPr/>
            <p:nvPr/>
          </p:nvSpPr>
          <p:spPr>
            <a:xfrm>
              <a:off x="1208300" y="3420825"/>
              <a:ext cx="63725" cy="668325"/>
            </a:xfrm>
            <a:custGeom>
              <a:avLst/>
              <a:gdLst/>
              <a:ahLst/>
              <a:cxnLst/>
              <a:rect l="l" t="t" r="r" b="b"/>
              <a:pathLst>
                <a:path w="2549" h="26733" extrusionOk="0">
                  <a:moveTo>
                    <a:pt x="1438" y="0"/>
                  </a:moveTo>
                  <a:cubicBezTo>
                    <a:pt x="1408" y="0"/>
                    <a:pt x="1381" y="17"/>
                    <a:pt x="1381" y="47"/>
                  </a:cubicBezTo>
                  <a:cubicBezTo>
                    <a:pt x="547" y="4150"/>
                    <a:pt x="1215" y="8186"/>
                    <a:pt x="1815" y="12256"/>
                  </a:cubicBezTo>
                  <a:cubicBezTo>
                    <a:pt x="2082" y="14357"/>
                    <a:pt x="2382" y="16492"/>
                    <a:pt x="2349" y="18594"/>
                  </a:cubicBezTo>
                  <a:cubicBezTo>
                    <a:pt x="2349" y="19828"/>
                    <a:pt x="2249" y="21062"/>
                    <a:pt x="2015" y="22263"/>
                  </a:cubicBezTo>
                  <a:cubicBezTo>
                    <a:pt x="2015" y="22327"/>
                    <a:pt x="585" y="26528"/>
                    <a:pt x="195" y="26528"/>
                  </a:cubicBezTo>
                  <a:cubicBezTo>
                    <a:pt x="177" y="26528"/>
                    <a:pt x="161" y="26519"/>
                    <a:pt x="147" y="26499"/>
                  </a:cubicBezTo>
                  <a:cubicBezTo>
                    <a:pt x="127" y="26469"/>
                    <a:pt x="104" y="26457"/>
                    <a:pt x="83" y="26457"/>
                  </a:cubicBezTo>
                  <a:cubicBezTo>
                    <a:pt x="35" y="26457"/>
                    <a:pt x="1" y="26519"/>
                    <a:pt x="47" y="26566"/>
                  </a:cubicBezTo>
                  <a:cubicBezTo>
                    <a:pt x="80" y="26599"/>
                    <a:pt x="80" y="26666"/>
                    <a:pt x="147" y="26699"/>
                  </a:cubicBezTo>
                  <a:cubicBezTo>
                    <a:pt x="147" y="26733"/>
                    <a:pt x="181" y="26733"/>
                    <a:pt x="214" y="26733"/>
                  </a:cubicBezTo>
                  <a:cubicBezTo>
                    <a:pt x="1315" y="26499"/>
                    <a:pt x="1682" y="24331"/>
                    <a:pt x="1882" y="23397"/>
                  </a:cubicBezTo>
                  <a:cubicBezTo>
                    <a:pt x="2516" y="21095"/>
                    <a:pt x="2549" y="18727"/>
                    <a:pt x="2382" y="16359"/>
                  </a:cubicBezTo>
                  <a:cubicBezTo>
                    <a:pt x="2015" y="10888"/>
                    <a:pt x="414" y="5551"/>
                    <a:pt x="1515" y="80"/>
                  </a:cubicBezTo>
                  <a:cubicBezTo>
                    <a:pt x="1515" y="25"/>
                    <a:pt x="1474" y="0"/>
                    <a:pt x="1438" y="0"/>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1"/>
            <p:cNvSpPr/>
            <p:nvPr/>
          </p:nvSpPr>
          <p:spPr>
            <a:xfrm>
              <a:off x="1192825" y="3494550"/>
              <a:ext cx="25825" cy="61800"/>
            </a:xfrm>
            <a:custGeom>
              <a:avLst/>
              <a:gdLst/>
              <a:ahLst/>
              <a:cxnLst/>
              <a:rect l="l" t="t" r="r" b="b"/>
              <a:pathLst>
                <a:path w="1033" h="2472" extrusionOk="0">
                  <a:moveTo>
                    <a:pt x="132" y="0"/>
                  </a:moveTo>
                  <a:lnTo>
                    <a:pt x="132" y="67"/>
                  </a:lnTo>
                  <a:cubicBezTo>
                    <a:pt x="127" y="92"/>
                    <a:pt x="122" y="117"/>
                    <a:pt x="117" y="142"/>
                  </a:cubicBezTo>
                  <a:lnTo>
                    <a:pt x="117" y="142"/>
                  </a:lnTo>
                  <a:cubicBezTo>
                    <a:pt x="116" y="144"/>
                    <a:pt x="116" y="147"/>
                    <a:pt x="115" y="149"/>
                  </a:cubicBezTo>
                  <a:lnTo>
                    <a:pt x="115" y="149"/>
                  </a:lnTo>
                  <a:cubicBezTo>
                    <a:pt x="29" y="592"/>
                    <a:pt x="1" y="1059"/>
                    <a:pt x="32" y="1468"/>
                  </a:cubicBezTo>
                  <a:cubicBezTo>
                    <a:pt x="32" y="1735"/>
                    <a:pt x="66" y="2135"/>
                    <a:pt x="299" y="2368"/>
                  </a:cubicBezTo>
                  <a:cubicBezTo>
                    <a:pt x="392" y="2441"/>
                    <a:pt x="475" y="2472"/>
                    <a:pt x="550" y="2472"/>
                  </a:cubicBezTo>
                  <a:cubicBezTo>
                    <a:pt x="851" y="2472"/>
                    <a:pt x="1006" y="1969"/>
                    <a:pt x="1033" y="1701"/>
                  </a:cubicBezTo>
                  <a:cubicBezTo>
                    <a:pt x="1033" y="1638"/>
                    <a:pt x="979" y="1615"/>
                    <a:pt x="940" y="1615"/>
                  </a:cubicBezTo>
                  <a:cubicBezTo>
                    <a:pt x="917" y="1615"/>
                    <a:pt x="900" y="1622"/>
                    <a:pt x="900" y="1635"/>
                  </a:cubicBezTo>
                  <a:cubicBezTo>
                    <a:pt x="900" y="1768"/>
                    <a:pt x="900" y="2001"/>
                    <a:pt x="800" y="2135"/>
                  </a:cubicBezTo>
                  <a:cubicBezTo>
                    <a:pt x="633" y="2135"/>
                    <a:pt x="466" y="2168"/>
                    <a:pt x="299" y="2168"/>
                  </a:cubicBezTo>
                  <a:cubicBezTo>
                    <a:pt x="232" y="2102"/>
                    <a:pt x="232" y="2068"/>
                    <a:pt x="199" y="1968"/>
                  </a:cubicBezTo>
                  <a:cubicBezTo>
                    <a:pt x="166" y="1835"/>
                    <a:pt x="166" y="1701"/>
                    <a:pt x="166" y="1501"/>
                  </a:cubicBezTo>
                  <a:cubicBezTo>
                    <a:pt x="136" y="1060"/>
                    <a:pt x="159" y="620"/>
                    <a:pt x="210" y="224"/>
                  </a:cubicBezTo>
                  <a:lnTo>
                    <a:pt x="210" y="224"/>
                  </a:lnTo>
                  <a:cubicBezTo>
                    <a:pt x="219" y="219"/>
                    <a:pt x="227" y="211"/>
                    <a:pt x="232" y="200"/>
                  </a:cubicBezTo>
                  <a:lnTo>
                    <a:pt x="232" y="100"/>
                  </a:lnTo>
                  <a:cubicBezTo>
                    <a:pt x="232" y="94"/>
                    <a:pt x="232" y="88"/>
                    <a:pt x="230" y="83"/>
                  </a:cubicBezTo>
                  <a:lnTo>
                    <a:pt x="230" y="83"/>
                  </a:lnTo>
                  <a:cubicBezTo>
                    <a:pt x="231" y="78"/>
                    <a:pt x="232" y="72"/>
                    <a:pt x="232" y="67"/>
                  </a:cubicBezTo>
                  <a:cubicBezTo>
                    <a:pt x="229" y="67"/>
                    <a:pt x="225" y="67"/>
                    <a:pt x="221" y="67"/>
                  </a:cubicBezTo>
                  <a:lnTo>
                    <a:pt x="221" y="67"/>
                  </a:lnTo>
                  <a:cubicBezTo>
                    <a:pt x="209" y="52"/>
                    <a:pt x="188" y="45"/>
                    <a:pt x="170" y="45"/>
                  </a:cubicBezTo>
                  <a:cubicBezTo>
                    <a:pt x="168" y="45"/>
                    <a:pt x="166" y="45"/>
                    <a:pt x="164" y="45"/>
                  </a:cubicBezTo>
                  <a:lnTo>
                    <a:pt x="164" y="45"/>
                  </a:lnTo>
                  <a:cubicBezTo>
                    <a:pt x="153" y="35"/>
                    <a:pt x="143" y="21"/>
                    <a:pt x="132" y="0"/>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1"/>
            <p:cNvSpPr/>
            <p:nvPr/>
          </p:nvSpPr>
          <p:spPr>
            <a:xfrm>
              <a:off x="1160275" y="3486600"/>
              <a:ext cx="65900" cy="493350"/>
            </a:xfrm>
            <a:custGeom>
              <a:avLst/>
              <a:gdLst/>
              <a:ahLst/>
              <a:cxnLst/>
              <a:rect l="l" t="t" r="r" b="b"/>
              <a:pathLst>
                <a:path w="2636" h="19734" extrusionOk="0">
                  <a:moveTo>
                    <a:pt x="913" y="0"/>
                  </a:moveTo>
                  <a:cubicBezTo>
                    <a:pt x="887" y="0"/>
                    <a:pt x="858" y="14"/>
                    <a:pt x="834" y="51"/>
                  </a:cubicBezTo>
                  <a:cubicBezTo>
                    <a:pt x="0" y="3287"/>
                    <a:pt x="1268" y="5622"/>
                    <a:pt x="1868" y="8757"/>
                  </a:cubicBezTo>
                  <a:cubicBezTo>
                    <a:pt x="2635" y="12493"/>
                    <a:pt x="1935" y="16296"/>
                    <a:pt x="100" y="19632"/>
                  </a:cubicBezTo>
                  <a:cubicBezTo>
                    <a:pt x="57" y="19696"/>
                    <a:pt x="97" y="19733"/>
                    <a:pt x="140" y="19733"/>
                  </a:cubicBezTo>
                  <a:cubicBezTo>
                    <a:pt x="164" y="19733"/>
                    <a:pt x="188" y="19722"/>
                    <a:pt x="200" y="19699"/>
                  </a:cubicBezTo>
                  <a:cubicBezTo>
                    <a:pt x="1701" y="16963"/>
                    <a:pt x="2468" y="13961"/>
                    <a:pt x="2302" y="10859"/>
                  </a:cubicBezTo>
                  <a:cubicBezTo>
                    <a:pt x="2102" y="7090"/>
                    <a:pt x="0" y="3921"/>
                    <a:pt x="967" y="85"/>
                  </a:cubicBezTo>
                  <a:cubicBezTo>
                    <a:pt x="988" y="42"/>
                    <a:pt x="956" y="0"/>
                    <a:pt x="913" y="0"/>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1"/>
            <p:cNvSpPr/>
            <p:nvPr/>
          </p:nvSpPr>
          <p:spPr>
            <a:xfrm>
              <a:off x="1121900" y="3688850"/>
              <a:ext cx="35875" cy="207800"/>
            </a:xfrm>
            <a:custGeom>
              <a:avLst/>
              <a:gdLst/>
              <a:ahLst/>
              <a:cxnLst/>
              <a:rect l="l" t="t" r="r" b="b"/>
              <a:pathLst>
                <a:path w="1435" h="8312" extrusionOk="0">
                  <a:moveTo>
                    <a:pt x="1356" y="0"/>
                  </a:moveTo>
                  <a:cubicBezTo>
                    <a:pt x="1335" y="0"/>
                    <a:pt x="1313" y="11"/>
                    <a:pt x="1302" y="34"/>
                  </a:cubicBezTo>
                  <a:cubicBezTo>
                    <a:pt x="734" y="1768"/>
                    <a:pt x="401" y="3503"/>
                    <a:pt x="368" y="5304"/>
                  </a:cubicBezTo>
                  <a:cubicBezTo>
                    <a:pt x="334" y="6205"/>
                    <a:pt x="101" y="7873"/>
                    <a:pt x="1201" y="8306"/>
                  </a:cubicBezTo>
                  <a:cubicBezTo>
                    <a:pt x="1212" y="8310"/>
                    <a:pt x="1223" y="8312"/>
                    <a:pt x="1232" y="8312"/>
                  </a:cubicBezTo>
                  <a:cubicBezTo>
                    <a:pt x="1307" y="8312"/>
                    <a:pt x="1324" y="8202"/>
                    <a:pt x="1235" y="8173"/>
                  </a:cubicBezTo>
                  <a:cubicBezTo>
                    <a:pt x="1" y="7706"/>
                    <a:pt x="501" y="4704"/>
                    <a:pt x="568" y="3836"/>
                  </a:cubicBezTo>
                  <a:cubicBezTo>
                    <a:pt x="701" y="2535"/>
                    <a:pt x="1001" y="1335"/>
                    <a:pt x="1368" y="134"/>
                  </a:cubicBezTo>
                  <a:cubicBezTo>
                    <a:pt x="1435" y="45"/>
                    <a:pt x="1398" y="0"/>
                    <a:pt x="1356" y="0"/>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1"/>
            <p:cNvSpPr/>
            <p:nvPr/>
          </p:nvSpPr>
          <p:spPr>
            <a:xfrm>
              <a:off x="1160275" y="3752300"/>
              <a:ext cx="31700" cy="63150"/>
            </a:xfrm>
            <a:custGeom>
              <a:avLst/>
              <a:gdLst/>
              <a:ahLst/>
              <a:cxnLst/>
              <a:rect l="l" t="t" r="r" b="b"/>
              <a:pathLst>
                <a:path w="1268" h="2526" extrusionOk="0">
                  <a:moveTo>
                    <a:pt x="451" y="1"/>
                  </a:moveTo>
                  <a:cubicBezTo>
                    <a:pt x="427" y="1"/>
                    <a:pt x="397" y="19"/>
                    <a:pt x="367" y="64"/>
                  </a:cubicBezTo>
                  <a:cubicBezTo>
                    <a:pt x="167" y="498"/>
                    <a:pt x="33" y="965"/>
                    <a:pt x="33" y="1465"/>
                  </a:cubicBezTo>
                  <a:cubicBezTo>
                    <a:pt x="33" y="1732"/>
                    <a:pt x="0" y="2299"/>
                    <a:pt x="267" y="2466"/>
                  </a:cubicBezTo>
                  <a:cubicBezTo>
                    <a:pt x="328" y="2507"/>
                    <a:pt x="388" y="2525"/>
                    <a:pt x="447" y="2525"/>
                  </a:cubicBezTo>
                  <a:cubicBezTo>
                    <a:pt x="861" y="2525"/>
                    <a:pt x="1180" y="1595"/>
                    <a:pt x="1268" y="1332"/>
                  </a:cubicBezTo>
                  <a:cubicBezTo>
                    <a:pt x="1268" y="1293"/>
                    <a:pt x="1222" y="1276"/>
                    <a:pt x="1184" y="1276"/>
                  </a:cubicBezTo>
                  <a:cubicBezTo>
                    <a:pt x="1157" y="1276"/>
                    <a:pt x="1134" y="1285"/>
                    <a:pt x="1134" y="1298"/>
                  </a:cubicBezTo>
                  <a:cubicBezTo>
                    <a:pt x="1101" y="1532"/>
                    <a:pt x="967" y="1865"/>
                    <a:pt x="801" y="2032"/>
                  </a:cubicBezTo>
                  <a:cubicBezTo>
                    <a:pt x="703" y="2106"/>
                    <a:pt x="550" y="2215"/>
                    <a:pt x="411" y="2215"/>
                  </a:cubicBezTo>
                  <a:cubicBezTo>
                    <a:pt x="360" y="2215"/>
                    <a:pt x="311" y="2201"/>
                    <a:pt x="267" y="2166"/>
                  </a:cubicBezTo>
                  <a:cubicBezTo>
                    <a:pt x="167" y="2132"/>
                    <a:pt x="167" y="1765"/>
                    <a:pt x="167" y="1665"/>
                  </a:cubicBezTo>
                  <a:cubicBezTo>
                    <a:pt x="133" y="1098"/>
                    <a:pt x="267" y="564"/>
                    <a:pt x="500" y="64"/>
                  </a:cubicBezTo>
                  <a:cubicBezTo>
                    <a:pt x="500" y="28"/>
                    <a:pt x="480" y="1"/>
                    <a:pt x="451" y="1"/>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1"/>
            <p:cNvSpPr/>
            <p:nvPr/>
          </p:nvSpPr>
          <p:spPr>
            <a:xfrm>
              <a:off x="1209275" y="3779325"/>
              <a:ext cx="52750" cy="178925"/>
            </a:xfrm>
            <a:custGeom>
              <a:avLst/>
              <a:gdLst/>
              <a:ahLst/>
              <a:cxnLst/>
              <a:rect l="l" t="t" r="r" b="b"/>
              <a:pathLst>
                <a:path w="2110" h="7157" extrusionOk="0">
                  <a:moveTo>
                    <a:pt x="871" y="1"/>
                  </a:moveTo>
                  <a:cubicBezTo>
                    <a:pt x="842" y="1"/>
                    <a:pt x="809" y="17"/>
                    <a:pt x="809" y="51"/>
                  </a:cubicBezTo>
                  <a:cubicBezTo>
                    <a:pt x="1142" y="1885"/>
                    <a:pt x="408" y="3686"/>
                    <a:pt x="709" y="5521"/>
                  </a:cubicBezTo>
                  <a:cubicBezTo>
                    <a:pt x="840" y="6242"/>
                    <a:pt x="1100" y="7157"/>
                    <a:pt x="1963" y="7157"/>
                  </a:cubicBezTo>
                  <a:cubicBezTo>
                    <a:pt x="1978" y="7157"/>
                    <a:pt x="1994" y="7156"/>
                    <a:pt x="2010" y="7156"/>
                  </a:cubicBezTo>
                  <a:cubicBezTo>
                    <a:pt x="2110" y="7156"/>
                    <a:pt x="2110" y="7022"/>
                    <a:pt x="2010" y="7022"/>
                  </a:cubicBezTo>
                  <a:cubicBezTo>
                    <a:pt x="1987" y="7024"/>
                    <a:pt x="1964" y="7024"/>
                    <a:pt x="1943" y="7024"/>
                  </a:cubicBezTo>
                  <a:cubicBezTo>
                    <a:pt x="1" y="7024"/>
                    <a:pt x="1140" y="1238"/>
                    <a:pt x="909" y="51"/>
                  </a:cubicBezTo>
                  <a:cubicBezTo>
                    <a:pt x="925" y="17"/>
                    <a:pt x="900" y="1"/>
                    <a:pt x="871" y="1"/>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1"/>
            <p:cNvSpPr/>
            <p:nvPr/>
          </p:nvSpPr>
          <p:spPr>
            <a:xfrm>
              <a:off x="1006825" y="3541250"/>
              <a:ext cx="97550" cy="34325"/>
            </a:xfrm>
            <a:custGeom>
              <a:avLst/>
              <a:gdLst/>
              <a:ahLst/>
              <a:cxnLst/>
              <a:rect l="l" t="t" r="r" b="b"/>
              <a:pathLst>
                <a:path w="3902" h="1373" extrusionOk="0">
                  <a:moveTo>
                    <a:pt x="0" y="0"/>
                  </a:moveTo>
                  <a:lnTo>
                    <a:pt x="0" y="100"/>
                  </a:lnTo>
                  <a:cubicBezTo>
                    <a:pt x="1234" y="600"/>
                    <a:pt x="2535" y="1001"/>
                    <a:pt x="3803" y="1368"/>
                  </a:cubicBezTo>
                  <a:cubicBezTo>
                    <a:pt x="3814" y="1371"/>
                    <a:pt x="3824" y="1373"/>
                    <a:pt x="3832" y="1373"/>
                  </a:cubicBezTo>
                  <a:cubicBezTo>
                    <a:pt x="3902" y="1373"/>
                    <a:pt x="3892" y="1264"/>
                    <a:pt x="3803" y="1234"/>
                  </a:cubicBezTo>
                  <a:cubicBezTo>
                    <a:pt x="2502" y="867"/>
                    <a:pt x="1234" y="534"/>
                    <a:pt x="0" y="0"/>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1"/>
            <p:cNvSpPr/>
            <p:nvPr/>
          </p:nvSpPr>
          <p:spPr>
            <a:xfrm>
              <a:off x="1010150" y="3431675"/>
              <a:ext cx="7525" cy="84775"/>
            </a:xfrm>
            <a:custGeom>
              <a:avLst/>
              <a:gdLst/>
              <a:ahLst/>
              <a:cxnLst/>
              <a:rect l="l" t="t" r="r" b="b"/>
              <a:pathLst>
                <a:path w="301" h="3391" extrusionOk="0">
                  <a:moveTo>
                    <a:pt x="191" y="0"/>
                  </a:moveTo>
                  <a:cubicBezTo>
                    <a:pt x="161" y="0"/>
                    <a:pt x="134" y="17"/>
                    <a:pt x="134" y="47"/>
                  </a:cubicBezTo>
                  <a:cubicBezTo>
                    <a:pt x="1" y="1114"/>
                    <a:pt x="34" y="2248"/>
                    <a:pt x="167" y="3316"/>
                  </a:cubicBezTo>
                  <a:cubicBezTo>
                    <a:pt x="167" y="3366"/>
                    <a:pt x="201" y="3391"/>
                    <a:pt x="234" y="3391"/>
                  </a:cubicBezTo>
                  <a:cubicBezTo>
                    <a:pt x="268" y="3391"/>
                    <a:pt x="301" y="3366"/>
                    <a:pt x="301" y="3316"/>
                  </a:cubicBezTo>
                  <a:cubicBezTo>
                    <a:pt x="167" y="2248"/>
                    <a:pt x="134" y="1147"/>
                    <a:pt x="268" y="80"/>
                  </a:cubicBezTo>
                  <a:cubicBezTo>
                    <a:pt x="268" y="25"/>
                    <a:pt x="227" y="0"/>
                    <a:pt x="191" y="0"/>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1"/>
            <p:cNvSpPr/>
            <p:nvPr/>
          </p:nvSpPr>
          <p:spPr>
            <a:xfrm>
              <a:off x="1019325" y="3425400"/>
              <a:ext cx="9200" cy="80425"/>
            </a:xfrm>
            <a:custGeom>
              <a:avLst/>
              <a:gdLst/>
              <a:ahLst/>
              <a:cxnLst/>
              <a:rect l="l" t="t" r="r" b="b"/>
              <a:pathLst>
                <a:path w="368" h="3217" extrusionOk="0">
                  <a:moveTo>
                    <a:pt x="77" y="1"/>
                  </a:moveTo>
                  <a:cubicBezTo>
                    <a:pt x="41" y="1"/>
                    <a:pt x="1" y="27"/>
                    <a:pt x="1" y="64"/>
                  </a:cubicBezTo>
                  <a:cubicBezTo>
                    <a:pt x="101" y="1132"/>
                    <a:pt x="134" y="2166"/>
                    <a:pt x="234" y="3166"/>
                  </a:cubicBezTo>
                  <a:cubicBezTo>
                    <a:pt x="234" y="3200"/>
                    <a:pt x="267" y="3216"/>
                    <a:pt x="301" y="3216"/>
                  </a:cubicBezTo>
                  <a:cubicBezTo>
                    <a:pt x="334" y="3216"/>
                    <a:pt x="368" y="3200"/>
                    <a:pt x="368" y="3166"/>
                  </a:cubicBezTo>
                  <a:cubicBezTo>
                    <a:pt x="267" y="2132"/>
                    <a:pt x="234" y="1065"/>
                    <a:pt x="134" y="64"/>
                  </a:cubicBezTo>
                  <a:cubicBezTo>
                    <a:pt x="134" y="19"/>
                    <a:pt x="107" y="1"/>
                    <a:pt x="77" y="1"/>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1"/>
            <p:cNvSpPr/>
            <p:nvPr/>
          </p:nvSpPr>
          <p:spPr>
            <a:xfrm>
              <a:off x="1026175" y="3568075"/>
              <a:ext cx="36550" cy="13500"/>
            </a:xfrm>
            <a:custGeom>
              <a:avLst/>
              <a:gdLst/>
              <a:ahLst/>
              <a:cxnLst/>
              <a:rect l="l" t="t" r="r" b="b"/>
              <a:pathLst>
                <a:path w="1462" h="540" extrusionOk="0">
                  <a:moveTo>
                    <a:pt x="1323" y="1"/>
                  </a:moveTo>
                  <a:cubicBezTo>
                    <a:pt x="1285" y="1"/>
                    <a:pt x="1246" y="56"/>
                    <a:pt x="1294" y="128"/>
                  </a:cubicBezTo>
                  <a:cubicBezTo>
                    <a:pt x="1361" y="295"/>
                    <a:pt x="1161" y="428"/>
                    <a:pt x="1028" y="428"/>
                  </a:cubicBezTo>
                  <a:cubicBezTo>
                    <a:pt x="1004" y="433"/>
                    <a:pt x="982" y="435"/>
                    <a:pt x="960" y="435"/>
                  </a:cubicBezTo>
                  <a:cubicBezTo>
                    <a:pt x="824" y="435"/>
                    <a:pt x="713" y="357"/>
                    <a:pt x="627" y="328"/>
                  </a:cubicBezTo>
                  <a:cubicBezTo>
                    <a:pt x="509" y="304"/>
                    <a:pt x="391" y="281"/>
                    <a:pt x="250" y="281"/>
                  </a:cubicBezTo>
                  <a:cubicBezTo>
                    <a:pt x="191" y="281"/>
                    <a:pt x="129" y="285"/>
                    <a:pt x="60" y="295"/>
                  </a:cubicBezTo>
                  <a:cubicBezTo>
                    <a:pt x="1" y="324"/>
                    <a:pt x="21" y="433"/>
                    <a:pt x="96" y="433"/>
                  </a:cubicBezTo>
                  <a:cubicBezTo>
                    <a:pt x="106" y="433"/>
                    <a:pt x="116" y="432"/>
                    <a:pt x="127" y="428"/>
                  </a:cubicBezTo>
                  <a:cubicBezTo>
                    <a:pt x="186" y="407"/>
                    <a:pt x="243" y="398"/>
                    <a:pt x="300" y="398"/>
                  </a:cubicBezTo>
                  <a:cubicBezTo>
                    <a:pt x="532" y="398"/>
                    <a:pt x="752" y="539"/>
                    <a:pt x="969" y="539"/>
                  </a:cubicBezTo>
                  <a:cubicBezTo>
                    <a:pt x="1033" y="539"/>
                    <a:pt x="1097" y="527"/>
                    <a:pt x="1161" y="495"/>
                  </a:cubicBezTo>
                  <a:cubicBezTo>
                    <a:pt x="1361" y="428"/>
                    <a:pt x="1461" y="261"/>
                    <a:pt x="1361" y="28"/>
                  </a:cubicBezTo>
                  <a:cubicBezTo>
                    <a:pt x="1352" y="9"/>
                    <a:pt x="1337" y="1"/>
                    <a:pt x="1323" y="1"/>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1"/>
            <p:cNvSpPr/>
            <p:nvPr/>
          </p:nvSpPr>
          <p:spPr>
            <a:xfrm>
              <a:off x="1265200" y="3572100"/>
              <a:ext cx="91050" cy="45725"/>
            </a:xfrm>
            <a:custGeom>
              <a:avLst/>
              <a:gdLst/>
              <a:ahLst/>
              <a:cxnLst/>
              <a:rect l="l" t="t" r="r" b="b"/>
              <a:pathLst>
                <a:path w="3642" h="1829" extrusionOk="0">
                  <a:moveTo>
                    <a:pt x="3575" y="0"/>
                  </a:moveTo>
                  <a:cubicBezTo>
                    <a:pt x="2241" y="167"/>
                    <a:pt x="1007" y="767"/>
                    <a:pt x="73" y="1701"/>
                  </a:cubicBezTo>
                  <a:cubicBezTo>
                    <a:pt x="1" y="1774"/>
                    <a:pt x="32" y="1828"/>
                    <a:pt x="81" y="1828"/>
                  </a:cubicBezTo>
                  <a:cubicBezTo>
                    <a:pt x="100" y="1828"/>
                    <a:pt x="121" y="1820"/>
                    <a:pt x="139" y="1802"/>
                  </a:cubicBezTo>
                  <a:cubicBezTo>
                    <a:pt x="1073" y="868"/>
                    <a:pt x="2241" y="300"/>
                    <a:pt x="3575" y="134"/>
                  </a:cubicBezTo>
                  <a:cubicBezTo>
                    <a:pt x="3642" y="134"/>
                    <a:pt x="3642" y="0"/>
                    <a:pt x="3575" y="0"/>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1"/>
            <p:cNvSpPr/>
            <p:nvPr/>
          </p:nvSpPr>
          <p:spPr>
            <a:xfrm>
              <a:off x="1299700" y="3498025"/>
              <a:ext cx="293050" cy="111850"/>
            </a:xfrm>
            <a:custGeom>
              <a:avLst/>
              <a:gdLst/>
              <a:ahLst/>
              <a:cxnLst/>
              <a:rect l="l" t="t" r="r" b="b"/>
              <a:pathLst>
                <a:path w="11722" h="4474" extrusionOk="0">
                  <a:moveTo>
                    <a:pt x="11644" y="1"/>
                  </a:moveTo>
                  <a:cubicBezTo>
                    <a:pt x="11614" y="1"/>
                    <a:pt x="11583" y="19"/>
                    <a:pt x="11569" y="61"/>
                  </a:cubicBezTo>
                  <a:cubicBezTo>
                    <a:pt x="10101" y="2396"/>
                    <a:pt x="6765" y="2163"/>
                    <a:pt x="4363" y="2630"/>
                  </a:cubicBezTo>
                  <a:cubicBezTo>
                    <a:pt x="2762" y="2930"/>
                    <a:pt x="1361" y="3430"/>
                    <a:pt x="27" y="4398"/>
                  </a:cubicBezTo>
                  <a:cubicBezTo>
                    <a:pt x="0" y="4425"/>
                    <a:pt x="39" y="4473"/>
                    <a:pt x="107" y="4473"/>
                  </a:cubicBezTo>
                  <a:cubicBezTo>
                    <a:pt x="123" y="4473"/>
                    <a:pt x="141" y="4471"/>
                    <a:pt x="160" y="4464"/>
                  </a:cubicBezTo>
                  <a:cubicBezTo>
                    <a:pt x="2529" y="2730"/>
                    <a:pt x="5364" y="2663"/>
                    <a:pt x="8166" y="2129"/>
                  </a:cubicBezTo>
                  <a:cubicBezTo>
                    <a:pt x="9601" y="1829"/>
                    <a:pt x="10868" y="1395"/>
                    <a:pt x="11702" y="95"/>
                  </a:cubicBezTo>
                  <a:cubicBezTo>
                    <a:pt x="11721" y="36"/>
                    <a:pt x="11684" y="1"/>
                    <a:pt x="11644" y="1"/>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1"/>
            <p:cNvSpPr/>
            <p:nvPr/>
          </p:nvSpPr>
          <p:spPr>
            <a:xfrm>
              <a:off x="1338900" y="3571250"/>
              <a:ext cx="90750" cy="25175"/>
            </a:xfrm>
            <a:custGeom>
              <a:avLst/>
              <a:gdLst/>
              <a:ahLst/>
              <a:cxnLst/>
              <a:rect l="l" t="t" r="r" b="b"/>
              <a:pathLst>
                <a:path w="3630" h="1007" extrusionOk="0">
                  <a:moveTo>
                    <a:pt x="3496" y="1"/>
                  </a:moveTo>
                  <a:cubicBezTo>
                    <a:pt x="2362" y="401"/>
                    <a:pt x="1161" y="468"/>
                    <a:pt x="60" y="868"/>
                  </a:cubicBezTo>
                  <a:cubicBezTo>
                    <a:pt x="1" y="898"/>
                    <a:pt x="21" y="1007"/>
                    <a:pt x="96" y="1007"/>
                  </a:cubicBezTo>
                  <a:cubicBezTo>
                    <a:pt x="106" y="1007"/>
                    <a:pt x="116" y="1005"/>
                    <a:pt x="127" y="1002"/>
                  </a:cubicBezTo>
                  <a:cubicBezTo>
                    <a:pt x="1228" y="535"/>
                    <a:pt x="2462" y="501"/>
                    <a:pt x="3529" y="134"/>
                  </a:cubicBezTo>
                  <a:cubicBezTo>
                    <a:pt x="3629" y="68"/>
                    <a:pt x="3596" y="1"/>
                    <a:pt x="3496" y="1"/>
                  </a:cubicBezTo>
                  <a:close/>
                </a:path>
              </a:pathLst>
            </a:custGeom>
            <a:solidFill>
              <a:srgbClr val="2112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1"/>
            <p:cNvSpPr/>
            <p:nvPr/>
          </p:nvSpPr>
          <p:spPr>
            <a:xfrm>
              <a:off x="1006825" y="2813475"/>
              <a:ext cx="1419375" cy="810375"/>
            </a:xfrm>
            <a:custGeom>
              <a:avLst/>
              <a:gdLst/>
              <a:ahLst/>
              <a:cxnLst/>
              <a:rect l="l" t="t" r="r" b="b"/>
              <a:pathLst>
                <a:path w="56775" h="32415" extrusionOk="0">
                  <a:moveTo>
                    <a:pt x="7604" y="0"/>
                  </a:moveTo>
                  <a:cubicBezTo>
                    <a:pt x="5217" y="0"/>
                    <a:pt x="2830" y="452"/>
                    <a:pt x="601" y="1358"/>
                  </a:cubicBezTo>
                  <a:cubicBezTo>
                    <a:pt x="401" y="1191"/>
                    <a:pt x="167" y="1024"/>
                    <a:pt x="0" y="857"/>
                  </a:cubicBezTo>
                  <a:lnTo>
                    <a:pt x="0" y="24341"/>
                  </a:lnTo>
                  <a:cubicBezTo>
                    <a:pt x="401" y="24541"/>
                    <a:pt x="734" y="24775"/>
                    <a:pt x="1101" y="25041"/>
                  </a:cubicBezTo>
                  <a:cubicBezTo>
                    <a:pt x="3603" y="26876"/>
                    <a:pt x="5604" y="28677"/>
                    <a:pt x="8840" y="28944"/>
                  </a:cubicBezTo>
                  <a:cubicBezTo>
                    <a:pt x="9041" y="28954"/>
                    <a:pt x="9242" y="28958"/>
                    <a:pt x="9444" y="28958"/>
                  </a:cubicBezTo>
                  <a:cubicBezTo>
                    <a:pt x="10683" y="28958"/>
                    <a:pt x="11929" y="28779"/>
                    <a:pt x="13076" y="28377"/>
                  </a:cubicBezTo>
                  <a:cubicBezTo>
                    <a:pt x="14766" y="27786"/>
                    <a:pt x="16051" y="26838"/>
                    <a:pt x="17796" y="26838"/>
                  </a:cubicBezTo>
                  <a:cubicBezTo>
                    <a:pt x="18118" y="26838"/>
                    <a:pt x="18455" y="26870"/>
                    <a:pt x="18814" y="26943"/>
                  </a:cubicBezTo>
                  <a:cubicBezTo>
                    <a:pt x="20682" y="27310"/>
                    <a:pt x="22350" y="28511"/>
                    <a:pt x="24151" y="29044"/>
                  </a:cubicBezTo>
                  <a:cubicBezTo>
                    <a:pt x="25519" y="29478"/>
                    <a:pt x="26986" y="29711"/>
                    <a:pt x="28421" y="29778"/>
                  </a:cubicBezTo>
                  <a:cubicBezTo>
                    <a:pt x="28553" y="29781"/>
                    <a:pt x="28685" y="29783"/>
                    <a:pt x="28817" y="29783"/>
                  </a:cubicBezTo>
                  <a:cubicBezTo>
                    <a:pt x="31453" y="29783"/>
                    <a:pt x="34077" y="29151"/>
                    <a:pt x="36460" y="27944"/>
                  </a:cubicBezTo>
                  <a:cubicBezTo>
                    <a:pt x="37093" y="27610"/>
                    <a:pt x="37794" y="26943"/>
                    <a:pt x="38428" y="26709"/>
                  </a:cubicBezTo>
                  <a:cubicBezTo>
                    <a:pt x="38549" y="26672"/>
                    <a:pt x="38658" y="26655"/>
                    <a:pt x="38758" y="26655"/>
                  </a:cubicBezTo>
                  <a:cubicBezTo>
                    <a:pt x="39289" y="26655"/>
                    <a:pt x="39562" y="27133"/>
                    <a:pt x="40096" y="27610"/>
                  </a:cubicBezTo>
                  <a:cubicBezTo>
                    <a:pt x="41363" y="28811"/>
                    <a:pt x="42764" y="29845"/>
                    <a:pt x="44232" y="30846"/>
                  </a:cubicBezTo>
                  <a:cubicBezTo>
                    <a:pt x="45738" y="31858"/>
                    <a:pt x="47662" y="32414"/>
                    <a:pt x="49533" y="32414"/>
                  </a:cubicBezTo>
                  <a:cubicBezTo>
                    <a:pt x="52594" y="32414"/>
                    <a:pt x="55516" y="30926"/>
                    <a:pt x="56240" y="27510"/>
                  </a:cubicBezTo>
                  <a:cubicBezTo>
                    <a:pt x="56774" y="25008"/>
                    <a:pt x="55640" y="22706"/>
                    <a:pt x="53972" y="20972"/>
                  </a:cubicBezTo>
                  <a:cubicBezTo>
                    <a:pt x="53005" y="19971"/>
                    <a:pt x="51837" y="19137"/>
                    <a:pt x="50636" y="18437"/>
                  </a:cubicBezTo>
                  <a:cubicBezTo>
                    <a:pt x="49402" y="17703"/>
                    <a:pt x="47834" y="17369"/>
                    <a:pt x="46734" y="16469"/>
                  </a:cubicBezTo>
                  <a:cubicBezTo>
                    <a:pt x="45499" y="15468"/>
                    <a:pt x="44966" y="13667"/>
                    <a:pt x="44032" y="12366"/>
                  </a:cubicBezTo>
                  <a:cubicBezTo>
                    <a:pt x="43331" y="11332"/>
                    <a:pt x="42464" y="10431"/>
                    <a:pt x="41530" y="9530"/>
                  </a:cubicBezTo>
                  <a:cubicBezTo>
                    <a:pt x="39495" y="7629"/>
                    <a:pt x="36993" y="6161"/>
                    <a:pt x="34358" y="5294"/>
                  </a:cubicBezTo>
                  <a:cubicBezTo>
                    <a:pt x="32340" y="4588"/>
                    <a:pt x="30207" y="4206"/>
                    <a:pt x="28076" y="4206"/>
                  </a:cubicBezTo>
                  <a:cubicBezTo>
                    <a:pt x="27389" y="4206"/>
                    <a:pt x="26702" y="4245"/>
                    <a:pt x="26019" y="4327"/>
                  </a:cubicBezTo>
                  <a:cubicBezTo>
                    <a:pt x="24618" y="4493"/>
                    <a:pt x="23317" y="5060"/>
                    <a:pt x="21949" y="5194"/>
                  </a:cubicBezTo>
                  <a:cubicBezTo>
                    <a:pt x="21848" y="5207"/>
                    <a:pt x="21748" y="5213"/>
                    <a:pt x="21648" y="5213"/>
                  </a:cubicBezTo>
                  <a:cubicBezTo>
                    <a:pt x="19976" y="5213"/>
                    <a:pt x="18531" y="3444"/>
                    <a:pt x="17146" y="2625"/>
                  </a:cubicBezTo>
                  <a:cubicBezTo>
                    <a:pt x="14252" y="878"/>
                    <a:pt x="10929" y="0"/>
                    <a:pt x="76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1"/>
            <p:cNvSpPr/>
            <p:nvPr/>
          </p:nvSpPr>
          <p:spPr>
            <a:xfrm>
              <a:off x="1146075" y="3316900"/>
              <a:ext cx="297750" cy="130125"/>
            </a:xfrm>
            <a:custGeom>
              <a:avLst/>
              <a:gdLst/>
              <a:ahLst/>
              <a:cxnLst/>
              <a:rect l="l" t="t" r="r" b="b"/>
              <a:pathLst>
                <a:path w="11910" h="5205" extrusionOk="0">
                  <a:moveTo>
                    <a:pt x="4871" y="1"/>
                  </a:moveTo>
                  <a:cubicBezTo>
                    <a:pt x="4571" y="1"/>
                    <a:pt x="4404" y="301"/>
                    <a:pt x="4371" y="401"/>
                  </a:cubicBezTo>
                  <a:cubicBezTo>
                    <a:pt x="4204" y="735"/>
                    <a:pt x="4004" y="1068"/>
                    <a:pt x="3837" y="1469"/>
                  </a:cubicBezTo>
                  <a:cubicBezTo>
                    <a:pt x="3670" y="1035"/>
                    <a:pt x="3370" y="635"/>
                    <a:pt x="3036" y="335"/>
                  </a:cubicBezTo>
                  <a:cubicBezTo>
                    <a:pt x="3003" y="301"/>
                    <a:pt x="2903" y="301"/>
                    <a:pt x="2870" y="301"/>
                  </a:cubicBezTo>
                  <a:lnTo>
                    <a:pt x="2736" y="401"/>
                  </a:lnTo>
                  <a:cubicBezTo>
                    <a:pt x="2369" y="1068"/>
                    <a:pt x="2136" y="1869"/>
                    <a:pt x="2036" y="2670"/>
                  </a:cubicBezTo>
                  <a:cubicBezTo>
                    <a:pt x="2002" y="2569"/>
                    <a:pt x="1902" y="2469"/>
                    <a:pt x="1869" y="2336"/>
                  </a:cubicBezTo>
                  <a:cubicBezTo>
                    <a:pt x="1869" y="2236"/>
                    <a:pt x="1836" y="2203"/>
                    <a:pt x="1769" y="2136"/>
                  </a:cubicBezTo>
                  <a:cubicBezTo>
                    <a:pt x="1607" y="1786"/>
                    <a:pt x="1272" y="1479"/>
                    <a:pt x="921" y="1479"/>
                  </a:cubicBezTo>
                  <a:cubicBezTo>
                    <a:pt x="837" y="1479"/>
                    <a:pt x="752" y="1497"/>
                    <a:pt x="668" y="1535"/>
                  </a:cubicBezTo>
                  <a:cubicBezTo>
                    <a:pt x="401" y="1669"/>
                    <a:pt x="268" y="1869"/>
                    <a:pt x="201" y="2236"/>
                  </a:cubicBezTo>
                  <a:cubicBezTo>
                    <a:pt x="1" y="3237"/>
                    <a:pt x="268" y="4304"/>
                    <a:pt x="902" y="5038"/>
                  </a:cubicBezTo>
                  <a:cubicBezTo>
                    <a:pt x="935" y="5071"/>
                    <a:pt x="1002" y="5138"/>
                    <a:pt x="1035" y="5138"/>
                  </a:cubicBezTo>
                  <a:cubicBezTo>
                    <a:pt x="1068" y="5171"/>
                    <a:pt x="1168" y="5138"/>
                    <a:pt x="1135" y="5205"/>
                  </a:cubicBezTo>
                  <a:cubicBezTo>
                    <a:pt x="1235" y="5138"/>
                    <a:pt x="1235" y="5005"/>
                    <a:pt x="1168" y="4904"/>
                  </a:cubicBezTo>
                  <a:cubicBezTo>
                    <a:pt x="635" y="4237"/>
                    <a:pt x="368" y="3337"/>
                    <a:pt x="535" y="2503"/>
                  </a:cubicBezTo>
                  <a:cubicBezTo>
                    <a:pt x="568" y="2303"/>
                    <a:pt x="635" y="2136"/>
                    <a:pt x="735" y="2069"/>
                  </a:cubicBezTo>
                  <a:cubicBezTo>
                    <a:pt x="757" y="2063"/>
                    <a:pt x="780" y="2060"/>
                    <a:pt x="803" y="2060"/>
                  </a:cubicBezTo>
                  <a:cubicBezTo>
                    <a:pt x="1013" y="2060"/>
                    <a:pt x="1215" y="2322"/>
                    <a:pt x="1335" y="2503"/>
                  </a:cubicBezTo>
                  <a:cubicBezTo>
                    <a:pt x="1369" y="2536"/>
                    <a:pt x="1369" y="2569"/>
                    <a:pt x="1402" y="2670"/>
                  </a:cubicBezTo>
                  <a:cubicBezTo>
                    <a:pt x="1535" y="2970"/>
                    <a:pt x="1702" y="3303"/>
                    <a:pt x="2036" y="3470"/>
                  </a:cubicBezTo>
                  <a:cubicBezTo>
                    <a:pt x="2086" y="3487"/>
                    <a:pt x="2127" y="3495"/>
                    <a:pt x="2161" y="3495"/>
                  </a:cubicBezTo>
                  <a:cubicBezTo>
                    <a:pt x="2194" y="3495"/>
                    <a:pt x="2219" y="3487"/>
                    <a:pt x="2236" y="3470"/>
                  </a:cubicBezTo>
                  <a:cubicBezTo>
                    <a:pt x="2303" y="3403"/>
                    <a:pt x="2336" y="3370"/>
                    <a:pt x="2336" y="3303"/>
                  </a:cubicBezTo>
                  <a:cubicBezTo>
                    <a:pt x="2369" y="2503"/>
                    <a:pt x="2569" y="1702"/>
                    <a:pt x="2903" y="1002"/>
                  </a:cubicBezTo>
                  <a:cubicBezTo>
                    <a:pt x="3237" y="1335"/>
                    <a:pt x="3470" y="1836"/>
                    <a:pt x="3503" y="2303"/>
                  </a:cubicBezTo>
                  <a:cubicBezTo>
                    <a:pt x="3503" y="2369"/>
                    <a:pt x="3570" y="2469"/>
                    <a:pt x="3670" y="2469"/>
                  </a:cubicBezTo>
                  <a:cubicBezTo>
                    <a:pt x="3737" y="2469"/>
                    <a:pt x="3837" y="2403"/>
                    <a:pt x="3870" y="2336"/>
                  </a:cubicBezTo>
                  <a:cubicBezTo>
                    <a:pt x="4137" y="1802"/>
                    <a:pt x="4371" y="1235"/>
                    <a:pt x="4671" y="735"/>
                  </a:cubicBezTo>
                  <a:cubicBezTo>
                    <a:pt x="4738" y="535"/>
                    <a:pt x="4838" y="535"/>
                    <a:pt x="4838" y="535"/>
                  </a:cubicBezTo>
                  <a:cubicBezTo>
                    <a:pt x="4871" y="535"/>
                    <a:pt x="4904" y="568"/>
                    <a:pt x="5005" y="701"/>
                  </a:cubicBezTo>
                  <a:cubicBezTo>
                    <a:pt x="5305" y="1168"/>
                    <a:pt x="5405" y="1669"/>
                    <a:pt x="5405" y="2203"/>
                  </a:cubicBezTo>
                  <a:cubicBezTo>
                    <a:pt x="5405" y="2236"/>
                    <a:pt x="5472" y="2336"/>
                    <a:pt x="5538" y="2369"/>
                  </a:cubicBezTo>
                  <a:cubicBezTo>
                    <a:pt x="5555" y="2386"/>
                    <a:pt x="5588" y="2394"/>
                    <a:pt x="5626" y="2394"/>
                  </a:cubicBezTo>
                  <a:cubicBezTo>
                    <a:pt x="5663" y="2394"/>
                    <a:pt x="5705" y="2386"/>
                    <a:pt x="5738" y="2369"/>
                  </a:cubicBezTo>
                  <a:cubicBezTo>
                    <a:pt x="6072" y="2169"/>
                    <a:pt x="6172" y="1802"/>
                    <a:pt x="6239" y="1469"/>
                  </a:cubicBezTo>
                  <a:cubicBezTo>
                    <a:pt x="6339" y="1168"/>
                    <a:pt x="6406" y="902"/>
                    <a:pt x="6572" y="802"/>
                  </a:cubicBezTo>
                  <a:cubicBezTo>
                    <a:pt x="6683" y="713"/>
                    <a:pt x="6795" y="683"/>
                    <a:pt x="6896" y="683"/>
                  </a:cubicBezTo>
                  <a:cubicBezTo>
                    <a:pt x="6947" y="683"/>
                    <a:pt x="6995" y="690"/>
                    <a:pt x="7039" y="701"/>
                  </a:cubicBezTo>
                  <a:cubicBezTo>
                    <a:pt x="7340" y="802"/>
                    <a:pt x="7540" y="1002"/>
                    <a:pt x="7640" y="1235"/>
                  </a:cubicBezTo>
                  <a:cubicBezTo>
                    <a:pt x="7807" y="1702"/>
                    <a:pt x="7640" y="2203"/>
                    <a:pt x="7406" y="2803"/>
                  </a:cubicBezTo>
                  <a:cubicBezTo>
                    <a:pt x="7373" y="2870"/>
                    <a:pt x="7406" y="3003"/>
                    <a:pt x="7506" y="3036"/>
                  </a:cubicBezTo>
                  <a:cubicBezTo>
                    <a:pt x="7524" y="3045"/>
                    <a:pt x="7547" y="3050"/>
                    <a:pt x="7571" y="3050"/>
                  </a:cubicBezTo>
                  <a:cubicBezTo>
                    <a:pt x="7637" y="3050"/>
                    <a:pt x="7715" y="3019"/>
                    <a:pt x="7740" y="2970"/>
                  </a:cubicBezTo>
                  <a:cubicBezTo>
                    <a:pt x="8040" y="2503"/>
                    <a:pt x="8574" y="1869"/>
                    <a:pt x="9341" y="1702"/>
                  </a:cubicBezTo>
                  <a:cubicBezTo>
                    <a:pt x="9445" y="1678"/>
                    <a:pt x="9557" y="1666"/>
                    <a:pt x="9672" y="1666"/>
                  </a:cubicBezTo>
                  <a:cubicBezTo>
                    <a:pt x="10185" y="1666"/>
                    <a:pt x="10764" y="1906"/>
                    <a:pt x="11009" y="2369"/>
                  </a:cubicBezTo>
                  <a:cubicBezTo>
                    <a:pt x="11409" y="3203"/>
                    <a:pt x="10709" y="4204"/>
                    <a:pt x="10142" y="4871"/>
                  </a:cubicBezTo>
                  <a:cubicBezTo>
                    <a:pt x="10075" y="4971"/>
                    <a:pt x="10075" y="5071"/>
                    <a:pt x="10175" y="5171"/>
                  </a:cubicBezTo>
                  <a:cubicBezTo>
                    <a:pt x="10202" y="5185"/>
                    <a:pt x="10242" y="5193"/>
                    <a:pt x="10285" y="5193"/>
                  </a:cubicBezTo>
                  <a:cubicBezTo>
                    <a:pt x="10346" y="5193"/>
                    <a:pt x="10416" y="5177"/>
                    <a:pt x="10475" y="5138"/>
                  </a:cubicBezTo>
                  <a:cubicBezTo>
                    <a:pt x="11142" y="4371"/>
                    <a:pt x="11909" y="3203"/>
                    <a:pt x="11409" y="2169"/>
                  </a:cubicBezTo>
                  <a:cubicBezTo>
                    <a:pt x="11143" y="1584"/>
                    <a:pt x="10516" y="1232"/>
                    <a:pt x="9833" y="1232"/>
                  </a:cubicBezTo>
                  <a:cubicBezTo>
                    <a:pt x="9660" y="1232"/>
                    <a:pt x="9483" y="1255"/>
                    <a:pt x="9308" y="1302"/>
                  </a:cubicBezTo>
                  <a:cubicBezTo>
                    <a:pt x="8807" y="1402"/>
                    <a:pt x="8407" y="1669"/>
                    <a:pt x="8073" y="1969"/>
                  </a:cubicBezTo>
                  <a:cubicBezTo>
                    <a:pt x="8140" y="1669"/>
                    <a:pt x="8140" y="1369"/>
                    <a:pt x="8040" y="1068"/>
                  </a:cubicBezTo>
                  <a:cubicBezTo>
                    <a:pt x="7907" y="701"/>
                    <a:pt x="7573" y="368"/>
                    <a:pt x="7206" y="234"/>
                  </a:cubicBezTo>
                  <a:cubicBezTo>
                    <a:pt x="7109" y="191"/>
                    <a:pt x="7009" y="173"/>
                    <a:pt x="6910" y="173"/>
                  </a:cubicBezTo>
                  <a:cubicBezTo>
                    <a:pt x="6704" y="173"/>
                    <a:pt x="6508" y="255"/>
                    <a:pt x="6372" y="368"/>
                  </a:cubicBezTo>
                  <a:cubicBezTo>
                    <a:pt x="6072" y="568"/>
                    <a:pt x="6005" y="968"/>
                    <a:pt x="5905" y="1235"/>
                  </a:cubicBezTo>
                  <a:cubicBezTo>
                    <a:pt x="5872" y="1335"/>
                    <a:pt x="5872" y="1402"/>
                    <a:pt x="5838" y="1502"/>
                  </a:cubicBezTo>
                  <a:cubicBezTo>
                    <a:pt x="5738" y="1068"/>
                    <a:pt x="5638" y="701"/>
                    <a:pt x="5405" y="368"/>
                  </a:cubicBezTo>
                  <a:cubicBezTo>
                    <a:pt x="5238" y="134"/>
                    <a:pt x="5071" y="1"/>
                    <a:pt x="48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1"/>
            <p:cNvSpPr/>
            <p:nvPr/>
          </p:nvSpPr>
          <p:spPr>
            <a:xfrm>
              <a:off x="1034350" y="2994175"/>
              <a:ext cx="353600" cy="209650"/>
            </a:xfrm>
            <a:custGeom>
              <a:avLst/>
              <a:gdLst/>
              <a:ahLst/>
              <a:cxnLst/>
              <a:rect l="l" t="t" r="r" b="b"/>
              <a:pathLst>
                <a:path w="14144" h="8386" extrusionOk="0">
                  <a:moveTo>
                    <a:pt x="6705" y="1"/>
                  </a:moveTo>
                  <a:cubicBezTo>
                    <a:pt x="6371" y="1"/>
                    <a:pt x="5904" y="167"/>
                    <a:pt x="5571" y="1101"/>
                  </a:cubicBezTo>
                  <a:cubicBezTo>
                    <a:pt x="5337" y="1769"/>
                    <a:pt x="5170" y="2436"/>
                    <a:pt x="5004" y="3103"/>
                  </a:cubicBezTo>
                  <a:cubicBezTo>
                    <a:pt x="4970" y="3003"/>
                    <a:pt x="4970" y="2936"/>
                    <a:pt x="4904" y="2803"/>
                  </a:cubicBezTo>
                  <a:cubicBezTo>
                    <a:pt x="4870" y="2636"/>
                    <a:pt x="4837" y="2502"/>
                    <a:pt x="4804" y="2336"/>
                  </a:cubicBezTo>
                  <a:cubicBezTo>
                    <a:pt x="4703" y="1969"/>
                    <a:pt x="4403" y="1635"/>
                    <a:pt x="4136" y="1468"/>
                  </a:cubicBezTo>
                  <a:cubicBezTo>
                    <a:pt x="3995" y="1388"/>
                    <a:pt x="3866" y="1344"/>
                    <a:pt x="3741" y="1344"/>
                  </a:cubicBezTo>
                  <a:cubicBezTo>
                    <a:pt x="3660" y="1344"/>
                    <a:pt x="3582" y="1362"/>
                    <a:pt x="3503" y="1402"/>
                  </a:cubicBezTo>
                  <a:cubicBezTo>
                    <a:pt x="3169" y="1502"/>
                    <a:pt x="2969" y="1835"/>
                    <a:pt x="2835" y="2136"/>
                  </a:cubicBezTo>
                  <a:cubicBezTo>
                    <a:pt x="2569" y="2636"/>
                    <a:pt x="2402" y="3136"/>
                    <a:pt x="2335" y="3670"/>
                  </a:cubicBezTo>
                  <a:cubicBezTo>
                    <a:pt x="2302" y="3603"/>
                    <a:pt x="2202" y="3503"/>
                    <a:pt x="2168" y="3436"/>
                  </a:cubicBezTo>
                  <a:cubicBezTo>
                    <a:pt x="2035" y="3270"/>
                    <a:pt x="1901" y="3070"/>
                    <a:pt x="1735" y="2903"/>
                  </a:cubicBezTo>
                  <a:cubicBezTo>
                    <a:pt x="1521" y="2659"/>
                    <a:pt x="1140" y="2498"/>
                    <a:pt x="821" y="2498"/>
                  </a:cubicBezTo>
                  <a:cubicBezTo>
                    <a:pt x="791" y="2498"/>
                    <a:pt x="762" y="2500"/>
                    <a:pt x="734" y="2502"/>
                  </a:cubicBezTo>
                  <a:cubicBezTo>
                    <a:pt x="534" y="2502"/>
                    <a:pt x="334" y="2636"/>
                    <a:pt x="200" y="2836"/>
                  </a:cubicBezTo>
                  <a:cubicBezTo>
                    <a:pt x="133" y="3003"/>
                    <a:pt x="67" y="3236"/>
                    <a:pt x="67" y="3403"/>
                  </a:cubicBezTo>
                  <a:cubicBezTo>
                    <a:pt x="0" y="4437"/>
                    <a:pt x="300" y="5471"/>
                    <a:pt x="901" y="6305"/>
                  </a:cubicBezTo>
                  <a:cubicBezTo>
                    <a:pt x="959" y="6363"/>
                    <a:pt x="1028" y="6399"/>
                    <a:pt x="1089" y="6399"/>
                  </a:cubicBezTo>
                  <a:cubicBezTo>
                    <a:pt x="1133" y="6399"/>
                    <a:pt x="1173" y="6380"/>
                    <a:pt x="1201" y="6339"/>
                  </a:cubicBezTo>
                  <a:cubicBezTo>
                    <a:pt x="1301" y="6272"/>
                    <a:pt x="1334" y="6138"/>
                    <a:pt x="1234" y="6072"/>
                  </a:cubicBezTo>
                  <a:cubicBezTo>
                    <a:pt x="667" y="5271"/>
                    <a:pt x="400" y="4337"/>
                    <a:pt x="467" y="3403"/>
                  </a:cubicBezTo>
                  <a:cubicBezTo>
                    <a:pt x="467" y="3270"/>
                    <a:pt x="500" y="3136"/>
                    <a:pt x="534" y="3070"/>
                  </a:cubicBezTo>
                  <a:cubicBezTo>
                    <a:pt x="567" y="2969"/>
                    <a:pt x="667" y="2936"/>
                    <a:pt x="801" y="2936"/>
                  </a:cubicBezTo>
                  <a:cubicBezTo>
                    <a:pt x="826" y="2932"/>
                    <a:pt x="854" y="2930"/>
                    <a:pt x="883" y="2930"/>
                  </a:cubicBezTo>
                  <a:cubicBezTo>
                    <a:pt x="1076" y="2930"/>
                    <a:pt x="1323" y="3024"/>
                    <a:pt x="1468" y="3170"/>
                  </a:cubicBezTo>
                  <a:cubicBezTo>
                    <a:pt x="1568" y="3303"/>
                    <a:pt x="1668" y="3470"/>
                    <a:pt x="1801" y="3637"/>
                  </a:cubicBezTo>
                  <a:cubicBezTo>
                    <a:pt x="1968" y="3903"/>
                    <a:pt x="2068" y="4104"/>
                    <a:pt x="2335" y="4304"/>
                  </a:cubicBezTo>
                  <a:cubicBezTo>
                    <a:pt x="2358" y="4327"/>
                    <a:pt x="2413" y="4366"/>
                    <a:pt x="2467" y="4366"/>
                  </a:cubicBezTo>
                  <a:cubicBezTo>
                    <a:pt x="2491" y="4366"/>
                    <a:pt x="2515" y="4358"/>
                    <a:pt x="2535" y="4337"/>
                  </a:cubicBezTo>
                  <a:cubicBezTo>
                    <a:pt x="2635" y="4304"/>
                    <a:pt x="2669" y="4270"/>
                    <a:pt x="2669" y="4170"/>
                  </a:cubicBezTo>
                  <a:cubicBezTo>
                    <a:pt x="2702" y="3503"/>
                    <a:pt x="2869" y="2903"/>
                    <a:pt x="3169" y="2302"/>
                  </a:cubicBezTo>
                  <a:cubicBezTo>
                    <a:pt x="3236" y="2102"/>
                    <a:pt x="3369" y="1902"/>
                    <a:pt x="3603" y="1802"/>
                  </a:cubicBezTo>
                  <a:cubicBezTo>
                    <a:pt x="3629" y="1793"/>
                    <a:pt x="3656" y="1789"/>
                    <a:pt x="3684" y="1789"/>
                  </a:cubicBezTo>
                  <a:cubicBezTo>
                    <a:pt x="3759" y="1789"/>
                    <a:pt x="3839" y="1820"/>
                    <a:pt x="3936" y="1869"/>
                  </a:cubicBezTo>
                  <a:cubicBezTo>
                    <a:pt x="4103" y="1935"/>
                    <a:pt x="4303" y="2202"/>
                    <a:pt x="4370" y="2469"/>
                  </a:cubicBezTo>
                  <a:cubicBezTo>
                    <a:pt x="4437" y="2603"/>
                    <a:pt x="4437" y="2736"/>
                    <a:pt x="4470" y="2903"/>
                  </a:cubicBezTo>
                  <a:cubicBezTo>
                    <a:pt x="4503" y="3270"/>
                    <a:pt x="4570" y="3637"/>
                    <a:pt x="4837" y="3937"/>
                  </a:cubicBezTo>
                  <a:cubicBezTo>
                    <a:pt x="4862" y="4012"/>
                    <a:pt x="4924" y="4049"/>
                    <a:pt x="4982" y="4049"/>
                  </a:cubicBezTo>
                  <a:cubicBezTo>
                    <a:pt x="5002" y="4049"/>
                    <a:pt x="5020" y="4045"/>
                    <a:pt x="5037" y="4037"/>
                  </a:cubicBezTo>
                  <a:cubicBezTo>
                    <a:pt x="5137" y="4037"/>
                    <a:pt x="5204" y="3937"/>
                    <a:pt x="5204" y="3870"/>
                  </a:cubicBezTo>
                  <a:cubicBezTo>
                    <a:pt x="5371" y="2969"/>
                    <a:pt x="5571" y="2102"/>
                    <a:pt x="5938" y="1268"/>
                  </a:cubicBezTo>
                  <a:cubicBezTo>
                    <a:pt x="6004" y="968"/>
                    <a:pt x="6238" y="468"/>
                    <a:pt x="6638" y="468"/>
                  </a:cubicBezTo>
                  <a:cubicBezTo>
                    <a:pt x="7105" y="468"/>
                    <a:pt x="7205" y="1302"/>
                    <a:pt x="7239" y="1568"/>
                  </a:cubicBezTo>
                  <a:lnTo>
                    <a:pt x="7472" y="3403"/>
                  </a:lnTo>
                  <a:cubicBezTo>
                    <a:pt x="7472" y="3470"/>
                    <a:pt x="7539" y="3570"/>
                    <a:pt x="7639" y="3570"/>
                  </a:cubicBezTo>
                  <a:cubicBezTo>
                    <a:pt x="7706" y="3570"/>
                    <a:pt x="7806" y="3537"/>
                    <a:pt x="7839" y="3436"/>
                  </a:cubicBezTo>
                  <a:lnTo>
                    <a:pt x="8773" y="1635"/>
                  </a:lnTo>
                  <a:cubicBezTo>
                    <a:pt x="8873" y="1402"/>
                    <a:pt x="9107" y="1101"/>
                    <a:pt x="9307" y="1101"/>
                  </a:cubicBezTo>
                  <a:cubicBezTo>
                    <a:pt x="9540" y="1101"/>
                    <a:pt x="9774" y="1468"/>
                    <a:pt x="9807" y="1869"/>
                  </a:cubicBezTo>
                  <a:cubicBezTo>
                    <a:pt x="9874" y="2569"/>
                    <a:pt x="9874" y="3270"/>
                    <a:pt x="9707" y="3970"/>
                  </a:cubicBezTo>
                  <a:cubicBezTo>
                    <a:pt x="9707" y="4070"/>
                    <a:pt x="9707" y="4137"/>
                    <a:pt x="9807" y="4204"/>
                  </a:cubicBezTo>
                  <a:cubicBezTo>
                    <a:pt x="9824" y="4220"/>
                    <a:pt x="9857" y="4229"/>
                    <a:pt x="9895" y="4229"/>
                  </a:cubicBezTo>
                  <a:cubicBezTo>
                    <a:pt x="9932" y="4229"/>
                    <a:pt x="9974" y="4220"/>
                    <a:pt x="10007" y="4204"/>
                  </a:cubicBezTo>
                  <a:cubicBezTo>
                    <a:pt x="10341" y="4037"/>
                    <a:pt x="10508" y="3703"/>
                    <a:pt x="10674" y="3403"/>
                  </a:cubicBezTo>
                  <a:cubicBezTo>
                    <a:pt x="10708" y="3270"/>
                    <a:pt x="10774" y="3136"/>
                    <a:pt x="10841" y="3070"/>
                  </a:cubicBezTo>
                  <a:cubicBezTo>
                    <a:pt x="10975" y="2869"/>
                    <a:pt x="11175" y="2703"/>
                    <a:pt x="11375" y="2703"/>
                  </a:cubicBezTo>
                  <a:cubicBezTo>
                    <a:pt x="11508" y="2703"/>
                    <a:pt x="11542" y="2736"/>
                    <a:pt x="11608" y="2769"/>
                  </a:cubicBezTo>
                  <a:cubicBezTo>
                    <a:pt x="11708" y="2869"/>
                    <a:pt x="11708" y="3070"/>
                    <a:pt x="11675" y="3270"/>
                  </a:cubicBezTo>
                  <a:cubicBezTo>
                    <a:pt x="11608" y="4037"/>
                    <a:pt x="11475" y="4737"/>
                    <a:pt x="11275" y="5438"/>
                  </a:cubicBezTo>
                  <a:cubicBezTo>
                    <a:pt x="11208" y="5538"/>
                    <a:pt x="11308" y="5638"/>
                    <a:pt x="11375" y="5705"/>
                  </a:cubicBezTo>
                  <a:cubicBezTo>
                    <a:pt x="11475" y="5705"/>
                    <a:pt x="11608" y="5638"/>
                    <a:pt x="11642" y="5571"/>
                  </a:cubicBezTo>
                  <a:cubicBezTo>
                    <a:pt x="11827" y="5107"/>
                    <a:pt x="12271" y="4356"/>
                    <a:pt x="12840" y="4356"/>
                  </a:cubicBezTo>
                  <a:cubicBezTo>
                    <a:pt x="12885" y="4356"/>
                    <a:pt x="12930" y="4361"/>
                    <a:pt x="12976" y="4370"/>
                  </a:cubicBezTo>
                  <a:cubicBezTo>
                    <a:pt x="13143" y="4404"/>
                    <a:pt x="13276" y="4471"/>
                    <a:pt x="13376" y="4637"/>
                  </a:cubicBezTo>
                  <a:cubicBezTo>
                    <a:pt x="13610" y="4971"/>
                    <a:pt x="13677" y="5538"/>
                    <a:pt x="13543" y="5972"/>
                  </a:cubicBezTo>
                  <a:cubicBezTo>
                    <a:pt x="13443" y="6639"/>
                    <a:pt x="13143" y="7239"/>
                    <a:pt x="12776" y="7773"/>
                  </a:cubicBezTo>
                  <a:cubicBezTo>
                    <a:pt x="12709" y="7806"/>
                    <a:pt x="12676" y="7806"/>
                    <a:pt x="12642" y="7873"/>
                  </a:cubicBezTo>
                  <a:cubicBezTo>
                    <a:pt x="12509" y="7940"/>
                    <a:pt x="12476" y="8073"/>
                    <a:pt x="12509" y="8207"/>
                  </a:cubicBezTo>
                  <a:cubicBezTo>
                    <a:pt x="12509" y="8273"/>
                    <a:pt x="12609" y="8373"/>
                    <a:pt x="12676" y="8373"/>
                  </a:cubicBezTo>
                  <a:cubicBezTo>
                    <a:pt x="12701" y="8382"/>
                    <a:pt x="12724" y="8386"/>
                    <a:pt x="12746" y="8386"/>
                  </a:cubicBezTo>
                  <a:cubicBezTo>
                    <a:pt x="12813" y="8386"/>
                    <a:pt x="12876" y="8348"/>
                    <a:pt x="12976" y="8273"/>
                  </a:cubicBezTo>
                  <a:cubicBezTo>
                    <a:pt x="12976" y="8240"/>
                    <a:pt x="13009" y="8240"/>
                    <a:pt x="13009" y="8173"/>
                  </a:cubicBezTo>
                  <a:cubicBezTo>
                    <a:pt x="13043" y="8240"/>
                    <a:pt x="13109" y="8273"/>
                    <a:pt x="13176" y="8273"/>
                  </a:cubicBezTo>
                  <a:cubicBezTo>
                    <a:pt x="13310" y="8273"/>
                    <a:pt x="13376" y="8173"/>
                    <a:pt x="13376" y="8073"/>
                  </a:cubicBezTo>
                  <a:cubicBezTo>
                    <a:pt x="13376" y="7973"/>
                    <a:pt x="13343" y="7906"/>
                    <a:pt x="13276" y="7806"/>
                  </a:cubicBezTo>
                  <a:cubicBezTo>
                    <a:pt x="13643" y="7273"/>
                    <a:pt x="13877" y="6672"/>
                    <a:pt x="14010" y="6072"/>
                  </a:cubicBezTo>
                  <a:cubicBezTo>
                    <a:pt x="14144" y="5471"/>
                    <a:pt x="14043" y="4837"/>
                    <a:pt x="13810" y="4437"/>
                  </a:cubicBezTo>
                  <a:cubicBezTo>
                    <a:pt x="13643" y="4137"/>
                    <a:pt x="13376" y="3970"/>
                    <a:pt x="13109" y="3937"/>
                  </a:cubicBezTo>
                  <a:cubicBezTo>
                    <a:pt x="13017" y="3915"/>
                    <a:pt x="12927" y="3905"/>
                    <a:pt x="12840" y="3905"/>
                  </a:cubicBezTo>
                  <a:cubicBezTo>
                    <a:pt x="12520" y="3905"/>
                    <a:pt x="12237" y="4049"/>
                    <a:pt x="11975" y="4337"/>
                  </a:cubicBezTo>
                  <a:cubicBezTo>
                    <a:pt x="12042" y="4004"/>
                    <a:pt x="12109" y="3637"/>
                    <a:pt x="12142" y="3303"/>
                  </a:cubicBezTo>
                  <a:cubicBezTo>
                    <a:pt x="12175" y="3136"/>
                    <a:pt x="12209" y="2736"/>
                    <a:pt x="11975" y="2469"/>
                  </a:cubicBezTo>
                  <a:cubicBezTo>
                    <a:pt x="11842" y="2302"/>
                    <a:pt x="11642" y="2269"/>
                    <a:pt x="11442" y="2269"/>
                  </a:cubicBezTo>
                  <a:cubicBezTo>
                    <a:pt x="11075" y="2302"/>
                    <a:pt x="10741" y="2569"/>
                    <a:pt x="10541" y="2836"/>
                  </a:cubicBezTo>
                  <a:cubicBezTo>
                    <a:pt x="10474" y="2936"/>
                    <a:pt x="10374" y="3070"/>
                    <a:pt x="10341" y="3170"/>
                  </a:cubicBezTo>
                  <a:cubicBezTo>
                    <a:pt x="10341" y="3232"/>
                    <a:pt x="10312" y="3265"/>
                    <a:pt x="10308" y="3296"/>
                  </a:cubicBezTo>
                  <a:lnTo>
                    <a:pt x="10308" y="3296"/>
                  </a:lnTo>
                  <a:cubicBezTo>
                    <a:pt x="10341" y="2798"/>
                    <a:pt x="10340" y="2300"/>
                    <a:pt x="10274" y="1802"/>
                  </a:cubicBezTo>
                  <a:cubicBezTo>
                    <a:pt x="10174" y="1302"/>
                    <a:pt x="9874" y="735"/>
                    <a:pt x="9340" y="735"/>
                  </a:cubicBezTo>
                  <a:cubicBezTo>
                    <a:pt x="8840" y="735"/>
                    <a:pt x="8573" y="1268"/>
                    <a:pt x="8473" y="1468"/>
                  </a:cubicBezTo>
                  <a:lnTo>
                    <a:pt x="7872" y="2636"/>
                  </a:lnTo>
                  <a:lnTo>
                    <a:pt x="7739" y="1468"/>
                  </a:lnTo>
                  <a:cubicBezTo>
                    <a:pt x="7639" y="568"/>
                    <a:pt x="7239" y="1"/>
                    <a:pt x="6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1"/>
            <p:cNvSpPr/>
            <p:nvPr/>
          </p:nvSpPr>
          <p:spPr>
            <a:xfrm>
              <a:off x="1547775" y="3363125"/>
              <a:ext cx="294400" cy="166400"/>
            </a:xfrm>
            <a:custGeom>
              <a:avLst/>
              <a:gdLst/>
              <a:ahLst/>
              <a:cxnLst/>
              <a:rect l="l" t="t" r="r" b="b"/>
              <a:pathLst>
                <a:path w="11776" h="6656" extrusionOk="0">
                  <a:moveTo>
                    <a:pt x="6777" y="0"/>
                  </a:moveTo>
                  <a:cubicBezTo>
                    <a:pt x="6752" y="0"/>
                    <a:pt x="6728" y="3"/>
                    <a:pt x="6705" y="9"/>
                  </a:cubicBezTo>
                  <a:cubicBezTo>
                    <a:pt x="6372" y="42"/>
                    <a:pt x="6072" y="376"/>
                    <a:pt x="5905" y="676"/>
                  </a:cubicBezTo>
                  <a:lnTo>
                    <a:pt x="5304" y="1943"/>
                  </a:lnTo>
                  <a:cubicBezTo>
                    <a:pt x="5271" y="1543"/>
                    <a:pt x="5138" y="1210"/>
                    <a:pt x="5038" y="876"/>
                  </a:cubicBezTo>
                  <a:cubicBezTo>
                    <a:pt x="4938" y="642"/>
                    <a:pt x="4771" y="342"/>
                    <a:pt x="4471" y="209"/>
                  </a:cubicBezTo>
                  <a:cubicBezTo>
                    <a:pt x="4370" y="175"/>
                    <a:pt x="4279" y="159"/>
                    <a:pt x="4187" y="159"/>
                  </a:cubicBezTo>
                  <a:cubicBezTo>
                    <a:pt x="4095" y="159"/>
                    <a:pt x="4004" y="175"/>
                    <a:pt x="3903" y="209"/>
                  </a:cubicBezTo>
                  <a:cubicBezTo>
                    <a:pt x="3403" y="376"/>
                    <a:pt x="3103" y="1043"/>
                    <a:pt x="3036" y="1210"/>
                  </a:cubicBezTo>
                  <a:lnTo>
                    <a:pt x="2336" y="2711"/>
                  </a:lnTo>
                  <a:lnTo>
                    <a:pt x="1835" y="1176"/>
                  </a:lnTo>
                  <a:cubicBezTo>
                    <a:pt x="1769" y="943"/>
                    <a:pt x="1568" y="642"/>
                    <a:pt x="1302" y="509"/>
                  </a:cubicBezTo>
                  <a:cubicBezTo>
                    <a:pt x="1260" y="495"/>
                    <a:pt x="1202" y="487"/>
                    <a:pt x="1140" y="487"/>
                  </a:cubicBezTo>
                  <a:cubicBezTo>
                    <a:pt x="1053" y="487"/>
                    <a:pt x="960" y="503"/>
                    <a:pt x="901" y="542"/>
                  </a:cubicBezTo>
                  <a:cubicBezTo>
                    <a:pt x="768" y="642"/>
                    <a:pt x="668" y="776"/>
                    <a:pt x="601" y="876"/>
                  </a:cubicBezTo>
                  <a:cubicBezTo>
                    <a:pt x="167" y="1777"/>
                    <a:pt x="1" y="2811"/>
                    <a:pt x="134" y="3811"/>
                  </a:cubicBezTo>
                  <a:cubicBezTo>
                    <a:pt x="167" y="3945"/>
                    <a:pt x="268" y="3978"/>
                    <a:pt x="401" y="3978"/>
                  </a:cubicBezTo>
                  <a:cubicBezTo>
                    <a:pt x="501" y="3945"/>
                    <a:pt x="568" y="3845"/>
                    <a:pt x="568" y="3711"/>
                  </a:cubicBezTo>
                  <a:cubicBezTo>
                    <a:pt x="401" y="2811"/>
                    <a:pt x="568" y="1877"/>
                    <a:pt x="968" y="1043"/>
                  </a:cubicBezTo>
                  <a:cubicBezTo>
                    <a:pt x="1001" y="976"/>
                    <a:pt x="1068" y="943"/>
                    <a:pt x="1101" y="876"/>
                  </a:cubicBezTo>
                  <a:lnTo>
                    <a:pt x="1168" y="876"/>
                  </a:lnTo>
                  <a:cubicBezTo>
                    <a:pt x="1268" y="943"/>
                    <a:pt x="1402" y="1109"/>
                    <a:pt x="1468" y="1310"/>
                  </a:cubicBezTo>
                  <a:lnTo>
                    <a:pt x="2202" y="3344"/>
                  </a:lnTo>
                  <a:cubicBezTo>
                    <a:pt x="2236" y="3444"/>
                    <a:pt x="2302" y="3478"/>
                    <a:pt x="2402" y="3478"/>
                  </a:cubicBezTo>
                  <a:cubicBezTo>
                    <a:pt x="2469" y="3478"/>
                    <a:pt x="2569" y="3444"/>
                    <a:pt x="2603" y="3344"/>
                  </a:cubicBezTo>
                  <a:lnTo>
                    <a:pt x="3470" y="1310"/>
                  </a:lnTo>
                  <a:cubicBezTo>
                    <a:pt x="3637" y="876"/>
                    <a:pt x="3903" y="609"/>
                    <a:pt x="4104" y="509"/>
                  </a:cubicBezTo>
                  <a:cubicBezTo>
                    <a:pt x="4154" y="492"/>
                    <a:pt x="4195" y="484"/>
                    <a:pt x="4237" y="484"/>
                  </a:cubicBezTo>
                  <a:cubicBezTo>
                    <a:pt x="4279" y="484"/>
                    <a:pt x="4320" y="492"/>
                    <a:pt x="4370" y="509"/>
                  </a:cubicBezTo>
                  <a:cubicBezTo>
                    <a:pt x="4537" y="542"/>
                    <a:pt x="4604" y="776"/>
                    <a:pt x="4704" y="943"/>
                  </a:cubicBezTo>
                  <a:cubicBezTo>
                    <a:pt x="4904" y="1476"/>
                    <a:pt x="4971" y="2010"/>
                    <a:pt x="5038" y="2544"/>
                  </a:cubicBezTo>
                  <a:cubicBezTo>
                    <a:pt x="5038" y="2677"/>
                    <a:pt x="5104" y="2777"/>
                    <a:pt x="5171" y="2777"/>
                  </a:cubicBezTo>
                  <a:cubicBezTo>
                    <a:pt x="5304" y="2777"/>
                    <a:pt x="5405" y="2711"/>
                    <a:pt x="5438" y="2644"/>
                  </a:cubicBezTo>
                  <a:lnTo>
                    <a:pt x="6372" y="776"/>
                  </a:lnTo>
                  <a:cubicBezTo>
                    <a:pt x="6472" y="509"/>
                    <a:pt x="6705" y="309"/>
                    <a:pt x="6806" y="309"/>
                  </a:cubicBezTo>
                  <a:cubicBezTo>
                    <a:pt x="6872" y="309"/>
                    <a:pt x="6872" y="309"/>
                    <a:pt x="6906" y="342"/>
                  </a:cubicBezTo>
                  <a:cubicBezTo>
                    <a:pt x="6939" y="376"/>
                    <a:pt x="6939" y="509"/>
                    <a:pt x="6939" y="642"/>
                  </a:cubicBezTo>
                  <a:lnTo>
                    <a:pt x="6739" y="2877"/>
                  </a:lnTo>
                  <a:cubicBezTo>
                    <a:pt x="6739" y="2977"/>
                    <a:pt x="6739" y="3044"/>
                    <a:pt x="6806" y="3111"/>
                  </a:cubicBezTo>
                  <a:cubicBezTo>
                    <a:pt x="6839" y="3128"/>
                    <a:pt x="6872" y="3136"/>
                    <a:pt x="6910" y="3136"/>
                  </a:cubicBezTo>
                  <a:cubicBezTo>
                    <a:pt x="6947" y="3136"/>
                    <a:pt x="6989" y="3128"/>
                    <a:pt x="7039" y="3111"/>
                  </a:cubicBezTo>
                  <a:cubicBezTo>
                    <a:pt x="7473" y="2844"/>
                    <a:pt x="7706" y="2377"/>
                    <a:pt x="7906" y="1910"/>
                  </a:cubicBezTo>
                  <a:cubicBezTo>
                    <a:pt x="7940" y="1843"/>
                    <a:pt x="7973" y="1710"/>
                    <a:pt x="8040" y="1643"/>
                  </a:cubicBezTo>
                  <a:cubicBezTo>
                    <a:pt x="8240" y="1276"/>
                    <a:pt x="8573" y="843"/>
                    <a:pt x="8974" y="843"/>
                  </a:cubicBezTo>
                  <a:cubicBezTo>
                    <a:pt x="9307" y="1810"/>
                    <a:pt x="9274" y="2944"/>
                    <a:pt x="8907" y="3878"/>
                  </a:cubicBezTo>
                  <a:cubicBezTo>
                    <a:pt x="8874" y="3978"/>
                    <a:pt x="8907" y="4112"/>
                    <a:pt x="8974" y="4145"/>
                  </a:cubicBezTo>
                  <a:cubicBezTo>
                    <a:pt x="9015" y="4159"/>
                    <a:pt x="9051" y="4167"/>
                    <a:pt x="9086" y="4167"/>
                  </a:cubicBezTo>
                  <a:cubicBezTo>
                    <a:pt x="9135" y="4167"/>
                    <a:pt x="9182" y="4151"/>
                    <a:pt x="9241" y="4112"/>
                  </a:cubicBezTo>
                  <a:cubicBezTo>
                    <a:pt x="9441" y="3878"/>
                    <a:pt x="9608" y="3678"/>
                    <a:pt x="9741" y="3444"/>
                  </a:cubicBezTo>
                  <a:cubicBezTo>
                    <a:pt x="9874" y="3211"/>
                    <a:pt x="9974" y="3044"/>
                    <a:pt x="10108" y="2877"/>
                  </a:cubicBezTo>
                  <a:cubicBezTo>
                    <a:pt x="10298" y="2688"/>
                    <a:pt x="10572" y="2515"/>
                    <a:pt x="10822" y="2515"/>
                  </a:cubicBezTo>
                  <a:cubicBezTo>
                    <a:pt x="10924" y="2515"/>
                    <a:pt x="11022" y="2543"/>
                    <a:pt x="11109" y="2611"/>
                  </a:cubicBezTo>
                  <a:cubicBezTo>
                    <a:pt x="11375" y="2777"/>
                    <a:pt x="11409" y="3144"/>
                    <a:pt x="11275" y="3778"/>
                  </a:cubicBezTo>
                  <a:lnTo>
                    <a:pt x="10708" y="6380"/>
                  </a:lnTo>
                  <a:cubicBezTo>
                    <a:pt x="10642" y="6513"/>
                    <a:pt x="10742" y="6613"/>
                    <a:pt x="10875" y="6647"/>
                  </a:cubicBezTo>
                  <a:cubicBezTo>
                    <a:pt x="10887" y="6653"/>
                    <a:pt x="10902" y="6656"/>
                    <a:pt x="10917" y="6656"/>
                  </a:cubicBezTo>
                  <a:cubicBezTo>
                    <a:pt x="10983" y="6656"/>
                    <a:pt x="11057" y="6601"/>
                    <a:pt x="10975" y="6547"/>
                  </a:cubicBezTo>
                  <a:lnTo>
                    <a:pt x="11576" y="3945"/>
                  </a:lnTo>
                  <a:cubicBezTo>
                    <a:pt x="11676" y="3444"/>
                    <a:pt x="11776" y="2711"/>
                    <a:pt x="11275" y="2344"/>
                  </a:cubicBezTo>
                  <a:cubicBezTo>
                    <a:pt x="11119" y="2239"/>
                    <a:pt x="10942" y="2194"/>
                    <a:pt x="10762" y="2194"/>
                  </a:cubicBezTo>
                  <a:cubicBezTo>
                    <a:pt x="10366" y="2194"/>
                    <a:pt x="9949" y="2413"/>
                    <a:pt x="9674" y="2711"/>
                  </a:cubicBezTo>
                  <a:cubicBezTo>
                    <a:pt x="9608" y="2811"/>
                    <a:pt x="9507" y="2877"/>
                    <a:pt x="9474" y="2977"/>
                  </a:cubicBezTo>
                  <a:cubicBezTo>
                    <a:pt x="9574" y="2210"/>
                    <a:pt x="9474" y="1376"/>
                    <a:pt x="9241" y="676"/>
                  </a:cubicBezTo>
                  <a:cubicBezTo>
                    <a:pt x="9174" y="642"/>
                    <a:pt x="9141" y="542"/>
                    <a:pt x="9074" y="542"/>
                  </a:cubicBezTo>
                  <a:cubicBezTo>
                    <a:pt x="9000" y="523"/>
                    <a:pt x="8928" y="514"/>
                    <a:pt x="8856" y="514"/>
                  </a:cubicBezTo>
                  <a:cubicBezTo>
                    <a:pt x="8306" y="514"/>
                    <a:pt x="7809" y="1042"/>
                    <a:pt x="7573" y="1543"/>
                  </a:cubicBezTo>
                  <a:cubicBezTo>
                    <a:pt x="7539" y="1643"/>
                    <a:pt x="7473" y="1777"/>
                    <a:pt x="7439" y="1843"/>
                  </a:cubicBezTo>
                  <a:cubicBezTo>
                    <a:pt x="7373" y="2110"/>
                    <a:pt x="7239" y="2310"/>
                    <a:pt x="7106" y="2510"/>
                  </a:cubicBezTo>
                  <a:lnTo>
                    <a:pt x="7273" y="809"/>
                  </a:lnTo>
                  <a:cubicBezTo>
                    <a:pt x="7306" y="642"/>
                    <a:pt x="7306" y="376"/>
                    <a:pt x="7139" y="175"/>
                  </a:cubicBezTo>
                  <a:cubicBezTo>
                    <a:pt x="7029" y="65"/>
                    <a:pt x="6895" y="0"/>
                    <a:pt x="67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1"/>
            <p:cNvSpPr/>
            <p:nvPr/>
          </p:nvSpPr>
          <p:spPr>
            <a:xfrm>
              <a:off x="2043400" y="3329425"/>
              <a:ext cx="240200" cy="233525"/>
            </a:xfrm>
            <a:custGeom>
              <a:avLst/>
              <a:gdLst/>
              <a:ahLst/>
              <a:cxnLst/>
              <a:rect l="l" t="t" r="r" b="b"/>
              <a:pathLst>
                <a:path w="9608" h="9341" extrusionOk="0">
                  <a:moveTo>
                    <a:pt x="1668" y="0"/>
                  </a:moveTo>
                  <a:cubicBezTo>
                    <a:pt x="1568" y="0"/>
                    <a:pt x="1501" y="34"/>
                    <a:pt x="1468" y="67"/>
                  </a:cubicBezTo>
                  <a:cubicBezTo>
                    <a:pt x="401" y="1335"/>
                    <a:pt x="0" y="3136"/>
                    <a:pt x="367" y="4737"/>
                  </a:cubicBezTo>
                  <a:cubicBezTo>
                    <a:pt x="393" y="4841"/>
                    <a:pt x="460" y="4925"/>
                    <a:pt x="551" y="4925"/>
                  </a:cubicBezTo>
                  <a:cubicBezTo>
                    <a:pt x="577" y="4925"/>
                    <a:pt x="605" y="4918"/>
                    <a:pt x="634" y="4904"/>
                  </a:cubicBezTo>
                  <a:cubicBezTo>
                    <a:pt x="767" y="4870"/>
                    <a:pt x="834" y="4804"/>
                    <a:pt x="801" y="4670"/>
                  </a:cubicBezTo>
                  <a:cubicBezTo>
                    <a:pt x="467" y="3336"/>
                    <a:pt x="767" y="1835"/>
                    <a:pt x="1501" y="701"/>
                  </a:cubicBezTo>
                  <a:lnTo>
                    <a:pt x="1501" y="701"/>
                  </a:lnTo>
                  <a:cubicBezTo>
                    <a:pt x="1668" y="1702"/>
                    <a:pt x="1635" y="2702"/>
                    <a:pt x="1368" y="3703"/>
                  </a:cubicBezTo>
                  <a:cubicBezTo>
                    <a:pt x="1335" y="3836"/>
                    <a:pt x="1368" y="3903"/>
                    <a:pt x="1501" y="3970"/>
                  </a:cubicBezTo>
                  <a:cubicBezTo>
                    <a:pt x="1533" y="3978"/>
                    <a:pt x="1561" y="3982"/>
                    <a:pt x="1585" y="3982"/>
                  </a:cubicBezTo>
                  <a:cubicBezTo>
                    <a:pt x="1664" y="3982"/>
                    <a:pt x="1709" y="3938"/>
                    <a:pt x="1735" y="3836"/>
                  </a:cubicBezTo>
                  <a:cubicBezTo>
                    <a:pt x="2035" y="2902"/>
                    <a:pt x="2369" y="1868"/>
                    <a:pt x="3102" y="1134"/>
                  </a:cubicBezTo>
                  <a:cubicBezTo>
                    <a:pt x="3169" y="1034"/>
                    <a:pt x="3303" y="968"/>
                    <a:pt x="3369" y="968"/>
                  </a:cubicBezTo>
                  <a:cubicBezTo>
                    <a:pt x="3383" y="961"/>
                    <a:pt x="3398" y="957"/>
                    <a:pt x="3412" y="957"/>
                  </a:cubicBezTo>
                  <a:cubicBezTo>
                    <a:pt x="3530" y="957"/>
                    <a:pt x="3640" y="1193"/>
                    <a:pt x="3670" y="1401"/>
                  </a:cubicBezTo>
                  <a:cubicBezTo>
                    <a:pt x="3803" y="2068"/>
                    <a:pt x="3770" y="2736"/>
                    <a:pt x="3603" y="3369"/>
                  </a:cubicBezTo>
                  <a:cubicBezTo>
                    <a:pt x="3536" y="3503"/>
                    <a:pt x="3636" y="3570"/>
                    <a:pt x="3703" y="3636"/>
                  </a:cubicBezTo>
                  <a:cubicBezTo>
                    <a:pt x="3717" y="3641"/>
                    <a:pt x="3731" y="3643"/>
                    <a:pt x="3745" y="3643"/>
                  </a:cubicBezTo>
                  <a:cubicBezTo>
                    <a:pt x="3838" y="3643"/>
                    <a:pt x="3941" y="3560"/>
                    <a:pt x="3970" y="3503"/>
                  </a:cubicBezTo>
                  <a:cubicBezTo>
                    <a:pt x="4237" y="2736"/>
                    <a:pt x="4670" y="2002"/>
                    <a:pt x="5204" y="1368"/>
                  </a:cubicBezTo>
                  <a:cubicBezTo>
                    <a:pt x="5313" y="1231"/>
                    <a:pt x="5468" y="1117"/>
                    <a:pt x="5575" y="1117"/>
                  </a:cubicBezTo>
                  <a:cubicBezTo>
                    <a:pt x="5598" y="1117"/>
                    <a:pt x="5620" y="1122"/>
                    <a:pt x="5638" y="1134"/>
                  </a:cubicBezTo>
                  <a:cubicBezTo>
                    <a:pt x="5671" y="1134"/>
                    <a:pt x="5704" y="1201"/>
                    <a:pt x="5704" y="1301"/>
                  </a:cubicBezTo>
                  <a:cubicBezTo>
                    <a:pt x="5871" y="1968"/>
                    <a:pt x="5771" y="2702"/>
                    <a:pt x="5371" y="3236"/>
                  </a:cubicBezTo>
                  <a:cubicBezTo>
                    <a:pt x="5337" y="3369"/>
                    <a:pt x="5337" y="3469"/>
                    <a:pt x="5404" y="3536"/>
                  </a:cubicBezTo>
                  <a:cubicBezTo>
                    <a:pt x="5465" y="3556"/>
                    <a:pt x="5538" y="3589"/>
                    <a:pt x="5601" y="3589"/>
                  </a:cubicBezTo>
                  <a:cubicBezTo>
                    <a:pt x="5642" y="3589"/>
                    <a:pt x="5678" y="3575"/>
                    <a:pt x="5704" y="3536"/>
                  </a:cubicBezTo>
                  <a:cubicBezTo>
                    <a:pt x="5904" y="3369"/>
                    <a:pt x="6038" y="3169"/>
                    <a:pt x="6205" y="2969"/>
                  </a:cubicBezTo>
                  <a:cubicBezTo>
                    <a:pt x="6338" y="2802"/>
                    <a:pt x="6472" y="2636"/>
                    <a:pt x="6605" y="2502"/>
                  </a:cubicBezTo>
                  <a:cubicBezTo>
                    <a:pt x="6741" y="2393"/>
                    <a:pt x="6922" y="2284"/>
                    <a:pt x="7092" y="2284"/>
                  </a:cubicBezTo>
                  <a:cubicBezTo>
                    <a:pt x="7131" y="2284"/>
                    <a:pt x="7169" y="2290"/>
                    <a:pt x="7205" y="2302"/>
                  </a:cubicBezTo>
                  <a:cubicBezTo>
                    <a:pt x="7339" y="2302"/>
                    <a:pt x="7439" y="2335"/>
                    <a:pt x="7472" y="2402"/>
                  </a:cubicBezTo>
                  <a:cubicBezTo>
                    <a:pt x="7539" y="2502"/>
                    <a:pt x="7539" y="2669"/>
                    <a:pt x="7539" y="2802"/>
                  </a:cubicBezTo>
                  <a:cubicBezTo>
                    <a:pt x="7539" y="3069"/>
                    <a:pt x="7506" y="3336"/>
                    <a:pt x="7472" y="3636"/>
                  </a:cubicBezTo>
                  <a:lnTo>
                    <a:pt x="7472" y="3670"/>
                  </a:lnTo>
                  <a:cubicBezTo>
                    <a:pt x="7172" y="4170"/>
                    <a:pt x="6939" y="4704"/>
                    <a:pt x="6805" y="5237"/>
                  </a:cubicBezTo>
                  <a:cubicBezTo>
                    <a:pt x="6805" y="5371"/>
                    <a:pt x="6838" y="5471"/>
                    <a:pt x="6939" y="5504"/>
                  </a:cubicBezTo>
                  <a:cubicBezTo>
                    <a:pt x="6955" y="5513"/>
                    <a:pt x="6976" y="5517"/>
                    <a:pt x="6998" y="5517"/>
                  </a:cubicBezTo>
                  <a:cubicBezTo>
                    <a:pt x="7066" y="5517"/>
                    <a:pt x="7147" y="5479"/>
                    <a:pt x="7172" y="5404"/>
                  </a:cubicBezTo>
                  <a:cubicBezTo>
                    <a:pt x="7506" y="4971"/>
                    <a:pt x="7772" y="4403"/>
                    <a:pt x="7873" y="3836"/>
                  </a:cubicBezTo>
                  <a:cubicBezTo>
                    <a:pt x="7973" y="3736"/>
                    <a:pt x="8006" y="3703"/>
                    <a:pt x="8039" y="3703"/>
                  </a:cubicBezTo>
                  <a:cubicBezTo>
                    <a:pt x="8049" y="3700"/>
                    <a:pt x="8059" y="3699"/>
                    <a:pt x="8069" y="3699"/>
                  </a:cubicBezTo>
                  <a:cubicBezTo>
                    <a:pt x="8192" y="3699"/>
                    <a:pt x="8311" y="3882"/>
                    <a:pt x="8373" y="4037"/>
                  </a:cubicBezTo>
                  <a:cubicBezTo>
                    <a:pt x="9107" y="5671"/>
                    <a:pt x="8673" y="7706"/>
                    <a:pt x="7439" y="9007"/>
                  </a:cubicBezTo>
                  <a:cubicBezTo>
                    <a:pt x="7339" y="9073"/>
                    <a:pt x="7339" y="9207"/>
                    <a:pt x="7439" y="9307"/>
                  </a:cubicBezTo>
                  <a:cubicBezTo>
                    <a:pt x="7472" y="9307"/>
                    <a:pt x="7506" y="9340"/>
                    <a:pt x="7539" y="9340"/>
                  </a:cubicBezTo>
                  <a:cubicBezTo>
                    <a:pt x="7583" y="9340"/>
                    <a:pt x="7628" y="9325"/>
                    <a:pt x="7692" y="9325"/>
                  </a:cubicBezTo>
                  <a:cubicBezTo>
                    <a:pt x="7724" y="9325"/>
                    <a:pt x="7761" y="9329"/>
                    <a:pt x="7806" y="9340"/>
                  </a:cubicBezTo>
                  <a:cubicBezTo>
                    <a:pt x="9173" y="7973"/>
                    <a:pt x="9607" y="5704"/>
                    <a:pt x="8840" y="3903"/>
                  </a:cubicBezTo>
                  <a:cubicBezTo>
                    <a:pt x="8685" y="3532"/>
                    <a:pt x="8415" y="3332"/>
                    <a:pt x="8164" y="3332"/>
                  </a:cubicBezTo>
                  <a:cubicBezTo>
                    <a:pt x="8145" y="3332"/>
                    <a:pt x="8125" y="3334"/>
                    <a:pt x="8106" y="3336"/>
                  </a:cubicBezTo>
                  <a:lnTo>
                    <a:pt x="8106" y="2869"/>
                  </a:lnTo>
                  <a:cubicBezTo>
                    <a:pt x="8106" y="2669"/>
                    <a:pt x="8039" y="2469"/>
                    <a:pt x="7939" y="2235"/>
                  </a:cubicBezTo>
                  <a:cubicBezTo>
                    <a:pt x="7806" y="2035"/>
                    <a:pt x="7639" y="1968"/>
                    <a:pt x="7372" y="1902"/>
                  </a:cubicBezTo>
                  <a:cubicBezTo>
                    <a:pt x="7338" y="1898"/>
                    <a:pt x="7304" y="1897"/>
                    <a:pt x="7269" y="1897"/>
                  </a:cubicBezTo>
                  <a:cubicBezTo>
                    <a:pt x="6965" y="1897"/>
                    <a:pt x="6648" y="2026"/>
                    <a:pt x="6438" y="2235"/>
                  </a:cubicBezTo>
                  <a:lnTo>
                    <a:pt x="6338" y="2335"/>
                  </a:lnTo>
                  <a:cubicBezTo>
                    <a:pt x="6371" y="1968"/>
                    <a:pt x="6371" y="1568"/>
                    <a:pt x="6271" y="1201"/>
                  </a:cubicBezTo>
                  <a:cubicBezTo>
                    <a:pt x="6205" y="1068"/>
                    <a:pt x="6171" y="901"/>
                    <a:pt x="6005" y="801"/>
                  </a:cubicBezTo>
                  <a:cubicBezTo>
                    <a:pt x="5912" y="750"/>
                    <a:pt x="5817" y="724"/>
                    <a:pt x="5720" y="724"/>
                  </a:cubicBezTo>
                  <a:cubicBezTo>
                    <a:pt x="5500" y="724"/>
                    <a:pt x="5268" y="857"/>
                    <a:pt x="5037" y="1134"/>
                  </a:cubicBezTo>
                  <a:cubicBezTo>
                    <a:pt x="4770" y="1501"/>
                    <a:pt x="4503" y="1868"/>
                    <a:pt x="4270" y="2235"/>
                  </a:cubicBezTo>
                  <a:cubicBezTo>
                    <a:pt x="4270" y="1968"/>
                    <a:pt x="4203" y="1668"/>
                    <a:pt x="4170" y="1368"/>
                  </a:cubicBezTo>
                  <a:cubicBezTo>
                    <a:pt x="4103" y="868"/>
                    <a:pt x="3803" y="534"/>
                    <a:pt x="3469" y="534"/>
                  </a:cubicBezTo>
                  <a:cubicBezTo>
                    <a:pt x="3203" y="534"/>
                    <a:pt x="3002" y="701"/>
                    <a:pt x="2869" y="834"/>
                  </a:cubicBezTo>
                  <a:cubicBezTo>
                    <a:pt x="2502" y="1201"/>
                    <a:pt x="2269" y="1635"/>
                    <a:pt x="2035" y="2035"/>
                  </a:cubicBezTo>
                  <a:cubicBezTo>
                    <a:pt x="2035" y="1401"/>
                    <a:pt x="2002" y="801"/>
                    <a:pt x="1835" y="167"/>
                  </a:cubicBezTo>
                  <a:cubicBezTo>
                    <a:pt x="1802" y="67"/>
                    <a:pt x="1735" y="0"/>
                    <a:pt x="16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1"/>
            <p:cNvSpPr/>
            <p:nvPr/>
          </p:nvSpPr>
          <p:spPr>
            <a:xfrm>
              <a:off x="1679800" y="3084800"/>
              <a:ext cx="284400" cy="283000"/>
            </a:xfrm>
            <a:custGeom>
              <a:avLst/>
              <a:gdLst/>
              <a:ahLst/>
              <a:cxnLst/>
              <a:rect l="l" t="t" r="r" b="b"/>
              <a:pathLst>
                <a:path w="11376" h="11320" extrusionOk="0">
                  <a:moveTo>
                    <a:pt x="1654" y="0"/>
                  </a:moveTo>
                  <a:cubicBezTo>
                    <a:pt x="1318" y="0"/>
                    <a:pt x="987" y="160"/>
                    <a:pt x="734" y="412"/>
                  </a:cubicBezTo>
                  <a:cubicBezTo>
                    <a:pt x="367" y="745"/>
                    <a:pt x="201" y="1246"/>
                    <a:pt x="34" y="1646"/>
                  </a:cubicBezTo>
                  <a:cubicBezTo>
                    <a:pt x="1" y="1746"/>
                    <a:pt x="34" y="1846"/>
                    <a:pt x="167" y="1913"/>
                  </a:cubicBezTo>
                  <a:cubicBezTo>
                    <a:pt x="183" y="1921"/>
                    <a:pt x="203" y="1925"/>
                    <a:pt x="224" y="1925"/>
                  </a:cubicBezTo>
                  <a:cubicBezTo>
                    <a:pt x="291" y="1925"/>
                    <a:pt x="375" y="1881"/>
                    <a:pt x="401" y="1780"/>
                  </a:cubicBezTo>
                  <a:cubicBezTo>
                    <a:pt x="568" y="1413"/>
                    <a:pt x="734" y="979"/>
                    <a:pt x="1035" y="679"/>
                  </a:cubicBezTo>
                  <a:cubicBezTo>
                    <a:pt x="1211" y="525"/>
                    <a:pt x="1459" y="414"/>
                    <a:pt x="1694" y="414"/>
                  </a:cubicBezTo>
                  <a:cubicBezTo>
                    <a:pt x="1815" y="414"/>
                    <a:pt x="1933" y="444"/>
                    <a:pt x="2035" y="512"/>
                  </a:cubicBezTo>
                  <a:cubicBezTo>
                    <a:pt x="2336" y="745"/>
                    <a:pt x="2369" y="1146"/>
                    <a:pt x="2402" y="1613"/>
                  </a:cubicBezTo>
                  <a:cubicBezTo>
                    <a:pt x="2469" y="1846"/>
                    <a:pt x="2469" y="2113"/>
                    <a:pt x="2536" y="2347"/>
                  </a:cubicBezTo>
                  <a:lnTo>
                    <a:pt x="2669" y="2480"/>
                  </a:lnTo>
                  <a:cubicBezTo>
                    <a:pt x="2686" y="2497"/>
                    <a:pt x="2719" y="2505"/>
                    <a:pt x="2752" y="2505"/>
                  </a:cubicBezTo>
                  <a:cubicBezTo>
                    <a:pt x="2786" y="2505"/>
                    <a:pt x="2819" y="2497"/>
                    <a:pt x="2836" y="2480"/>
                  </a:cubicBezTo>
                  <a:cubicBezTo>
                    <a:pt x="3169" y="2347"/>
                    <a:pt x="3403" y="2113"/>
                    <a:pt x="3670" y="1846"/>
                  </a:cubicBezTo>
                  <a:cubicBezTo>
                    <a:pt x="4054" y="1517"/>
                    <a:pt x="4303" y="1278"/>
                    <a:pt x="4565" y="1278"/>
                  </a:cubicBezTo>
                  <a:cubicBezTo>
                    <a:pt x="4621" y="1278"/>
                    <a:pt x="4678" y="1289"/>
                    <a:pt x="4737" y="1313"/>
                  </a:cubicBezTo>
                  <a:cubicBezTo>
                    <a:pt x="5037" y="1413"/>
                    <a:pt x="5204" y="1746"/>
                    <a:pt x="5204" y="2013"/>
                  </a:cubicBezTo>
                  <a:cubicBezTo>
                    <a:pt x="5238" y="2347"/>
                    <a:pt x="5138" y="2747"/>
                    <a:pt x="5004" y="3081"/>
                  </a:cubicBezTo>
                  <a:cubicBezTo>
                    <a:pt x="5004" y="3147"/>
                    <a:pt x="5037" y="3281"/>
                    <a:pt x="5138" y="3314"/>
                  </a:cubicBezTo>
                  <a:cubicBezTo>
                    <a:pt x="5155" y="3323"/>
                    <a:pt x="5178" y="3327"/>
                    <a:pt x="5202" y="3327"/>
                  </a:cubicBezTo>
                  <a:cubicBezTo>
                    <a:pt x="5269" y="3327"/>
                    <a:pt x="5347" y="3296"/>
                    <a:pt x="5371" y="3247"/>
                  </a:cubicBezTo>
                  <a:cubicBezTo>
                    <a:pt x="5738" y="2647"/>
                    <a:pt x="6338" y="2247"/>
                    <a:pt x="7006" y="2080"/>
                  </a:cubicBezTo>
                  <a:cubicBezTo>
                    <a:pt x="7050" y="2080"/>
                    <a:pt x="7139" y="2050"/>
                    <a:pt x="7233" y="2050"/>
                  </a:cubicBezTo>
                  <a:cubicBezTo>
                    <a:pt x="7280" y="2050"/>
                    <a:pt x="7328" y="2058"/>
                    <a:pt x="7372" y="2080"/>
                  </a:cubicBezTo>
                  <a:cubicBezTo>
                    <a:pt x="7673" y="2146"/>
                    <a:pt x="7806" y="2613"/>
                    <a:pt x="7739" y="2980"/>
                  </a:cubicBezTo>
                  <a:cubicBezTo>
                    <a:pt x="7706" y="3181"/>
                    <a:pt x="7673" y="3347"/>
                    <a:pt x="7573" y="3581"/>
                  </a:cubicBezTo>
                  <a:cubicBezTo>
                    <a:pt x="7539" y="3581"/>
                    <a:pt x="7539" y="3614"/>
                    <a:pt x="7506" y="3614"/>
                  </a:cubicBezTo>
                  <a:cubicBezTo>
                    <a:pt x="7206" y="3814"/>
                    <a:pt x="7039" y="4115"/>
                    <a:pt x="7039" y="4448"/>
                  </a:cubicBezTo>
                  <a:cubicBezTo>
                    <a:pt x="7039" y="4515"/>
                    <a:pt x="7072" y="4615"/>
                    <a:pt x="7172" y="4648"/>
                  </a:cubicBezTo>
                  <a:cubicBezTo>
                    <a:pt x="7192" y="4658"/>
                    <a:pt x="7217" y="4662"/>
                    <a:pt x="7244" y="4662"/>
                  </a:cubicBezTo>
                  <a:cubicBezTo>
                    <a:pt x="7309" y="4662"/>
                    <a:pt x="7382" y="4639"/>
                    <a:pt x="7406" y="4615"/>
                  </a:cubicBezTo>
                  <a:cubicBezTo>
                    <a:pt x="7639" y="4415"/>
                    <a:pt x="7806" y="4148"/>
                    <a:pt x="7906" y="3848"/>
                  </a:cubicBezTo>
                  <a:cubicBezTo>
                    <a:pt x="8004" y="3809"/>
                    <a:pt x="8124" y="3792"/>
                    <a:pt x="8241" y="3792"/>
                  </a:cubicBezTo>
                  <a:cubicBezTo>
                    <a:pt x="8324" y="3792"/>
                    <a:pt x="8404" y="3801"/>
                    <a:pt x="8473" y="3814"/>
                  </a:cubicBezTo>
                  <a:cubicBezTo>
                    <a:pt x="8874" y="3981"/>
                    <a:pt x="9207" y="4482"/>
                    <a:pt x="9174" y="5015"/>
                  </a:cubicBezTo>
                  <a:cubicBezTo>
                    <a:pt x="9174" y="5282"/>
                    <a:pt x="9074" y="5482"/>
                    <a:pt x="9007" y="5682"/>
                  </a:cubicBezTo>
                  <a:cubicBezTo>
                    <a:pt x="8974" y="5682"/>
                    <a:pt x="8874" y="5749"/>
                    <a:pt x="8840" y="5782"/>
                  </a:cubicBezTo>
                  <a:cubicBezTo>
                    <a:pt x="8573" y="5949"/>
                    <a:pt x="8407" y="6249"/>
                    <a:pt x="8373" y="6516"/>
                  </a:cubicBezTo>
                  <a:cubicBezTo>
                    <a:pt x="8373" y="6616"/>
                    <a:pt x="8407" y="6683"/>
                    <a:pt x="8507" y="6750"/>
                  </a:cubicBezTo>
                  <a:cubicBezTo>
                    <a:pt x="8524" y="6759"/>
                    <a:pt x="8545" y="6763"/>
                    <a:pt x="8566" y="6763"/>
                  </a:cubicBezTo>
                  <a:cubicBezTo>
                    <a:pt x="8625" y="6763"/>
                    <a:pt x="8691" y="6732"/>
                    <a:pt x="8740" y="6683"/>
                  </a:cubicBezTo>
                  <a:cubicBezTo>
                    <a:pt x="9007" y="6483"/>
                    <a:pt x="9174" y="6249"/>
                    <a:pt x="9341" y="5983"/>
                  </a:cubicBezTo>
                  <a:cubicBezTo>
                    <a:pt x="9458" y="5959"/>
                    <a:pt x="9576" y="5935"/>
                    <a:pt x="9683" y="5935"/>
                  </a:cubicBezTo>
                  <a:cubicBezTo>
                    <a:pt x="9726" y="5935"/>
                    <a:pt x="9768" y="5939"/>
                    <a:pt x="9808" y="5949"/>
                  </a:cubicBezTo>
                  <a:cubicBezTo>
                    <a:pt x="10208" y="6016"/>
                    <a:pt x="10575" y="6450"/>
                    <a:pt x="10641" y="6950"/>
                  </a:cubicBezTo>
                  <a:cubicBezTo>
                    <a:pt x="10675" y="7317"/>
                    <a:pt x="10541" y="7751"/>
                    <a:pt x="10308" y="8117"/>
                  </a:cubicBezTo>
                  <a:cubicBezTo>
                    <a:pt x="10208" y="8151"/>
                    <a:pt x="10174" y="8251"/>
                    <a:pt x="10141" y="8351"/>
                  </a:cubicBezTo>
                  <a:cubicBezTo>
                    <a:pt x="10141" y="8451"/>
                    <a:pt x="10174" y="8518"/>
                    <a:pt x="10241" y="8584"/>
                  </a:cubicBezTo>
                  <a:cubicBezTo>
                    <a:pt x="10278" y="8597"/>
                    <a:pt x="10319" y="8604"/>
                    <a:pt x="10358" y="8604"/>
                  </a:cubicBezTo>
                  <a:cubicBezTo>
                    <a:pt x="10425" y="8604"/>
                    <a:pt x="10487" y="8581"/>
                    <a:pt x="10508" y="8518"/>
                  </a:cubicBezTo>
                  <a:cubicBezTo>
                    <a:pt x="10541" y="8484"/>
                    <a:pt x="10541" y="8451"/>
                    <a:pt x="10575" y="8418"/>
                  </a:cubicBezTo>
                  <a:cubicBezTo>
                    <a:pt x="10586" y="8395"/>
                    <a:pt x="10601" y="8388"/>
                    <a:pt x="10617" y="8388"/>
                  </a:cubicBezTo>
                  <a:cubicBezTo>
                    <a:pt x="10649" y="8388"/>
                    <a:pt x="10686" y="8418"/>
                    <a:pt x="10708" y="8418"/>
                  </a:cubicBezTo>
                  <a:cubicBezTo>
                    <a:pt x="10842" y="8484"/>
                    <a:pt x="10875" y="8651"/>
                    <a:pt x="10908" y="8785"/>
                  </a:cubicBezTo>
                  <a:cubicBezTo>
                    <a:pt x="11008" y="9152"/>
                    <a:pt x="11142" y="9819"/>
                    <a:pt x="10842" y="10319"/>
                  </a:cubicBezTo>
                  <a:cubicBezTo>
                    <a:pt x="10708" y="10519"/>
                    <a:pt x="10441" y="10686"/>
                    <a:pt x="10208" y="10786"/>
                  </a:cubicBezTo>
                  <a:cubicBezTo>
                    <a:pt x="10163" y="10797"/>
                    <a:pt x="10111" y="10805"/>
                    <a:pt x="10055" y="10805"/>
                  </a:cubicBezTo>
                  <a:cubicBezTo>
                    <a:pt x="9941" y="10805"/>
                    <a:pt x="9808" y="10775"/>
                    <a:pt x="9674" y="10686"/>
                  </a:cubicBezTo>
                  <a:cubicBezTo>
                    <a:pt x="9649" y="10678"/>
                    <a:pt x="9620" y="10673"/>
                    <a:pt x="9590" y="10673"/>
                  </a:cubicBezTo>
                  <a:cubicBezTo>
                    <a:pt x="9499" y="10673"/>
                    <a:pt x="9399" y="10711"/>
                    <a:pt x="9374" y="10786"/>
                  </a:cubicBezTo>
                  <a:cubicBezTo>
                    <a:pt x="9341" y="10853"/>
                    <a:pt x="9374" y="11020"/>
                    <a:pt x="9474" y="11086"/>
                  </a:cubicBezTo>
                  <a:lnTo>
                    <a:pt x="9841" y="11186"/>
                  </a:lnTo>
                  <a:cubicBezTo>
                    <a:pt x="10008" y="11186"/>
                    <a:pt x="10174" y="11186"/>
                    <a:pt x="10074" y="11320"/>
                  </a:cubicBezTo>
                  <a:cubicBezTo>
                    <a:pt x="10475" y="11253"/>
                    <a:pt x="10808" y="10986"/>
                    <a:pt x="11008" y="10653"/>
                  </a:cubicBezTo>
                  <a:cubicBezTo>
                    <a:pt x="11375" y="10019"/>
                    <a:pt x="11309" y="9285"/>
                    <a:pt x="11142" y="8785"/>
                  </a:cubicBezTo>
                  <a:cubicBezTo>
                    <a:pt x="11075" y="8584"/>
                    <a:pt x="10975" y="8318"/>
                    <a:pt x="10742" y="8184"/>
                  </a:cubicBezTo>
                  <a:cubicBezTo>
                    <a:pt x="10708" y="8184"/>
                    <a:pt x="10708" y="8151"/>
                    <a:pt x="10675" y="8151"/>
                  </a:cubicBezTo>
                  <a:cubicBezTo>
                    <a:pt x="10842" y="7784"/>
                    <a:pt x="10908" y="7350"/>
                    <a:pt x="10875" y="6983"/>
                  </a:cubicBezTo>
                  <a:cubicBezTo>
                    <a:pt x="10808" y="6316"/>
                    <a:pt x="10308" y="5749"/>
                    <a:pt x="9707" y="5616"/>
                  </a:cubicBezTo>
                  <a:cubicBezTo>
                    <a:pt x="9574" y="5582"/>
                    <a:pt x="9507" y="5582"/>
                    <a:pt x="9374" y="5582"/>
                  </a:cubicBezTo>
                  <a:cubicBezTo>
                    <a:pt x="9407" y="5416"/>
                    <a:pt x="9474" y="5249"/>
                    <a:pt x="9474" y="5082"/>
                  </a:cubicBezTo>
                  <a:cubicBezTo>
                    <a:pt x="9507" y="4315"/>
                    <a:pt x="9074" y="3648"/>
                    <a:pt x="8473" y="3447"/>
                  </a:cubicBezTo>
                  <a:cubicBezTo>
                    <a:pt x="8358" y="3424"/>
                    <a:pt x="8243" y="3386"/>
                    <a:pt x="8128" y="3386"/>
                  </a:cubicBezTo>
                  <a:cubicBezTo>
                    <a:pt x="8076" y="3386"/>
                    <a:pt x="8025" y="3393"/>
                    <a:pt x="7973" y="3414"/>
                  </a:cubicBezTo>
                  <a:cubicBezTo>
                    <a:pt x="8006" y="3281"/>
                    <a:pt x="8040" y="3147"/>
                    <a:pt x="8040" y="3014"/>
                  </a:cubicBezTo>
                  <a:cubicBezTo>
                    <a:pt x="8140" y="2480"/>
                    <a:pt x="7973" y="1813"/>
                    <a:pt x="7372" y="1646"/>
                  </a:cubicBezTo>
                  <a:cubicBezTo>
                    <a:pt x="7288" y="1618"/>
                    <a:pt x="7203" y="1608"/>
                    <a:pt x="7121" y="1608"/>
                  </a:cubicBezTo>
                  <a:cubicBezTo>
                    <a:pt x="7009" y="1608"/>
                    <a:pt x="6902" y="1627"/>
                    <a:pt x="6805" y="1646"/>
                  </a:cubicBezTo>
                  <a:cubicBezTo>
                    <a:pt x="6338" y="1780"/>
                    <a:pt x="5905" y="2013"/>
                    <a:pt x="5538" y="2313"/>
                  </a:cubicBezTo>
                  <a:lnTo>
                    <a:pt x="5538" y="2013"/>
                  </a:lnTo>
                  <a:cubicBezTo>
                    <a:pt x="5538" y="1613"/>
                    <a:pt x="5304" y="1112"/>
                    <a:pt x="4804" y="946"/>
                  </a:cubicBezTo>
                  <a:cubicBezTo>
                    <a:pt x="4700" y="911"/>
                    <a:pt x="4599" y="895"/>
                    <a:pt x="4503" y="895"/>
                  </a:cubicBezTo>
                  <a:cubicBezTo>
                    <a:pt x="4043" y="895"/>
                    <a:pt x="3667" y="1249"/>
                    <a:pt x="3336" y="1579"/>
                  </a:cubicBezTo>
                  <a:cubicBezTo>
                    <a:pt x="3169" y="1746"/>
                    <a:pt x="3003" y="1846"/>
                    <a:pt x="2836" y="1980"/>
                  </a:cubicBezTo>
                  <a:cubicBezTo>
                    <a:pt x="2836" y="1846"/>
                    <a:pt x="2803" y="1679"/>
                    <a:pt x="2803" y="1579"/>
                  </a:cubicBezTo>
                  <a:cubicBezTo>
                    <a:pt x="2736" y="1079"/>
                    <a:pt x="2702" y="512"/>
                    <a:pt x="2235" y="178"/>
                  </a:cubicBezTo>
                  <a:cubicBezTo>
                    <a:pt x="2050" y="55"/>
                    <a:pt x="1852" y="0"/>
                    <a:pt x="1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1"/>
            <p:cNvSpPr/>
            <p:nvPr/>
          </p:nvSpPr>
          <p:spPr>
            <a:xfrm>
              <a:off x="1009325" y="2864075"/>
              <a:ext cx="102600" cy="71750"/>
            </a:xfrm>
            <a:custGeom>
              <a:avLst/>
              <a:gdLst/>
              <a:ahLst/>
              <a:cxnLst/>
              <a:rect l="l" t="t" r="r" b="b"/>
              <a:pathLst>
                <a:path w="4104" h="2870" extrusionOk="0">
                  <a:moveTo>
                    <a:pt x="2773" y="1"/>
                  </a:moveTo>
                  <a:cubicBezTo>
                    <a:pt x="2636" y="1"/>
                    <a:pt x="2502" y="34"/>
                    <a:pt x="2369" y="101"/>
                  </a:cubicBezTo>
                  <a:cubicBezTo>
                    <a:pt x="1835" y="335"/>
                    <a:pt x="1735" y="968"/>
                    <a:pt x="1702" y="1502"/>
                  </a:cubicBezTo>
                  <a:cubicBezTo>
                    <a:pt x="1668" y="1769"/>
                    <a:pt x="1668" y="2002"/>
                    <a:pt x="1568" y="2203"/>
                  </a:cubicBezTo>
                  <a:lnTo>
                    <a:pt x="1068" y="1135"/>
                  </a:lnTo>
                  <a:cubicBezTo>
                    <a:pt x="1001" y="935"/>
                    <a:pt x="801" y="535"/>
                    <a:pt x="401" y="468"/>
                  </a:cubicBezTo>
                  <a:cubicBezTo>
                    <a:pt x="356" y="459"/>
                    <a:pt x="316" y="455"/>
                    <a:pt x="279" y="455"/>
                  </a:cubicBezTo>
                  <a:cubicBezTo>
                    <a:pt x="178" y="455"/>
                    <a:pt x="98" y="486"/>
                    <a:pt x="0" y="535"/>
                  </a:cubicBezTo>
                  <a:lnTo>
                    <a:pt x="0" y="1168"/>
                  </a:lnTo>
                  <a:cubicBezTo>
                    <a:pt x="61" y="1016"/>
                    <a:pt x="178" y="864"/>
                    <a:pt x="299" y="864"/>
                  </a:cubicBezTo>
                  <a:cubicBezTo>
                    <a:pt x="311" y="864"/>
                    <a:pt x="322" y="865"/>
                    <a:pt x="334" y="868"/>
                  </a:cubicBezTo>
                  <a:cubicBezTo>
                    <a:pt x="501" y="935"/>
                    <a:pt x="634" y="1135"/>
                    <a:pt x="701" y="1302"/>
                  </a:cubicBezTo>
                  <a:lnTo>
                    <a:pt x="1401" y="2770"/>
                  </a:lnTo>
                  <a:cubicBezTo>
                    <a:pt x="1468" y="2836"/>
                    <a:pt x="1501" y="2870"/>
                    <a:pt x="1568" y="2870"/>
                  </a:cubicBezTo>
                  <a:cubicBezTo>
                    <a:pt x="1668" y="2870"/>
                    <a:pt x="1702" y="2870"/>
                    <a:pt x="1735" y="2803"/>
                  </a:cubicBezTo>
                  <a:cubicBezTo>
                    <a:pt x="2035" y="2469"/>
                    <a:pt x="2068" y="1969"/>
                    <a:pt x="2169" y="1535"/>
                  </a:cubicBezTo>
                  <a:cubicBezTo>
                    <a:pt x="2202" y="1035"/>
                    <a:pt x="2302" y="635"/>
                    <a:pt x="2636" y="468"/>
                  </a:cubicBezTo>
                  <a:cubicBezTo>
                    <a:pt x="2701" y="429"/>
                    <a:pt x="2766" y="415"/>
                    <a:pt x="2828" y="415"/>
                  </a:cubicBezTo>
                  <a:cubicBezTo>
                    <a:pt x="2923" y="415"/>
                    <a:pt x="3008" y="448"/>
                    <a:pt x="3069" y="468"/>
                  </a:cubicBezTo>
                  <a:cubicBezTo>
                    <a:pt x="3336" y="601"/>
                    <a:pt x="3536" y="802"/>
                    <a:pt x="3570" y="1035"/>
                  </a:cubicBezTo>
                  <a:cubicBezTo>
                    <a:pt x="3703" y="1535"/>
                    <a:pt x="3536" y="2136"/>
                    <a:pt x="3403" y="2603"/>
                  </a:cubicBezTo>
                  <a:cubicBezTo>
                    <a:pt x="3369" y="2703"/>
                    <a:pt x="3470" y="2803"/>
                    <a:pt x="3536" y="2836"/>
                  </a:cubicBezTo>
                  <a:cubicBezTo>
                    <a:pt x="3568" y="2844"/>
                    <a:pt x="3601" y="2848"/>
                    <a:pt x="3635" y="2848"/>
                  </a:cubicBezTo>
                  <a:cubicBezTo>
                    <a:pt x="3747" y="2848"/>
                    <a:pt x="3868" y="2805"/>
                    <a:pt x="3970" y="2703"/>
                  </a:cubicBezTo>
                  <a:cubicBezTo>
                    <a:pt x="4003" y="2670"/>
                    <a:pt x="4037" y="2503"/>
                    <a:pt x="4003" y="2336"/>
                  </a:cubicBezTo>
                  <a:cubicBezTo>
                    <a:pt x="4003" y="2303"/>
                    <a:pt x="3970" y="2269"/>
                    <a:pt x="3903" y="2203"/>
                  </a:cubicBezTo>
                  <a:cubicBezTo>
                    <a:pt x="4003" y="1836"/>
                    <a:pt x="4103" y="1369"/>
                    <a:pt x="3970" y="968"/>
                  </a:cubicBezTo>
                  <a:cubicBezTo>
                    <a:pt x="3836" y="601"/>
                    <a:pt x="3570" y="268"/>
                    <a:pt x="3203" y="101"/>
                  </a:cubicBezTo>
                  <a:cubicBezTo>
                    <a:pt x="3053" y="34"/>
                    <a:pt x="2911" y="1"/>
                    <a:pt x="27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1"/>
            <p:cNvSpPr/>
            <p:nvPr/>
          </p:nvSpPr>
          <p:spPr>
            <a:xfrm>
              <a:off x="1386250" y="2962400"/>
              <a:ext cx="177650" cy="217775"/>
            </a:xfrm>
            <a:custGeom>
              <a:avLst/>
              <a:gdLst/>
              <a:ahLst/>
              <a:cxnLst/>
              <a:rect l="l" t="t" r="r" b="b"/>
              <a:pathLst>
                <a:path w="7106" h="8711" extrusionOk="0">
                  <a:moveTo>
                    <a:pt x="1444" y="1"/>
                  </a:moveTo>
                  <a:cubicBezTo>
                    <a:pt x="1192" y="1"/>
                    <a:pt x="916" y="200"/>
                    <a:pt x="668" y="571"/>
                  </a:cubicBezTo>
                  <a:cubicBezTo>
                    <a:pt x="401" y="1072"/>
                    <a:pt x="1" y="1872"/>
                    <a:pt x="434" y="2473"/>
                  </a:cubicBezTo>
                  <a:cubicBezTo>
                    <a:pt x="476" y="2514"/>
                    <a:pt x="542" y="2542"/>
                    <a:pt x="611" y="2542"/>
                  </a:cubicBezTo>
                  <a:cubicBezTo>
                    <a:pt x="653" y="2542"/>
                    <a:pt x="696" y="2531"/>
                    <a:pt x="735" y="2506"/>
                  </a:cubicBezTo>
                  <a:cubicBezTo>
                    <a:pt x="801" y="2406"/>
                    <a:pt x="835" y="2306"/>
                    <a:pt x="768" y="2206"/>
                  </a:cubicBezTo>
                  <a:cubicBezTo>
                    <a:pt x="468" y="1805"/>
                    <a:pt x="768" y="1172"/>
                    <a:pt x="1002" y="738"/>
                  </a:cubicBezTo>
                  <a:cubicBezTo>
                    <a:pt x="1125" y="553"/>
                    <a:pt x="1277" y="367"/>
                    <a:pt x="1405" y="367"/>
                  </a:cubicBezTo>
                  <a:cubicBezTo>
                    <a:pt x="1415" y="367"/>
                    <a:pt x="1425" y="369"/>
                    <a:pt x="1435" y="371"/>
                  </a:cubicBezTo>
                  <a:lnTo>
                    <a:pt x="1635" y="571"/>
                  </a:lnTo>
                  <a:cubicBezTo>
                    <a:pt x="2069" y="1072"/>
                    <a:pt x="2302" y="1705"/>
                    <a:pt x="2403" y="2372"/>
                  </a:cubicBezTo>
                  <a:cubicBezTo>
                    <a:pt x="2403" y="2473"/>
                    <a:pt x="2436" y="2506"/>
                    <a:pt x="2536" y="2539"/>
                  </a:cubicBezTo>
                  <a:cubicBezTo>
                    <a:pt x="2555" y="2549"/>
                    <a:pt x="2578" y="2553"/>
                    <a:pt x="2601" y="2553"/>
                  </a:cubicBezTo>
                  <a:cubicBezTo>
                    <a:pt x="2656" y="2553"/>
                    <a:pt x="2712" y="2530"/>
                    <a:pt x="2736" y="2506"/>
                  </a:cubicBezTo>
                  <a:cubicBezTo>
                    <a:pt x="2936" y="2306"/>
                    <a:pt x="3070" y="2039"/>
                    <a:pt x="3203" y="1805"/>
                  </a:cubicBezTo>
                  <a:cubicBezTo>
                    <a:pt x="3270" y="1639"/>
                    <a:pt x="3370" y="1505"/>
                    <a:pt x="3437" y="1372"/>
                  </a:cubicBezTo>
                  <a:cubicBezTo>
                    <a:pt x="3570" y="1205"/>
                    <a:pt x="3770" y="1038"/>
                    <a:pt x="3970" y="1038"/>
                  </a:cubicBezTo>
                  <a:cubicBezTo>
                    <a:pt x="4104" y="1038"/>
                    <a:pt x="4137" y="1072"/>
                    <a:pt x="4237" y="1138"/>
                  </a:cubicBezTo>
                  <a:cubicBezTo>
                    <a:pt x="4304" y="1205"/>
                    <a:pt x="4371" y="1338"/>
                    <a:pt x="4404" y="1472"/>
                  </a:cubicBezTo>
                  <a:cubicBezTo>
                    <a:pt x="4571" y="2039"/>
                    <a:pt x="4571" y="2706"/>
                    <a:pt x="4371" y="3340"/>
                  </a:cubicBezTo>
                  <a:cubicBezTo>
                    <a:pt x="4304" y="3407"/>
                    <a:pt x="4404" y="3540"/>
                    <a:pt x="4471" y="3573"/>
                  </a:cubicBezTo>
                  <a:cubicBezTo>
                    <a:pt x="4494" y="3589"/>
                    <a:pt x="4519" y="3595"/>
                    <a:pt x="4544" y="3595"/>
                  </a:cubicBezTo>
                  <a:cubicBezTo>
                    <a:pt x="4627" y="3595"/>
                    <a:pt x="4712" y="3524"/>
                    <a:pt x="4738" y="3473"/>
                  </a:cubicBezTo>
                  <a:cubicBezTo>
                    <a:pt x="5038" y="2806"/>
                    <a:pt x="5305" y="2473"/>
                    <a:pt x="5638" y="2473"/>
                  </a:cubicBezTo>
                  <a:cubicBezTo>
                    <a:pt x="5805" y="2473"/>
                    <a:pt x="5938" y="2506"/>
                    <a:pt x="6072" y="2639"/>
                  </a:cubicBezTo>
                  <a:cubicBezTo>
                    <a:pt x="6272" y="2839"/>
                    <a:pt x="6439" y="3240"/>
                    <a:pt x="6439" y="3640"/>
                  </a:cubicBezTo>
                  <a:cubicBezTo>
                    <a:pt x="6439" y="4074"/>
                    <a:pt x="6372" y="4507"/>
                    <a:pt x="6205" y="4908"/>
                  </a:cubicBezTo>
                  <a:cubicBezTo>
                    <a:pt x="6105" y="5008"/>
                    <a:pt x="6105" y="5141"/>
                    <a:pt x="6105" y="5208"/>
                  </a:cubicBezTo>
                  <a:cubicBezTo>
                    <a:pt x="6105" y="5308"/>
                    <a:pt x="6205" y="5375"/>
                    <a:pt x="6272" y="5375"/>
                  </a:cubicBezTo>
                  <a:cubicBezTo>
                    <a:pt x="6372" y="5375"/>
                    <a:pt x="6439" y="5341"/>
                    <a:pt x="6472" y="5308"/>
                  </a:cubicBezTo>
                  <a:cubicBezTo>
                    <a:pt x="6539" y="5341"/>
                    <a:pt x="6539" y="5341"/>
                    <a:pt x="6539" y="5375"/>
                  </a:cubicBezTo>
                  <a:cubicBezTo>
                    <a:pt x="6639" y="5975"/>
                    <a:pt x="6539" y="6642"/>
                    <a:pt x="6105" y="7209"/>
                  </a:cubicBezTo>
                  <a:cubicBezTo>
                    <a:pt x="5738" y="7743"/>
                    <a:pt x="5138" y="8143"/>
                    <a:pt x="4537" y="8210"/>
                  </a:cubicBezTo>
                  <a:cubicBezTo>
                    <a:pt x="4437" y="8243"/>
                    <a:pt x="4371" y="8343"/>
                    <a:pt x="4371" y="8477"/>
                  </a:cubicBezTo>
                  <a:cubicBezTo>
                    <a:pt x="4371" y="8544"/>
                    <a:pt x="4437" y="8644"/>
                    <a:pt x="4537" y="8644"/>
                  </a:cubicBezTo>
                  <a:cubicBezTo>
                    <a:pt x="4537" y="8644"/>
                    <a:pt x="4571" y="8644"/>
                    <a:pt x="4604" y="8710"/>
                  </a:cubicBezTo>
                  <a:cubicBezTo>
                    <a:pt x="5305" y="8577"/>
                    <a:pt x="6005" y="8177"/>
                    <a:pt x="6472" y="7509"/>
                  </a:cubicBezTo>
                  <a:cubicBezTo>
                    <a:pt x="6939" y="6842"/>
                    <a:pt x="7106" y="6042"/>
                    <a:pt x="6939" y="5341"/>
                  </a:cubicBezTo>
                  <a:cubicBezTo>
                    <a:pt x="6906" y="5241"/>
                    <a:pt x="6839" y="5041"/>
                    <a:pt x="6672" y="4908"/>
                  </a:cubicBezTo>
                  <a:cubicBezTo>
                    <a:pt x="6839" y="4507"/>
                    <a:pt x="6906" y="4074"/>
                    <a:pt x="6906" y="3673"/>
                  </a:cubicBezTo>
                  <a:cubicBezTo>
                    <a:pt x="6906" y="3173"/>
                    <a:pt x="6672" y="2673"/>
                    <a:pt x="6405" y="2372"/>
                  </a:cubicBezTo>
                  <a:cubicBezTo>
                    <a:pt x="6172" y="2172"/>
                    <a:pt x="5938" y="2072"/>
                    <a:pt x="5705" y="2072"/>
                  </a:cubicBezTo>
                  <a:cubicBezTo>
                    <a:pt x="5405" y="2072"/>
                    <a:pt x="5205" y="2206"/>
                    <a:pt x="4971" y="2406"/>
                  </a:cubicBezTo>
                  <a:cubicBezTo>
                    <a:pt x="4971" y="2039"/>
                    <a:pt x="4938" y="1672"/>
                    <a:pt x="4871" y="1338"/>
                  </a:cubicBezTo>
                  <a:cubicBezTo>
                    <a:pt x="4804" y="1172"/>
                    <a:pt x="4738" y="1005"/>
                    <a:pt x="4571" y="838"/>
                  </a:cubicBezTo>
                  <a:cubicBezTo>
                    <a:pt x="4433" y="728"/>
                    <a:pt x="4271" y="663"/>
                    <a:pt x="4088" y="663"/>
                  </a:cubicBezTo>
                  <a:cubicBezTo>
                    <a:pt x="4049" y="663"/>
                    <a:pt x="4010" y="666"/>
                    <a:pt x="3970" y="671"/>
                  </a:cubicBezTo>
                  <a:cubicBezTo>
                    <a:pt x="3703" y="671"/>
                    <a:pt x="3370" y="871"/>
                    <a:pt x="3136" y="1172"/>
                  </a:cubicBezTo>
                  <a:cubicBezTo>
                    <a:pt x="3070" y="1305"/>
                    <a:pt x="2970" y="1472"/>
                    <a:pt x="2903" y="1639"/>
                  </a:cubicBezTo>
                  <a:lnTo>
                    <a:pt x="2769" y="1872"/>
                  </a:lnTo>
                  <a:cubicBezTo>
                    <a:pt x="2603" y="1305"/>
                    <a:pt x="2369" y="805"/>
                    <a:pt x="2002" y="338"/>
                  </a:cubicBezTo>
                  <a:cubicBezTo>
                    <a:pt x="1902" y="204"/>
                    <a:pt x="1735" y="37"/>
                    <a:pt x="1502" y="4"/>
                  </a:cubicBezTo>
                  <a:cubicBezTo>
                    <a:pt x="1483" y="2"/>
                    <a:pt x="1463" y="1"/>
                    <a:pt x="14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2" name="Google Shape;502;p11"/>
          <p:cNvSpPr/>
          <p:nvPr/>
        </p:nvSpPr>
        <p:spPr>
          <a:xfrm flipH="1">
            <a:off x="5866602" y="4132275"/>
            <a:ext cx="2488498" cy="572695"/>
          </a:xfrm>
          <a:custGeom>
            <a:avLst/>
            <a:gdLst/>
            <a:ahLst/>
            <a:cxnLst/>
            <a:rect l="l" t="t" r="r" b="b"/>
            <a:pathLst>
              <a:path w="161617" h="37194" extrusionOk="0">
                <a:moveTo>
                  <a:pt x="60771" y="0"/>
                </a:moveTo>
                <a:cubicBezTo>
                  <a:pt x="60740" y="0"/>
                  <a:pt x="60709" y="0"/>
                  <a:pt x="60677" y="1"/>
                </a:cubicBezTo>
                <a:cubicBezTo>
                  <a:pt x="55707" y="67"/>
                  <a:pt x="50337" y="3837"/>
                  <a:pt x="51104" y="9007"/>
                </a:cubicBezTo>
                <a:cubicBezTo>
                  <a:pt x="49622" y="8148"/>
                  <a:pt x="47645" y="7755"/>
                  <a:pt x="45475" y="7755"/>
                </a:cubicBezTo>
                <a:cubicBezTo>
                  <a:pt x="38121" y="7755"/>
                  <a:pt x="28535" y="12266"/>
                  <a:pt x="28354" y="18447"/>
                </a:cubicBezTo>
                <a:cubicBezTo>
                  <a:pt x="28136" y="24899"/>
                  <a:pt x="27357" y="30164"/>
                  <a:pt x="30774" y="30164"/>
                </a:cubicBezTo>
                <a:cubicBezTo>
                  <a:pt x="31526" y="30164"/>
                  <a:pt x="32482" y="29909"/>
                  <a:pt x="33692" y="29355"/>
                </a:cubicBezTo>
                <a:lnTo>
                  <a:pt x="33692" y="29355"/>
                </a:lnTo>
                <a:cubicBezTo>
                  <a:pt x="33158" y="31790"/>
                  <a:pt x="1" y="37194"/>
                  <a:pt x="3503" y="37194"/>
                </a:cubicBezTo>
                <a:cubicBezTo>
                  <a:pt x="9374" y="37161"/>
                  <a:pt x="73920" y="36126"/>
                  <a:pt x="79691" y="34459"/>
                </a:cubicBezTo>
                <a:cubicBezTo>
                  <a:pt x="82360" y="35860"/>
                  <a:pt x="85395" y="36593"/>
                  <a:pt x="88497" y="36760"/>
                </a:cubicBezTo>
                <a:cubicBezTo>
                  <a:pt x="88734" y="36774"/>
                  <a:pt x="89037" y="36780"/>
                  <a:pt x="89401" y="36780"/>
                </a:cubicBezTo>
                <a:cubicBezTo>
                  <a:pt x="98930" y="36780"/>
                  <a:pt x="150339" y="32296"/>
                  <a:pt x="156379" y="30689"/>
                </a:cubicBezTo>
                <a:cubicBezTo>
                  <a:pt x="161616" y="29288"/>
                  <a:pt x="118585" y="30089"/>
                  <a:pt x="120854" y="24852"/>
                </a:cubicBezTo>
                <a:cubicBezTo>
                  <a:pt x="122788" y="20282"/>
                  <a:pt x="121754" y="15245"/>
                  <a:pt x="117618" y="12343"/>
                </a:cubicBezTo>
                <a:cubicBezTo>
                  <a:pt x="115151" y="10608"/>
                  <a:pt x="112430" y="9953"/>
                  <a:pt x="109645" y="9953"/>
                </a:cubicBezTo>
                <a:cubicBezTo>
                  <a:pt x="106218" y="9953"/>
                  <a:pt x="102696" y="10946"/>
                  <a:pt x="99438" y="12143"/>
                </a:cubicBezTo>
                <a:cubicBezTo>
                  <a:pt x="98605" y="6939"/>
                  <a:pt x="94535" y="2436"/>
                  <a:pt x="89231" y="1502"/>
                </a:cubicBezTo>
                <a:cubicBezTo>
                  <a:pt x="88596" y="1397"/>
                  <a:pt x="87961" y="1347"/>
                  <a:pt x="87329" y="1347"/>
                </a:cubicBezTo>
                <a:cubicBezTo>
                  <a:pt x="82921" y="1347"/>
                  <a:pt x="78727" y="3813"/>
                  <a:pt x="76422" y="7606"/>
                </a:cubicBezTo>
                <a:cubicBezTo>
                  <a:pt x="72506" y="3192"/>
                  <a:pt x="66775" y="0"/>
                  <a:pt x="607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1"/>
          <p:cNvSpPr/>
          <p:nvPr/>
        </p:nvSpPr>
        <p:spPr>
          <a:xfrm flipH="1">
            <a:off x="273075" y="827650"/>
            <a:ext cx="2372550" cy="596150"/>
          </a:xfrm>
          <a:custGeom>
            <a:avLst/>
            <a:gdLst/>
            <a:ahLst/>
            <a:cxnLst/>
            <a:rect l="l" t="t" r="r" b="b"/>
            <a:pathLst>
              <a:path w="94902" h="23846" extrusionOk="0">
                <a:moveTo>
                  <a:pt x="38511" y="0"/>
                </a:moveTo>
                <a:cubicBezTo>
                  <a:pt x="36676" y="0"/>
                  <a:pt x="34829" y="527"/>
                  <a:pt x="33458" y="1790"/>
                </a:cubicBezTo>
                <a:cubicBezTo>
                  <a:pt x="32424" y="2758"/>
                  <a:pt x="31690" y="3958"/>
                  <a:pt x="31623" y="5259"/>
                </a:cubicBezTo>
                <a:cubicBezTo>
                  <a:pt x="30989" y="5593"/>
                  <a:pt x="30422" y="6027"/>
                  <a:pt x="29822" y="6460"/>
                </a:cubicBezTo>
                <a:cubicBezTo>
                  <a:pt x="28855" y="7261"/>
                  <a:pt x="27987" y="8195"/>
                  <a:pt x="27320" y="9262"/>
                </a:cubicBezTo>
                <a:cubicBezTo>
                  <a:pt x="26953" y="9863"/>
                  <a:pt x="26753" y="10530"/>
                  <a:pt x="26319" y="11064"/>
                </a:cubicBezTo>
                <a:cubicBezTo>
                  <a:pt x="25957" y="11564"/>
                  <a:pt x="25550" y="11689"/>
                  <a:pt x="25108" y="11689"/>
                </a:cubicBezTo>
                <a:cubicBezTo>
                  <a:pt x="24695" y="11689"/>
                  <a:pt x="24251" y="11580"/>
                  <a:pt x="23784" y="11564"/>
                </a:cubicBezTo>
                <a:cubicBezTo>
                  <a:pt x="18981" y="11564"/>
                  <a:pt x="14945" y="16467"/>
                  <a:pt x="15845" y="21137"/>
                </a:cubicBezTo>
                <a:cubicBezTo>
                  <a:pt x="15879" y="21304"/>
                  <a:pt x="1" y="23406"/>
                  <a:pt x="134" y="23439"/>
                </a:cubicBezTo>
                <a:cubicBezTo>
                  <a:pt x="3057" y="23752"/>
                  <a:pt x="9399" y="23846"/>
                  <a:pt x="16677" y="23846"/>
                </a:cubicBezTo>
                <a:cubicBezTo>
                  <a:pt x="27521" y="23846"/>
                  <a:pt x="40442" y="23638"/>
                  <a:pt x="47228" y="23638"/>
                </a:cubicBezTo>
                <a:cubicBezTo>
                  <a:pt x="47532" y="23638"/>
                  <a:pt x="47823" y="23638"/>
                  <a:pt x="48102" y="23639"/>
                </a:cubicBezTo>
                <a:cubicBezTo>
                  <a:pt x="52205" y="23639"/>
                  <a:pt x="90499" y="23272"/>
                  <a:pt x="93667" y="20137"/>
                </a:cubicBezTo>
                <a:cubicBezTo>
                  <a:pt x="94902" y="18936"/>
                  <a:pt x="62312" y="17835"/>
                  <a:pt x="62345" y="16100"/>
                </a:cubicBezTo>
                <a:cubicBezTo>
                  <a:pt x="62378" y="14199"/>
                  <a:pt x="61344" y="12698"/>
                  <a:pt x="60010" y="11397"/>
                </a:cubicBezTo>
                <a:cubicBezTo>
                  <a:pt x="57402" y="8905"/>
                  <a:pt x="53937" y="6740"/>
                  <a:pt x="50317" y="6740"/>
                </a:cubicBezTo>
                <a:cubicBezTo>
                  <a:pt x="49770" y="6740"/>
                  <a:pt x="49220" y="6789"/>
                  <a:pt x="48669" y="6894"/>
                </a:cubicBezTo>
                <a:cubicBezTo>
                  <a:pt x="48802" y="5259"/>
                  <a:pt x="47868" y="3658"/>
                  <a:pt x="46601" y="2624"/>
                </a:cubicBezTo>
                <a:cubicBezTo>
                  <a:pt x="44766" y="1190"/>
                  <a:pt x="42131" y="389"/>
                  <a:pt x="39829" y="89"/>
                </a:cubicBezTo>
                <a:cubicBezTo>
                  <a:pt x="39395" y="31"/>
                  <a:pt x="38953" y="0"/>
                  <a:pt x="385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4" name="Google Shape;504;p11"/>
          <p:cNvGrpSpPr/>
          <p:nvPr/>
        </p:nvGrpSpPr>
        <p:grpSpPr>
          <a:xfrm rot="-217246" flipH="1">
            <a:off x="157935" y="2786469"/>
            <a:ext cx="803720" cy="392993"/>
            <a:chOff x="1052625" y="1286000"/>
            <a:chExt cx="1586150" cy="775575"/>
          </a:xfrm>
        </p:grpSpPr>
        <p:sp>
          <p:nvSpPr>
            <p:cNvPr id="505" name="Google Shape;505;p11"/>
            <p:cNvSpPr/>
            <p:nvPr/>
          </p:nvSpPr>
          <p:spPr>
            <a:xfrm>
              <a:off x="1196900" y="1286000"/>
              <a:ext cx="1274250" cy="770575"/>
            </a:xfrm>
            <a:custGeom>
              <a:avLst/>
              <a:gdLst/>
              <a:ahLst/>
              <a:cxnLst/>
              <a:rect l="l" t="t" r="r" b="b"/>
              <a:pathLst>
                <a:path w="50970" h="30823" extrusionOk="0">
                  <a:moveTo>
                    <a:pt x="49669" y="12943"/>
                  </a:moveTo>
                  <a:cubicBezTo>
                    <a:pt x="50970" y="23951"/>
                    <a:pt x="3736" y="30823"/>
                    <a:pt x="1935" y="18180"/>
                  </a:cubicBezTo>
                  <a:cubicBezTo>
                    <a:pt x="0" y="4470"/>
                    <a:pt x="48168" y="1"/>
                    <a:pt x="49669" y="1294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1"/>
            <p:cNvSpPr/>
            <p:nvPr/>
          </p:nvSpPr>
          <p:spPr>
            <a:xfrm>
              <a:off x="1052625" y="1347700"/>
              <a:ext cx="1586150" cy="713875"/>
            </a:xfrm>
            <a:custGeom>
              <a:avLst/>
              <a:gdLst/>
              <a:ahLst/>
              <a:cxnLst/>
              <a:rect l="l" t="t" r="r" b="b"/>
              <a:pathLst>
                <a:path w="63446" h="28555" fill="none" extrusionOk="0">
                  <a:moveTo>
                    <a:pt x="51637" y="3770"/>
                  </a:moveTo>
                  <a:cubicBezTo>
                    <a:pt x="46534" y="2436"/>
                    <a:pt x="601" y="12010"/>
                    <a:pt x="7339" y="18181"/>
                  </a:cubicBezTo>
                  <a:cubicBezTo>
                    <a:pt x="14044" y="24352"/>
                    <a:pt x="44399" y="17347"/>
                    <a:pt x="53272" y="11342"/>
                  </a:cubicBezTo>
                  <a:cubicBezTo>
                    <a:pt x="62145" y="5338"/>
                    <a:pt x="33424" y="2403"/>
                    <a:pt x="20882" y="4904"/>
                  </a:cubicBezTo>
                  <a:cubicBezTo>
                    <a:pt x="8340" y="7406"/>
                    <a:pt x="0" y="14478"/>
                    <a:pt x="13877" y="21516"/>
                  </a:cubicBezTo>
                  <a:cubicBezTo>
                    <a:pt x="27787" y="28555"/>
                    <a:pt x="59243" y="15712"/>
                    <a:pt x="52738" y="8340"/>
                  </a:cubicBezTo>
                  <a:cubicBezTo>
                    <a:pt x="46200" y="1035"/>
                    <a:pt x="10908" y="902"/>
                    <a:pt x="7906" y="13044"/>
                  </a:cubicBezTo>
                  <a:cubicBezTo>
                    <a:pt x="4871" y="25186"/>
                    <a:pt x="42764" y="22050"/>
                    <a:pt x="50703" y="13811"/>
                  </a:cubicBezTo>
                  <a:cubicBezTo>
                    <a:pt x="58576" y="5605"/>
                    <a:pt x="35226" y="2836"/>
                    <a:pt x="24551" y="2803"/>
                  </a:cubicBezTo>
                  <a:cubicBezTo>
                    <a:pt x="13877" y="2770"/>
                    <a:pt x="1068" y="16446"/>
                    <a:pt x="11609" y="21683"/>
                  </a:cubicBezTo>
                  <a:cubicBezTo>
                    <a:pt x="22150" y="26954"/>
                    <a:pt x="51971" y="18014"/>
                    <a:pt x="55073" y="14178"/>
                  </a:cubicBezTo>
                  <a:cubicBezTo>
                    <a:pt x="58209" y="10342"/>
                    <a:pt x="48769" y="301"/>
                    <a:pt x="35993" y="1535"/>
                  </a:cubicBezTo>
                  <a:cubicBezTo>
                    <a:pt x="23250" y="2803"/>
                    <a:pt x="7272" y="7673"/>
                    <a:pt x="6805" y="15345"/>
                  </a:cubicBezTo>
                  <a:cubicBezTo>
                    <a:pt x="6372" y="22984"/>
                    <a:pt x="37327" y="20015"/>
                    <a:pt x="49703" y="14812"/>
                  </a:cubicBezTo>
                  <a:cubicBezTo>
                    <a:pt x="62045" y="9575"/>
                    <a:pt x="45933" y="3036"/>
                    <a:pt x="40096" y="1902"/>
                  </a:cubicBezTo>
                  <a:cubicBezTo>
                    <a:pt x="34258" y="802"/>
                    <a:pt x="14477" y="2670"/>
                    <a:pt x="11108" y="12844"/>
                  </a:cubicBezTo>
                  <a:cubicBezTo>
                    <a:pt x="7739" y="22984"/>
                    <a:pt x="32757" y="23885"/>
                    <a:pt x="46400" y="18748"/>
                  </a:cubicBezTo>
                  <a:cubicBezTo>
                    <a:pt x="60043" y="13644"/>
                    <a:pt x="51571" y="3403"/>
                    <a:pt x="37727" y="3070"/>
                  </a:cubicBezTo>
                  <a:cubicBezTo>
                    <a:pt x="23917" y="2736"/>
                    <a:pt x="9941" y="3203"/>
                    <a:pt x="8940" y="12310"/>
                  </a:cubicBezTo>
                  <a:cubicBezTo>
                    <a:pt x="7939" y="21383"/>
                    <a:pt x="32457" y="17880"/>
                    <a:pt x="47935" y="15145"/>
                  </a:cubicBezTo>
                  <a:cubicBezTo>
                    <a:pt x="63446" y="12377"/>
                    <a:pt x="55907" y="5538"/>
                    <a:pt x="46067" y="2803"/>
                  </a:cubicBezTo>
                  <a:cubicBezTo>
                    <a:pt x="36260" y="1"/>
                    <a:pt x="10441" y="4471"/>
                    <a:pt x="9174" y="13778"/>
                  </a:cubicBezTo>
                  <a:cubicBezTo>
                    <a:pt x="7873" y="23051"/>
                    <a:pt x="42964" y="22684"/>
                    <a:pt x="52438" y="18047"/>
                  </a:cubicBezTo>
                  <a:cubicBezTo>
                    <a:pt x="61911" y="13444"/>
                    <a:pt x="54539" y="5838"/>
                    <a:pt x="44799" y="3503"/>
                  </a:cubicBezTo>
                  <a:cubicBezTo>
                    <a:pt x="35092" y="1168"/>
                    <a:pt x="11842" y="7973"/>
                    <a:pt x="5204" y="17380"/>
                  </a:cubicBezTo>
                </a:path>
              </a:pathLst>
            </a:custGeom>
            <a:noFill/>
            <a:ln w="17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1"/>
            <p:cNvSpPr/>
            <p:nvPr/>
          </p:nvSpPr>
          <p:spPr>
            <a:xfrm>
              <a:off x="1661400" y="1434450"/>
              <a:ext cx="294400" cy="319400"/>
            </a:xfrm>
            <a:custGeom>
              <a:avLst/>
              <a:gdLst/>
              <a:ahLst/>
              <a:cxnLst/>
              <a:rect l="l" t="t" r="r" b="b"/>
              <a:pathLst>
                <a:path w="11776" h="12776" extrusionOk="0">
                  <a:moveTo>
                    <a:pt x="4670" y="534"/>
                  </a:moveTo>
                  <a:cubicBezTo>
                    <a:pt x="7606" y="0"/>
                    <a:pt x="10708" y="3169"/>
                    <a:pt x="11442" y="7039"/>
                  </a:cubicBezTo>
                  <a:cubicBezTo>
                    <a:pt x="11775" y="8773"/>
                    <a:pt x="11575" y="10408"/>
                    <a:pt x="10941" y="11709"/>
                  </a:cubicBezTo>
                  <a:cubicBezTo>
                    <a:pt x="9273" y="12109"/>
                    <a:pt x="8039" y="12476"/>
                    <a:pt x="7372" y="12609"/>
                  </a:cubicBezTo>
                  <a:cubicBezTo>
                    <a:pt x="5771" y="12776"/>
                    <a:pt x="4003" y="12676"/>
                    <a:pt x="2368" y="12609"/>
                  </a:cubicBezTo>
                  <a:cubicBezTo>
                    <a:pt x="1568" y="11709"/>
                    <a:pt x="934" y="10541"/>
                    <a:pt x="701" y="9040"/>
                  </a:cubicBezTo>
                  <a:cubicBezTo>
                    <a:pt x="0" y="5171"/>
                    <a:pt x="1701" y="1068"/>
                    <a:pt x="4670" y="5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1"/>
            <p:cNvSpPr/>
            <p:nvPr/>
          </p:nvSpPr>
          <p:spPr>
            <a:xfrm>
              <a:off x="1954100" y="1371900"/>
              <a:ext cx="289400" cy="334425"/>
            </a:xfrm>
            <a:custGeom>
              <a:avLst/>
              <a:gdLst/>
              <a:ahLst/>
              <a:cxnLst/>
              <a:rect l="l" t="t" r="r" b="b"/>
              <a:pathLst>
                <a:path w="11576" h="13377" extrusionOk="0">
                  <a:moveTo>
                    <a:pt x="6639" y="367"/>
                  </a:moveTo>
                  <a:cubicBezTo>
                    <a:pt x="3636" y="0"/>
                    <a:pt x="734" y="3403"/>
                    <a:pt x="301" y="7339"/>
                  </a:cubicBezTo>
                  <a:cubicBezTo>
                    <a:pt x="0" y="9907"/>
                    <a:pt x="801" y="12076"/>
                    <a:pt x="2235" y="13377"/>
                  </a:cubicBezTo>
                  <a:cubicBezTo>
                    <a:pt x="5137" y="12509"/>
                    <a:pt x="8406" y="11208"/>
                    <a:pt x="11008" y="9541"/>
                  </a:cubicBezTo>
                  <a:cubicBezTo>
                    <a:pt x="11075" y="9240"/>
                    <a:pt x="11142" y="8973"/>
                    <a:pt x="11175" y="8673"/>
                  </a:cubicBezTo>
                  <a:cubicBezTo>
                    <a:pt x="11575" y="4704"/>
                    <a:pt x="9641" y="734"/>
                    <a:pt x="6639" y="36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1"/>
            <p:cNvSpPr/>
            <p:nvPr/>
          </p:nvSpPr>
          <p:spPr>
            <a:xfrm>
              <a:off x="1365350" y="1439450"/>
              <a:ext cx="314400" cy="308575"/>
            </a:xfrm>
            <a:custGeom>
              <a:avLst/>
              <a:gdLst/>
              <a:ahLst/>
              <a:cxnLst/>
              <a:rect l="l" t="t" r="r" b="b"/>
              <a:pathLst>
                <a:path w="12576" h="12343" extrusionOk="0">
                  <a:moveTo>
                    <a:pt x="2902" y="1401"/>
                  </a:moveTo>
                  <a:cubicBezTo>
                    <a:pt x="5571" y="0"/>
                    <a:pt x="9440" y="2168"/>
                    <a:pt x="11275" y="5671"/>
                  </a:cubicBezTo>
                  <a:cubicBezTo>
                    <a:pt x="12576" y="8139"/>
                    <a:pt x="12509" y="10608"/>
                    <a:pt x="11408" y="12342"/>
                  </a:cubicBezTo>
                  <a:cubicBezTo>
                    <a:pt x="6705" y="11742"/>
                    <a:pt x="2769" y="10208"/>
                    <a:pt x="868" y="8940"/>
                  </a:cubicBezTo>
                  <a:cubicBezTo>
                    <a:pt x="0" y="5838"/>
                    <a:pt x="667" y="2602"/>
                    <a:pt x="2902" y="14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0" name="Google Shape;510;p11"/>
          <p:cNvSpPr/>
          <p:nvPr/>
        </p:nvSpPr>
        <p:spPr>
          <a:xfrm flipH="1">
            <a:off x="362948" y="3072160"/>
            <a:ext cx="5418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1"/>
          <p:cNvSpPr/>
          <p:nvPr/>
        </p:nvSpPr>
        <p:spPr>
          <a:xfrm flipH="1">
            <a:off x="394771" y="3086482"/>
            <a:ext cx="525181" cy="172392"/>
          </a:xfrm>
          <a:custGeom>
            <a:avLst/>
            <a:gdLst/>
            <a:ahLst/>
            <a:cxnLst/>
            <a:rect l="l" t="t" r="r" b="b"/>
            <a:pathLst>
              <a:path w="19948" h="6548" extrusionOk="0">
                <a:moveTo>
                  <a:pt x="11529" y="1"/>
                </a:moveTo>
                <a:cubicBezTo>
                  <a:pt x="10950" y="1"/>
                  <a:pt x="10406" y="320"/>
                  <a:pt x="10041" y="710"/>
                </a:cubicBezTo>
                <a:cubicBezTo>
                  <a:pt x="9640" y="1177"/>
                  <a:pt x="9407" y="1711"/>
                  <a:pt x="9207" y="2244"/>
                </a:cubicBezTo>
                <a:lnTo>
                  <a:pt x="9073" y="1744"/>
                </a:lnTo>
                <a:cubicBezTo>
                  <a:pt x="9040" y="1677"/>
                  <a:pt x="9040" y="1544"/>
                  <a:pt x="9006" y="1444"/>
                </a:cubicBezTo>
                <a:cubicBezTo>
                  <a:pt x="8940" y="1077"/>
                  <a:pt x="8673" y="777"/>
                  <a:pt x="8439" y="610"/>
                </a:cubicBezTo>
                <a:cubicBezTo>
                  <a:pt x="8313" y="546"/>
                  <a:pt x="8186" y="523"/>
                  <a:pt x="8067" y="523"/>
                </a:cubicBezTo>
                <a:cubicBezTo>
                  <a:pt x="7999" y="523"/>
                  <a:pt x="7933" y="531"/>
                  <a:pt x="7872" y="543"/>
                </a:cubicBezTo>
                <a:cubicBezTo>
                  <a:pt x="7639" y="643"/>
                  <a:pt x="7472" y="843"/>
                  <a:pt x="7339" y="1010"/>
                </a:cubicBezTo>
                <a:cubicBezTo>
                  <a:pt x="7105" y="1344"/>
                  <a:pt x="6905" y="1711"/>
                  <a:pt x="6838" y="2144"/>
                </a:cubicBezTo>
                <a:cubicBezTo>
                  <a:pt x="6510" y="1542"/>
                  <a:pt x="6023" y="1074"/>
                  <a:pt x="5435" y="1074"/>
                </a:cubicBezTo>
                <a:cubicBezTo>
                  <a:pt x="5307" y="1074"/>
                  <a:pt x="5174" y="1096"/>
                  <a:pt x="5037" y="1144"/>
                </a:cubicBezTo>
                <a:cubicBezTo>
                  <a:pt x="4303" y="1377"/>
                  <a:pt x="4170" y="2144"/>
                  <a:pt x="4036" y="2845"/>
                </a:cubicBezTo>
                <a:cubicBezTo>
                  <a:pt x="4003" y="2978"/>
                  <a:pt x="4003" y="3078"/>
                  <a:pt x="3970" y="3212"/>
                </a:cubicBezTo>
                <a:cubicBezTo>
                  <a:pt x="3869" y="3045"/>
                  <a:pt x="3769" y="2912"/>
                  <a:pt x="3636" y="2811"/>
                </a:cubicBezTo>
                <a:cubicBezTo>
                  <a:pt x="3364" y="2564"/>
                  <a:pt x="3018" y="2427"/>
                  <a:pt x="2667" y="2427"/>
                </a:cubicBezTo>
                <a:cubicBezTo>
                  <a:pt x="2545" y="2427"/>
                  <a:pt x="2422" y="2443"/>
                  <a:pt x="2302" y="2478"/>
                </a:cubicBezTo>
                <a:cubicBezTo>
                  <a:pt x="1868" y="2578"/>
                  <a:pt x="1501" y="2978"/>
                  <a:pt x="1368" y="3479"/>
                </a:cubicBezTo>
                <a:cubicBezTo>
                  <a:pt x="1334" y="3679"/>
                  <a:pt x="1334" y="3846"/>
                  <a:pt x="1334" y="4012"/>
                </a:cubicBezTo>
                <a:cubicBezTo>
                  <a:pt x="967" y="4012"/>
                  <a:pt x="534" y="4146"/>
                  <a:pt x="334" y="4513"/>
                </a:cubicBezTo>
                <a:cubicBezTo>
                  <a:pt x="0" y="5146"/>
                  <a:pt x="234" y="5847"/>
                  <a:pt x="500" y="6414"/>
                </a:cubicBezTo>
                <a:cubicBezTo>
                  <a:pt x="534" y="6514"/>
                  <a:pt x="634" y="6547"/>
                  <a:pt x="701" y="6547"/>
                </a:cubicBezTo>
                <a:cubicBezTo>
                  <a:pt x="701" y="6547"/>
                  <a:pt x="767" y="6514"/>
                  <a:pt x="734" y="6381"/>
                </a:cubicBezTo>
                <a:cubicBezTo>
                  <a:pt x="867" y="6281"/>
                  <a:pt x="901" y="6214"/>
                  <a:pt x="867" y="6080"/>
                </a:cubicBezTo>
                <a:cubicBezTo>
                  <a:pt x="634" y="5580"/>
                  <a:pt x="400" y="5013"/>
                  <a:pt x="667" y="4546"/>
                </a:cubicBezTo>
                <a:cubicBezTo>
                  <a:pt x="725" y="4371"/>
                  <a:pt x="987" y="4273"/>
                  <a:pt x="1230" y="4273"/>
                </a:cubicBezTo>
                <a:cubicBezTo>
                  <a:pt x="1265" y="4273"/>
                  <a:pt x="1300" y="4275"/>
                  <a:pt x="1334" y="4279"/>
                </a:cubicBezTo>
                <a:lnTo>
                  <a:pt x="1368" y="4279"/>
                </a:lnTo>
                <a:lnTo>
                  <a:pt x="1635" y="4679"/>
                </a:lnTo>
                <a:cubicBezTo>
                  <a:pt x="1682" y="4703"/>
                  <a:pt x="1746" y="4727"/>
                  <a:pt x="1803" y="4727"/>
                </a:cubicBezTo>
                <a:cubicBezTo>
                  <a:pt x="1826" y="4727"/>
                  <a:pt x="1849" y="4723"/>
                  <a:pt x="1868" y="4713"/>
                </a:cubicBezTo>
                <a:cubicBezTo>
                  <a:pt x="1968" y="4679"/>
                  <a:pt x="2001" y="4579"/>
                  <a:pt x="2001" y="4513"/>
                </a:cubicBezTo>
                <a:cubicBezTo>
                  <a:pt x="2001" y="4279"/>
                  <a:pt x="1901" y="4112"/>
                  <a:pt x="1768" y="4012"/>
                </a:cubicBezTo>
                <a:cubicBezTo>
                  <a:pt x="1701" y="3846"/>
                  <a:pt x="1701" y="3612"/>
                  <a:pt x="1768" y="3412"/>
                </a:cubicBezTo>
                <a:cubicBezTo>
                  <a:pt x="1835" y="3078"/>
                  <a:pt x="2102" y="2778"/>
                  <a:pt x="2368" y="2711"/>
                </a:cubicBezTo>
                <a:cubicBezTo>
                  <a:pt x="2447" y="2685"/>
                  <a:pt x="2528" y="2673"/>
                  <a:pt x="2609" y="2673"/>
                </a:cubicBezTo>
                <a:cubicBezTo>
                  <a:pt x="2841" y="2673"/>
                  <a:pt x="3081" y="2772"/>
                  <a:pt x="3302" y="2945"/>
                </a:cubicBezTo>
                <a:cubicBezTo>
                  <a:pt x="3569" y="3178"/>
                  <a:pt x="3703" y="3545"/>
                  <a:pt x="3669" y="3846"/>
                </a:cubicBezTo>
                <a:cubicBezTo>
                  <a:pt x="3636" y="3946"/>
                  <a:pt x="3703" y="4046"/>
                  <a:pt x="3803" y="4079"/>
                </a:cubicBezTo>
                <a:cubicBezTo>
                  <a:pt x="3821" y="4088"/>
                  <a:pt x="3843" y="4092"/>
                  <a:pt x="3868" y="4092"/>
                </a:cubicBezTo>
                <a:cubicBezTo>
                  <a:pt x="3934" y="4092"/>
                  <a:pt x="4012" y="4061"/>
                  <a:pt x="4036" y="4012"/>
                </a:cubicBezTo>
                <a:cubicBezTo>
                  <a:pt x="4203" y="3612"/>
                  <a:pt x="4303" y="3212"/>
                  <a:pt x="4370" y="2778"/>
                </a:cubicBezTo>
                <a:cubicBezTo>
                  <a:pt x="4503" y="2111"/>
                  <a:pt x="4603" y="1544"/>
                  <a:pt x="5104" y="1377"/>
                </a:cubicBezTo>
                <a:cubicBezTo>
                  <a:pt x="5183" y="1347"/>
                  <a:pt x="5262" y="1333"/>
                  <a:pt x="5339" y="1333"/>
                </a:cubicBezTo>
                <a:cubicBezTo>
                  <a:pt x="5943" y="1333"/>
                  <a:pt x="6465" y="2183"/>
                  <a:pt x="6671" y="2745"/>
                </a:cubicBezTo>
                <a:cubicBezTo>
                  <a:pt x="6671" y="2845"/>
                  <a:pt x="6805" y="2878"/>
                  <a:pt x="6872" y="2878"/>
                </a:cubicBezTo>
                <a:cubicBezTo>
                  <a:pt x="6972" y="2845"/>
                  <a:pt x="7038" y="2745"/>
                  <a:pt x="7038" y="2678"/>
                </a:cubicBezTo>
                <a:cubicBezTo>
                  <a:pt x="7105" y="2078"/>
                  <a:pt x="7272" y="1544"/>
                  <a:pt x="7605" y="1044"/>
                </a:cubicBezTo>
                <a:cubicBezTo>
                  <a:pt x="7672" y="910"/>
                  <a:pt x="7806" y="810"/>
                  <a:pt x="7939" y="743"/>
                </a:cubicBezTo>
                <a:cubicBezTo>
                  <a:pt x="8006" y="743"/>
                  <a:pt x="8106" y="743"/>
                  <a:pt x="8173" y="810"/>
                </a:cubicBezTo>
                <a:cubicBezTo>
                  <a:pt x="8339" y="877"/>
                  <a:pt x="8506" y="1110"/>
                  <a:pt x="8539" y="1377"/>
                </a:cubicBezTo>
                <a:cubicBezTo>
                  <a:pt x="8539" y="1511"/>
                  <a:pt x="8606" y="1577"/>
                  <a:pt x="8606" y="1677"/>
                </a:cubicBezTo>
                <a:cubicBezTo>
                  <a:pt x="8673" y="2044"/>
                  <a:pt x="8773" y="2445"/>
                  <a:pt x="9040" y="2711"/>
                </a:cubicBezTo>
                <a:cubicBezTo>
                  <a:pt x="9140" y="2745"/>
                  <a:pt x="9173" y="2745"/>
                  <a:pt x="9273" y="2745"/>
                </a:cubicBezTo>
                <a:cubicBezTo>
                  <a:pt x="9307" y="2745"/>
                  <a:pt x="9340" y="2711"/>
                  <a:pt x="9373" y="2645"/>
                </a:cubicBezTo>
                <a:cubicBezTo>
                  <a:pt x="9607" y="2011"/>
                  <a:pt x="9807" y="1344"/>
                  <a:pt x="10274" y="843"/>
                </a:cubicBezTo>
                <a:cubicBezTo>
                  <a:pt x="10571" y="497"/>
                  <a:pt x="11032" y="243"/>
                  <a:pt x="11482" y="243"/>
                </a:cubicBezTo>
                <a:cubicBezTo>
                  <a:pt x="11639" y="243"/>
                  <a:pt x="11795" y="274"/>
                  <a:pt x="11942" y="343"/>
                </a:cubicBezTo>
                <a:cubicBezTo>
                  <a:pt x="12509" y="610"/>
                  <a:pt x="12776" y="1410"/>
                  <a:pt x="12943" y="2211"/>
                </a:cubicBezTo>
                <a:cubicBezTo>
                  <a:pt x="12976" y="2278"/>
                  <a:pt x="13043" y="2378"/>
                  <a:pt x="13143" y="2378"/>
                </a:cubicBezTo>
                <a:cubicBezTo>
                  <a:pt x="13276" y="2378"/>
                  <a:pt x="13343" y="2278"/>
                  <a:pt x="13343" y="2211"/>
                </a:cubicBezTo>
                <a:cubicBezTo>
                  <a:pt x="13376" y="1844"/>
                  <a:pt x="13476" y="1377"/>
                  <a:pt x="13676" y="1044"/>
                </a:cubicBezTo>
                <a:cubicBezTo>
                  <a:pt x="13817" y="791"/>
                  <a:pt x="14098" y="586"/>
                  <a:pt x="14382" y="586"/>
                </a:cubicBezTo>
                <a:cubicBezTo>
                  <a:pt x="14436" y="586"/>
                  <a:pt x="14490" y="594"/>
                  <a:pt x="14544" y="610"/>
                </a:cubicBezTo>
                <a:cubicBezTo>
                  <a:pt x="14977" y="743"/>
                  <a:pt x="15044" y="1210"/>
                  <a:pt x="15144" y="1877"/>
                </a:cubicBezTo>
                <a:cubicBezTo>
                  <a:pt x="15211" y="2378"/>
                  <a:pt x="15311" y="2912"/>
                  <a:pt x="15611" y="3278"/>
                </a:cubicBezTo>
                <a:cubicBezTo>
                  <a:pt x="15678" y="3379"/>
                  <a:pt x="15711" y="3379"/>
                  <a:pt x="15811" y="3379"/>
                </a:cubicBezTo>
                <a:cubicBezTo>
                  <a:pt x="15878" y="3379"/>
                  <a:pt x="15945" y="3345"/>
                  <a:pt x="15978" y="3245"/>
                </a:cubicBezTo>
                <a:cubicBezTo>
                  <a:pt x="16145" y="2878"/>
                  <a:pt x="16345" y="2545"/>
                  <a:pt x="16612" y="2211"/>
                </a:cubicBezTo>
                <a:cubicBezTo>
                  <a:pt x="16712" y="2078"/>
                  <a:pt x="16812" y="2044"/>
                  <a:pt x="16845" y="2044"/>
                </a:cubicBezTo>
                <a:cubicBezTo>
                  <a:pt x="16879" y="2044"/>
                  <a:pt x="16945" y="2111"/>
                  <a:pt x="16979" y="2211"/>
                </a:cubicBezTo>
                <a:cubicBezTo>
                  <a:pt x="17312" y="2912"/>
                  <a:pt x="17446" y="3712"/>
                  <a:pt x="17346" y="4446"/>
                </a:cubicBezTo>
                <a:cubicBezTo>
                  <a:pt x="17346" y="4546"/>
                  <a:pt x="17346" y="4613"/>
                  <a:pt x="17446" y="4679"/>
                </a:cubicBezTo>
                <a:cubicBezTo>
                  <a:pt x="17463" y="4696"/>
                  <a:pt x="17488" y="4704"/>
                  <a:pt x="17521" y="4704"/>
                </a:cubicBezTo>
                <a:cubicBezTo>
                  <a:pt x="17554" y="4704"/>
                  <a:pt x="17596" y="4696"/>
                  <a:pt x="17646" y="4679"/>
                </a:cubicBezTo>
                <a:cubicBezTo>
                  <a:pt x="17879" y="4513"/>
                  <a:pt x="18046" y="4279"/>
                  <a:pt x="18213" y="4046"/>
                </a:cubicBezTo>
                <a:cubicBezTo>
                  <a:pt x="18313" y="3946"/>
                  <a:pt x="18346" y="3912"/>
                  <a:pt x="18380" y="3846"/>
                </a:cubicBezTo>
                <a:cubicBezTo>
                  <a:pt x="18513" y="3659"/>
                  <a:pt x="18709" y="3516"/>
                  <a:pt x="18885" y="3516"/>
                </a:cubicBezTo>
                <a:cubicBezTo>
                  <a:pt x="18930" y="3516"/>
                  <a:pt x="18973" y="3525"/>
                  <a:pt x="19014" y="3545"/>
                </a:cubicBezTo>
                <a:cubicBezTo>
                  <a:pt x="19147" y="3612"/>
                  <a:pt x="19214" y="3779"/>
                  <a:pt x="19281" y="3946"/>
                </a:cubicBezTo>
                <a:cubicBezTo>
                  <a:pt x="19447" y="4546"/>
                  <a:pt x="19514" y="5180"/>
                  <a:pt x="19447" y="5747"/>
                </a:cubicBezTo>
                <a:cubicBezTo>
                  <a:pt x="19381" y="5880"/>
                  <a:pt x="19481" y="6014"/>
                  <a:pt x="19614" y="6014"/>
                </a:cubicBezTo>
                <a:cubicBezTo>
                  <a:pt x="19631" y="6019"/>
                  <a:pt x="19649" y="6022"/>
                  <a:pt x="19668" y="6022"/>
                </a:cubicBezTo>
                <a:cubicBezTo>
                  <a:pt x="19756" y="6022"/>
                  <a:pt x="19848" y="5958"/>
                  <a:pt x="19848" y="5847"/>
                </a:cubicBezTo>
                <a:cubicBezTo>
                  <a:pt x="19948" y="5213"/>
                  <a:pt x="19848" y="4513"/>
                  <a:pt x="19647" y="3879"/>
                </a:cubicBezTo>
                <a:cubicBezTo>
                  <a:pt x="19547" y="3679"/>
                  <a:pt x="19481" y="3379"/>
                  <a:pt x="19180" y="3245"/>
                </a:cubicBezTo>
                <a:cubicBezTo>
                  <a:pt x="19086" y="3198"/>
                  <a:pt x="18988" y="3177"/>
                  <a:pt x="18889" y="3177"/>
                </a:cubicBezTo>
                <a:cubicBezTo>
                  <a:pt x="18571" y="3177"/>
                  <a:pt x="18250" y="3399"/>
                  <a:pt x="18046" y="3679"/>
                </a:cubicBezTo>
                <a:cubicBezTo>
                  <a:pt x="18013" y="3745"/>
                  <a:pt x="17946" y="3846"/>
                  <a:pt x="17879" y="3912"/>
                </a:cubicBezTo>
                <a:cubicBezTo>
                  <a:pt x="17879" y="3979"/>
                  <a:pt x="17846" y="4012"/>
                  <a:pt x="17813" y="4046"/>
                </a:cubicBezTo>
                <a:cubicBezTo>
                  <a:pt x="17813" y="3379"/>
                  <a:pt x="17646" y="2711"/>
                  <a:pt x="17346" y="2144"/>
                </a:cubicBezTo>
                <a:cubicBezTo>
                  <a:pt x="17312" y="2011"/>
                  <a:pt x="17179" y="1811"/>
                  <a:pt x="16979" y="1744"/>
                </a:cubicBezTo>
                <a:cubicBezTo>
                  <a:pt x="16947" y="1738"/>
                  <a:pt x="16913" y="1734"/>
                  <a:pt x="16875" y="1734"/>
                </a:cubicBezTo>
                <a:cubicBezTo>
                  <a:pt x="16713" y="1734"/>
                  <a:pt x="16501" y="1807"/>
                  <a:pt x="16312" y="2078"/>
                </a:cubicBezTo>
                <a:cubicBezTo>
                  <a:pt x="16145" y="2344"/>
                  <a:pt x="15978" y="2578"/>
                  <a:pt x="15845" y="2845"/>
                </a:cubicBezTo>
                <a:cubicBezTo>
                  <a:pt x="15778" y="2578"/>
                  <a:pt x="15711" y="2244"/>
                  <a:pt x="15678" y="1978"/>
                </a:cubicBezTo>
                <a:cubicBezTo>
                  <a:pt x="15611" y="1310"/>
                  <a:pt x="15511" y="577"/>
                  <a:pt x="14811" y="376"/>
                </a:cubicBezTo>
                <a:cubicBezTo>
                  <a:pt x="14715" y="346"/>
                  <a:pt x="14618" y="333"/>
                  <a:pt x="14522" y="333"/>
                </a:cubicBezTo>
                <a:cubicBezTo>
                  <a:pt x="14083" y="333"/>
                  <a:pt x="13662" y="621"/>
                  <a:pt x="13443" y="977"/>
                </a:cubicBezTo>
                <a:cubicBezTo>
                  <a:pt x="13343" y="1077"/>
                  <a:pt x="13276" y="1244"/>
                  <a:pt x="13209" y="1410"/>
                </a:cubicBezTo>
                <a:cubicBezTo>
                  <a:pt x="13009" y="843"/>
                  <a:pt x="12709" y="376"/>
                  <a:pt x="12175" y="143"/>
                </a:cubicBezTo>
                <a:cubicBezTo>
                  <a:pt x="11960" y="44"/>
                  <a:pt x="11742" y="1"/>
                  <a:pt x="115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1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615"/>
        <p:cNvGrpSpPr/>
        <p:nvPr/>
      </p:nvGrpSpPr>
      <p:grpSpPr>
        <a:xfrm>
          <a:off x="0" y="0"/>
          <a:ext cx="0" cy="0"/>
          <a:chOff x="0" y="0"/>
          <a:chExt cx="0" cy="0"/>
        </a:xfrm>
      </p:grpSpPr>
      <p:sp>
        <p:nvSpPr>
          <p:cNvPr id="616" name="Google Shape;616;p14"/>
          <p:cNvSpPr txBox="1">
            <a:spLocks noGrp="1"/>
          </p:cNvSpPr>
          <p:nvPr>
            <p:ph type="title"/>
          </p:nvPr>
        </p:nvSpPr>
        <p:spPr>
          <a:xfrm>
            <a:off x="1369625" y="3515750"/>
            <a:ext cx="5378400" cy="661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accen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617" name="Google Shape;617;p14"/>
          <p:cNvSpPr txBox="1">
            <a:spLocks noGrp="1"/>
          </p:cNvSpPr>
          <p:nvPr>
            <p:ph type="subTitle" idx="1"/>
          </p:nvPr>
        </p:nvSpPr>
        <p:spPr>
          <a:xfrm>
            <a:off x="713225" y="1694275"/>
            <a:ext cx="6691200" cy="1863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618" name="Google Shape;618;p14"/>
          <p:cNvGrpSpPr/>
          <p:nvPr/>
        </p:nvGrpSpPr>
        <p:grpSpPr>
          <a:xfrm>
            <a:off x="7103054" y="97929"/>
            <a:ext cx="2040987" cy="5045613"/>
            <a:chOff x="4715300" y="452950"/>
            <a:chExt cx="1938075" cy="4791200"/>
          </a:xfrm>
        </p:grpSpPr>
        <p:sp>
          <p:nvSpPr>
            <p:cNvPr id="619" name="Google Shape;619;p14"/>
            <p:cNvSpPr/>
            <p:nvPr/>
          </p:nvSpPr>
          <p:spPr>
            <a:xfrm>
              <a:off x="5916150" y="454375"/>
              <a:ext cx="735550" cy="3315900"/>
            </a:xfrm>
            <a:custGeom>
              <a:avLst/>
              <a:gdLst/>
              <a:ahLst/>
              <a:cxnLst/>
              <a:rect l="l" t="t" r="r" b="b"/>
              <a:pathLst>
                <a:path w="29422" h="132636" extrusionOk="0">
                  <a:moveTo>
                    <a:pt x="23629" y="0"/>
                  </a:moveTo>
                  <a:cubicBezTo>
                    <a:pt x="21102" y="0"/>
                    <a:pt x="18507" y="1201"/>
                    <a:pt x="16546" y="3489"/>
                  </a:cubicBezTo>
                  <a:cubicBezTo>
                    <a:pt x="14211" y="6258"/>
                    <a:pt x="13477" y="9927"/>
                    <a:pt x="13310" y="13430"/>
                  </a:cubicBezTo>
                  <a:cubicBezTo>
                    <a:pt x="13044" y="18000"/>
                    <a:pt x="13377" y="22670"/>
                    <a:pt x="13410" y="27273"/>
                  </a:cubicBezTo>
                  <a:cubicBezTo>
                    <a:pt x="13511" y="33911"/>
                    <a:pt x="13544" y="40516"/>
                    <a:pt x="13511" y="47187"/>
                  </a:cubicBezTo>
                  <a:cubicBezTo>
                    <a:pt x="11909" y="48355"/>
                    <a:pt x="10508" y="49956"/>
                    <a:pt x="9841" y="51157"/>
                  </a:cubicBezTo>
                  <a:cubicBezTo>
                    <a:pt x="8173" y="54192"/>
                    <a:pt x="8240" y="57695"/>
                    <a:pt x="8173" y="61030"/>
                  </a:cubicBezTo>
                  <a:cubicBezTo>
                    <a:pt x="8140" y="62265"/>
                    <a:pt x="8140" y="63432"/>
                    <a:pt x="8073" y="64633"/>
                  </a:cubicBezTo>
                  <a:cubicBezTo>
                    <a:pt x="7873" y="64800"/>
                    <a:pt x="7640" y="64933"/>
                    <a:pt x="7406" y="65033"/>
                  </a:cubicBezTo>
                  <a:cubicBezTo>
                    <a:pt x="5738" y="66101"/>
                    <a:pt x="4237" y="67335"/>
                    <a:pt x="3070" y="68969"/>
                  </a:cubicBezTo>
                  <a:cubicBezTo>
                    <a:pt x="368" y="72705"/>
                    <a:pt x="668" y="77442"/>
                    <a:pt x="635" y="81812"/>
                  </a:cubicBezTo>
                  <a:cubicBezTo>
                    <a:pt x="568" y="87216"/>
                    <a:pt x="568" y="92620"/>
                    <a:pt x="535" y="98023"/>
                  </a:cubicBezTo>
                  <a:cubicBezTo>
                    <a:pt x="501" y="103394"/>
                    <a:pt x="1" y="109165"/>
                    <a:pt x="1235" y="114402"/>
                  </a:cubicBezTo>
                  <a:cubicBezTo>
                    <a:pt x="1302" y="114652"/>
                    <a:pt x="1527" y="114777"/>
                    <a:pt x="1748" y="114777"/>
                  </a:cubicBezTo>
                  <a:cubicBezTo>
                    <a:pt x="1969" y="114777"/>
                    <a:pt x="2186" y="114652"/>
                    <a:pt x="2236" y="114402"/>
                  </a:cubicBezTo>
                  <a:cubicBezTo>
                    <a:pt x="2703" y="112534"/>
                    <a:pt x="2970" y="110566"/>
                    <a:pt x="3036" y="108631"/>
                  </a:cubicBezTo>
                  <a:lnTo>
                    <a:pt x="7640" y="88550"/>
                  </a:lnTo>
                  <a:lnTo>
                    <a:pt x="7640" y="91686"/>
                  </a:lnTo>
                  <a:cubicBezTo>
                    <a:pt x="7640" y="92520"/>
                    <a:pt x="7373" y="93987"/>
                    <a:pt x="7640" y="94821"/>
                  </a:cubicBezTo>
                  <a:cubicBezTo>
                    <a:pt x="7799" y="95352"/>
                    <a:pt x="8190" y="95692"/>
                    <a:pt x="8679" y="95692"/>
                  </a:cubicBezTo>
                  <a:cubicBezTo>
                    <a:pt x="8805" y="95692"/>
                    <a:pt x="8937" y="95670"/>
                    <a:pt x="9074" y="95622"/>
                  </a:cubicBezTo>
                  <a:cubicBezTo>
                    <a:pt x="9174" y="95555"/>
                    <a:pt x="9241" y="95488"/>
                    <a:pt x="9241" y="95388"/>
                  </a:cubicBezTo>
                  <a:cubicBezTo>
                    <a:pt x="9241" y="95355"/>
                    <a:pt x="9241" y="95255"/>
                    <a:pt x="9207" y="95221"/>
                  </a:cubicBezTo>
                  <a:lnTo>
                    <a:pt x="9207" y="95221"/>
                  </a:lnTo>
                  <a:lnTo>
                    <a:pt x="12243" y="95889"/>
                  </a:lnTo>
                  <a:cubicBezTo>
                    <a:pt x="12176" y="98490"/>
                    <a:pt x="12043" y="101126"/>
                    <a:pt x="11909" y="103694"/>
                  </a:cubicBezTo>
                  <a:cubicBezTo>
                    <a:pt x="11676" y="109198"/>
                    <a:pt x="11242" y="114735"/>
                    <a:pt x="11442" y="120306"/>
                  </a:cubicBezTo>
                  <a:cubicBezTo>
                    <a:pt x="11442" y="120532"/>
                    <a:pt x="11657" y="120682"/>
                    <a:pt x="11879" y="120682"/>
                  </a:cubicBezTo>
                  <a:cubicBezTo>
                    <a:pt x="11984" y="120682"/>
                    <a:pt x="12090" y="120648"/>
                    <a:pt x="12176" y="120573"/>
                  </a:cubicBezTo>
                  <a:lnTo>
                    <a:pt x="19782" y="128979"/>
                  </a:lnTo>
                  <a:cubicBezTo>
                    <a:pt x="19682" y="129346"/>
                    <a:pt x="19515" y="129746"/>
                    <a:pt x="19381" y="130146"/>
                  </a:cubicBezTo>
                  <a:cubicBezTo>
                    <a:pt x="18815" y="131624"/>
                    <a:pt x="20090" y="132635"/>
                    <a:pt x="21375" y="132635"/>
                  </a:cubicBezTo>
                  <a:cubicBezTo>
                    <a:pt x="22207" y="132635"/>
                    <a:pt x="23043" y="132211"/>
                    <a:pt x="23384" y="131214"/>
                  </a:cubicBezTo>
                  <a:cubicBezTo>
                    <a:pt x="25686" y="124542"/>
                    <a:pt x="27687" y="117804"/>
                    <a:pt x="29389" y="110899"/>
                  </a:cubicBezTo>
                  <a:lnTo>
                    <a:pt x="29389" y="2588"/>
                  </a:lnTo>
                  <a:lnTo>
                    <a:pt x="29422" y="2588"/>
                  </a:lnTo>
                  <a:cubicBezTo>
                    <a:pt x="27811" y="841"/>
                    <a:pt x="25743" y="0"/>
                    <a:pt x="2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4"/>
            <p:cNvSpPr/>
            <p:nvPr/>
          </p:nvSpPr>
          <p:spPr>
            <a:xfrm>
              <a:off x="6301425" y="835550"/>
              <a:ext cx="320250" cy="2460500"/>
            </a:xfrm>
            <a:custGeom>
              <a:avLst/>
              <a:gdLst/>
              <a:ahLst/>
              <a:cxnLst/>
              <a:rect l="l" t="t" r="r" b="b"/>
              <a:pathLst>
                <a:path w="12810" h="98420" extrusionOk="0">
                  <a:moveTo>
                    <a:pt x="7715" y="1"/>
                  </a:moveTo>
                  <a:cubicBezTo>
                    <a:pt x="7473" y="1"/>
                    <a:pt x="7239" y="151"/>
                    <a:pt x="7273" y="451"/>
                  </a:cubicBezTo>
                  <a:lnTo>
                    <a:pt x="7273" y="1018"/>
                  </a:lnTo>
                  <a:cubicBezTo>
                    <a:pt x="7106" y="1185"/>
                    <a:pt x="6973" y="1418"/>
                    <a:pt x="6973" y="1718"/>
                  </a:cubicBezTo>
                  <a:cubicBezTo>
                    <a:pt x="6939" y="3787"/>
                    <a:pt x="7139" y="5855"/>
                    <a:pt x="7339" y="7923"/>
                  </a:cubicBezTo>
                  <a:cubicBezTo>
                    <a:pt x="7440" y="12693"/>
                    <a:pt x="7473" y="17396"/>
                    <a:pt x="7606" y="22166"/>
                  </a:cubicBezTo>
                  <a:cubicBezTo>
                    <a:pt x="7673" y="25836"/>
                    <a:pt x="7773" y="29538"/>
                    <a:pt x="7806" y="33208"/>
                  </a:cubicBezTo>
                  <a:cubicBezTo>
                    <a:pt x="7840" y="36176"/>
                    <a:pt x="8273" y="39379"/>
                    <a:pt x="7540" y="42247"/>
                  </a:cubicBezTo>
                  <a:cubicBezTo>
                    <a:pt x="7173" y="43749"/>
                    <a:pt x="6472" y="44983"/>
                    <a:pt x="4971" y="45617"/>
                  </a:cubicBezTo>
                  <a:cubicBezTo>
                    <a:pt x="3870" y="46050"/>
                    <a:pt x="2669" y="46050"/>
                    <a:pt x="1802" y="46884"/>
                  </a:cubicBezTo>
                  <a:cubicBezTo>
                    <a:pt x="1" y="48585"/>
                    <a:pt x="935" y="52288"/>
                    <a:pt x="1035" y="54456"/>
                  </a:cubicBezTo>
                  <a:cubicBezTo>
                    <a:pt x="1369" y="61595"/>
                    <a:pt x="1969" y="68733"/>
                    <a:pt x="2770" y="75805"/>
                  </a:cubicBezTo>
                  <a:cubicBezTo>
                    <a:pt x="3537" y="82676"/>
                    <a:pt x="4504" y="89581"/>
                    <a:pt x="5772" y="96420"/>
                  </a:cubicBezTo>
                  <a:cubicBezTo>
                    <a:pt x="5938" y="97354"/>
                    <a:pt x="5938" y="98021"/>
                    <a:pt x="6939" y="98321"/>
                  </a:cubicBezTo>
                  <a:cubicBezTo>
                    <a:pt x="7168" y="98386"/>
                    <a:pt x="7401" y="98420"/>
                    <a:pt x="7633" y="98420"/>
                  </a:cubicBezTo>
                  <a:cubicBezTo>
                    <a:pt x="8109" y="98420"/>
                    <a:pt x="8581" y="98279"/>
                    <a:pt x="9007" y="97987"/>
                  </a:cubicBezTo>
                  <a:cubicBezTo>
                    <a:pt x="10475" y="97020"/>
                    <a:pt x="11176" y="95019"/>
                    <a:pt x="11376" y="93417"/>
                  </a:cubicBezTo>
                  <a:cubicBezTo>
                    <a:pt x="12310" y="86346"/>
                    <a:pt x="12343" y="79074"/>
                    <a:pt x="12610" y="71969"/>
                  </a:cubicBezTo>
                  <a:cubicBezTo>
                    <a:pt x="12810" y="64630"/>
                    <a:pt x="12810" y="57392"/>
                    <a:pt x="12643" y="50120"/>
                  </a:cubicBezTo>
                  <a:cubicBezTo>
                    <a:pt x="12476" y="41914"/>
                    <a:pt x="12110" y="33708"/>
                    <a:pt x="11542" y="25502"/>
                  </a:cubicBezTo>
                  <a:cubicBezTo>
                    <a:pt x="11309" y="21533"/>
                    <a:pt x="10975" y="17563"/>
                    <a:pt x="10642" y="13594"/>
                  </a:cubicBezTo>
                  <a:cubicBezTo>
                    <a:pt x="10275" y="9557"/>
                    <a:pt x="10141" y="5388"/>
                    <a:pt x="9174" y="1418"/>
                  </a:cubicBezTo>
                  <a:cubicBezTo>
                    <a:pt x="9041" y="885"/>
                    <a:pt x="8640" y="618"/>
                    <a:pt x="8207" y="618"/>
                  </a:cubicBezTo>
                  <a:lnTo>
                    <a:pt x="8207" y="451"/>
                  </a:lnTo>
                  <a:cubicBezTo>
                    <a:pt x="8207" y="151"/>
                    <a:pt x="7957" y="1"/>
                    <a:pt x="7715" y="1"/>
                  </a:cubicBezTo>
                  <a:close/>
                </a:path>
              </a:pathLst>
            </a:custGeom>
            <a:solidFill>
              <a:srgbClr val="512F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4"/>
            <p:cNvSpPr/>
            <p:nvPr/>
          </p:nvSpPr>
          <p:spPr>
            <a:xfrm>
              <a:off x="6190525" y="1671950"/>
              <a:ext cx="422000" cy="1714200"/>
            </a:xfrm>
            <a:custGeom>
              <a:avLst/>
              <a:gdLst/>
              <a:ahLst/>
              <a:cxnLst/>
              <a:rect l="l" t="t" r="r" b="b"/>
              <a:pathLst>
                <a:path w="16880" h="68568" extrusionOk="0">
                  <a:moveTo>
                    <a:pt x="11923" y="0"/>
                  </a:moveTo>
                  <a:cubicBezTo>
                    <a:pt x="11648" y="0"/>
                    <a:pt x="11347" y="171"/>
                    <a:pt x="11242" y="452"/>
                  </a:cubicBezTo>
                  <a:cubicBezTo>
                    <a:pt x="10008" y="4088"/>
                    <a:pt x="8873" y="7791"/>
                    <a:pt x="7439" y="11360"/>
                  </a:cubicBezTo>
                  <a:cubicBezTo>
                    <a:pt x="6705" y="13328"/>
                    <a:pt x="5371" y="13762"/>
                    <a:pt x="3937" y="15096"/>
                  </a:cubicBezTo>
                  <a:cubicBezTo>
                    <a:pt x="3203" y="15796"/>
                    <a:pt x="2702" y="16664"/>
                    <a:pt x="2335" y="17598"/>
                  </a:cubicBezTo>
                  <a:cubicBezTo>
                    <a:pt x="1335" y="20133"/>
                    <a:pt x="1335" y="23002"/>
                    <a:pt x="1068" y="25670"/>
                  </a:cubicBezTo>
                  <a:cubicBezTo>
                    <a:pt x="701" y="29573"/>
                    <a:pt x="367" y="33376"/>
                    <a:pt x="0" y="37279"/>
                  </a:cubicBezTo>
                  <a:cubicBezTo>
                    <a:pt x="0" y="37700"/>
                    <a:pt x="315" y="37908"/>
                    <a:pt x="640" y="37908"/>
                  </a:cubicBezTo>
                  <a:cubicBezTo>
                    <a:pt x="958" y="37908"/>
                    <a:pt x="1285" y="37708"/>
                    <a:pt x="1335" y="37312"/>
                  </a:cubicBezTo>
                  <a:lnTo>
                    <a:pt x="2335" y="26538"/>
                  </a:lnTo>
                  <a:cubicBezTo>
                    <a:pt x="2602" y="23569"/>
                    <a:pt x="2402" y="19532"/>
                    <a:pt x="4103" y="16931"/>
                  </a:cubicBezTo>
                  <a:cubicBezTo>
                    <a:pt x="5004" y="15596"/>
                    <a:pt x="6405" y="15229"/>
                    <a:pt x="7439" y="14129"/>
                  </a:cubicBezTo>
                  <a:cubicBezTo>
                    <a:pt x="8173" y="13328"/>
                    <a:pt x="8506" y="12294"/>
                    <a:pt x="8840" y="11327"/>
                  </a:cubicBezTo>
                  <a:cubicBezTo>
                    <a:pt x="9782" y="8578"/>
                    <a:pt x="10725" y="5830"/>
                    <a:pt x="11667" y="3065"/>
                  </a:cubicBezTo>
                  <a:lnTo>
                    <a:pt x="11667" y="3065"/>
                  </a:lnTo>
                  <a:cubicBezTo>
                    <a:pt x="15185" y="23045"/>
                    <a:pt x="13377" y="43434"/>
                    <a:pt x="14894" y="63598"/>
                  </a:cubicBezTo>
                  <a:lnTo>
                    <a:pt x="14894" y="63598"/>
                  </a:lnTo>
                  <a:cubicBezTo>
                    <a:pt x="14848" y="63687"/>
                    <a:pt x="14828" y="63798"/>
                    <a:pt x="14844" y="63931"/>
                  </a:cubicBezTo>
                  <a:cubicBezTo>
                    <a:pt x="14978" y="65265"/>
                    <a:pt x="15111" y="66633"/>
                    <a:pt x="15278" y="67967"/>
                  </a:cubicBezTo>
                  <a:cubicBezTo>
                    <a:pt x="15328" y="68367"/>
                    <a:pt x="15662" y="68568"/>
                    <a:pt x="15974" y="68568"/>
                  </a:cubicBezTo>
                  <a:cubicBezTo>
                    <a:pt x="16287" y="68568"/>
                    <a:pt x="16579" y="68367"/>
                    <a:pt x="16546" y="67967"/>
                  </a:cubicBezTo>
                  <a:cubicBezTo>
                    <a:pt x="14244" y="45518"/>
                    <a:pt x="16879" y="22735"/>
                    <a:pt x="12443" y="452"/>
                  </a:cubicBezTo>
                  <a:cubicBezTo>
                    <a:pt x="12395" y="137"/>
                    <a:pt x="12169" y="0"/>
                    <a:pt x="1192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4"/>
            <p:cNvSpPr/>
            <p:nvPr/>
          </p:nvSpPr>
          <p:spPr>
            <a:xfrm>
              <a:off x="6324775" y="452950"/>
              <a:ext cx="163475" cy="2688850"/>
            </a:xfrm>
            <a:custGeom>
              <a:avLst/>
              <a:gdLst/>
              <a:ahLst/>
              <a:cxnLst/>
              <a:rect l="l" t="t" r="r" b="b"/>
              <a:pathLst>
                <a:path w="6539" h="107554" extrusionOk="0">
                  <a:moveTo>
                    <a:pt x="4801" y="0"/>
                  </a:moveTo>
                  <a:cubicBezTo>
                    <a:pt x="4615" y="0"/>
                    <a:pt x="4429" y="92"/>
                    <a:pt x="4304" y="310"/>
                  </a:cubicBezTo>
                  <a:cubicBezTo>
                    <a:pt x="1402" y="5447"/>
                    <a:pt x="501" y="11285"/>
                    <a:pt x="234" y="17123"/>
                  </a:cubicBezTo>
                  <a:cubicBezTo>
                    <a:pt x="1" y="24161"/>
                    <a:pt x="301" y="31233"/>
                    <a:pt x="501" y="38238"/>
                  </a:cubicBezTo>
                  <a:cubicBezTo>
                    <a:pt x="902" y="52815"/>
                    <a:pt x="1702" y="67358"/>
                    <a:pt x="2870" y="81902"/>
                  </a:cubicBezTo>
                  <a:cubicBezTo>
                    <a:pt x="3537" y="90242"/>
                    <a:pt x="4337" y="98614"/>
                    <a:pt x="5238" y="106953"/>
                  </a:cubicBezTo>
                  <a:cubicBezTo>
                    <a:pt x="5288" y="107354"/>
                    <a:pt x="5622" y="107554"/>
                    <a:pt x="5934" y="107554"/>
                  </a:cubicBezTo>
                  <a:cubicBezTo>
                    <a:pt x="6247" y="107554"/>
                    <a:pt x="6539" y="107354"/>
                    <a:pt x="6506" y="106953"/>
                  </a:cubicBezTo>
                  <a:cubicBezTo>
                    <a:pt x="3470" y="78767"/>
                    <a:pt x="1635" y="50413"/>
                    <a:pt x="1469" y="22059"/>
                  </a:cubicBezTo>
                  <a:cubicBezTo>
                    <a:pt x="1402" y="14854"/>
                    <a:pt x="1802" y="7382"/>
                    <a:pt x="5371" y="978"/>
                  </a:cubicBezTo>
                  <a:cubicBezTo>
                    <a:pt x="5624" y="449"/>
                    <a:pt x="5213" y="0"/>
                    <a:pt x="48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4"/>
            <p:cNvSpPr/>
            <p:nvPr/>
          </p:nvSpPr>
          <p:spPr>
            <a:xfrm>
              <a:off x="4715300" y="2562525"/>
              <a:ext cx="1936400" cy="2677450"/>
            </a:xfrm>
            <a:custGeom>
              <a:avLst/>
              <a:gdLst/>
              <a:ahLst/>
              <a:cxnLst/>
              <a:rect l="l" t="t" r="r" b="b"/>
              <a:pathLst>
                <a:path w="77456" h="107098" extrusionOk="0">
                  <a:moveTo>
                    <a:pt x="55101" y="1"/>
                  </a:moveTo>
                  <a:cubicBezTo>
                    <a:pt x="51632" y="1"/>
                    <a:pt x="48538" y="1828"/>
                    <a:pt x="45867" y="4024"/>
                  </a:cubicBezTo>
                  <a:cubicBezTo>
                    <a:pt x="38194" y="10328"/>
                    <a:pt x="32057" y="18568"/>
                    <a:pt x="27353" y="27541"/>
                  </a:cubicBezTo>
                  <a:cubicBezTo>
                    <a:pt x="25219" y="28742"/>
                    <a:pt x="23150" y="30076"/>
                    <a:pt x="21549" y="31944"/>
                  </a:cubicBezTo>
                  <a:cubicBezTo>
                    <a:pt x="17346" y="36747"/>
                    <a:pt x="16546" y="43519"/>
                    <a:pt x="16245" y="49590"/>
                  </a:cubicBezTo>
                  <a:cubicBezTo>
                    <a:pt x="16179" y="51758"/>
                    <a:pt x="16079" y="53893"/>
                    <a:pt x="16012" y="56061"/>
                  </a:cubicBezTo>
                  <a:lnTo>
                    <a:pt x="15378" y="56561"/>
                  </a:lnTo>
                  <a:cubicBezTo>
                    <a:pt x="11409" y="59964"/>
                    <a:pt x="8240" y="64234"/>
                    <a:pt x="6205" y="69037"/>
                  </a:cubicBezTo>
                  <a:cubicBezTo>
                    <a:pt x="1802" y="79478"/>
                    <a:pt x="1235" y="91653"/>
                    <a:pt x="334" y="102895"/>
                  </a:cubicBezTo>
                  <a:cubicBezTo>
                    <a:pt x="201" y="104296"/>
                    <a:pt x="134" y="105697"/>
                    <a:pt x="1" y="107098"/>
                  </a:cubicBezTo>
                  <a:lnTo>
                    <a:pt x="8340" y="107098"/>
                  </a:lnTo>
                  <a:lnTo>
                    <a:pt x="11976" y="96190"/>
                  </a:lnTo>
                  <a:lnTo>
                    <a:pt x="11976" y="96190"/>
                  </a:lnTo>
                  <a:cubicBezTo>
                    <a:pt x="11842" y="99792"/>
                    <a:pt x="11742" y="103462"/>
                    <a:pt x="11809" y="107098"/>
                  </a:cubicBezTo>
                  <a:lnTo>
                    <a:pt x="77389" y="107098"/>
                  </a:lnTo>
                  <a:lnTo>
                    <a:pt x="77389" y="36180"/>
                  </a:lnTo>
                  <a:lnTo>
                    <a:pt x="77456" y="36180"/>
                  </a:lnTo>
                  <a:cubicBezTo>
                    <a:pt x="76622" y="33845"/>
                    <a:pt x="75788" y="31510"/>
                    <a:pt x="74921" y="29175"/>
                  </a:cubicBezTo>
                  <a:cubicBezTo>
                    <a:pt x="73086" y="24272"/>
                    <a:pt x="71352" y="19402"/>
                    <a:pt x="69517" y="14531"/>
                  </a:cubicBezTo>
                  <a:cubicBezTo>
                    <a:pt x="68249" y="11196"/>
                    <a:pt x="66782" y="7860"/>
                    <a:pt x="64513" y="5058"/>
                  </a:cubicBezTo>
                  <a:cubicBezTo>
                    <a:pt x="62512" y="2656"/>
                    <a:pt x="59610" y="521"/>
                    <a:pt x="56408" y="88"/>
                  </a:cubicBezTo>
                  <a:cubicBezTo>
                    <a:pt x="55966" y="29"/>
                    <a:pt x="55531" y="1"/>
                    <a:pt x="551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4"/>
            <p:cNvSpPr/>
            <p:nvPr/>
          </p:nvSpPr>
          <p:spPr>
            <a:xfrm>
              <a:off x="5237350" y="3004100"/>
              <a:ext cx="1416025" cy="2237550"/>
            </a:xfrm>
            <a:custGeom>
              <a:avLst/>
              <a:gdLst/>
              <a:ahLst/>
              <a:cxnLst/>
              <a:rect l="l" t="t" r="r" b="b"/>
              <a:pathLst>
                <a:path w="56641" h="89502" extrusionOk="0">
                  <a:moveTo>
                    <a:pt x="44201" y="0"/>
                  </a:moveTo>
                  <a:cubicBezTo>
                    <a:pt x="44001" y="0"/>
                    <a:pt x="43787" y="55"/>
                    <a:pt x="43565" y="171"/>
                  </a:cubicBezTo>
                  <a:cubicBezTo>
                    <a:pt x="40162" y="1739"/>
                    <a:pt x="38127" y="5341"/>
                    <a:pt x="35993" y="8310"/>
                  </a:cubicBezTo>
                  <a:cubicBezTo>
                    <a:pt x="33357" y="11913"/>
                    <a:pt x="30789" y="15548"/>
                    <a:pt x="28354" y="19351"/>
                  </a:cubicBezTo>
                  <a:cubicBezTo>
                    <a:pt x="23684" y="26690"/>
                    <a:pt x="19647" y="34529"/>
                    <a:pt x="17546" y="43035"/>
                  </a:cubicBezTo>
                  <a:cubicBezTo>
                    <a:pt x="16545" y="47071"/>
                    <a:pt x="16178" y="51441"/>
                    <a:pt x="14010" y="55077"/>
                  </a:cubicBezTo>
                  <a:cubicBezTo>
                    <a:pt x="11942" y="58613"/>
                    <a:pt x="8039" y="60614"/>
                    <a:pt x="5671" y="63983"/>
                  </a:cubicBezTo>
                  <a:cubicBezTo>
                    <a:pt x="1101" y="70521"/>
                    <a:pt x="667" y="79061"/>
                    <a:pt x="167" y="86699"/>
                  </a:cubicBezTo>
                  <a:cubicBezTo>
                    <a:pt x="100" y="87633"/>
                    <a:pt x="33" y="88567"/>
                    <a:pt x="0" y="89501"/>
                  </a:cubicBezTo>
                  <a:lnTo>
                    <a:pt x="56641" y="89501"/>
                  </a:lnTo>
                  <a:lnTo>
                    <a:pt x="56641" y="31860"/>
                  </a:lnTo>
                  <a:lnTo>
                    <a:pt x="56574" y="31860"/>
                  </a:lnTo>
                  <a:cubicBezTo>
                    <a:pt x="53405" y="21319"/>
                    <a:pt x="49569" y="11012"/>
                    <a:pt x="45333" y="871"/>
                  </a:cubicBezTo>
                  <a:cubicBezTo>
                    <a:pt x="45096" y="326"/>
                    <a:pt x="44691" y="0"/>
                    <a:pt x="442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4"/>
            <p:cNvSpPr/>
            <p:nvPr/>
          </p:nvSpPr>
          <p:spPr>
            <a:xfrm>
              <a:off x="5791900" y="2756000"/>
              <a:ext cx="439125" cy="2484825"/>
            </a:xfrm>
            <a:custGeom>
              <a:avLst/>
              <a:gdLst/>
              <a:ahLst/>
              <a:cxnLst/>
              <a:rect l="l" t="t" r="r" b="b"/>
              <a:pathLst>
                <a:path w="17565" h="99393" extrusionOk="0">
                  <a:moveTo>
                    <a:pt x="12712" y="1"/>
                  </a:moveTo>
                  <a:cubicBezTo>
                    <a:pt x="9322" y="1"/>
                    <a:pt x="5933" y="2041"/>
                    <a:pt x="4003" y="4924"/>
                  </a:cubicBezTo>
                  <a:cubicBezTo>
                    <a:pt x="1" y="10895"/>
                    <a:pt x="601" y="19435"/>
                    <a:pt x="468" y="26273"/>
                  </a:cubicBezTo>
                  <a:cubicBezTo>
                    <a:pt x="101" y="43519"/>
                    <a:pt x="1168" y="60764"/>
                    <a:pt x="1201" y="78010"/>
                  </a:cubicBezTo>
                  <a:cubicBezTo>
                    <a:pt x="1201" y="85148"/>
                    <a:pt x="1001" y="92287"/>
                    <a:pt x="501" y="99392"/>
                  </a:cubicBezTo>
                  <a:lnTo>
                    <a:pt x="1769" y="99392"/>
                  </a:lnTo>
                  <a:cubicBezTo>
                    <a:pt x="2703" y="86550"/>
                    <a:pt x="2502" y="73640"/>
                    <a:pt x="2169" y="60764"/>
                  </a:cubicBezTo>
                  <a:cubicBezTo>
                    <a:pt x="1769" y="45587"/>
                    <a:pt x="801" y="30109"/>
                    <a:pt x="2269" y="14932"/>
                  </a:cubicBezTo>
                  <a:cubicBezTo>
                    <a:pt x="2636" y="11062"/>
                    <a:pt x="3503" y="6726"/>
                    <a:pt x="6472" y="3924"/>
                  </a:cubicBezTo>
                  <a:cubicBezTo>
                    <a:pt x="8166" y="2315"/>
                    <a:pt x="10454" y="1258"/>
                    <a:pt x="12722" y="1258"/>
                  </a:cubicBezTo>
                  <a:cubicBezTo>
                    <a:pt x="13982" y="1258"/>
                    <a:pt x="15236" y="1584"/>
                    <a:pt x="16379" y="2323"/>
                  </a:cubicBezTo>
                  <a:cubicBezTo>
                    <a:pt x="16494" y="2403"/>
                    <a:pt x="16609" y="2438"/>
                    <a:pt x="16716" y="2438"/>
                  </a:cubicBezTo>
                  <a:cubicBezTo>
                    <a:pt x="17226" y="2438"/>
                    <a:pt x="17565" y="1641"/>
                    <a:pt x="17013" y="1255"/>
                  </a:cubicBezTo>
                  <a:cubicBezTo>
                    <a:pt x="15659" y="386"/>
                    <a:pt x="14185" y="1"/>
                    <a:pt x="127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4"/>
            <p:cNvSpPr/>
            <p:nvPr/>
          </p:nvSpPr>
          <p:spPr>
            <a:xfrm>
              <a:off x="5344075" y="3549050"/>
              <a:ext cx="493675" cy="1695100"/>
            </a:xfrm>
            <a:custGeom>
              <a:avLst/>
              <a:gdLst/>
              <a:ahLst/>
              <a:cxnLst/>
              <a:rect l="l" t="t" r="r" b="b"/>
              <a:pathLst>
                <a:path w="19747" h="67804" extrusionOk="0">
                  <a:moveTo>
                    <a:pt x="18847" y="0"/>
                  </a:moveTo>
                  <a:cubicBezTo>
                    <a:pt x="18751" y="0"/>
                    <a:pt x="18650" y="27"/>
                    <a:pt x="18547" y="88"/>
                  </a:cubicBezTo>
                  <a:cubicBezTo>
                    <a:pt x="15512" y="1956"/>
                    <a:pt x="11843" y="1856"/>
                    <a:pt x="8574" y="3291"/>
                  </a:cubicBezTo>
                  <a:cubicBezTo>
                    <a:pt x="6038" y="4425"/>
                    <a:pt x="4337" y="6526"/>
                    <a:pt x="3236" y="9028"/>
                  </a:cubicBezTo>
                  <a:cubicBezTo>
                    <a:pt x="2169" y="11530"/>
                    <a:pt x="1735" y="14232"/>
                    <a:pt x="1435" y="16900"/>
                  </a:cubicBezTo>
                  <a:cubicBezTo>
                    <a:pt x="935" y="21237"/>
                    <a:pt x="701" y="25640"/>
                    <a:pt x="535" y="30010"/>
                  </a:cubicBezTo>
                  <a:cubicBezTo>
                    <a:pt x="201" y="38583"/>
                    <a:pt x="201" y="47122"/>
                    <a:pt x="101" y="55661"/>
                  </a:cubicBezTo>
                  <a:lnTo>
                    <a:pt x="1" y="67803"/>
                  </a:lnTo>
                  <a:lnTo>
                    <a:pt x="1268" y="67803"/>
                  </a:lnTo>
                  <a:lnTo>
                    <a:pt x="1268" y="67670"/>
                  </a:lnTo>
                  <a:lnTo>
                    <a:pt x="1268" y="66803"/>
                  </a:lnTo>
                  <a:cubicBezTo>
                    <a:pt x="1335" y="62800"/>
                    <a:pt x="1368" y="58764"/>
                    <a:pt x="1402" y="54761"/>
                  </a:cubicBezTo>
                  <a:cubicBezTo>
                    <a:pt x="1502" y="47055"/>
                    <a:pt x="1535" y="39316"/>
                    <a:pt x="1735" y="31611"/>
                  </a:cubicBezTo>
                  <a:cubicBezTo>
                    <a:pt x="1869" y="27775"/>
                    <a:pt x="2069" y="23939"/>
                    <a:pt x="2369" y="20103"/>
                  </a:cubicBezTo>
                  <a:cubicBezTo>
                    <a:pt x="2669" y="16900"/>
                    <a:pt x="2903" y="13598"/>
                    <a:pt x="3937" y="10562"/>
                  </a:cubicBezTo>
                  <a:cubicBezTo>
                    <a:pt x="5071" y="7227"/>
                    <a:pt x="7239" y="4858"/>
                    <a:pt x="10675" y="3858"/>
                  </a:cubicBezTo>
                  <a:cubicBezTo>
                    <a:pt x="13544" y="2957"/>
                    <a:pt x="16546" y="2790"/>
                    <a:pt x="19181" y="1189"/>
                  </a:cubicBezTo>
                  <a:cubicBezTo>
                    <a:pt x="19746" y="822"/>
                    <a:pt x="19378" y="0"/>
                    <a:pt x="188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4"/>
            <p:cNvSpPr/>
            <p:nvPr/>
          </p:nvSpPr>
          <p:spPr>
            <a:xfrm>
              <a:off x="6133825" y="2873250"/>
              <a:ext cx="69225" cy="2367575"/>
            </a:xfrm>
            <a:custGeom>
              <a:avLst/>
              <a:gdLst/>
              <a:ahLst/>
              <a:cxnLst/>
              <a:rect l="l" t="t" r="r" b="b"/>
              <a:pathLst>
                <a:path w="2769" h="94703" extrusionOk="0">
                  <a:moveTo>
                    <a:pt x="1551" y="1"/>
                  </a:moveTo>
                  <a:cubicBezTo>
                    <a:pt x="1243" y="1"/>
                    <a:pt x="934" y="201"/>
                    <a:pt x="934" y="601"/>
                  </a:cubicBezTo>
                  <a:cubicBezTo>
                    <a:pt x="1535" y="31957"/>
                    <a:pt x="1201" y="63346"/>
                    <a:pt x="0" y="94702"/>
                  </a:cubicBezTo>
                  <a:lnTo>
                    <a:pt x="1268" y="94702"/>
                  </a:lnTo>
                  <a:cubicBezTo>
                    <a:pt x="2469" y="63346"/>
                    <a:pt x="2769" y="31957"/>
                    <a:pt x="2168" y="601"/>
                  </a:cubicBezTo>
                  <a:cubicBezTo>
                    <a:pt x="2168" y="201"/>
                    <a:pt x="1860" y="1"/>
                    <a:pt x="15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4"/>
            <p:cNvSpPr/>
            <p:nvPr/>
          </p:nvSpPr>
          <p:spPr>
            <a:xfrm>
              <a:off x="4985500" y="4556575"/>
              <a:ext cx="412375" cy="685900"/>
            </a:xfrm>
            <a:custGeom>
              <a:avLst/>
              <a:gdLst/>
              <a:ahLst/>
              <a:cxnLst/>
              <a:rect l="l" t="t" r="r" b="b"/>
              <a:pathLst>
                <a:path w="16495" h="27436" extrusionOk="0">
                  <a:moveTo>
                    <a:pt x="15557" y="1"/>
                  </a:moveTo>
                  <a:cubicBezTo>
                    <a:pt x="15510" y="1"/>
                    <a:pt x="15462" y="6"/>
                    <a:pt x="15411" y="16"/>
                  </a:cubicBezTo>
                  <a:cubicBezTo>
                    <a:pt x="12209" y="783"/>
                    <a:pt x="8706" y="1651"/>
                    <a:pt x="6205" y="3952"/>
                  </a:cubicBezTo>
                  <a:cubicBezTo>
                    <a:pt x="3102" y="6821"/>
                    <a:pt x="3002" y="11758"/>
                    <a:pt x="2235" y="15661"/>
                  </a:cubicBezTo>
                  <a:lnTo>
                    <a:pt x="0" y="27436"/>
                  </a:lnTo>
                  <a:lnTo>
                    <a:pt x="1234" y="27436"/>
                  </a:lnTo>
                  <a:lnTo>
                    <a:pt x="1234" y="27369"/>
                  </a:lnTo>
                  <a:cubicBezTo>
                    <a:pt x="1768" y="24667"/>
                    <a:pt x="2269" y="21932"/>
                    <a:pt x="2836" y="19197"/>
                  </a:cubicBezTo>
                  <a:cubicBezTo>
                    <a:pt x="3236" y="17028"/>
                    <a:pt x="3670" y="14860"/>
                    <a:pt x="4070" y="12759"/>
                  </a:cubicBezTo>
                  <a:cubicBezTo>
                    <a:pt x="4503" y="10590"/>
                    <a:pt x="4737" y="8155"/>
                    <a:pt x="5904" y="6254"/>
                  </a:cubicBezTo>
                  <a:cubicBezTo>
                    <a:pt x="7939" y="2985"/>
                    <a:pt x="12242" y="2018"/>
                    <a:pt x="15745" y="1250"/>
                  </a:cubicBezTo>
                  <a:cubicBezTo>
                    <a:pt x="16495" y="1094"/>
                    <a:pt x="16249" y="1"/>
                    <a:pt x="155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4"/>
            <p:cNvSpPr/>
            <p:nvPr/>
          </p:nvSpPr>
          <p:spPr>
            <a:xfrm>
              <a:off x="5590925" y="3122650"/>
              <a:ext cx="85325" cy="170275"/>
            </a:xfrm>
            <a:custGeom>
              <a:avLst/>
              <a:gdLst/>
              <a:ahLst/>
              <a:cxnLst/>
              <a:rect l="l" t="t" r="r" b="b"/>
              <a:pathLst>
                <a:path w="3413" h="6811" extrusionOk="0">
                  <a:moveTo>
                    <a:pt x="2540" y="1"/>
                  </a:moveTo>
                  <a:cubicBezTo>
                    <a:pt x="2402" y="1"/>
                    <a:pt x="2259" y="59"/>
                    <a:pt x="2135" y="199"/>
                  </a:cubicBezTo>
                  <a:cubicBezTo>
                    <a:pt x="601" y="1933"/>
                    <a:pt x="1" y="4102"/>
                    <a:pt x="367" y="6403"/>
                  </a:cubicBezTo>
                  <a:cubicBezTo>
                    <a:pt x="419" y="6686"/>
                    <a:pt x="629" y="6811"/>
                    <a:pt x="860" y="6811"/>
                  </a:cubicBezTo>
                  <a:cubicBezTo>
                    <a:pt x="1229" y="6811"/>
                    <a:pt x="1650" y="6495"/>
                    <a:pt x="1568" y="6003"/>
                  </a:cubicBezTo>
                  <a:cubicBezTo>
                    <a:pt x="1301" y="4235"/>
                    <a:pt x="1802" y="2434"/>
                    <a:pt x="3003" y="1099"/>
                  </a:cubicBezTo>
                  <a:cubicBezTo>
                    <a:pt x="3412" y="639"/>
                    <a:pt x="2997" y="1"/>
                    <a:pt x="25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4"/>
            <p:cNvSpPr/>
            <p:nvPr/>
          </p:nvSpPr>
          <p:spPr>
            <a:xfrm>
              <a:off x="4771550" y="3872850"/>
              <a:ext cx="485825" cy="753625"/>
            </a:xfrm>
            <a:custGeom>
              <a:avLst/>
              <a:gdLst/>
              <a:ahLst/>
              <a:cxnLst/>
              <a:rect l="l" t="t" r="r" b="b"/>
              <a:pathLst>
                <a:path w="19433" h="30145" extrusionOk="0">
                  <a:moveTo>
                    <a:pt x="18365" y="412"/>
                  </a:moveTo>
                  <a:lnTo>
                    <a:pt x="18365" y="412"/>
                  </a:lnTo>
                  <a:cubicBezTo>
                    <a:pt x="18364" y="413"/>
                    <a:pt x="18363" y="413"/>
                    <a:pt x="18362" y="413"/>
                  </a:cubicBezTo>
                  <a:lnTo>
                    <a:pt x="18362" y="413"/>
                  </a:lnTo>
                  <a:cubicBezTo>
                    <a:pt x="18363" y="413"/>
                    <a:pt x="18364" y="413"/>
                    <a:pt x="18365" y="412"/>
                  </a:cubicBezTo>
                  <a:close/>
                  <a:moveTo>
                    <a:pt x="18612" y="1"/>
                  </a:moveTo>
                  <a:cubicBezTo>
                    <a:pt x="18560" y="1"/>
                    <a:pt x="18510" y="5"/>
                    <a:pt x="18465" y="12"/>
                  </a:cubicBezTo>
                  <a:cubicBezTo>
                    <a:pt x="16531" y="513"/>
                    <a:pt x="16664" y="3748"/>
                    <a:pt x="16597" y="5249"/>
                  </a:cubicBezTo>
                  <a:cubicBezTo>
                    <a:pt x="16364" y="9019"/>
                    <a:pt x="14863" y="12154"/>
                    <a:pt x="12494" y="15023"/>
                  </a:cubicBezTo>
                  <a:cubicBezTo>
                    <a:pt x="8525" y="19926"/>
                    <a:pt x="3154" y="23496"/>
                    <a:pt x="252" y="29200"/>
                  </a:cubicBezTo>
                  <a:cubicBezTo>
                    <a:pt x="0" y="29704"/>
                    <a:pt x="425" y="30145"/>
                    <a:pt x="834" y="30145"/>
                  </a:cubicBezTo>
                  <a:cubicBezTo>
                    <a:pt x="1021" y="30145"/>
                    <a:pt x="1205" y="30053"/>
                    <a:pt x="1320" y="29834"/>
                  </a:cubicBezTo>
                  <a:cubicBezTo>
                    <a:pt x="4122" y="24330"/>
                    <a:pt x="9292" y="20827"/>
                    <a:pt x="13162" y="16157"/>
                  </a:cubicBezTo>
                  <a:cubicBezTo>
                    <a:pt x="14763" y="14256"/>
                    <a:pt x="16164" y="12154"/>
                    <a:pt x="16998" y="9786"/>
                  </a:cubicBezTo>
                  <a:cubicBezTo>
                    <a:pt x="17365" y="8685"/>
                    <a:pt x="17631" y="7618"/>
                    <a:pt x="17765" y="6484"/>
                  </a:cubicBezTo>
                  <a:cubicBezTo>
                    <a:pt x="17832" y="5850"/>
                    <a:pt x="17798" y="5249"/>
                    <a:pt x="17832" y="4582"/>
                  </a:cubicBezTo>
                  <a:cubicBezTo>
                    <a:pt x="17875" y="4278"/>
                    <a:pt x="18018" y="2615"/>
                    <a:pt x="18158" y="1484"/>
                  </a:cubicBezTo>
                  <a:lnTo>
                    <a:pt x="18158" y="1484"/>
                  </a:lnTo>
                  <a:cubicBezTo>
                    <a:pt x="18265" y="1596"/>
                    <a:pt x="18412" y="1669"/>
                    <a:pt x="18591" y="1669"/>
                  </a:cubicBezTo>
                  <a:cubicBezTo>
                    <a:pt x="18646" y="1669"/>
                    <a:pt x="18704" y="1662"/>
                    <a:pt x="18766" y="1647"/>
                  </a:cubicBezTo>
                  <a:cubicBezTo>
                    <a:pt x="18799" y="1647"/>
                    <a:pt x="18899" y="1613"/>
                    <a:pt x="18932" y="1613"/>
                  </a:cubicBezTo>
                  <a:cubicBezTo>
                    <a:pt x="19132" y="1580"/>
                    <a:pt x="19333" y="1413"/>
                    <a:pt x="19333" y="1180"/>
                  </a:cubicBezTo>
                  <a:cubicBezTo>
                    <a:pt x="19433" y="746"/>
                    <a:pt x="19399" y="579"/>
                    <a:pt x="19099" y="179"/>
                  </a:cubicBezTo>
                  <a:cubicBezTo>
                    <a:pt x="18996" y="50"/>
                    <a:pt x="18792" y="1"/>
                    <a:pt x="18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4"/>
            <p:cNvSpPr/>
            <p:nvPr/>
          </p:nvSpPr>
          <p:spPr>
            <a:xfrm>
              <a:off x="5754375" y="4781250"/>
              <a:ext cx="82575" cy="461225"/>
            </a:xfrm>
            <a:custGeom>
              <a:avLst/>
              <a:gdLst/>
              <a:ahLst/>
              <a:cxnLst/>
              <a:rect l="l" t="t" r="r" b="b"/>
              <a:pathLst>
                <a:path w="3303" h="18449" extrusionOk="0">
                  <a:moveTo>
                    <a:pt x="1796" y="1"/>
                  </a:moveTo>
                  <a:cubicBezTo>
                    <a:pt x="1385" y="1"/>
                    <a:pt x="1089" y="604"/>
                    <a:pt x="1001" y="1103"/>
                  </a:cubicBezTo>
                  <a:cubicBezTo>
                    <a:pt x="1" y="6807"/>
                    <a:pt x="468" y="12611"/>
                    <a:pt x="935" y="18449"/>
                  </a:cubicBezTo>
                  <a:lnTo>
                    <a:pt x="3303" y="18449"/>
                  </a:lnTo>
                  <a:lnTo>
                    <a:pt x="3303" y="18382"/>
                  </a:lnTo>
                  <a:cubicBezTo>
                    <a:pt x="2836" y="12611"/>
                    <a:pt x="2536" y="6807"/>
                    <a:pt x="2369" y="970"/>
                  </a:cubicBezTo>
                  <a:cubicBezTo>
                    <a:pt x="2369" y="603"/>
                    <a:pt x="2302" y="169"/>
                    <a:pt x="1969" y="36"/>
                  </a:cubicBezTo>
                  <a:cubicBezTo>
                    <a:pt x="1909" y="12"/>
                    <a:pt x="1851" y="1"/>
                    <a:pt x="1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4"/>
            <p:cNvSpPr/>
            <p:nvPr/>
          </p:nvSpPr>
          <p:spPr>
            <a:xfrm>
              <a:off x="5750200" y="4768875"/>
              <a:ext cx="106775" cy="471950"/>
            </a:xfrm>
            <a:custGeom>
              <a:avLst/>
              <a:gdLst/>
              <a:ahLst/>
              <a:cxnLst/>
              <a:rect l="l" t="t" r="r" b="b"/>
              <a:pathLst>
                <a:path w="4271" h="18878" extrusionOk="0">
                  <a:moveTo>
                    <a:pt x="2089" y="1"/>
                  </a:moveTo>
                  <a:cubicBezTo>
                    <a:pt x="1955" y="1"/>
                    <a:pt x="1805" y="31"/>
                    <a:pt x="1635" y="97"/>
                  </a:cubicBezTo>
                  <a:cubicBezTo>
                    <a:pt x="268" y="597"/>
                    <a:pt x="368" y="3599"/>
                    <a:pt x="301" y="4700"/>
                  </a:cubicBezTo>
                  <a:cubicBezTo>
                    <a:pt x="1" y="7836"/>
                    <a:pt x="1" y="11005"/>
                    <a:pt x="201" y="14140"/>
                  </a:cubicBezTo>
                  <a:cubicBezTo>
                    <a:pt x="268" y="15675"/>
                    <a:pt x="368" y="17276"/>
                    <a:pt x="501" y="18877"/>
                  </a:cubicBezTo>
                  <a:lnTo>
                    <a:pt x="1669" y="18877"/>
                  </a:lnTo>
                  <a:cubicBezTo>
                    <a:pt x="1635" y="18477"/>
                    <a:pt x="1602" y="18043"/>
                    <a:pt x="1602" y="17643"/>
                  </a:cubicBezTo>
                  <a:cubicBezTo>
                    <a:pt x="1368" y="15141"/>
                    <a:pt x="1202" y="12673"/>
                    <a:pt x="1168" y="10171"/>
                  </a:cubicBezTo>
                  <a:cubicBezTo>
                    <a:pt x="1135" y="8870"/>
                    <a:pt x="1135" y="7536"/>
                    <a:pt x="1202" y="6268"/>
                  </a:cubicBezTo>
                  <a:cubicBezTo>
                    <a:pt x="1268" y="5534"/>
                    <a:pt x="1168" y="2165"/>
                    <a:pt x="1669" y="1698"/>
                  </a:cubicBezTo>
                  <a:cubicBezTo>
                    <a:pt x="1797" y="1578"/>
                    <a:pt x="1881" y="1529"/>
                    <a:pt x="1935" y="1529"/>
                  </a:cubicBezTo>
                  <a:cubicBezTo>
                    <a:pt x="2106" y="1529"/>
                    <a:pt x="1977" y="2020"/>
                    <a:pt x="2002" y="2298"/>
                  </a:cubicBezTo>
                  <a:cubicBezTo>
                    <a:pt x="2102" y="2966"/>
                    <a:pt x="2002" y="3666"/>
                    <a:pt x="2002" y="4333"/>
                  </a:cubicBezTo>
                  <a:cubicBezTo>
                    <a:pt x="2036" y="5701"/>
                    <a:pt x="2102" y="7035"/>
                    <a:pt x="2169" y="8436"/>
                  </a:cubicBezTo>
                  <a:cubicBezTo>
                    <a:pt x="2302" y="11005"/>
                    <a:pt x="2436" y="13607"/>
                    <a:pt x="2603" y="16175"/>
                  </a:cubicBezTo>
                  <a:cubicBezTo>
                    <a:pt x="2669" y="17109"/>
                    <a:pt x="2703" y="18010"/>
                    <a:pt x="2803" y="18877"/>
                  </a:cubicBezTo>
                  <a:lnTo>
                    <a:pt x="4270" y="18877"/>
                  </a:lnTo>
                  <a:cubicBezTo>
                    <a:pt x="4037" y="16642"/>
                    <a:pt x="3870" y="14340"/>
                    <a:pt x="3703" y="12106"/>
                  </a:cubicBezTo>
                  <a:cubicBezTo>
                    <a:pt x="3503" y="8970"/>
                    <a:pt x="3437" y="5834"/>
                    <a:pt x="3203" y="2699"/>
                  </a:cubicBezTo>
                  <a:cubicBezTo>
                    <a:pt x="3173" y="1957"/>
                    <a:pt x="3170" y="1"/>
                    <a:pt x="20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4"/>
            <p:cNvSpPr/>
            <p:nvPr/>
          </p:nvSpPr>
          <p:spPr>
            <a:xfrm>
              <a:off x="5286550" y="4794350"/>
              <a:ext cx="497050" cy="338875"/>
            </a:xfrm>
            <a:custGeom>
              <a:avLst/>
              <a:gdLst/>
              <a:ahLst/>
              <a:cxnLst/>
              <a:rect l="l" t="t" r="r" b="b"/>
              <a:pathLst>
                <a:path w="19882" h="13555" extrusionOk="0">
                  <a:moveTo>
                    <a:pt x="170" y="1"/>
                  </a:moveTo>
                  <a:cubicBezTo>
                    <a:pt x="114" y="1"/>
                    <a:pt x="57" y="4"/>
                    <a:pt x="0" y="12"/>
                  </a:cubicBezTo>
                  <a:cubicBezTo>
                    <a:pt x="134" y="946"/>
                    <a:pt x="834" y="1680"/>
                    <a:pt x="1535" y="2314"/>
                  </a:cubicBezTo>
                  <a:cubicBezTo>
                    <a:pt x="3403" y="4081"/>
                    <a:pt x="5237" y="5783"/>
                    <a:pt x="7105" y="7517"/>
                  </a:cubicBezTo>
                  <a:cubicBezTo>
                    <a:pt x="8106" y="8485"/>
                    <a:pt x="9173" y="9419"/>
                    <a:pt x="10341" y="10119"/>
                  </a:cubicBezTo>
                  <a:cubicBezTo>
                    <a:pt x="13243" y="11820"/>
                    <a:pt x="16912" y="11854"/>
                    <a:pt x="19881" y="13555"/>
                  </a:cubicBezTo>
                  <a:lnTo>
                    <a:pt x="19314" y="10853"/>
                  </a:lnTo>
                  <a:cubicBezTo>
                    <a:pt x="12876" y="9085"/>
                    <a:pt x="6905" y="5683"/>
                    <a:pt x="2068" y="1113"/>
                  </a:cubicBezTo>
                  <a:cubicBezTo>
                    <a:pt x="1543" y="557"/>
                    <a:pt x="875" y="1"/>
                    <a:pt x="1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4"/>
            <p:cNvSpPr/>
            <p:nvPr/>
          </p:nvSpPr>
          <p:spPr>
            <a:xfrm>
              <a:off x="5274100" y="4785400"/>
              <a:ext cx="523525" cy="360075"/>
            </a:xfrm>
            <a:custGeom>
              <a:avLst/>
              <a:gdLst/>
              <a:ahLst/>
              <a:cxnLst/>
              <a:rect l="l" t="t" r="r" b="b"/>
              <a:pathLst>
                <a:path w="20941" h="14403" extrusionOk="0">
                  <a:moveTo>
                    <a:pt x="428" y="1"/>
                  </a:moveTo>
                  <a:cubicBezTo>
                    <a:pt x="180" y="1"/>
                    <a:pt x="1" y="313"/>
                    <a:pt x="65" y="503"/>
                  </a:cubicBezTo>
                  <a:cubicBezTo>
                    <a:pt x="532" y="2238"/>
                    <a:pt x="2133" y="3339"/>
                    <a:pt x="3367" y="4540"/>
                  </a:cubicBezTo>
                  <a:cubicBezTo>
                    <a:pt x="5068" y="6174"/>
                    <a:pt x="6736" y="7842"/>
                    <a:pt x="8537" y="9343"/>
                  </a:cubicBezTo>
                  <a:cubicBezTo>
                    <a:pt x="11906" y="12245"/>
                    <a:pt x="16309" y="12245"/>
                    <a:pt x="20079" y="14347"/>
                  </a:cubicBezTo>
                  <a:cubicBezTo>
                    <a:pt x="20151" y="14385"/>
                    <a:pt x="20223" y="14402"/>
                    <a:pt x="20290" y="14402"/>
                  </a:cubicBezTo>
                  <a:cubicBezTo>
                    <a:pt x="20685" y="14402"/>
                    <a:pt x="20940" y="13812"/>
                    <a:pt x="20512" y="13613"/>
                  </a:cubicBezTo>
                  <a:cubicBezTo>
                    <a:pt x="17077" y="11811"/>
                    <a:pt x="13007" y="11778"/>
                    <a:pt x="9872" y="9376"/>
                  </a:cubicBezTo>
                  <a:cubicBezTo>
                    <a:pt x="8237" y="8176"/>
                    <a:pt x="6803" y="6674"/>
                    <a:pt x="5335" y="5273"/>
                  </a:cubicBezTo>
                  <a:cubicBezTo>
                    <a:pt x="4024" y="4081"/>
                    <a:pt x="1887" y="2623"/>
                    <a:pt x="1066" y="898"/>
                  </a:cubicBezTo>
                  <a:lnTo>
                    <a:pt x="1066" y="898"/>
                  </a:lnTo>
                  <a:cubicBezTo>
                    <a:pt x="2614" y="1445"/>
                    <a:pt x="4289" y="3559"/>
                    <a:pt x="5468" y="4473"/>
                  </a:cubicBezTo>
                  <a:cubicBezTo>
                    <a:pt x="6903" y="5574"/>
                    <a:pt x="8471" y="6641"/>
                    <a:pt x="10072" y="7542"/>
                  </a:cubicBezTo>
                  <a:cubicBezTo>
                    <a:pt x="12974" y="9210"/>
                    <a:pt x="16476" y="11011"/>
                    <a:pt x="19812" y="11344"/>
                  </a:cubicBezTo>
                  <a:cubicBezTo>
                    <a:pt x="19843" y="11360"/>
                    <a:pt x="19870" y="11367"/>
                    <a:pt x="19893" y="11367"/>
                  </a:cubicBezTo>
                  <a:cubicBezTo>
                    <a:pt x="20018" y="11367"/>
                    <a:pt x="20025" y="11167"/>
                    <a:pt x="19912" y="11111"/>
                  </a:cubicBezTo>
                  <a:cubicBezTo>
                    <a:pt x="18177" y="10277"/>
                    <a:pt x="16309" y="9777"/>
                    <a:pt x="14508" y="8943"/>
                  </a:cubicBezTo>
                  <a:cubicBezTo>
                    <a:pt x="12640" y="8042"/>
                    <a:pt x="10806" y="7108"/>
                    <a:pt x="9038" y="6007"/>
                  </a:cubicBezTo>
                  <a:cubicBezTo>
                    <a:pt x="7203" y="4840"/>
                    <a:pt x="5502" y="3539"/>
                    <a:pt x="3867" y="2138"/>
                  </a:cubicBezTo>
                  <a:cubicBezTo>
                    <a:pt x="2800" y="1170"/>
                    <a:pt x="1966" y="136"/>
                    <a:pt x="465" y="3"/>
                  </a:cubicBezTo>
                  <a:cubicBezTo>
                    <a:pt x="452" y="1"/>
                    <a:pt x="440" y="1"/>
                    <a:pt x="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4"/>
            <p:cNvSpPr/>
            <p:nvPr/>
          </p:nvSpPr>
          <p:spPr>
            <a:xfrm>
              <a:off x="5819425" y="4913675"/>
              <a:ext cx="246875" cy="327150"/>
            </a:xfrm>
            <a:custGeom>
              <a:avLst/>
              <a:gdLst/>
              <a:ahLst/>
              <a:cxnLst/>
              <a:rect l="l" t="t" r="r" b="b"/>
              <a:pathLst>
                <a:path w="9875" h="13086" extrusionOk="0">
                  <a:moveTo>
                    <a:pt x="9227" y="0"/>
                  </a:moveTo>
                  <a:cubicBezTo>
                    <a:pt x="9147" y="0"/>
                    <a:pt x="9070" y="23"/>
                    <a:pt x="9007" y="76"/>
                  </a:cubicBezTo>
                  <a:cubicBezTo>
                    <a:pt x="8840" y="209"/>
                    <a:pt x="8773" y="409"/>
                    <a:pt x="8740" y="643"/>
                  </a:cubicBezTo>
                  <a:cubicBezTo>
                    <a:pt x="8206" y="4145"/>
                    <a:pt x="6438" y="7414"/>
                    <a:pt x="3870" y="9849"/>
                  </a:cubicBezTo>
                  <a:cubicBezTo>
                    <a:pt x="2736" y="10883"/>
                    <a:pt x="1435" y="11751"/>
                    <a:pt x="0" y="12084"/>
                  </a:cubicBezTo>
                  <a:lnTo>
                    <a:pt x="367" y="13052"/>
                  </a:lnTo>
                  <a:cubicBezTo>
                    <a:pt x="401" y="13052"/>
                    <a:pt x="434" y="13052"/>
                    <a:pt x="434" y="13085"/>
                  </a:cubicBezTo>
                  <a:lnTo>
                    <a:pt x="1768" y="13085"/>
                  </a:lnTo>
                  <a:cubicBezTo>
                    <a:pt x="1902" y="13052"/>
                    <a:pt x="2002" y="12985"/>
                    <a:pt x="2069" y="12885"/>
                  </a:cubicBezTo>
                  <a:cubicBezTo>
                    <a:pt x="4070" y="11417"/>
                    <a:pt x="5938" y="9816"/>
                    <a:pt x="7406" y="7848"/>
                  </a:cubicBezTo>
                  <a:cubicBezTo>
                    <a:pt x="8873" y="5847"/>
                    <a:pt x="9874" y="3478"/>
                    <a:pt x="9841" y="1010"/>
                  </a:cubicBezTo>
                  <a:cubicBezTo>
                    <a:pt x="9841" y="743"/>
                    <a:pt x="9774" y="509"/>
                    <a:pt x="9674" y="243"/>
                  </a:cubicBezTo>
                  <a:cubicBezTo>
                    <a:pt x="9583" y="106"/>
                    <a:pt x="9398" y="0"/>
                    <a:pt x="9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4"/>
            <p:cNvSpPr/>
            <p:nvPr/>
          </p:nvSpPr>
          <p:spPr>
            <a:xfrm>
              <a:off x="5815425" y="4909525"/>
              <a:ext cx="270875" cy="331300"/>
            </a:xfrm>
            <a:custGeom>
              <a:avLst/>
              <a:gdLst/>
              <a:ahLst/>
              <a:cxnLst/>
              <a:rect l="l" t="t" r="r" b="b"/>
              <a:pathLst>
                <a:path w="10835" h="13252" extrusionOk="0">
                  <a:moveTo>
                    <a:pt x="9419" y="1"/>
                  </a:moveTo>
                  <a:cubicBezTo>
                    <a:pt x="8733" y="1"/>
                    <a:pt x="8727" y="869"/>
                    <a:pt x="8600" y="1376"/>
                  </a:cubicBezTo>
                  <a:cubicBezTo>
                    <a:pt x="7599" y="6079"/>
                    <a:pt x="4697" y="10316"/>
                    <a:pt x="94" y="12084"/>
                  </a:cubicBezTo>
                  <a:cubicBezTo>
                    <a:pt x="0" y="12177"/>
                    <a:pt x="52" y="12387"/>
                    <a:pt x="196" y="12387"/>
                  </a:cubicBezTo>
                  <a:cubicBezTo>
                    <a:pt x="206" y="12387"/>
                    <a:pt x="216" y="12386"/>
                    <a:pt x="227" y="12384"/>
                  </a:cubicBezTo>
                  <a:cubicBezTo>
                    <a:pt x="4397" y="11650"/>
                    <a:pt x="7466" y="6880"/>
                    <a:pt x="8600" y="3144"/>
                  </a:cubicBezTo>
                  <a:cubicBezTo>
                    <a:pt x="8733" y="2677"/>
                    <a:pt x="8767" y="1910"/>
                    <a:pt x="9033" y="1509"/>
                  </a:cubicBezTo>
                  <a:cubicBezTo>
                    <a:pt x="8976" y="1049"/>
                    <a:pt x="9040" y="831"/>
                    <a:pt x="9225" y="831"/>
                  </a:cubicBezTo>
                  <a:cubicBezTo>
                    <a:pt x="9362" y="831"/>
                    <a:pt x="9565" y="949"/>
                    <a:pt x="9834" y="1176"/>
                  </a:cubicBezTo>
                  <a:lnTo>
                    <a:pt x="9834" y="1843"/>
                  </a:lnTo>
                  <a:cubicBezTo>
                    <a:pt x="10068" y="3377"/>
                    <a:pt x="8933" y="5512"/>
                    <a:pt x="8200" y="6813"/>
                  </a:cubicBezTo>
                  <a:cubicBezTo>
                    <a:pt x="7532" y="7914"/>
                    <a:pt x="3730" y="12851"/>
                    <a:pt x="1528" y="13251"/>
                  </a:cubicBezTo>
                  <a:lnTo>
                    <a:pt x="2429" y="13251"/>
                  </a:lnTo>
                  <a:cubicBezTo>
                    <a:pt x="3930" y="12484"/>
                    <a:pt x="5664" y="10549"/>
                    <a:pt x="6231" y="9915"/>
                  </a:cubicBezTo>
                  <a:cubicBezTo>
                    <a:pt x="8233" y="7847"/>
                    <a:pt x="10835" y="4078"/>
                    <a:pt x="10201" y="976"/>
                  </a:cubicBezTo>
                  <a:cubicBezTo>
                    <a:pt x="10101" y="575"/>
                    <a:pt x="10034" y="42"/>
                    <a:pt x="9534" y="8"/>
                  </a:cubicBezTo>
                  <a:cubicBezTo>
                    <a:pt x="9494" y="3"/>
                    <a:pt x="9456" y="1"/>
                    <a:pt x="9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4"/>
            <p:cNvSpPr/>
            <p:nvPr/>
          </p:nvSpPr>
          <p:spPr>
            <a:xfrm>
              <a:off x="6019775" y="4933200"/>
              <a:ext cx="27075" cy="90875"/>
            </a:xfrm>
            <a:custGeom>
              <a:avLst/>
              <a:gdLst/>
              <a:ahLst/>
              <a:cxnLst/>
              <a:rect l="l" t="t" r="r" b="b"/>
              <a:pathLst>
                <a:path w="1083" h="3635" extrusionOk="0">
                  <a:moveTo>
                    <a:pt x="1015" y="0"/>
                  </a:moveTo>
                  <a:cubicBezTo>
                    <a:pt x="1002" y="0"/>
                    <a:pt x="993" y="8"/>
                    <a:pt x="993" y="29"/>
                  </a:cubicBezTo>
                  <a:cubicBezTo>
                    <a:pt x="426" y="1129"/>
                    <a:pt x="893" y="2564"/>
                    <a:pt x="26" y="3531"/>
                  </a:cubicBezTo>
                  <a:cubicBezTo>
                    <a:pt x="1" y="3556"/>
                    <a:pt x="31" y="3634"/>
                    <a:pt x="61" y="3634"/>
                  </a:cubicBezTo>
                  <a:cubicBezTo>
                    <a:pt x="72" y="3634"/>
                    <a:pt x="83" y="3624"/>
                    <a:pt x="92" y="3598"/>
                  </a:cubicBezTo>
                  <a:cubicBezTo>
                    <a:pt x="1026" y="2630"/>
                    <a:pt x="526" y="1229"/>
                    <a:pt x="1060" y="62"/>
                  </a:cubicBezTo>
                  <a:cubicBezTo>
                    <a:pt x="1083" y="39"/>
                    <a:pt x="1042" y="0"/>
                    <a:pt x="1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4"/>
            <p:cNvSpPr/>
            <p:nvPr/>
          </p:nvSpPr>
          <p:spPr>
            <a:xfrm>
              <a:off x="6013975" y="4954350"/>
              <a:ext cx="56200" cy="97500"/>
            </a:xfrm>
            <a:custGeom>
              <a:avLst/>
              <a:gdLst/>
              <a:ahLst/>
              <a:cxnLst/>
              <a:rect l="l" t="t" r="r" b="b"/>
              <a:pathLst>
                <a:path w="2248" h="3900" extrusionOk="0">
                  <a:moveTo>
                    <a:pt x="2161" y="0"/>
                  </a:moveTo>
                  <a:cubicBezTo>
                    <a:pt x="2142" y="0"/>
                    <a:pt x="2126" y="15"/>
                    <a:pt x="2126" y="50"/>
                  </a:cubicBezTo>
                  <a:cubicBezTo>
                    <a:pt x="1959" y="684"/>
                    <a:pt x="1792" y="1251"/>
                    <a:pt x="1625" y="1885"/>
                  </a:cubicBezTo>
                  <a:cubicBezTo>
                    <a:pt x="1558" y="2151"/>
                    <a:pt x="1458" y="2418"/>
                    <a:pt x="1325" y="2718"/>
                  </a:cubicBezTo>
                  <a:cubicBezTo>
                    <a:pt x="1292" y="2885"/>
                    <a:pt x="1225" y="2985"/>
                    <a:pt x="1125" y="3185"/>
                  </a:cubicBezTo>
                  <a:cubicBezTo>
                    <a:pt x="1029" y="3473"/>
                    <a:pt x="864" y="3623"/>
                    <a:pt x="619" y="3623"/>
                  </a:cubicBezTo>
                  <a:cubicBezTo>
                    <a:pt x="522" y="3623"/>
                    <a:pt x="413" y="3599"/>
                    <a:pt x="291" y="3552"/>
                  </a:cubicBezTo>
                  <a:cubicBezTo>
                    <a:pt x="316" y="3477"/>
                    <a:pt x="266" y="3440"/>
                    <a:pt x="211" y="3440"/>
                  </a:cubicBezTo>
                  <a:cubicBezTo>
                    <a:pt x="193" y="3440"/>
                    <a:pt x="174" y="3444"/>
                    <a:pt x="157" y="3452"/>
                  </a:cubicBezTo>
                  <a:cubicBezTo>
                    <a:pt x="1" y="3744"/>
                    <a:pt x="190" y="3900"/>
                    <a:pt x="422" y="3900"/>
                  </a:cubicBezTo>
                  <a:cubicBezTo>
                    <a:pt x="536" y="3900"/>
                    <a:pt x="659" y="3862"/>
                    <a:pt x="758" y="3786"/>
                  </a:cubicBezTo>
                  <a:cubicBezTo>
                    <a:pt x="1759" y="3052"/>
                    <a:pt x="1925" y="1217"/>
                    <a:pt x="2226" y="117"/>
                  </a:cubicBezTo>
                  <a:cubicBezTo>
                    <a:pt x="2247" y="51"/>
                    <a:pt x="2198" y="0"/>
                    <a:pt x="2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4"/>
            <p:cNvSpPr/>
            <p:nvPr/>
          </p:nvSpPr>
          <p:spPr>
            <a:xfrm>
              <a:off x="5840500" y="5039450"/>
              <a:ext cx="168800" cy="198100"/>
            </a:xfrm>
            <a:custGeom>
              <a:avLst/>
              <a:gdLst/>
              <a:ahLst/>
              <a:cxnLst/>
              <a:rect l="l" t="t" r="r" b="b"/>
              <a:pathLst>
                <a:path w="6752" h="7924" extrusionOk="0">
                  <a:moveTo>
                    <a:pt x="6702" y="0"/>
                  </a:moveTo>
                  <a:cubicBezTo>
                    <a:pt x="6689" y="0"/>
                    <a:pt x="6674" y="4"/>
                    <a:pt x="6663" y="15"/>
                  </a:cubicBezTo>
                  <a:cubicBezTo>
                    <a:pt x="6229" y="615"/>
                    <a:pt x="6229" y="1216"/>
                    <a:pt x="6062" y="1883"/>
                  </a:cubicBezTo>
                  <a:cubicBezTo>
                    <a:pt x="5762" y="3151"/>
                    <a:pt x="5028" y="3984"/>
                    <a:pt x="3994" y="4685"/>
                  </a:cubicBezTo>
                  <a:cubicBezTo>
                    <a:pt x="2527" y="5686"/>
                    <a:pt x="1159" y="6386"/>
                    <a:pt x="25" y="7821"/>
                  </a:cubicBezTo>
                  <a:cubicBezTo>
                    <a:pt x="0" y="7845"/>
                    <a:pt x="30" y="7924"/>
                    <a:pt x="60" y="7924"/>
                  </a:cubicBezTo>
                  <a:cubicBezTo>
                    <a:pt x="71" y="7924"/>
                    <a:pt x="83" y="7914"/>
                    <a:pt x="91" y="7887"/>
                  </a:cubicBezTo>
                  <a:cubicBezTo>
                    <a:pt x="1392" y="6286"/>
                    <a:pt x="3227" y="5552"/>
                    <a:pt x="4761" y="4218"/>
                  </a:cubicBezTo>
                  <a:cubicBezTo>
                    <a:pt x="5262" y="3818"/>
                    <a:pt x="5695" y="3317"/>
                    <a:pt x="5929" y="2684"/>
                  </a:cubicBezTo>
                  <a:cubicBezTo>
                    <a:pt x="6329" y="1816"/>
                    <a:pt x="6162" y="849"/>
                    <a:pt x="6730" y="15"/>
                  </a:cubicBezTo>
                  <a:cubicBezTo>
                    <a:pt x="6752" y="15"/>
                    <a:pt x="6730" y="0"/>
                    <a:pt x="67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4"/>
            <p:cNvSpPr/>
            <p:nvPr/>
          </p:nvSpPr>
          <p:spPr>
            <a:xfrm>
              <a:off x="5766050" y="5180575"/>
              <a:ext cx="25050" cy="32350"/>
            </a:xfrm>
            <a:custGeom>
              <a:avLst/>
              <a:gdLst/>
              <a:ahLst/>
              <a:cxnLst/>
              <a:rect l="l" t="t" r="r" b="b"/>
              <a:pathLst>
                <a:path w="1002" h="1294" extrusionOk="0">
                  <a:moveTo>
                    <a:pt x="440" y="1"/>
                  </a:moveTo>
                  <a:cubicBezTo>
                    <a:pt x="428" y="1"/>
                    <a:pt x="415" y="3"/>
                    <a:pt x="401" y="7"/>
                  </a:cubicBezTo>
                  <a:cubicBezTo>
                    <a:pt x="1" y="241"/>
                    <a:pt x="67" y="908"/>
                    <a:pt x="401" y="1208"/>
                  </a:cubicBezTo>
                  <a:cubicBezTo>
                    <a:pt x="459" y="1267"/>
                    <a:pt x="524" y="1293"/>
                    <a:pt x="590" y="1293"/>
                  </a:cubicBezTo>
                  <a:cubicBezTo>
                    <a:pt x="674" y="1293"/>
                    <a:pt x="760" y="1250"/>
                    <a:pt x="834" y="1175"/>
                  </a:cubicBezTo>
                  <a:cubicBezTo>
                    <a:pt x="1001" y="1008"/>
                    <a:pt x="968" y="708"/>
                    <a:pt x="834" y="541"/>
                  </a:cubicBezTo>
                  <a:cubicBezTo>
                    <a:pt x="843" y="532"/>
                    <a:pt x="840" y="528"/>
                    <a:pt x="832" y="528"/>
                  </a:cubicBezTo>
                  <a:cubicBezTo>
                    <a:pt x="811" y="528"/>
                    <a:pt x="752" y="559"/>
                    <a:pt x="801" y="608"/>
                  </a:cubicBezTo>
                  <a:cubicBezTo>
                    <a:pt x="868" y="741"/>
                    <a:pt x="901" y="941"/>
                    <a:pt x="801" y="1075"/>
                  </a:cubicBezTo>
                  <a:cubicBezTo>
                    <a:pt x="741" y="1144"/>
                    <a:pt x="685" y="1170"/>
                    <a:pt x="635" y="1170"/>
                  </a:cubicBezTo>
                  <a:cubicBezTo>
                    <a:pt x="491" y="1170"/>
                    <a:pt x="392" y="949"/>
                    <a:pt x="367" y="875"/>
                  </a:cubicBezTo>
                  <a:cubicBezTo>
                    <a:pt x="234" y="608"/>
                    <a:pt x="234" y="308"/>
                    <a:pt x="501" y="141"/>
                  </a:cubicBezTo>
                  <a:cubicBezTo>
                    <a:pt x="559" y="83"/>
                    <a:pt x="517" y="1"/>
                    <a:pt x="4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4"/>
            <p:cNvSpPr/>
            <p:nvPr/>
          </p:nvSpPr>
          <p:spPr>
            <a:xfrm>
              <a:off x="5821925" y="4915350"/>
              <a:ext cx="10875" cy="325475"/>
            </a:xfrm>
            <a:custGeom>
              <a:avLst/>
              <a:gdLst/>
              <a:ahLst/>
              <a:cxnLst/>
              <a:rect l="l" t="t" r="r" b="b"/>
              <a:pathLst>
                <a:path w="435" h="13019" extrusionOk="0">
                  <a:moveTo>
                    <a:pt x="284" y="0"/>
                  </a:moveTo>
                  <a:cubicBezTo>
                    <a:pt x="259" y="0"/>
                    <a:pt x="234" y="25"/>
                    <a:pt x="234" y="75"/>
                  </a:cubicBezTo>
                  <a:cubicBezTo>
                    <a:pt x="0" y="4412"/>
                    <a:pt x="0" y="8682"/>
                    <a:pt x="301" y="13018"/>
                  </a:cubicBezTo>
                  <a:lnTo>
                    <a:pt x="434" y="13018"/>
                  </a:lnTo>
                  <a:cubicBezTo>
                    <a:pt x="167" y="8748"/>
                    <a:pt x="134" y="4412"/>
                    <a:pt x="334" y="75"/>
                  </a:cubicBezTo>
                  <a:cubicBezTo>
                    <a:pt x="334" y="25"/>
                    <a:pt x="309" y="0"/>
                    <a:pt x="2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4"/>
            <p:cNvSpPr/>
            <p:nvPr/>
          </p:nvSpPr>
          <p:spPr>
            <a:xfrm>
              <a:off x="5770225" y="4926825"/>
              <a:ext cx="36725" cy="314000"/>
            </a:xfrm>
            <a:custGeom>
              <a:avLst/>
              <a:gdLst/>
              <a:ahLst/>
              <a:cxnLst/>
              <a:rect l="l" t="t" r="r" b="b"/>
              <a:pathLst>
                <a:path w="1469" h="12560" extrusionOk="0">
                  <a:moveTo>
                    <a:pt x="234" y="0"/>
                  </a:moveTo>
                  <a:cubicBezTo>
                    <a:pt x="200" y="0"/>
                    <a:pt x="167" y="17"/>
                    <a:pt x="167" y="50"/>
                  </a:cubicBezTo>
                  <a:cubicBezTo>
                    <a:pt x="34" y="2018"/>
                    <a:pt x="0" y="3986"/>
                    <a:pt x="467" y="5888"/>
                  </a:cubicBezTo>
                  <a:cubicBezTo>
                    <a:pt x="968" y="8189"/>
                    <a:pt x="1368" y="10224"/>
                    <a:pt x="1201" y="12559"/>
                  </a:cubicBezTo>
                  <a:lnTo>
                    <a:pt x="1335" y="12559"/>
                  </a:lnTo>
                  <a:cubicBezTo>
                    <a:pt x="1468" y="11025"/>
                    <a:pt x="1468" y="9524"/>
                    <a:pt x="1134" y="7989"/>
                  </a:cubicBezTo>
                  <a:cubicBezTo>
                    <a:pt x="501" y="5287"/>
                    <a:pt x="167" y="2852"/>
                    <a:pt x="301" y="50"/>
                  </a:cubicBezTo>
                  <a:cubicBezTo>
                    <a:pt x="301" y="17"/>
                    <a:pt x="267"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4"/>
            <p:cNvSpPr/>
            <p:nvPr/>
          </p:nvSpPr>
          <p:spPr>
            <a:xfrm>
              <a:off x="5423550" y="4843175"/>
              <a:ext cx="307850" cy="222975"/>
            </a:xfrm>
            <a:custGeom>
              <a:avLst/>
              <a:gdLst/>
              <a:ahLst/>
              <a:cxnLst/>
              <a:rect l="l" t="t" r="r" b="b"/>
              <a:pathLst>
                <a:path w="12314" h="8919" extrusionOk="0">
                  <a:moveTo>
                    <a:pt x="98" y="0"/>
                  </a:moveTo>
                  <a:cubicBezTo>
                    <a:pt x="45" y="0"/>
                    <a:pt x="0" y="55"/>
                    <a:pt x="24" y="127"/>
                  </a:cubicBezTo>
                  <a:cubicBezTo>
                    <a:pt x="1092" y="2028"/>
                    <a:pt x="1825" y="4230"/>
                    <a:pt x="3727" y="5464"/>
                  </a:cubicBezTo>
                  <a:cubicBezTo>
                    <a:pt x="6362" y="7132"/>
                    <a:pt x="9498" y="7499"/>
                    <a:pt x="12166" y="8900"/>
                  </a:cubicBezTo>
                  <a:cubicBezTo>
                    <a:pt x="12186" y="8913"/>
                    <a:pt x="12204" y="8918"/>
                    <a:pt x="12220" y="8918"/>
                  </a:cubicBezTo>
                  <a:cubicBezTo>
                    <a:pt x="12286" y="8918"/>
                    <a:pt x="12313" y="8827"/>
                    <a:pt x="12233" y="8800"/>
                  </a:cubicBezTo>
                  <a:cubicBezTo>
                    <a:pt x="9998" y="7566"/>
                    <a:pt x="7429" y="7065"/>
                    <a:pt x="5094" y="5998"/>
                  </a:cubicBezTo>
                  <a:cubicBezTo>
                    <a:pt x="2326" y="4664"/>
                    <a:pt x="1559" y="2529"/>
                    <a:pt x="158" y="27"/>
                  </a:cubicBezTo>
                  <a:cubicBezTo>
                    <a:pt x="139" y="8"/>
                    <a:pt x="118" y="0"/>
                    <a:pt x="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4"/>
            <p:cNvSpPr/>
            <p:nvPr/>
          </p:nvSpPr>
          <p:spPr>
            <a:xfrm>
              <a:off x="5385875" y="4878725"/>
              <a:ext cx="375200" cy="251025"/>
            </a:xfrm>
            <a:custGeom>
              <a:avLst/>
              <a:gdLst/>
              <a:ahLst/>
              <a:cxnLst/>
              <a:rect l="l" t="t" r="r" b="b"/>
              <a:pathLst>
                <a:path w="15008" h="10041" extrusionOk="0">
                  <a:moveTo>
                    <a:pt x="76" y="1"/>
                  </a:moveTo>
                  <a:cubicBezTo>
                    <a:pt x="24" y="1"/>
                    <a:pt x="0" y="110"/>
                    <a:pt x="30" y="139"/>
                  </a:cubicBezTo>
                  <a:cubicBezTo>
                    <a:pt x="1498" y="807"/>
                    <a:pt x="1665" y="2374"/>
                    <a:pt x="2565" y="3475"/>
                  </a:cubicBezTo>
                  <a:cubicBezTo>
                    <a:pt x="3366" y="4443"/>
                    <a:pt x="4533" y="5043"/>
                    <a:pt x="5601" y="5543"/>
                  </a:cubicBezTo>
                  <a:cubicBezTo>
                    <a:pt x="6668" y="6010"/>
                    <a:pt x="7769" y="6511"/>
                    <a:pt x="8870" y="6911"/>
                  </a:cubicBezTo>
                  <a:cubicBezTo>
                    <a:pt x="10771" y="7611"/>
                    <a:pt x="14107" y="7745"/>
                    <a:pt x="14874" y="9980"/>
                  </a:cubicBezTo>
                  <a:cubicBezTo>
                    <a:pt x="14888" y="10022"/>
                    <a:pt x="14914" y="10040"/>
                    <a:pt x="14939" y="10040"/>
                  </a:cubicBezTo>
                  <a:cubicBezTo>
                    <a:pt x="14974" y="10040"/>
                    <a:pt x="15007" y="10005"/>
                    <a:pt x="15007" y="9946"/>
                  </a:cubicBezTo>
                  <a:cubicBezTo>
                    <a:pt x="14207" y="7411"/>
                    <a:pt x="10371" y="7345"/>
                    <a:pt x="8269" y="6511"/>
                  </a:cubicBezTo>
                  <a:cubicBezTo>
                    <a:pt x="6068" y="5677"/>
                    <a:pt x="3399" y="4709"/>
                    <a:pt x="2165" y="2575"/>
                  </a:cubicBezTo>
                  <a:cubicBezTo>
                    <a:pt x="1531" y="1507"/>
                    <a:pt x="1264" y="573"/>
                    <a:pt x="97" y="6"/>
                  </a:cubicBezTo>
                  <a:cubicBezTo>
                    <a:pt x="89" y="2"/>
                    <a:pt x="83" y="1"/>
                    <a:pt x="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4"/>
            <p:cNvSpPr/>
            <p:nvPr/>
          </p:nvSpPr>
          <p:spPr>
            <a:xfrm>
              <a:off x="5751050" y="4902725"/>
              <a:ext cx="27325" cy="181375"/>
            </a:xfrm>
            <a:custGeom>
              <a:avLst/>
              <a:gdLst/>
              <a:ahLst/>
              <a:cxnLst/>
              <a:rect l="l" t="t" r="r" b="b"/>
              <a:pathLst>
                <a:path w="1093" h="7255" extrusionOk="0">
                  <a:moveTo>
                    <a:pt x="974" y="1"/>
                  </a:moveTo>
                  <a:cubicBezTo>
                    <a:pt x="957" y="1"/>
                    <a:pt x="942" y="5"/>
                    <a:pt x="934" y="13"/>
                  </a:cubicBezTo>
                  <a:cubicBezTo>
                    <a:pt x="400" y="1081"/>
                    <a:pt x="300" y="2115"/>
                    <a:pt x="334" y="3249"/>
                  </a:cubicBezTo>
                  <a:cubicBezTo>
                    <a:pt x="400" y="4150"/>
                    <a:pt x="467" y="5117"/>
                    <a:pt x="300" y="6018"/>
                  </a:cubicBezTo>
                  <a:cubicBezTo>
                    <a:pt x="267" y="6251"/>
                    <a:pt x="0" y="6818"/>
                    <a:pt x="134" y="7018"/>
                  </a:cubicBezTo>
                  <a:cubicBezTo>
                    <a:pt x="241" y="7185"/>
                    <a:pt x="378" y="7254"/>
                    <a:pt x="496" y="7254"/>
                  </a:cubicBezTo>
                  <a:cubicBezTo>
                    <a:pt x="709" y="7254"/>
                    <a:pt x="860" y="7030"/>
                    <a:pt x="667" y="6752"/>
                  </a:cubicBezTo>
                  <a:cubicBezTo>
                    <a:pt x="667" y="6732"/>
                    <a:pt x="659" y="6724"/>
                    <a:pt x="647" y="6724"/>
                  </a:cubicBezTo>
                  <a:cubicBezTo>
                    <a:pt x="620" y="6724"/>
                    <a:pt x="577" y="6771"/>
                    <a:pt x="601" y="6818"/>
                  </a:cubicBezTo>
                  <a:cubicBezTo>
                    <a:pt x="300" y="6318"/>
                    <a:pt x="434" y="6251"/>
                    <a:pt x="500" y="5617"/>
                  </a:cubicBezTo>
                  <a:cubicBezTo>
                    <a:pt x="567" y="5150"/>
                    <a:pt x="567" y="4650"/>
                    <a:pt x="500" y="4183"/>
                  </a:cubicBezTo>
                  <a:cubicBezTo>
                    <a:pt x="467" y="2782"/>
                    <a:pt x="334" y="1414"/>
                    <a:pt x="1068" y="113"/>
                  </a:cubicBezTo>
                  <a:cubicBezTo>
                    <a:pt x="1093" y="38"/>
                    <a:pt x="1024" y="1"/>
                    <a:pt x="9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4"/>
            <p:cNvSpPr/>
            <p:nvPr/>
          </p:nvSpPr>
          <p:spPr>
            <a:xfrm>
              <a:off x="5375225" y="4902075"/>
              <a:ext cx="62075" cy="55775"/>
            </a:xfrm>
            <a:custGeom>
              <a:avLst/>
              <a:gdLst/>
              <a:ahLst/>
              <a:cxnLst/>
              <a:rect l="l" t="t" r="r" b="b"/>
              <a:pathLst>
                <a:path w="2483" h="2231" extrusionOk="0">
                  <a:moveTo>
                    <a:pt x="68" y="1"/>
                  </a:moveTo>
                  <a:cubicBezTo>
                    <a:pt x="17" y="1"/>
                    <a:pt x="0" y="106"/>
                    <a:pt x="89" y="106"/>
                  </a:cubicBezTo>
                  <a:cubicBezTo>
                    <a:pt x="589" y="206"/>
                    <a:pt x="923" y="606"/>
                    <a:pt x="1257" y="973"/>
                  </a:cubicBezTo>
                  <a:lnTo>
                    <a:pt x="2357" y="2208"/>
                  </a:lnTo>
                  <a:cubicBezTo>
                    <a:pt x="2373" y="2224"/>
                    <a:pt x="2390" y="2230"/>
                    <a:pt x="2404" y="2230"/>
                  </a:cubicBezTo>
                  <a:cubicBezTo>
                    <a:pt x="2450" y="2230"/>
                    <a:pt x="2483" y="2166"/>
                    <a:pt x="2457" y="2141"/>
                  </a:cubicBezTo>
                  <a:cubicBezTo>
                    <a:pt x="1990" y="1641"/>
                    <a:pt x="1590" y="1140"/>
                    <a:pt x="1123" y="673"/>
                  </a:cubicBezTo>
                  <a:cubicBezTo>
                    <a:pt x="823" y="373"/>
                    <a:pt x="523" y="106"/>
                    <a:pt x="89" y="6"/>
                  </a:cubicBezTo>
                  <a:cubicBezTo>
                    <a:pt x="82" y="2"/>
                    <a:pt x="75" y="1"/>
                    <a:pt x="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4"/>
            <p:cNvSpPr/>
            <p:nvPr/>
          </p:nvSpPr>
          <p:spPr>
            <a:xfrm>
              <a:off x="5513550" y="4953250"/>
              <a:ext cx="27375" cy="20825"/>
            </a:xfrm>
            <a:custGeom>
              <a:avLst/>
              <a:gdLst/>
              <a:ahLst/>
              <a:cxnLst/>
              <a:rect l="l" t="t" r="r" b="b"/>
              <a:pathLst>
                <a:path w="1095" h="833" extrusionOk="0">
                  <a:moveTo>
                    <a:pt x="843" y="0"/>
                  </a:moveTo>
                  <a:cubicBezTo>
                    <a:pt x="828" y="0"/>
                    <a:pt x="794" y="36"/>
                    <a:pt x="794" y="94"/>
                  </a:cubicBezTo>
                  <a:cubicBezTo>
                    <a:pt x="885" y="246"/>
                    <a:pt x="1031" y="674"/>
                    <a:pt x="730" y="674"/>
                  </a:cubicBezTo>
                  <a:cubicBezTo>
                    <a:pt x="700" y="674"/>
                    <a:pt x="666" y="670"/>
                    <a:pt x="627" y="661"/>
                  </a:cubicBezTo>
                  <a:cubicBezTo>
                    <a:pt x="460" y="628"/>
                    <a:pt x="294" y="427"/>
                    <a:pt x="127" y="327"/>
                  </a:cubicBezTo>
                  <a:cubicBezTo>
                    <a:pt x="119" y="324"/>
                    <a:pt x="112" y="322"/>
                    <a:pt x="105" y="322"/>
                  </a:cubicBezTo>
                  <a:cubicBezTo>
                    <a:pt x="47" y="322"/>
                    <a:pt x="1" y="431"/>
                    <a:pt x="60" y="461"/>
                  </a:cubicBezTo>
                  <a:cubicBezTo>
                    <a:pt x="217" y="565"/>
                    <a:pt x="455" y="833"/>
                    <a:pt x="695" y="833"/>
                  </a:cubicBezTo>
                  <a:cubicBezTo>
                    <a:pt x="762" y="833"/>
                    <a:pt x="829" y="812"/>
                    <a:pt x="894" y="761"/>
                  </a:cubicBezTo>
                  <a:cubicBezTo>
                    <a:pt x="1094" y="594"/>
                    <a:pt x="961" y="261"/>
                    <a:pt x="827" y="61"/>
                  </a:cubicBezTo>
                  <a:cubicBezTo>
                    <a:pt x="855" y="19"/>
                    <a:pt x="854" y="0"/>
                    <a:pt x="8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4"/>
            <p:cNvSpPr/>
            <p:nvPr/>
          </p:nvSpPr>
          <p:spPr>
            <a:xfrm>
              <a:off x="5958100" y="5108800"/>
              <a:ext cx="13700" cy="15950"/>
            </a:xfrm>
            <a:custGeom>
              <a:avLst/>
              <a:gdLst/>
              <a:ahLst/>
              <a:cxnLst/>
              <a:rect l="l" t="t" r="r" b="b"/>
              <a:pathLst>
                <a:path w="548" h="638" extrusionOk="0">
                  <a:moveTo>
                    <a:pt x="456" y="1"/>
                  </a:moveTo>
                  <a:cubicBezTo>
                    <a:pt x="435" y="1"/>
                    <a:pt x="411" y="13"/>
                    <a:pt x="391" y="43"/>
                  </a:cubicBezTo>
                  <a:lnTo>
                    <a:pt x="24" y="543"/>
                  </a:lnTo>
                  <a:cubicBezTo>
                    <a:pt x="0" y="590"/>
                    <a:pt x="27" y="638"/>
                    <a:pt x="80" y="638"/>
                  </a:cubicBezTo>
                  <a:cubicBezTo>
                    <a:pt x="102" y="638"/>
                    <a:pt x="128" y="630"/>
                    <a:pt x="158" y="610"/>
                  </a:cubicBezTo>
                  <a:lnTo>
                    <a:pt x="524" y="110"/>
                  </a:lnTo>
                  <a:cubicBezTo>
                    <a:pt x="548" y="63"/>
                    <a:pt x="506" y="1"/>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4"/>
            <p:cNvSpPr/>
            <p:nvPr/>
          </p:nvSpPr>
          <p:spPr>
            <a:xfrm>
              <a:off x="5788575" y="4957225"/>
              <a:ext cx="23375" cy="39875"/>
            </a:xfrm>
            <a:custGeom>
              <a:avLst/>
              <a:gdLst/>
              <a:ahLst/>
              <a:cxnLst/>
              <a:rect l="l" t="t" r="r" b="b"/>
              <a:pathLst>
                <a:path w="935" h="1595" extrusionOk="0">
                  <a:moveTo>
                    <a:pt x="667" y="0"/>
                  </a:moveTo>
                  <a:cubicBezTo>
                    <a:pt x="613" y="0"/>
                    <a:pt x="579" y="37"/>
                    <a:pt x="601" y="102"/>
                  </a:cubicBezTo>
                  <a:cubicBezTo>
                    <a:pt x="754" y="531"/>
                    <a:pt x="738" y="989"/>
                    <a:pt x="501" y="1398"/>
                  </a:cubicBezTo>
                  <a:lnTo>
                    <a:pt x="501" y="1398"/>
                  </a:lnTo>
                  <a:cubicBezTo>
                    <a:pt x="273" y="1022"/>
                    <a:pt x="134" y="592"/>
                    <a:pt x="134" y="135"/>
                  </a:cubicBezTo>
                  <a:cubicBezTo>
                    <a:pt x="134" y="102"/>
                    <a:pt x="100" y="85"/>
                    <a:pt x="67" y="85"/>
                  </a:cubicBezTo>
                  <a:cubicBezTo>
                    <a:pt x="34" y="85"/>
                    <a:pt x="0" y="102"/>
                    <a:pt x="0" y="135"/>
                  </a:cubicBezTo>
                  <a:cubicBezTo>
                    <a:pt x="0" y="635"/>
                    <a:pt x="167" y="1136"/>
                    <a:pt x="467" y="1569"/>
                  </a:cubicBezTo>
                  <a:cubicBezTo>
                    <a:pt x="484" y="1586"/>
                    <a:pt x="509" y="1594"/>
                    <a:pt x="534" y="1594"/>
                  </a:cubicBezTo>
                  <a:cubicBezTo>
                    <a:pt x="559" y="1594"/>
                    <a:pt x="584" y="1586"/>
                    <a:pt x="601" y="1569"/>
                  </a:cubicBezTo>
                  <a:cubicBezTo>
                    <a:pt x="901" y="1102"/>
                    <a:pt x="934" y="569"/>
                    <a:pt x="767" y="35"/>
                  </a:cubicBezTo>
                  <a:cubicBezTo>
                    <a:pt x="732" y="11"/>
                    <a:pt x="697" y="0"/>
                    <a:pt x="6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4837900" y="4040250"/>
              <a:ext cx="1814650" cy="958475"/>
            </a:xfrm>
            <a:custGeom>
              <a:avLst/>
              <a:gdLst/>
              <a:ahLst/>
              <a:cxnLst/>
              <a:rect l="l" t="t" r="r" b="b"/>
              <a:pathLst>
                <a:path w="72586" h="38339" extrusionOk="0">
                  <a:moveTo>
                    <a:pt x="46169" y="1"/>
                  </a:moveTo>
                  <a:cubicBezTo>
                    <a:pt x="43921" y="1"/>
                    <a:pt x="41889" y="1077"/>
                    <a:pt x="40429" y="2723"/>
                  </a:cubicBezTo>
                  <a:cubicBezTo>
                    <a:pt x="39462" y="1455"/>
                    <a:pt x="37927" y="555"/>
                    <a:pt x="36259" y="421"/>
                  </a:cubicBezTo>
                  <a:cubicBezTo>
                    <a:pt x="36119" y="412"/>
                    <a:pt x="35979" y="407"/>
                    <a:pt x="35838" y="407"/>
                  </a:cubicBezTo>
                  <a:cubicBezTo>
                    <a:pt x="33022" y="407"/>
                    <a:pt x="30037" y="2280"/>
                    <a:pt x="28354" y="4758"/>
                  </a:cubicBezTo>
                  <a:cubicBezTo>
                    <a:pt x="27930" y="4617"/>
                    <a:pt x="27495" y="4561"/>
                    <a:pt x="27054" y="4561"/>
                  </a:cubicBezTo>
                  <a:cubicBezTo>
                    <a:pt x="26766" y="4561"/>
                    <a:pt x="26476" y="4585"/>
                    <a:pt x="26185" y="4624"/>
                  </a:cubicBezTo>
                  <a:cubicBezTo>
                    <a:pt x="22183" y="5025"/>
                    <a:pt x="18246" y="6793"/>
                    <a:pt x="15111" y="9328"/>
                  </a:cubicBezTo>
                  <a:cubicBezTo>
                    <a:pt x="13583" y="8470"/>
                    <a:pt x="11893" y="8043"/>
                    <a:pt x="10221" y="8043"/>
                  </a:cubicBezTo>
                  <a:cubicBezTo>
                    <a:pt x="7406" y="8043"/>
                    <a:pt x="4644" y="9255"/>
                    <a:pt x="2802" y="11663"/>
                  </a:cubicBezTo>
                  <a:cubicBezTo>
                    <a:pt x="767" y="14331"/>
                    <a:pt x="0" y="18968"/>
                    <a:pt x="2602" y="21270"/>
                  </a:cubicBezTo>
                  <a:cubicBezTo>
                    <a:pt x="967" y="23138"/>
                    <a:pt x="400" y="25839"/>
                    <a:pt x="1668" y="28174"/>
                  </a:cubicBezTo>
                  <a:cubicBezTo>
                    <a:pt x="2468" y="29575"/>
                    <a:pt x="3803" y="30676"/>
                    <a:pt x="5304" y="31143"/>
                  </a:cubicBezTo>
                  <a:cubicBezTo>
                    <a:pt x="6071" y="31410"/>
                    <a:pt x="6838" y="31277"/>
                    <a:pt x="7272" y="31810"/>
                  </a:cubicBezTo>
                  <a:cubicBezTo>
                    <a:pt x="7639" y="32311"/>
                    <a:pt x="7672" y="33345"/>
                    <a:pt x="8072" y="33945"/>
                  </a:cubicBezTo>
                  <a:cubicBezTo>
                    <a:pt x="9450" y="36065"/>
                    <a:pt x="11811" y="36663"/>
                    <a:pt x="14214" y="36663"/>
                  </a:cubicBezTo>
                  <a:cubicBezTo>
                    <a:pt x="15593" y="36663"/>
                    <a:pt x="16985" y="36466"/>
                    <a:pt x="18213" y="36247"/>
                  </a:cubicBezTo>
                  <a:cubicBezTo>
                    <a:pt x="19881" y="35913"/>
                    <a:pt x="21482" y="35346"/>
                    <a:pt x="22783" y="34412"/>
                  </a:cubicBezTo>
                  <a:cubicBezTo>
                    <a:pt x="22950" y="34479"/>
                    <a:pt x="23050" y="34612"/>
                    <a:pt x="23283" y="34679"/>
                  </a:cubicBezTo>
                  <a:cubicBezTo>
                    <a:pt x="24575" y="35312"/>
                    <a:pt x="25956" y="35575"/>
                    <a:pt x="27353" y="35575"/>
                  </a:cubicBezTo>
                  <a:cubicBezTo>
                    <a:pt x="29491" y="35575"/>
                    <a:pt x="31667" y="34959"/>
                    <a:pt x="33624" y="34112"/>
                  </a:cubicBezTo>
                  <a:cubicBezTo>
                    <a:pt x="34625" y="35920"/>
                    <a:pt x="38467" y="36415"/>
                    <a:pt x="40226" y="36415"/>
                  </a:cubicBezTo>
                  <a:cubicBezTo>
                    <a:pt x="40285" y="36415"/>
                    <a:pt x="40342" y="36415"/>
                    <a:pt x="40396" y="36414"/>
                  </a:cubicBezTo>
                  <a:cubicBezTo>
                    <a:pt x="43031" y="36314"/>
                    <a:pt x="45466" y="35413"/>
                    <a:pt x="47401" y="33812"/>
                  </a:cubicBezTo>
                  <a:cubicBezTo>
                    <a:pt x="47667" y="35947"/>
                    <a:pt x="49369" y="37848"/>
                    <a:pt x="51737" y="38248"/>
                  </a:cubicBezTo>
                  <a:cubicBezTo>
                    <a:pt x="52112" y="38309"/>
                    <a:pt x="52478" y="38338"/>
                    <a:pt x="52834" y="38338"/>
                  </a:cubicBezTo>
                  <a:cubicBezTo>
                    <a:pt x="55801" y="38338"/>
                    <a:pt x="58101" y="36324"/>
                    <a:pt x="59709" y="33912"/>
                  </a:cubicBezTo>
                  <a:cubicBezTo>
                    <a:pt x="60512" y="35130"/>
                    <a:pt x="61869" y="35951"/>
                    <a:pt x="63430" y="35951"/>
                  </a:cubicBezTo>
                  <a:cubicBezTo>
                    <a:pt x="63621" y="35951"/>
                    <a:pt x="63816" y="35939"/>
                    <a:pt x="64012" y="35913"/>
                  </a:cubicBezTo>
                  <a:cubicBezTo>
                    <a:pt x="67348" y="35446"/>
                    <a:pt x="68749" y="32578"/>
                    <a:pt x="68949" y="29575"/>
                  </a:cubicBezTo>
                  <a:cubicBezTo>
                    <a:pt x="69619" y="29832"/>
                    <a:pt x="70348" y="29960"/>
                    <a:pt x="71079" y="29960"/>
                  </a:cubicBezTo>
                  <a:cubicBezTo>
                    <a:pt x="71586" y="29960"/>
                    <a:pt x="72094" y="29898"/>
                    <a:pt x="72585" y="29776"/>
                  </a:cubicBezTo>
                  <a:lnTo>
                    <a:pt x="72585" y="19468"/>
                  </a:lnTo>
                  <a:lnTo>
                    <a:pt x="72552" y="19468"/>
                  </a:lnTo>
                  <a:cubicBezTo>
                    <a:pt x="72519" y="19468"/>
                    <a:pt x="72452" y="19435"/>
                    <a:pt x="72385" y="19435"/>
                  </a:cubicBezTo>
                  <a:cubicBezTo>
                    <a:pt x="72452" y="19335"/>
                    <a:pt x="72519" y="19301"/>
                    <a:pt x="72552" y="19235"/>
                  </a:cubicBezTo>
                  <a:lnTo>
                    <a:pt x="72552" y="13130"/>
                  </a:lnTo>
                  <a:cubicBezTo>
                    <a:pt x="71949" y="12566"/>
                    <a:pt x="71176" y="12275"/>
                    <a:pt x="70412" y="12275"/>
                  </a:cubicBezTo>
                  <a:cubicBezTo>
                    <a:pt x="69865" y="12275"/>
                    <a:pt x="69322" y="12424"/>
                    <a:pt x="68849" y="12730"/>
                  </a:cubicBezTo>
                  <a:cubicBezTo>
                    <a:pt x="68816" y="11996"/>
                    <a:pt x="68616" y="11262"/>
                    <a:pt x="68182" y="10562"/>
                  </a:cubicBezTo>
                  <a:cubicBezTo>
                    <a:pt x="67143" y="8596"/>
                    <a:pt x="65277" y="7624"/>
                    <a:pt x="63399" y="7624"/>
                  </a:cubicBezTo>
                  <a:cubicBezTo>
                    <a:pt x="63046" y="7624"/>
                    <a:pt x="62693" y="7658"/>
                    <a:pt x="62345" y="7727"/>
                  </a:cubicBezTo>
                  <a:cubicBezTo>
                    <a:pt x="62044" y="6826"/>
                    <a:pt x="61511" y="6059"/>
                    <a:pt x="60643" y="5492"/>
                  </a:cubicBezTo>
                  <a:cubicBezTo>
                    <a:pt x="59682" y="4859"/>
                    <a:pt x="58715" y="4586"/>
                    <a:pt x="57774" y="4586"/>
                  </a:cubicBezTo>
                  <a:cubicBezTo>
                    <a:pt x="56236" y="4586"/>
                    <a:pt x="54768" y="5316"/>
                    <a:pt x="53505" y="6392"/>
                  </a:cubicBezTo>
                  <a:cubicBezTo>
                    <a:pt x="52938" y="3490"/>
                    <a:pt x="50870" y="922"/>
                    <a:pt x="47934" y="221"/>
                  </a:cubicBezTo>
                  <a:cubicBezTo>
                    <a:pt x="47336" y="71"/>
                    <a:pt x="46745" y="1"/>
                    <a:pt x="461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6353150" y="4593650"/>
              <a:ext cx="243525" cy="104275"/>
            </a:xfrm>
            <a:custGeom>
              <a:avLst/>
              <a:gdLst/>
              <a:ahLst/>
              <a:cxnLst/>
              <a:rect l="l" t="t" r="r" b="b"/>
              <a:pathLst>
                <a:path w="9741" h="4171" extrusionOk="0">
                  <a:moveTo>
                    <a:pt x="4737" y="1"/>
                  </a:moveTo>
                  <a:cubicBezTo>
                    <a:pt x="4370" y="1"/>
                    <a:pt x="4170" y="334"/>
                    <a:pt x="4003" y="601"/>
                  </a:cubicBezTo>
                  <a:cubicBezTo>
                    <a:pt x="3703" y="1035"/>
                    <a:pt x="3436" y="1535"/>
                    <a:pt x="3236" y="2102"/>
                  </a:cubicBezTo>
                  <a:cubicBezTo>
                    <a:pt x="3236" y="1969"/>
                    <a:pt x="3202" y="1869"/>
                    <a:pt x="3202" y="1802"/>
                  </a:cubicBezTo>
                  <a:cubicBezTo>
                    <a:pt x="3102" y="1435"/>
                    <a:pt x="3002" y="868"/>
                    <a:pt x="2569" y="468"/>
                  </a:cubicBezTo>
                  <a:cubicBezTo>
                    <a:pt x="2337" y="236"/>
                    <a:pt x="1945" y="37"/>
                    <a:pt x="1559" y="37"/>
                  </a:cubicBezTo>
                  <a:cubicBezTo>
                    <a:pt x="1389" y="37"/>
                    <a:pt x="1221" y="76"/>
                    <a:pt x="1067" y="168"/>
                  </a:cubicBezTo>
                  <a:cubicBezTo>
                    <a:pt x="600" y="434"/>
                    <a:pt x="434" y="935"/>
                    <a:pt x="334" y="1302"/>
                  </a:cubicBezTo>
                  <a:cubicBezTo>
                    <a:pt x="67" y="2169"/>
                    <a:pt x="0" y="3103"/>
                    <a:pt x="100" y="4004"/>
                  </a:cubicBezTo>
                  <a:cubicBezTo>
                    <a:pt x="100" y="4104"/>
                    <a:pt x="234" y="4170"/>
                    <a:pt x="334" y="4170"/>
                  </a:cubicBezTo>
                  <a:cubicBezTo>
                    <a:pt x="434" y="4170"/>
                    <a:pt x="534" y="4037"/>
                    <a:pt x="467" y="3937"/>
                  </a:cubicBezTo>
                  <a:cubicBezTo>
                    <a:pt x="367" y="3103"/>
                    <a:pt x="400" y="2202"/>
                    <a:pt x="634" y="1368"/>
                  </a:cubicBezTo>
                  <a:cubicBezTo>
                    <a:pt x="767" y="935"/>
                    <a:pt x="934" y="635"/>
                    <a:pt x="1201" y="501"/>
                  </a:cubicBezTo>
                  <a:cubicBezTo>
                    <a:pt x="1302" y="455"/>
                    <a:pt x="1407" y="434"/>
                    <a:pt x="1510" y="434"/>
                  </a:cubicBezTo>
                  <a:cubicBezTo>
                    <a:pt x="1779" y="434"/>
                    <a:pt x="2042" y="575"/>
                    <a:pt x="2235" y="768"/>
                  </a:cubicBezTo>
                  <a:cubicBezTo>
                    <a:pt x="2468" y="1002"/>
                    <a:pt x="2635" y="1335"/>
                    <a:pt x="2769" y="1869"/>
                  </a:cubicBezTo>
                  <a:cubicBezTo>
                    <a:pt x="2869" y="2269"/>
                    <a:pt x="2902" y="2669"/>
                    <a:pt x="2902" y="3103"/>
                  </a:cubicBezTo>
                  <a:cubicBezTo>
                    <a:pt x="2902" y="3203"/>
                    <a:pt x="2935" y="3303"/>
                    <a:pt x="3069" y="3303"/>
                  </a:cubicBezTo>
                  <a:cubicBezTo>
                    <a:pt x="3136" y="3303"/>
                    <a:pt x="3236" y="3203"/>
                    <a:pt x="3269" y="3136"/>
                  </a:cubicBezTo>
                  <a:cubicBezTo>
                    <a:pt x="3469" y="2302"/>
                    <a:pt x="3803" y="1502"/>
                    <a:pt x="4270" y="768"/>
                  </a:cubicBezTo>
                  <a:cubicBezTo>
                    <a:pt x="4437" y="501"/>
                    <a:pt x="4570" y="368"/>
                    <a:pt x="4703" y="368"/>
                  </a:cubicBezTo>
                  <a:cubicBezTo>
                    <a:pt x="4870" y="368"/>
                    <a:pt x="5037" y="668"/>
                    <a:pt x="5104" y="935"/>
                  </a:cubicBezTo>
                  <a:cubicBezTo>
                    <a:pt x="5304" y="1535"/>
                    <a:pt x="5404" y="2269"/>
                    <a:pt x="5371" y="2936"/>
                  </a:cubicBezTo>
                  <a:cubicBezTo>
                    <a:pt x="5371" y="3003"/>
                    <a:pt x="5437" y="3103"/>
                    <a:pt x="5537" y="3136"/>
                  </a:cubicBezTo>
                  <a:cubicBezTo>
                    <a:pt x="5637" y="3136"/>
                    <a:pt x="5737" y="3103"/>
                    <a:pt x="5771" y="3003"/>
                  </a:cubicBezTo>
                  <a:lnTo>
                    <a:pt x="6438" y="1635"/>
                  </a:lnTo>
                  <a:cubicBezTo>
                    <a:pt x="6605" y="1335"/>
                    <a:pt x="6772" y="1168"/>
                    <a:pt x="6905" y="1168"/>
                  </a:cubicBezTo>
                  <a:cubicBezTo>
                    <a:pt x="7105" y="1168"/>
                    <a:pt x="7239" y="1469"/>
                    <a:pt x="7272" y="1602"/>
                  </a:cubicBezTo>
                  <a:cubicBezTo>
                    <a:pt x="7439" y="2002"/>
                    <a:pt x="7539" y="2503"/>
                    <a:pt x="7539" y="2970"/>
                  </a:cubicBezTo>
                  <a:cubicBezTo>
                    <a:pt x="7539" y="3036"/>
                    <a:pt x="7572" y="3136"/>
                    <a:pt x="7639" y="3170"/>
                  </a:cubicBezTo>
                  <a:cubicBezTo>
                    <a:pt x="7739" y="3170"/>
                    <a:pt x="7872" y="3170"/>
                    <a:pt x="7906" y="3103"/>
                  </a:cubicBezTo>
                  <a:lnTo>
                    <a:pt x="8773" y="1936"/>
                  </a:lnTo>
                  <a:cubicBezTo>
                    <a:pt x="8806" y="1869"/>
                    <a:pt x="8873" y="1802"/>
                    <a:pt x="8906" y="1802"/>
                  </a:cubicBezTo>
                  <a:lnTo>
                    <a:pt x="8940" y="1802"/>
                  </a:lnTo>
                  <a:cubicBezTo>
                    <a:pt x="9040" y="1835"/>
                    <a:pt x="9107" y="2002"/>
                    <a:pt x="9173" y="2136"/>
                  </a:cubicBezTo>
                  <a:cubicBezTo>
                    <a:pt x="9273" y="2636"/>
                    <a:pt x="9340" y="3170"/>
                    <a:pt x="9240" y="3670"/>
                  </a:cubicBezTo>
                  <a:cubicBezTo>
                    <a:pt x="9207" y="3804"/>
                    <a:pt x="9273" y="3937"/>
                    <a:pt x="9407" y="3937"/>
                  </a:cubicBezTo>
                  <a:cubicBezTo>
                    <a:pt x="9540" y="3937"/>
                    <a:pt x="9674" y="3870"/>
                    <a:pt x="9674" y="3770"/>
                  </a:cubicBezTo>
                  <a:cubicBezTo>
                    <a:pt x="9740" y="3170"/>
                    <a:pt x="9707" y="2603"/>
                    <a:pt x="9540" y="2002"/>
                  </a:cubicBezTo>
                  <a:cubicBezTo>
                    <a:pt x="9507" y="1936"/>
                    <a:pt x="9373" y="1602"/>
                    <a:pt x="9107" y="1469"/>
                  </a:cubicBezTo>
                  <a:cubicBezTo>
                    <a:pt x="9051" y="1413"/>
                    <a:pt x="8986" y="1389"/>
                    <a:pt x="8916" y="1389"/>
                  </a:cubicBezTo>
                  <a:cubicBezTo>
                    <a:pt x="8860" y="1389"/>
                    <a:pt x="8800" y="1405"/>
                    <a:pt x="8740" y="1435"/>
                  </a:cubicBezTo>
                  <a:cubicBezTo>
                    <a:pt x="8573" y="1469"/>
                    <a:pt x="8506" y="1635"/>
                    <a:pt x="8406" y="1702"/>
                  </a:cubicBezTo>
                  <a:lnTo>
                    <a:pt x="7906" y="2436"/>
                  </a:lnTo>
                  <a:cubicBezTo>
                    <a:pt x="7872" y="2102"/>
                    <a:pt x="7772" y="1769"/>
                    <a:pt x="7672" y="1469"/>
                  </a:cubicBezTo>
                  <a:cubicBezTo>
                    <a:pt x="7505" y="1002"/>
                    <a:pt x="7205" y="768"/>
                    <a:pt x="6905" y="768"/>
                  </a:cubicBezTo>
                  <a:cubicBezTo>
                    <a:pt x="6881" y="765"/>
                    <a:pt x="6857" y="763"/>
                    <a:pt x="6833" y="763"/>
                  </a:cubicBezTo>
                  <a:cubicBezTo>
                    <a:pt x="6411" y="763"/>
                    <a:pt x="6166" y="1310"/>
                    <a:pt x="6071" y="1469"/>
                  </a:cubicBezTo>
                  <a:lnTo>
                    <a:pt x="5838" y="2036"/>
                  </a:lnTo>
                  <a:cubicBezTo>
                    <a:pt x="5771" y="1635"/>
                    <a:pt x="5704" y="1202"/>
                    <a:pt x="5571" y="835"/>
                  </a:cubicBezTo>
                  <a:cubicBezTo>
                    <a:pt x="5404" y="301"/>
                    <a:pt x="5104" y="1"/>
                    <a:pt x="47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6055425" y="4739525"/>
              <a:ext cx="170150" cy="80825"/>
            </a:xfrm>
            <a:custGeom>
              <a:avLst/>
              <a:gdLst/>
              <a:ahLst/>
              <a:cxnLst/>
              <a:rect l="l" t="t" r="r" b="b"/>
              <a:pathLst>
                <a:path w="6806" h="3233" extrusionOk="0">
                  <a:moveTo>
                    <a:pt x="1517" y="1"/>
                  </a:moveTo>
                  <a:cubicBezTo>
                    <a:pt x="1489" y="1"/>
                    <a:pt x="1462" y="2"/>
                    <a:pt x="1435" y="3"/>
                  </a:cubicBezTo>
                  <a:cubicBezTo>
                    <a:pt x="801" y="37"/>
                    <a:pt x="267" y="470"/>
                    <a:pt x="101" y="1037"/>
                  </a:cubicBezTo>
                  <a:cubicBezTo>
                    <a:pt x="1" y="1338"/>
                    <a:pt x="67" y="1638"/>
                    <a:pt x="101" y="1871"/>
                  </a:cubicBezTo>
                  <a:cubicBezTo>
                    <a:pt x="167" y="2272"/>
                    <a:pt x="267" y="2672"/>
                    <a:pt x="401" y="3039"/>
                  </a:cubicBezTo>
                  <a:cubicBezTo>
                    <a:pt x="434" y="3139"/>
                    <a:pt x="501" y="3172"/>
                    <a:pt x="601" y="3172"/>
                  </a:cubicBezTo>
                  <a:lnTo>
                    <a:pt x="668" y="3172"/>
                  </a:lnTo>
                  <a:cubicBezTo>
                    <a:pt x="768" y="3139"/>
                    <a:pt x="834" y="3039"/>
                    <a:pt x="801" y="2905"/>
                  </a:cubicBezTo>
                  <a:cubicBezTo>
                    <a:pt x="668" y="2538"/>
                    <a:pt x="601" y="2172"/>
                    <a:pt x="568" y="1805"/>
                  </a:cubicBezTo>
                  <a:cubicBezTo>
                    <a:pt x="501" y="1571"/>
                    <a:pt x="501" y="1338"/>
                    <a:pt x="568" y="1137"/>
                  </a:cubicBezTo>
                  <a:cubicBezTo>
                    <a:pt x="668" y="704"/>
                    <a:pt x="1068" y="404"/>
                    <a:pt x="1502" y="370"/>
                  </a:cubicBezTo>
                  <a:cubicBezTo>
                    <a:pt x="1535" y="368"/>
                    <a:pt x="1569" y="367"/>
                    <a:pt x="1603" y="367"/>
                  </a:cubicBezTo>
                  <a:cubicBezTo>
                    <a:pt x="2035" y="367"/>
                    <a:pt x="2457" y="564"/>
                    <a:pt x="2736" y="904"/>
                  </a:cubicBezTo>
                  <a:cubicBezTo>
                    <a:pt x="3103" y="1338"/>
                    <a:pt x="3169" y="1838"/>
                    <a:pt x="3236" y="2205"/>
                  </a:cubicBezTo>
                  <a:cubicBezTo>
                    <a:pt x="3236" y="2338"/>
                    <a:pt x="3303" y="2405"/>
                    <a:pt x="3436" y="2405"/>
                  </a:cubicBezTo>
                  <a:cubicBezTo>
                    <a:pt x="3570" y="2405"/>
                    <a:pt x="3636" y="2338"/>
                    <a:pt x="3636" y="2205"/>
                  </a:cubicBezTo>
                  <a:cubicBezTo>
                    <a:pt x="3603" y="1871"/>
                    <a:pt x="3670" y="1504"/>
                    <a:pt x="3803" y="1204"/>
                  </a:cubicBezTo>
                  <a:cubicBezTo>
                    <a:pt x="3837" y="1137"/>
                    <a:pt x="3970" y="871"/>
                    <a:pt x="4137" y="871"/>
                  </a:cubicBezTo>
                  <a:cubicBezTo>
                    <a:pt x="4147" y="869"/>
                    <a:pt x="4157" y="868"/>
                    <a:pt x="4167" y="868"/>
                  </a:cubicBezTo>
                  <a:cubicBezTo>
                    <a:pt x="4351" y="868"/>
                    <a:pt x="4476" y="1151"/>
                    <a:pt x="4570" y="1404"/>
                  </a:cubicBezTo>
                  <a:cubicBezTo>
                    <a:pt x="4637" y="1805"/>
                    <a:pt x="4671" y="2172"/>
                    <a:pt x="4671" y="2538"/>
                  </a:cubicBezTo>
                  <a:cubicBezTo>
                    <a:pt x="4671" y="2672"/>
                    <a:pt x="4737" y="2739"/>
                    <a:pt x="4837" y="2739"/>
                  </a:cubicBezTo>
                  <a:cubicBezTo>
                    <a:pt x="4937" y="2739"/>
                    <a:pt x="5004" y="2672"/>
                    <a:pt x="5071" y="2572"/>
                  </a:cubicBezTo>
                  <a:cubicBezTo>
                    <a:pt x="5138" y="2138"/>
                    <a:pt x="5338" y="1671"/>
                    <a:pt x="5571" y="1238"/>
                  </a:cubicBezTo>
                  <a:cubicBezTo>
                    <a:pt x="5605" y="1137"/>
                    <a:pt x="5771" y="837"/>
                    <a:pt x="5971" y="837"/>
                  </a:cubicBezTo>
                  <a:cubicBezTo>
                    <a:pt x="6138" y="871"/>
                    <a:pt x="6272" y="1104"/>
                    <a:pt x="6305" y="1304"/>
                  </a:cubicBezTo>
                  <a:cubicBezTo>
                    <a:pt x="6405" y="1771"/>
                    <a:pt x="6405" y="2205"/>
                    <a:pt x="6272" y="2672"/>
                  </a:cubicBezTo>
                  <a:cubicBezTo>
                    <a:pt x="6272" y="2705"/>
                    <a:pt x="6238" y="2772"/>
                    <a:pt x="6238" y="2772"/>
                  </a:cubicBezTo>
                  <a:cubicBezTo>
                    <a:pt x="6138" y="2772"/>
                    <a:pt x="6072" y="2772"/>
                    <a:pt x="6005" y="2805"/>
                  </a:cubicBezTo>
                  <a:cubicBezTo>
                    <a:pt x="5938" y="2872"/>
                    <a:pt x="5905" y="3005"/>
                    <a:pt x="5971" y="3106"/>
                  </a:cubicBezTo>
                  <a:cubicBezTo>
                    <a:pt x="5995" y="3178"/>
                    <a:pt x="6072" y="3232"/>
                    <a:pt x="6162" y="3232"/>
                  </a:cubicBezTo>
                  <a:cubicBezTo>
                    <a:pt x="6197" y="3232"/>
                    <a:pt x="6234" y="3224"/>
                    <a:pt x="6272" y="3206"/>
                  </a:cubicBezTo>
                  <a:cubicBezTo>
                    <a:pt x="6438" y="3172"/>
                    <a:pt x="6605" y="3005"/>
                    <a:pt x="6639" y="2839"/>
                  </a:cubicBezTo>
                  <a:cubicBezTo>
                    <a:pt x="6805" y="2305"/>
                    <a:pt x="6805" y="1771"/>
                    <a:pt x="6672" y="1271"/>
                  </a:cubicBezTo>
                  <a:cubicBezTo>
                    <a:pt x="6605" y="804"/>
                    <a:pt x="6338" y="504"/>
                    <a:pt x="6005" y="470"/>
                  </a:cubicBezTo>
                  <a:cubicBezTo>
                    <a:pt x="5805" y="470"/>
                    <a:pt x="5471" y="537"/>
                    <a:pt x="5171" y="1104"/>
                  </a:cubicBezTo>
                  <a:lnTo>
                    <a:pt x="4937" y="1604"/>
                  </a:lnTo>
                  <a:cubicBezTo>
                    <a:pt x="4937" y="1504"/>
                    <a:pt x="4904" y="1471"/>
                    <a:pt x="4904" y="1371"/>
                  </a:cubicBezTo>
                  <a:cubicBezTo>
                    <a:pt x="4775" y="983"/>
                    <a:pt x="4521" y="502"/>
                    <a:pt x="4050" y="502"/>
                  </a:cubicBezTo>
                  <a:cubicBezTo>
                    <a:pt x="4035" y="502"/>
                    <a:pt x="4019" y="503"/>
                    <a:pt x="4003" y="504"/>
                  </a:cubicBezTo>
                  <a:cubicBezTo>
                    <a:pt x="3737" y="504"/>
                    <a:pt x="3503" y="737"/>
                    <a:pt x="3336" y="1104"/>
                  </a:cubicBezTo>
                  <a:cubicBezTo>
                    <a:pt x="3336" y="1137"/>
                    <a:pt x="3303" y="1171"/>
                    <a:pt x="3303" y="1204"/>
                  </a:cubicBezTo>
                  <a:cubicBezTo>
                    <a:pt x="3236" y="1037"/>
                    <a:pt x="3103" y="871"/>
                    <a:pt x="2969" y="704"/>
                  </a:cubicBezTo>
                  <a:cubicBezTo>
                    <a:pt x="2589" y="292"/>
                    <a:pt x="2029" y="1"/>
                    <a:pt x="15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4"/>
            <p:cNvSpPr/>
            <p:nvPr/>
          </p:nvSpPr>
          <p:spPr>
            <a:xfrm>
              <a:off x="5358250" y="4729225"/>
              <a:ext cx="211850" cy="105475"/>
            </a:xfrm>
            <a:custGeom>
              <a:avLst/>
              <a:gdLst/>
              <a:ahLst/>
              <a:cxnLst/>
              <a:rect l="l" t="t" r="r" b="b"/>
              <a:pathLst>
                <a:path w="8474" h="4219" extrusionOk="0">
                  <a:moveTo>
                    <a:pt x="3575" y="0"/>
                  </a:moveTo>
                  <a:cubicBezTo>
                    <a:pt x="3497" y="0"/>
                    <a:pt x="3417" y="15"/>
                    <a:pt x="3337" y="48"/>
                  </a:cubicBezTo>
                  <a:cubicBezTo>
                    <a:pt x="3036" y="182"/>
                    <a:pt x="2870" y="449"/>
                    <a:pt x="2803" y="716"/>
                  </a:cubicBezTo>
                  <a:cubicBezTo>
                    <a:pt x="2636" y="1082"/>
                    <a:pt x="2503" y="1516"/>
                    <a:pt x="2403" y="1883"/>
                  </a:cubicBezTo>
                  <a:lnTo>
                    <a:pt x="2336" y="1616"/>
                  </a:lnTo>
                  <a:cubicBezTo>
                    <a:pt x="2169" y="1183"/>
                    <a:pt x="1936" y="549"/>
                    <a:pt x="1335" y="515"/>
                  </a:cubicBezTo>
                  <a:cubicBezTo>
                    <a:pt x="1303" y="512"/>
                    <a:pt x="1271" y="510"/>
                    <a:pt x="1240" y="510"/>
                  </a:cubicBezTo>
                  <a:cubicBezTo>
                    <a:pt x="661" y="510"/>
                    <a:pt x="294" y="1083"/>
                    <a:pt x="168" y="1716"/>
                  </a:cubicBezTo>
                  <a:cubicBezTo>
                    <a:pt x="1" y="2450"/>
                    <a:pt x="1" y="3284"/>
                    <a:pt x="201" y="4051"/>
                  </a:cubicBezTo>
                  <a:cubicBezTo>
                    <a:pt x="268" y="4185"/>
                    <a:pt x="334" y="4218"/>
                    <a:pt x="435" y="4218"/>
                  </a:cubicBezTo>
                  <a:lnTo>
                    <a:pt x="501" y="4185"/>
                  </a:lnTo>
                  <a:cubicBezTo>
                    <a:pt x="635" y="4118"/>
                    <a:pt x="701" y="4051"/>
                    <a:pt x="668" y="3918"/>
                  </a:cubicBezTo>
                  <a:cubicBezTo>
                    <a:pt x="501" y="3217"/>
                    <a:pt x="501" y="2450"/>
                    <a:pt x="635" y="1750"/>
                  </a:cubicBezTo>
                  <a:cubicBezTo>
                    <a:pt x="699" y="1394"/>
                    <a:pt x="952" y="881"/>
                    <a:pt x="1302" y="881"/>
                  </a:cubicBezTo>
                  <a:cubicBezTo>
                    <a:pt x="1313" y="881"/>
                    <a:pt x="1324" y="881"/>
                    <a:pt x="1335" y="882"/>
                  </a:cubicBezTo>
                  <a:cubicBezTo>
                    <a:pt x="1569" y="916"/>
                    <a:pt x="1802" y="1183"/>
                    <a:pt x="1969" y="1716"/>
                  </a:cubicBezTo>
                  <a:lnTo>
                    <a:pt x="2303" y="2750"/>
                  </a:lnTo>
                  <a:cubicBezTo>
                    <a:pt x="2303" y="2850"/>
                    <a:pt x="2403" y="2884"/>
                    <a:pt x="2503" y="2884"/>
                  </a:cubicBezTo>
                  <a:cubicBezTo>
                    <a:pt x="2569" y="2884"/>
                    <a:pt x="2669" y="2784"/>
                    <a:pt x="2669" y="2717"/>
                  </a:cubicBezTo>
                  <a:cubicBezTo>
                    <a:pt x="2703" y="2083"/>
                    <a:pt x="2870" y="1416"/>
                    <a:pt x="3136" y="849"/>
                  </a:cubicBezTo>
                  <a:cubicBezTo>
                    <a:pt x="3170" y="682"/>
                    <a:pt x="3303" y="449"/>
                    <a:pt x="3403" y="415"/>
                  </a:cubicBezTo>
                  <a:cubicBezTo>
                    <a:pt x="3439" y="405"/>
                    <a:pt x="3474" y="400"/>
                    <a:pt x="3508" y="400"/>
                  </a:cubicBezTo>
                  <a:cubicBezTo>
                    <a:pt x="3697" y="400"/>
                    <a:pt x="3862" y="546"/>
                    <a:pt x="4004" y="716"/>
                  </a:cubicBezTo>
                  <a:cubicBezTo>
                    <a:pt x="4304" y="1082"/>
                    <a:pt x="4471" y="1549"/>
                    <a:pt x="4471" y="2050"/>
                  </a:cubicBezTo>
                  <a:lnTo>
                    <a:pt x="4471" y="2083"/>
                  </a:lnTo>
                  <a:cubicBezTo>
                    <a:pt x="4471" y="2217"/>
                    <a:pt x="4537" y="2283"/>
                    <a:pt x="4671" y="2283"/>
                  </a:cubicBezTo>
                  <a:cubicBezTo>
                    <a:pt x="4804" y="2283"/>
                    <a:pt x="4871" y="2217"/>
                    <a:pt x="4871" y="2083"/>
                  </a:cubicBezTo>
                  <a:lnTo>
                    <a:pt x="4871" y="2050"/>
                  </a:lnTo>
                  <a:cubicBezTo>
                    <a:pt x="4871" y="1716"/>
                    <a:pt x="4871" y="1383"/>
                    <a:pt x="5004" y="1082"/>
                  </a:cubicBezTo>
                  <a:cubicBezTo>
                    <a:pt x="5128" y="897"/>
                    <a:pt x="5337" y="712"/>
                    <a:pt x="5579" y="712"/>
                  </a:cubicBezTo>
                  <a:cubicBezTo>
                    <a:pt x="5599" y="712"/>
                    <a:pt x="5618" y="713"/>
                    <a:pt x="5638" y="716"/>
                  </a:cubicBezTo>
                  <a:cubicBezTo>
                    <a:pt x="5938" y="782"/>
                    <a:pt x="6039" y="1116"/>
                    <a:pt x="6105" y="1416"/>
                  </a:cubicBezTo>
                  <a:lnTo>
                    <a:pt x="6105" y="1916"/>
                  </a:lnTo>
                  <a:cubicBezTo>
                    <a:pt x="6039" y="2117"/>
                    <a:pt x="6039" y="2350"/>
                    <a:pt x="6105" y="2584"/>
                  </a:cubicBezTo>
                  <a:cubicBezTo>
                    <a:pt x="6139" y="2684"/>
                    <a:pt x="6205" y="2750"/>
                    <a:pt x="6305" y="2750"/>
                  </a:cubicBezTo>
                  <a:cubicBezTo>
                    <a:pt x="6317" y="2756"/>
                    <a:pt x="6330" y="2759"/>
                    <a:pt x="6343" y="2759"/>
                  </a:cubicBezTo>
                  <a:cubicBezTo>
                    <a:pt x="6405" y="2759"/>
                    <a:pt x="6478" y="2699"/>
                    <a:pt x="6506" y="2617"/>
                  </a:cubicBezTo>
                  <a:cubicBezTo>
                    <a:pt x="6672" y="2016"/>
                    <a:pt x="7006" y="1416"/>
                    <a:pt x="7473" y="949"/>
                  </a:cubicBezTo>
                  <a:cubicBezTo>
                    <a:pt x="7473" y="916"/>
                    <a:pt x="7540" y="849"/>
                    <a:pt x="7606" y="849"/>
                  </a:cubicBezTo>
                  <a:cubicBezTo>
                    <a:pt x="7673" y="849"/>
                    <a:pt x="7773" y="1016"/>
                    <a:pt x="7806" y="1183"/>
                  </a:cubicBezTo>
                  <a:cubicBezTo>
                    <a:pt x="8007" y="2016"/>
                    <a:pt x="7907" y="2950"/>
                    <a:pt x="7540" y="3751"/>
                  </a:cubicBezTo>
                  <a:cubicBezTo>
                    <a:pt x="7506" y="3884"/>
                    <a:pt x="7540" y="4018"/>
                    <a:pt x="7673" y="4051"/>
                  </a:cubicBezTo>
                  <a:cubicBezTo>
                    <a:pt x="7705" y="4059"/>
                    <a:pt x="7734" y="4063"/>
                    <a:pt x="7762" y="4063"/>
                  </a:cubicBezTo>
                  <a:cubicBezTo>
                    <a:pt x="7852" y="4063"/>
                    <a:pt x="7922" y="4020"/>
                    <a:pt x="7973" y="3918"/>
                  </a:cubicBezTo>
                  <a:cubicBezTo>
                    <a:pt x="8374" y="3017"/>
                    <a:pt x="8474" y="2016"/>
                    <a:pt x="8240" y="1049"/>
                  </a:cubicBezTo>
                  <a:cubicBezTo>
                    <a:pt x="8179" y="742"/>
                    <a:pt x="7948" y="407"/>
                    <a:pt x="7626" y="407"/>
                  </a:cubicBezTo>
                  <a:cubicBezTo>
                    <a:pt x="7598" y="407"/>
                    <a:pt x="7569" y="410"/>
                    <a:pt x="7540" y="415"/>
                  </a:cubicBezTo>
                  <a:cubicBezTo>
                    <a:pt x="7339" y="449"/>
                    <a:pt x="7273" y="582"/>
                    <a:pt x="7173" y="682"/>
                  </a:cubicBezTo>
                  <a:cubicBezTo>
                    <a:pt x="6939" y="949"/>
                    <a:pt x="6672" y="1249"/>
                    <a:pt x="6506" y="1583"/>
                  </a:cubicBezTo>
                  <a:lnTo>
                    <a:pt x="6506" y="1383"/>
                  </a:lnTo>
                  <a:cubicBezTo>
                    <a:pt x="6506" y="916"/>
                    <a:pt x="6205" y="415"/>
                    <a:pt x="5738" y="282"/>
                  </a:cubicBezTo>
                  <a:cubicBezTo>
                    <a:pt x="5701" y="276"/>
                    <a:pt x="5663" y="273"/>
                    <a:pt x="5626" y="273"/>
                  </a:cubicBezTo>
                  <a:cubicBezTo>
                    <a:pt x="5231" y="273"/>
                    <a:pt x="4854" y="581"/>
                    <a:pt x="4671" y="916"/>
                  </a:cubicBezTo>
                  <a:lnTo>
                    <a:pt x="4671" y="949"/>
                  </a:lnTo>
                  <a:cubicBezTo>
                    <a:pt x="4571" y="782"/>
                    <a:pt x="4504" y="615"/>
                    <a:pt x="4371" y="449"/>
                  </a:cubicBezTo>
                  <a:cubicBezTo>
                    <a:pt x="4184" y="235"/>
                    <a:pt x="3890" y="0"/>
                    <a:pt x="3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4"/>
            <p:cNvSpPr/>
            <p:nvPr/>
          </p:nvSpPr>
          <p:spPr>
            <a:xfrm>
              <a:off x="6047075" y="4512900"/>
              <a:ext cx="261900" cy="110800"/>
            </a:xfrm>
            <a:custGeom>
              <a:avLst/>
              <a:gdLst/>
              <a:ahLst/>
              <a:cxnLst/>
              <a:rect l="l" t="t" r="r" b="b"/>
              <a:pathLst>
                <a:path w="10476" h="4432" extrusionOk="0">
                  <a:moveTo>
                    <a:pt x="5788" y="0"/>
                  </a:moveTo>
                  <a:cubicBezTo>
                    <a:pt x="5561" y="0"/>
                    <a:pt x="5329" y="127"/>
                    <a:pt x="5171" y="329"/>
                  </a:cubicBezTo>
                  <a:cubicBezTo>
                    <a:pt x="4971" y="562"/>
                    <a:pt x="4971" y="862"/>
                    <a:pt x="4938" y="1096"/>
                  </a:cubicBezTo>
                  <a:lnTo>
                    <a:pt x="4904" y="1363"/>
                  </a:lnTo>
                  <a:lnTo>
                    <a:pt x="4771" y="862"/>
                  </a:lnTo>
                  <a:cubicBezTo>
                    <a:pt x="4738" y="596"/>
                    <a:pt x="4638" y="262"/>
                    <a:pt x="4404" y="95"/>
                  </a:cubicBezTo>
                  <a:cubicBezTo>
                    <a:pt x="4276" y="40"/>
                    <a:pt x="4157" y="15"/>
                    <a:pt x="4038" y="15"/>
                  </a:cubicBezTo>
                  <a:cubicBezTo>
                    <a:pt x="3940" y="15"/>
                    <a:pt x="3842" y="32"/>
                    <a:pt x="3737" y="62"/>
                  </a:cubicBezTo>
                  <a:cubicBezTo>
                    <a:pt x="3403" y="229"/>
                    <a:pt x="3103" y="596"/>
                    <a:pt x="3070" y="996"/>
                  </a:cubicBezTo>
                  <a:lnTo>
                    <a:pt x="3070" y="1530"/>
                  </a:lnTo>
                  <a:cubicBezTo>
                    <a:pt x="2770" y="1029"/>
                    <a:pt x="2403" y="596"/>
                    <a:pt x="1902" y="329"/>
                  </a:cubicBezTo>
                  <a:cubicBezTo>
                    <a:pt x="1595" y="140"/>
                    <a:pt x="1338" y="51"/>
                    <a:pt x="1096" y="51"/>
                  </a:cubicBezTo>
                  <a:cubicBezTo>
                    <a:pt x="996" y="51"/>
                    <a:pt x="899" y="66"/>
                    <a:pt x="802" y="95"/>
                  </a:cubicBezTo>
                  <a:cubicBezTo>
                    <a:pt x="268" y="329"/>
                    <a:pt x="1" y="896"/>
                    <a:pt x="68" y="1863"/>
                  </a:cubicBezTo>
                  <a:lnTo>
                    <a:pt x="168" y="4232"/>
                  </a:lnTo>
                  <a:cubicBezTo>
                    <a:pt x="168" y="4365"/>
                    <a:pt x="268" y="4432"/>
                    <a:pt x="401" y="4432"/>
                  </a:cubicBezTo>
                  <a:cubicBezTo>
                    <a:pt x="501" y="4432"/>
                    <a:pt x="601" y="4365"/>
                    <a:pt x="568" y="4232"/>
                  </a:cubicBezTo>
                  <a:lnTo>
                    <a:pt x="435" y="1863"/>
                  </a:lnTo>
                  <a:cubicBezTo>
                    <a:pt x="401" y="1329"/>
                    <a:pt x="468" y="662"/>
                    <a:pt x="902" y="529"/>
                  </a:cubicBezTo>
                  <a:cubicBezTo>
                    <a:pt x="959" y="504"/>
                    <a:pt x="1020" y="494"/>
                    <a:pt x="1082" y="494"/>
                  </a:cubicBezTo>
                  <a:cubicBezTo>
                    <a:pt x="1276" y="494"/>
                    <a:pt x="1484" y="595"/>
                    <a:pt x="1635" y="696"/>
                  </a:cubicBezTo>
                  <a:cubicBezTo>
                    <a:pt x="2303" y="1096"/>
                    <a:pt x="2803" y="1830"/>
                    <a:pt x="2970" y="2564"/>
                  </a:cubicBezTo>
                  <a:cubicBezTo>
                    <a:pt x="3003" y="2664"/>
                    <a:pt x="3103" y="2730"/>
                    <a:pt x="3170" y="2730"/>
                  </a:cubicBezTo>
                  <a:cubicBezTo>
                    <a:pt x="3193" y="2736"/>
                    <a:pt x="3214" y="2739"/>
                    <a:pt x="3232" y="2739"/>
                  </a:cubicBezTo>
                  <a:cubicBezTo>
                    <a:pt x="3316" y="2739"/>
                    <a:pt x="3348" y="2679"/>
                    <a:pt x="3403" y="2597"/>
                  </a:cubicBezTo>
                  <a:cubicBezTo>
                    <a:pt x="3503" y="2297"/>
                    <a:pt x="3470" y="1963"/>
                    <a:pt x="3470" y="1696"/>
                  </a:cubicBezTo>
                  <a:cubicBezTo>
                    <a:pt x="3470" y="1463"/>
                    <a:pt x="3437" y="1329"/>
                    <a:pt x="3470" y="1096"/>
                  </a:cubicBezTo>
                  <a:cubicBezTo>
                    <a:pt x="3470" y="862"/>
                    <a:pt x="3670" y="596"/>
                    <a:pt x="3904" y="529"/>
                  </a:cubicBezTo>
                  <a:cubicBezTo>
                    <a:pt x="3959" y="496"/>
                    <a:pt x="4004" y="484"/>
                    <a:pt x="4040" y="484"/>
                  </a:cubicBezTo>
                  <a:cubicBezTo>
                    <a:pt x="4111" y="484"/>
                    <a:pt x="4148" y="529"/>
                    <a:pt x="4171" y="529"/>
                  </a:cubicBezTo>
                  <a:cubicBezTo>
                    <a:pt x="4304" y="596"/>
                    <a:pt x="4337" y="829"/>
                    <a:pt x="4404" y="1029"/>
                  </a:cubicBezTo>
                  <a:lnTo>
                    <a:pt x="4771" y="2697"/>
                  </a:lnTo>
                  <a:cubicBezTo>
                    <a:pt x="4771" y="2797"/>
                    <a:pt x="4838" y="2864"/>
                    <a:pt x="4971" y="2864"/>
                  </a:cubicBezTo>
                  <a:cubicBezTo>
                    <a:pt x="5105" y="2864"/>
                    <a:pt x="5171" y="2764"/>
                    <a:pt x="5171" y="2697"/>
                  </a:cubicBezTo>
                  <a:lnTo>
                    <a:pt x="5338" y="1229"/>
                  </a:lnTo>
                  <a:cubicBezTo>
                    <a:pt x="5405" y="1029"/>
                    <a:pt x="5405" y="829"/>
                    <a:pt x="5505" y="662"/>
                  </a:cubicBezTo>
                  <a:cubicBezTo>
                    <a:pt x="5577" y="567"/>
                    <a:pt x="5683" y="488"/>
                    <a:pt x="5761" y="488"/>
                  </a:cubicBezTo>
                  <a:cubicBezTo>
                    <a:pt x="5793" y="488"/>
                    <a:pt x="5820" y="501"/>
                    <a:pt x="5838" y="529"/>
                  </a:cubicBezTo>
                  <a:cubicBezTo>
                    <a:pt x="5939" y="562"/>
                    <a:pt x="5972" y="729"/>
                    <a:pt x="6005" y="862"/>
                  </a:cubicBezTo>
                  <a:lnTo>
                    <a:pt x="6339" y="2530"/>
                  </a:lnTo>
                  <a:cubicBezTo>
                    <a:pt x="6406" y="2597"/>
                    <a:pt x="6472" y="2697"/>
                    <a:pt x="6572" y="2697"/>
                  </a:cubicBezTo>
                  <a:cubicBezTo>
                    <a:pt x="6639" y="2664"/>
                    <a:pt x="6739" y="2597"/>
                    <a:pt x="6772" y="2530"/>
                  </a:cubicBezTo>
                  <a:cubicBezTo>
                    <a:pt x="6906" y="1930"/>
                    <a:pt x="7239" y="1430"/>
                    <a:pt x="7606" y="996"/>
                  </a:cubicBezTo>
                  <a:cubicBezTo>
                    <a:pt x="7773" y="1596"/>
                    <a:pt x="7907" y="2230"/>
                    <a:pt x="7973" y="2864"/>
                  </a:cubicBezTo>
                  <a:cubicBezTo>
                    <a:pt x="8007" y="2931"/>
                    <a:pt x="8073" y="3031"/>
                    <a:pt x="8140" y="3031"/>
                  </a:cubicBezTo>
                  <a:cubicBezTo>
                    <a:pt x="8240" y="3031"/>
                    <a:pt x="8307" y="3031"/>
                    <a:pt x="8340" y="2931"/>
                  </a:cubicBezTo>
                  <a:lnTo>
                    <a:pt x="9574" y="1263"/>
                  </a:lnTo>
                  <a:cubicBezTo>
                    <a:pt x="9675" y="1063"/>
                    <a:pt x="9741" y="1063"/>
                    <a:pt x="9775" y="1063"/>
                  </a:cubicBezTo>
                  <a:cubicBezTo>
                    <a:pt x="9808" y="1063"/>
                    <a:pt x="9841" y="1163"/>
                    <a:pt x="9908" y="1263"/>
                  </a:cubicBezTo>
                  <a:cubicBezTo>
                    <a:pt x="10075" y="1730"/>
                    <a:pt x="9941" y="2263"/>
                    <a:pt x="9641" y="2664"/>
                  </a:cubicBezTo>
                  <a:cubicBezTo>
                    <a:pt x="9608" y="2730"/>
                    <a:pt x="9608" y="2864"/>
                    <a:pt x="9675" y="2931"/>
                  </a:cubicBezTo>
                  <a:cubicBezTo>
                    <a:pt x="9719" y="2961"/>
                    <a:pt x="9771" y="2977"/>
                    <a:pt x="9821" y="2977"/>
                  </a:cubicBezTo>
                  <a:cubicBezTo>
                    <a:pt x="9881" y="2977"/>
                    <a:pt x="9938" y="2952"/>
                    <a:pt x="9975" y="2897"/>
                  </a:cubicBezTo>
                  <a:cubicBezTo>
                    <a:pt x="10342" y="2430"/>
                    <a:pt x="10475" y="1730"/>
                    <a:pt x="10308" y="1163"/>
                  </a:cubicBezTo>
                  <a:cubicBezTo>
                    <a:pt x="10242" y="862"/>
                    <a:pt x="10075" y="696"/>
                    <a:pt x="9841" y="662"/>
                  </a:cubicBezTo>
                  <a:cubicBezTo>
                    <a:pt x="9809" y="656"/>
                    <a:pt x="9777" y="653"/>
                    <a:pt x="9747" y="653"/>
                  </a:cubicBezTo>
                  <a:cubicBezTo>
                    <a:pt x="9470" y="653"/>
                    <a:pt x="9301" y="909"/>
                    <a:pt x="9241" y="1029"/>
                  </a:cubicBezTo>
                  <a:lnTo>
                    <a:pt x="8307" y="2263"/>
                  </a:lnTo>
                  <a:cubicBezTo>
                    <a:pt x="8173" y="1696"/>
                    <a:pt x="8073" y="1063"/>
                    <a:pt x="7940" y="496"/>
                  </a:cubicBezTo>
                  <a:cubicBezTo>
                    <a:pt x="7940" y="395"/>
                    <a:pt x="7907" y="362"/>
                    <a:pt x="7807" y="329"/>
                  </a:cubicBezTo>
                  <a:cubicBezTo>
                    <a:pt x="7786" y="308"/>
                    <a:pt x="7762" y="300"/>
                    <a:pt x="7738" y="300"/>
                  </a:cubicBezTo>
                  <a:cubicBezTo>
                    <a:pt x="7684" y="300"/>
                    <a:pt x="7629" y="339"/>
                    <a:pt x="7606" y="362"/>
                  </a:cubicBezTo>
                  <a:cubicBezTo>
                    <a:pt x="7239" y="729"/>
                    <a:pt x="6906" y="1196"/>
                    <a:pt x="6639" y="1696"/>
                  </a:cubicBezTo>
                  <a:lnTo>
                    <a:pt x="6439" y="729"/>
                  </a:lnTo>
                  <a:cubicBezTo>
                    <a:pt x="6406" y="529"/>
                    <a:pt x="6339" y="262"/>
                    <a:pt x="6105" y="95"/>
                  </a:cubicBezTo>
                  <a:cubicBezTo>
                    <a:pt x="6007" y="30"/>
                    <a:pt x="5898" y="0"/>
                    <a:pt x="57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5007175" y="4399600"/>
              <a:ext cx="454525" cy="269125"/>
            </a:xfrm>
            <a:custGeom>
              <a:avLst/>
              <a:gdLst/>
              <a:ahLst/>
              <a:cxnLst/>
              <a:rect l="l" t="t" r="r" b="b"/>
              <a:pathLst>
                <a:path w="18181" h="10765" extrusionOk="0">
                  <a:moveTo>
                    <a:pt x="11040" y="0"/>
                  </a:moveTo>
                  <a:cubicBezTo>
                    <a:pt x="10987" y="0"/>
                    <a:pt x="10932" y="8"/>
                    <a:pt x="10875" y="24"/>
                  </a:cubicBezTo>
                  <a:cubicBezTo>
                    <a:pt x="10408" y="91"/>
                    <a:pt x="10341" y="691"/>
                    <a:pt x="10308" y="858"/>
                  </a:cubicBezTo>
                  <a:lnTo>
                    <a:pt x="10141" y="1892"/>
                  </a:lnTo>
                  <a:cubicBezTo>
                    <a:pt x="10041" y="1525"/>
                    <a:pt x="9974" y="1091"/>
                    <a:pt x="9641" y="791"/>
                  </a:cubicBezTo>
                  <a:cubicBezTo>
                    <a:pt x="9444" y="619"/>
                    <a:pt x="9192" y="519"/>
                    <a:pt x="8926" y="519"/>
                  </a:cubicBezTo>
                  <a:cubicBezTo>
                    <a:pt x="8832" y="519"/>
                    <a:pt x="8736" y="532"/>
                    <a:pt x="8640" y="558"/>
                  </a:cubicBezTo>
                  <a:cubicBezTo>
                    <a:pt x="8140" y="624"/>
                    <a:pt x="7673" y="958"/>
                    <a:pt x="7473" y="1425"/>
                  </a:cubicBezTo>
                  <a:cubicBezTo>
                    <a:pt x="7306" y="1792"/>
                    <a:pt x="7239" y="2192"/>
                    <a:pt x="7239" y="2559"/>
                  </a:cubicBezTo>
                  <a:cubicBezTo>
                    <a:pt x="7206" y="2526"/>
                    <a:pt x="7172" y="2526"/>
                    <a:pt x="7139" y="2459"/>
                  </a:cubicBezTo>
                  <a:cubicBezTo>
                    <a:pt x="6861" y="2274"/>
                    <a:pt x="6542" y="2181"/>
                    <a:pt x="6233" y="2181"/>
                  </a:cubicBezTo>
                  <a:cubicBezTo>
                    <a:pt x="5986" y="2181"/>
                    <a:pt x="5745" y="2240"/>
                    <a:pt x="5538" y="2359"/>
                  </a:cubicBezTo>
                  <a:cubicBezTo>
                    <a:pt x="5138" y="2559"/>
                    <a:pt x="4837" y="2959"/>
                    <a:pt x="4704" y="3460"/>
                  </a:cubicBezTo>
                  <a:cubicBezTo>
                    <a:pt x="4671" y="3627"/>
                    <a:pt x="4671" y="3793"/>
                    <a:pt x="4671" y="3960"/>
                  </a:cubicBezTo>
                  <a:cubicBezTo>
                    <a:pt x="4588" y="3950"/>
                    <a:pt x="4506" y="3943"/>
                    <a:pt x="4424" y="3943"/>
                  </a:cubicBezTo>
                  <a:cubicBezTo>
                    <a:pt x="4242" y="3943"/>
                    <a:pt x="4065" y="3978"/>
                    <a:pt x="3903" y="4094"/>
                  </a:cubicBezTo>
                  <a:cubicBezTo>
                    <a:pt x="3236" y="4561"/>
                    <a:pt x="3236" y="5461"/>
                    <a:pt x="3303" y="5861"/>
                  </a:cubicBezTo>
                  <a:cubicBezTo>
                    <a:pt x="3077" y="5749"/>
                    <a:pt x="2844" y="5690"/>
                    <a:pt x="2621" y="5690"/>
                  </a:cubicBezTo>
                  <a:cubicBezTo>
                    <a:pt x="2383" y="5690"/>
                    <a:pt x="2158" y="5757"/>
                    <a:pt x="1969" y="5895"/>
                  </a:cubicBezTo>
                  <a:cubicBezTo>
                    <a:pt x="1568" y="6128"/>
                    <a:pt x="1335" y="6562"/>
                    <a:pt x="1335" y="7062"/>
                  </a:cubicBezTo>
                  <a:cubicBezTo>
                    <a:pt x="1335" y="7229"/>
                    <a:pt x="1335" y="7396"/>
                    <a:pt x="1368" y="7563"/>
                  </a:cubicBezTo>
                  <a:cubicBezTo>
                    <a:pt x="1301" y="7563"/>
                    <a:pt x="1235" y="7563"/>
                    <a:pt x="1168" y="7596"/>
                  </a:cubicBezTo>
                  <a:cubicBezTo>
                    <a:pt x="701" y="7763"/>
                    <a:pt x="468" y="8196"/>
                    <a:pt x="334" y="8463"/>
                  </a:cubicBezTo>
                  <a:cubicBezTo>
                    <a:pt x="67" y="9064"/>
                    <a:pt x="1" y="9531"/>
                    <a:pt x="134" y="9931"/>
                  </a:cubicBezTo>
                  <a:cubicBezTo>
                    <a:pt x="201" y="10231"/>
                    <a:pt x="401" y="10531"/>
                    <a:pt x="701" y="10632"/>
                  </a:cubicBezTo>
                  <a:cubicBezTo>
                    <a:pt x="834" y="10698"/>
                    <a:pt x="1001" y="10732"/>
                    <a:pt x="1135" y="10732"/>
                  </a:cubicBezTo>
                  <a:cubicBezTo>
                    <a:pt x="1185" y="10732"/>
                    <a:pt x="1235" y="10723"/>
                    <a:pt x="1301" y="10723"/>
                  </a:cubicBezTo>
                  <a:cubicBezTo>
                    <a:pt x="1368" y="10723"/>
                    <a:pt x="1452" y="10732"/>
                    <a:pt x="1568" y="10765"/>
                  </a:cubicBezTo>
                  <a:cubicBezTo>
                    <a:pt x="1702" y="10698"/>
                    <a:pt x="1735" y="10598"/>
                    <a:pt x="1702" y="10465"/>
                  </a:cubicBezTo>
                  <a:cubicBezTo>
                    <a:pt x="1630" y="10393"/>
                    <a:pt x="1575" y="10338"/>
                    <a:pt x="1500" y="10338"/>
                  </a:cubicBezTo>
                  <a:cubicBezTo>
                    <a:pt x="1471" y="10338"/>
                    <a:pt x="1439" y="10346"/>
                    <a:pt x="1402" y="10365"/>
                  </a:cubicBezTo>
                  <a:cubicBezTo>
                    <a:pt x="1366" y="10374"/>
                    <a:pt x="1328" y="10378"/>
                    <a:pt x="1290" y="10378"/>
                  </a:cubicBezTo>
                  <a:cubicBezTo>
                    <a:pt x="1186" y="10378"/>
                    <a:pt x="1083" y="10347"/>
                    <a:pt x="1035" y="10298"/>
                  </a:cubicBezTo>
                  <a:cubicBezTo>
                    <a:pt x="868" y="10231"/>
                    <a:pt x="701" y="9998"/>
                    <a:pt x="668" y="9831"/>
                  </a:cubicBezTo>
                  <a:cubicBezTo>
                    <a:pt x="568" y="9497"/>
                    <a:pt x="668" y="9130"/>
                    <a:pt x="868" y="8663"/>
                  </a:cubicBezTo>
                  <a:cubicBezTo>
                    <a:pt x="1035" y="8297"/>
                    <a:pt x="1235" y="8096"/>
                    <a:pt x="1435" y="7996"/>
                  </a:cubicBezTo>
                  <a:lnTo>
                    <a:pt x="1702" y="7996"/>
                  </a:lnTo>
                  <a:cubicBezTo>
                    <a:pt x="1835" y="8163"/>
                    <a:pt x="1902" y="8297"/>
                    <a:pt x="2069" y="8430"/>
                  </a:cubicBezTo>
                  <a:cubicBezTo>
                    <a:pt x="2085" y="8447"/>
                    <a:pt x="2119" y="8455"/>
                    <a:pt x="2156" y="8455"/>
                  </a:cubicBezTo>
                  <a:cubicBezTo>
                    <a:pt x="2194" y="8455"/>
                    <a:pt x="2235" y="8447"/>
                    <a:pt x="2269" y="8430"/>
                  </a:cubicBezTo>
                  <a:cubicBezTo>
                    <a:pt x="2369" y="8397"/>
                    <a:pt x="2402" y="8297"/>
                    <a:pt x="2402" y="8230"/>
                  </a:cubicBezTo>
                  <a:cubicBezTo>
                    <a:pt x="2402" y="7996"/>
                    <a:pt x="2336" y="7830"/>
                    <a:pt x="2102" y="7729"/>
                  </a:cubicBezTo>
                  <a:cubicBezTo>
                    <a:pt x="2102" y="7729"/>
                    <a:pt x="2069" y="7663"/>
                    <a:pt x="2035" y="7663"/>
                  </a:cubicBezTo>
                  <a:cubicBezTo>
                    <a:pt x="1935" y="7496"/>
                    <a:pt x="1902" y="7296"/>
                    <a:pt x="1902" y="7096"/>
                  </a:cubicBezTo>
                  <a:cubicBezTo>
                    <a:pt x="1902" y="6729"/>
                    <a:pt x="2069" y="6429"/>
                    <a:pt x="2336" y="6262"/>
                  </a:cubicBezTo>
                  <a:cubicBezTo>
                    <a:pt x="2447" y="6182"/>
                    <a:pt x="2604" y="6141"/>
                    <a:pt x="2774" y="6141"/>
                  </a:cubicBezTo>
                  <a:cubicBezTo>
                    <a:pt x="2960" y="6141"/>
                    <a:pt x="3162" y="6190"/>
                    <a:pt x="3336" y="6295"/>
                  </a:cubicBezTo>
                  <a:cubicBezTo>
                    <a:pt x="3403" y="6328"/>
                    <a:pt x="3503" y="6429"/>
                    <a:pt x="3536" y="6462"/>
                  </a:cubicBezTo>
                  <a:cubicBezTo>
                    <a:pt x="3570" y="6729"/>
                    <a:pt x="3670" y="6962"/>
                    <a:pt x="3770" y="7229"/>
                  </a:cubicBezTo>
                  <a:cubicBezTo>
                    <a:pt x="3837" y="7296"/>
                    <a:pt x="3903" y="7329"/>
                    <a:pt x="4003" y="7329"/>
                  </a:cubicBezTo>
                  <a:cubicBezTo>
                    <a:pt x="4070" y="7329"/>
                    <a:pt x="4170" y="7262"/>
                    <a:pt x="4170" y="7196"/>
                  </a:cubicBezTo>
                  <a:cubicBezTo>
                    <a:pt x="4170" y="6829"/>
                    <a:pt x="4070" y="6562"/>
                    <a:pt x="3870" y="6295"/>
                  </a:cubicBezTo>
                  <a:cubicBezTo>
                    <a:pt x="3837" y="6162"/>
                    <a:pt x="3770" y="5995"/>
                    <a:pt x="3770" y="5895"/>
                  </a:cubicBezTo>
                  <a:cubicBezTo>
                    <a:pt x="3737" y="5628"/>
                    <a:pt x="3703" y="4827"/>
                    <a:pt x="4204" y="4494"/>
                  </a:cubicBezTo>
                  <a:cubicBezTo>
                    <a:pt x="4279" y="4449"/>
                    <a:pt x="4368" y="4431"/>
                    <a:pt x="4458" y="4431"/>
                  </a:cubicBezTo>
                  <a:cubicBezTo>
                    <a:pt x="4568" y="4431"/>
                    <a:pt x="4679" y="4457"/>
                    <a:pt x="4771" y="4494"/>
                  </a:cubicBezTo>
                  <a:cubicBezTo>
                    <a:pt x="4837" y="4761"/>
                    <a:pt x="4937" y="4961"/>
                    <a:pt x="5071" y="5128"/>
                  </a:cubicBezTo>
                  <a:cubicBezTo>
                    <a:pt x="5104" y="5228"/>
                    <a:pt x="5204" y="5228"/>
                    <a:pt x="5271" y="5228"/>
                  </a:cubicBezTo>
                  <a:cubicBezTo>
                    <a:pt x="5371" y="5161"/>
                    <a:pt x="5404" y="5128"/>
                    <a:pt x="5438" y="5061"/>
                  </a:cubicBezTo>
                  <a:cubicBezTo>
                    <a:pt x="5538" y="4761"/>
                    <a:pt x="5404" y="4460"/>
                    <a:pt x="5171" y="4260"/>
                  </a:cubicBezTo>
                  <a:cubicBezTo>
                    <a:pt x="5104" y="4060"/>
                    <a:pt x="5104" y="3860"/>
                    <a:pt x="5171" y="3627"/>
                  </a:cubicBezTo>
                  <a:cubicBezTo>
                    <a:pt x="5238" y="3226"/>
                    <a:pt x="5504" y="2926"/>
                    <a:pt x="5771" y="2759"/>
                  </a:cubicBezTo>
                  <a:cubicBezTo>
                    <a:pt x="5906" y="2692"/>
                    <a:pt x="6062" y="2657"/>
                    <a:pt x="6225" y="2657"/>
                  </a:cubicBezTo>
                  <a:cubicBezTo>
                    <a:pt x="6465" y="2657"/>
                    <a:pt x="6720" y="2733"/>
                    <a:pt x="6939" y="2893"/>
                  </a:cubicBezTo>
                  <a:cubicBezTo>
                    <a:pt x="7172" y="3026"/>
                    <a:pt x="7272" y="3193"/>
                    <a:pt x="7372" y="3360"/>
                  </a:cubicBezTo>
                  <a:cubicBezTo>
                    <a:pt x="7406" y="3526"/>
                    <a:pt x="7406" y="3627"/>
                    <a:pt x="7439" y="3793"/>
                  </a:cubicBezTo>
                  <a:cubicBezTo>
                    <a:pt x="7439" y="3893"/>
                    <a:pt x="7539" y="3960"/>
                    <a:pt x="7673" y="3960"/>
                  </a:cubicBezTo>
                  <a:cubicBezTo>
                    <a:pt x="7773" y="3927"/>
                    <a:pt x="7873" y="3893"/>
                    <a:pt x="7873" y="3760"/>
                  </a:cubicBezTo>
                  <a:cubicBezTo>
                    <a:pt x="7873" y="3560"/>
                    <a:pt x="7873" y="3360"/>
                    <a:pt x="7773" y="3193"/>
                  </a:cubicBezTo>
                  <a:cubicBezTo>
                    <a:pt x="7706" y="2592"/>
                    <a:pt x="7706" y="2092"/>
                    <a:pt x="7906" y="1625"/>
                  </a:cubicBezTo>
                  <a:cubicBezTo>
                    <a:pt x="8073" y="1292"/>
                    <a:pt x="8407" y="1058"/>
                    <a:pt x="8773" y="958"/>
                  </a:cubicBezTo>
                  <a:cubicBezTo>
                    <a:pt x="8940" y="958"/>
                    <a:pt x="9207" y="958"/>
                    <a:pt x="9407" y="1125"/>
                  </a:cubicBezTo>
                  <a:cubicBezTo>
                    <a:pt x="9674" y="1358"/>
                    <a:pt x="9707" y="1692"/>
                    <a:pt x="9774" y="2059"/>
                  </a:cubicBezTo>
                  <a:cubicBezTo>
                    <a:pt x="9874" y="2359"/>
                    <a:pt x="9908" y="2659"/>
                    <a:pt x="10074" y="2926"/>
                  </a:cubicBezTo>
                  <a:cubicBezTo>
                    <a:pt x="10108" y="2959"/>
                    <a:pt x="10208" y="3026"/>
                    <a:pt x="10275" y="3026"/>
                  </a:cubicBezTo>
                  <a:cubicBezTo>
                    <a:pt x="10375" y="3026"/>
                    <a:pt x="10441" y="2926"/>
                    <a:pt x="10441" y="2859"/>
                  </a:cubicBezTo>
                  <a:lnTo>
                    <a:pt x="10775" y="958"/>
                  </a:lnTo>
                  <a:cubicBezTo>
                    <a:pt x="10842" y="691"/>
                    <a:pt x="10908" y="524"/>
                    <a:pt x="11042" y="458"/>
                  </a:cubicBezTo>
                  <a:cubicBezTo>
                    <a:pt x="11055" y="454"/>
                    <a:pt x="11069" y="453"/>
                    <a:pt x="11084" y="453"/>
                  </a:cubicBezTo>
                  <a:cubicBezTo>
                    <a:pt x="11209" y="453"/>
                    <a:pt x="11359" y="582"/>
                    <a:pt x="11509" y="791"/>
                  </a:cubicBezTo>
                  <a:lnTo>
                    <a:pt x="12576" y="2292"/>
                  </a:lnTo>
                  <a:cubicBezTo>
                    <a:pt x="12651" y="2367"/>
                    <a:pt x="12708" y="2405"/>
                    <a:pt x="12773" y="2405"/>
                  </a:cubicBezTo>
                  <a:cubicBezTo>
                    <a:pt x="12795" y="2405"/>
                    <a:pt x="12818" y="2401"/>
                    <a:pt x="12843" y="2392"/>
                  </a:cubicBezTo>
                  <a:cubicBezTo>
                    <a:pt x="12910" y="2359"/>
                    <a:pt x="12943" y="2259"/>
                    <a:pt x="12943" y="2192"/>
                  </a:cubicBezTo>
                  <a:cubicBezTo>
                    <a:pt x="12876" y="1458"/>
                    <a:pt x="13043" y="624"/>
                    <a:pt x="13577" y="558"/>
                  </a:cubicBezTo>
                  <a:cubicBezTo>
                    <a:pt x="13596" y="556"/>
                    <a:pt x="13614" y="556"/>
                    <a:pt x="13632" y="556"/>
                  </a:cubicBezTo>
                  <a:cubicBezTo>
                    <a:pt x="14039" y="556"/>
                    <a:pt x="14351" y="901"/>
                    <a:pt x="14511" y="1125"/>
                  </a:cubicBezTo>
                  <a:cubicBezTo>
                    <a:pt x="14878" y="1625"/>
                    <a:pt x="15111" y="2192"/>
                    <a:pt x="15245" y="2793"/>
                  </a:cubicBezTo>
                  <a:cubicBezTo>
                    <a:pt x="15245" y="2893"/>
                    <a:pt x="15278" y="2926"/>
                    <a:pt x="15378" y="2959"/>
                  </a:cubicBezTo>
                  <a:cubicBezTo>
                    <a:pt x="15445" y="2959"/>
                    <a:pt x="15545" y="2959"/>
                    <a:pt x="15578" y="2926"/>
                  </a:cubicBezTo>
                  <a:cubicBezTo>
                    <a:pt x="15879" y="2659"/>
                    <a:pt x="16045" y="2326"/>
                    <a:pt x="16212" y="1959"/>
                  </a:cubicBezTo>
                  <a:cubicBezTo>
                    <a:pt x="16379" y="1558"/>
                    <a:pt x="16546" y="1191"/>
                    <a:pt x="16913" y="1125"/>
                  </a:cubicBezTo>
                  <a:cubicBezTo>
                    <a:pt x="16930" y="1123"/>
                    <a:pt x="16947" y="1122"/>
                    <a:pt x="16964" y="1122"/>
                  </a:cubicBezTo>
                  <a:cubicBezTo>
                    <a:pt x="17277" y="1122"/>
                    <a:pt x="17553" y="1407"/>
                    <a:pt x="17680" y="1692"/>
                  </a:cubicBezTo>
                  <a:cubicBezTo>
                    <a:pt x="17780" y="2059"/>
                    <a:pt x="17747" y="2459"/>
                    <a:pt x="17713" y="2859"/>
                  </a:cubicBezTo>
                  <a:cubicBezTo>
                    <a:pt x="17680" y="2926"/>
                    <a:pt x="17747" y="3059"/>
                    <a:pt x="17880" y="3059"/>
                  </a:cubicBezTo>
                  <a:cubicBezTo>
                    <a:pt x="17891" y="3065"/>
                    <a:pt x="17905" y="3068"/>
                    <a:pt x="17919" y="3068"/>
                  </a:cubicBezTo>
                  <a:cubicBezTo>
                    <a:pt x="17989" y="3068"/>
                    <a:pt x="18080" y="3003"/>
                    <a:pt x="18080" y="2893"/>
                  </a:cubicBezTo>
                  <a:cubicBezTo>
                    <a:pt x="18113" y="2426"/>
                    <a:pt x="18180" y="1959"/>
                    <a:pt x="18013" y="1525"/>
                  </a:cubicBezTo>
                  <a:cubicBezTo>
                    <a:pt x="17862" y="1101"/>
                    <a:pt x="17463" y="677"/>
                    <a:pt x="16992" y="677"/>
                  </a:cubicBezTo>
                  <a:cubicBezTo>
                    <a:pt x="16944" y="677"/>
                    <a:pt x="16895" y="682"/>
                    <a:pt x="16846" y="691"/>
                  </a:cubicBezTo>
                  <a:cubicBezTo>
                    <a:pt x="16245" y="758"/>
                    <a:pt x="16012" y="1292"/>
                    <a:pt x="15778" y="1759"/>
                  </a:cubicBezTo>
                  <a:cubicBezTo>
                    <a:pt x="15712" y="1925"/>
                    <a:pt x="15612" y="2125"/>
                    <a:pt x="15512" y="2292"/>
                  </a:cubicBezTo>
                  <a:cubicBezTo>
                    <a:pt x="15345" y="1759"/>
                    <a:pt x="15145" y="1258"/>
                    <a:pt x="14778" y="858"/>
                  </a:cubicBezTo>
                  <a:cubicBezTo>
                    <a:pt x="14434" y="326"/>
                    <a:pt x="14001" y="88"/>
                    <a:pt x="13591" y="88"/>
                  </a:cubicBezTo>
                  <a:cubicBezTo>
                    <a:pt x="13564" y="88"/>
                    <a:pt x="13537" y="89"/>
                    <a:pt x="13510" y="91"/>
                  </a:cubicBezTo>
                  <a:cubicBezTo>
                    <a:pt x="12843" y="191"/>
                    <a:pt x="12576" y="791"/>
                    <a:pt x="12509" y="1525"/>
                  </a:cubicBezTo>
                  <a:lnTo>
                    <a:pt x="11809" y="524"/>
                  </a:lnTo>
                  <a:cubicBezTo>
                    <a:pt x="11692" y="378"/>
                    <a:pt x="11421" y="0"/>
                    <a:pt x="110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5709350" y="4215725"/>
              <a:ext cx="577925" cy="202000"/>
            </a:xfrm>
            <a:custGeom>
              <a:avLst/>
              <a:gdLst/>
              <a:ahLst/>
              <a:cxnLst/>
              <a:rect l="l" t="t" r="r" b="b"/>
              <a:pathLst>
                <a:path w="23117" h="8080" extrusionOk="0">
                  <a:moveTo>
                    <a:pt x="15024" y="1"/>
                  </a:moveTo>
                  <a:cubicBezTo>
                    <a:pt x="14447" y="1"/>
                    <a:pt x="13993" y="440"/>
                    <a:pt x="13743" y="908"/>
                  </a:cubicBezTo>
                  <a:cubicBezTo>
                    <a:pt x="13643" y="1074"/>
                    <a:pt x="13577" y="1208"/>
                    <a:pt x="13477" y="1341"/>
                  </a:cubicBezTo>
                  <a:cubicBezTo>
                    <a:pt x="13443" y="1475"/>
                    <a:pt x="13343" y="1575"/>
                    <a:pt x="13310" y="1675"/>
                  </a:cubicBezTo>
                  <a:cubicBezTo>
                    <a:pt x="13243" y="908"/>
                    <a:pt x="12910" y="407"/>
                    <a:pt x="12342" y="274"/>
                  </a:cubicBezTo>
                  <a:cubicBezTo>
                    <a:pt x="12269" y="246"/>
                    <a:pt x="12193" y="234"/>
                    <a:pt x="12116" y="234"/>
                  </a:cubicBezTo>
                  <a:cubicBezTo>
                    <a:pt x="11913" y="234"/>
                    <a:pt x="11702" y="320"/>
                    <a:pt x="11509" y="441"/>
                  </a:cubicBezTo>
                  <a:cubicBezTo>
                    <a:pt x="11142" y="741"/>
                    <a:pt x="10908" y="1208"/>
                    <a:pt x="10775" y="1675"/>
                  </a:cubicBezTo>
                  <a:lnTo>
                    <a:pt x="10775" y="1608"/>
                  </a:lnTo>
                  <a:cubicBezTo>
                    <a:pt x="10775" y="1341"/>
                    <a:pt x="10741" y="1074"/>
                    <a:pt x="10575" y="841"/>
                  </a:cubicBezTo>
                  <a:cubicBezTo>
                    <a:pt x="10425" y="631"/>
                    <a:pt x="10167" y="502"/>
                    <a:pt x="9875" y="502"/>
                  </a:cubicBezTo>
                  <a:cubicBezTo>
                    <a:pt x="9842" y="502"/>
                    <a:pt x="9808" y="504"/>
                    <a:pt x="9774" y="507"/>
                  </a:cubicBezTo>
                  <a:cubicBezTo>
                    <a:pt x="9274" y="607"/>
                    <a:pt x="8807" y="1008"/>
                    <a:pt x="8640" y="1475"/>
                  </a:cubicBezTo>
                  <a:cubicBezTo>
                    <a:pt x="8506" y="1808"/>
                    <a:pt x="8506" y="2142"/>
                    <a:pt x="8473" y="2475"/>
                  </a:cubicBezTo>
                  <a:cubicBezTo>
                    <a:pt x="8473" y="2609"/>
                    <a:pt x="8440" y="2742"/>
                    <a:pt x="8440" y="2842"/>
                  </a:cubicBezTo>
                  <a:cubicBezTo>
                    <a:pt x="8440" y="2809"/>
                    <a:pt x="8406" y="2742"/>
                    <a:pt x="8406" y="2676"/>
                  </a:cubicBezTo>
                  <a:cubicBezTo>
                    <a:pt x="8240" y="2309"/>
                    <a:pt x="8106" y="1908"/>
                    <a:pt x="7839" y="1508"/>
                  </a:cubicBezTo>
                  <a:cubicBezTo>
                    <a:pt x="7606" y="1108"/>
                    <a:pt x="7105" y="808"/>
                    <a:pt x="6638" y="774"/>
                  </a:cubicBezTo>
                  <a:cubicBezTo>
                    <a:pt x="6597" y="770"/>
                    <a:pt x="6555" y="768"/>
                    <a:pt x="6514" y="768"/>
                  </a:cubicBezTo>
                  <a:cubicBezTo>
                    <a:pt x="6223" y="768"/>
                    <a:pt x="5946" y="870"/>
                    <a:pt x="5771" y="1074"/>
                  </a:cubicBezTo>
                  <a:cubicBezTo>
                    <a:pt x="5504" y="1275"/>
                    <a:pt x="5437" y="1575"/>
                    <a:pt x="5337" y="1808"/>
                  </a:cubicBezTo>
                  <a:cubicBezTo>
                    <a:pt x="5171" y="2309"/>
                    <a:pt x="5104" y="2809"/>
                    <a:pt x="5071" y="3309"/>
                  </a:cubicBezTo>
                  <a:cubicBezTo>
                    <a:pt x="5004" y="3309"/>
                    <a:pt x="4970" y="3276"/>
                    <a:pt x="4937" y="3243"/>
                  </a:cubicBezTo>
                  <a:cubicBezTo>
                    <a:pt x="4665" y="3048"/>
                    <a:pt x="4336" y="2945"/>
                    <a:pt x="4024" y="2945"/>
                  </a:cubicBezTo>
                  <a:cubicBezTo>
                    <a:pt x="3800" y="2945"/>
                    <a:pt x="3584" y="2998"/>
                    <a:pt x="3403" y="3109"/>
                  </a:cubicBezTo>
                  <a:cubicBezTo>
                    <a:pt x="2969" y="3343"/>
                    <a:pt x="2736" y="3743"/>
                    <a:pt x="2635" y="4177"/>
                  </a:cubicBezTo>
                  <a:cubicBezTo>
                    <a:pt x="2469" y="4110"/>
                    <a:pt x="2269" y="4043"/>
                    <a:pt x="2068" y="3977"/>
                  </a:cubicBezTo>
                  <a:cubicBezTo>
                    <a:pt x="2022" y="3972"/>
                    <a:pt x="1975" y="3970"/>
                    <a:pt x="1928" y="3970"/>
                  </a:cubicBezTo>
                  <a:cubicBezTo>
                    <a:pt x="1243" y="3970"/>
                    <a:pt x="579" y="4421"/>
                    <a:pt x="267" y="5077"/>
                  </a:cubicBezTo>
                  <a:cubicBezTo>
                    <a:pt x="0" y="5644"/>
                    <a:pt x="0" y="6412"/>
                    <a:pt x="267" y="7145"/>
                  </a:cubicBezTo>
                  <a:cubicBezTo>
                    <a:pt x="401" y="7479"/>
                    <a:pt x="667" y="7913"/>
                    <a:pt x="1068" y="8046"/>
                  </a:cubicBezTo>
                  <a:cubicBezTo>
                    <a:pt x="1134" y="8079"/>
                    <a:pt x="1234" y="8079"/>
                    <a:pt x="1301" y="8079"/>
                  </a:cubicBezTo>
                  <a:cubicBezTo>
                    <a:pt x="1435" y="8079"/>
                    <a:pt x="1568" y="8046"/>
                    <a:pt x="1668" y="7779"/>
                  </a:cubicBezTo>
                  <a:cubicBezTo>
                    <a:pt x="1802" y="7713"/>
                    <a:pt x="1802" y="7579"/>
                    <a:pt x="1768" y="7479"/>
                  </a:cubicBezTo>
                  <a:cubicBezTo>
                    <a:pt x="1705" y="7416"/>
                    <a:pt x="1641" y="7392"/>
                    <a:pt x="1578" y="7392"/>
                  </a:cubicBezTo>
                  <a:cubicBezTo>
                    <a:pt x="1541" y="7392"/>
                    <a:pt x="1505" y="7400"/>
                    <a:pt x="1468" y="7412"/>
                  </a:cubicBezTo>
                  <a:cubicBezTo>
                    <a:pt x="1435" y="7429"/>
                    <a:pt x="1393" y="7437"/>
                    <a:pt x="1351" y="7437"/>
                  </a:cubicBezTo>
                  <a:cubicBezTo>
                    <a:pt x="1310" y="7437"/>
                    <a:pt x="1268" y="7429"/>
                    <a:pt x="1234" y="7412"/>
                  </a:cubicBezTo>
                  <a:cubicBezTo>
                    <a:pt x="1001" y="7312"/>
                    <a:pt x="767" y="7079"/>
                    <a:pt x="667" y="6779"/>
                  </a:cubicBezTo>
                  <a:cubicBezTo>
                    <a:pt x="467" y="6111"/>
                    <a:pt x="467" y="5478"/>
                    <a:pt x="667" y="4977"/>
                  </a:cubicBezTo>
                  <a:cubicBezTo>
                    <a:pt x="883" y="4455"/>
                    <a:pt x="1409" y="4102"/>
                    <a:pt x="1882" y="4102"/>
                  </a:cubicBezTo>
                  <a:cubicBezTo>
                    <a:pt x="1922" y="4102"/>
                    <a:pt x="1962" y="4105"/>
                    <a:pt x="2002" y="4110"/>
                  </a:cubicBezTo>
                  <a:cubicBezTo>
                    <a:pt x="2235" y="4143"/>
                    <a:pt x="2435" y="4277"/>
                    <a:pt x="2602" y="4444"/>
                  </a:cubicBezTo>
                  <a:cubicBezTo>
                    <a:pt x="2602" y="4810"/>
                    <a:pt x="2669" y="5144"/>
                    <a:pt x="2836" y="5444"/>
                  </a:cubicBezTo>
                  <a:cubicBezTo>
                    <a:pt x="2902" y="5544"/>
                    <a:pt x="2969" y="5578"/>
                    <a:pt x="3069" y="5578"/>
                  </a:cubicBezTo>
                  <a:cubicBezTo>
                    <a:pt x="3136" y="5578"/>
                    <a:pt x="3169" y="5544"/>
                    <a:pt x="3236" y="5444"/>
                  </a:cubicBezTo>
                  <a:cubicBezTo>
                    <a:pt x="3336" y="5111"/>
                    <a:pt x="3303" y="4744"/>
                    <a:pt x="3102" y="4410"/>
                  </a:cubicBezTo>
                  <a:cubicBezTo>
                    <a:pt x="3102" y="4377"/>
                    <a:pt x="3069" y="4377"/>
                    <a:pt x="3069" y="4310"/>
                  </a:cubicBezTo>
                  <a:cubicBezTo>
                    <a:pt x="3069" y="3910"/>
                    <a:pt x="3269" y="3443"/>
                    <a:pt x="3636" y="3243"/>
                  </a:cubicBezTo>
                  <a:cubicBezTo>
                    <a:pt x="3757" y="3175"/>
                    <a:pt x="3905" y="3141"/>
                    <a:pt x="4061" y="3141"/>
                  </a:cubicBezTo>
                  <a:cubicBezTo>
                    <a:pt x="4291" y="3141"/>
                    <a:pt x="4538" y="3217"/>
                    <a:pt x="4737" y="3376"/>
                  </a:cubicBezTo>
                  <a:cubicBezTo>
                    <a:pt x="4804" y="3409"/>
                    <a:pt x="4970" y="3576"/>
                    <a:pt x="5071" y="3776"/>
                  </a:cubicBezTo>
                  <a:lnTo>
                    <a:pt x="5071" y="4143"/>
                  </a:lnTo>
                  <a:cubicBezTo>
                    <a:pt x="5104" y="4277"/>
                    <a:pt x="5137" y="4377"/>
                    <a:pt x="5271" y="4377"/>
                  </a:cubicBezTo>
                  <a:cubicBezTo>
                    <a:pt x="5337" y="4377"/>
                    <a:pt x="5437" y="4277"/>
                    <a:pt x="5471" y="4210"/>
                  </a:cubicBezTo>
                  <a:cubicBezTo>
                    <a:pt x="5504" y="4043"/>
                    <a:pt x="5504" y="3876"/>
                    <a:pt x="5471" y="3743"/>
                  </a:cubicBezTo>
                  <a:cubicBezTo>
                    <a:pt x="5471" y="3076"/>
                    <a:pt x="5571" y="2409"/>
                    <a:pt x="5771" y="1742"/>
                  </a:cubicBezTo>
                  <a:cubicBezTo>
                    <a:pt x="5838" y="1475"/>
                    <a:pt x="5938" y="1275"/>
                    <a:pt x="6071" y="1141"/>
                  </a:cubicBezTo>
                  <a:cubicBezTo>
                    <a:pt x="6238" y="974"/>
                    <a:pt x="6438" y="974"/>
                    <a:pt x="6605" y="974"/>
                  </a:cubicBezTo>
                  <a:cubicBezTo>
                    <a:pt x="6939" y="1041"/>
                    <a:pt x="7305" y="1275"/>
                    <a:pt x="7506" y="1575"/>
                  </a:cubicBezTo>
                  <a:cubicBezTo>
                    <a:pt x="7739" y="1908"/>
                    <a:pt x="7839" y="2275"/>
                    <a:pt x="7973" y="2642"/>
                  </a:cubicBezTo>
                  <a:cubicBezTo>
                    <a:pt x="8073" y="2909"/>
                    <a:pt x="8139" y="3209"/>
                    <a:pt x="8273" y="3443"/>
                  </a:cubicBezTo>
                  <a:cubicBezTo>
                    <a:pt x="8306" y="3543"/>
                    <a:pt x="8406" y="3576"/>
                    <a:pt x="8473" y="3576"/>
                  </a:cubicBezTo>
                  <a:cubicBezTo>
                    <a:pt x="8506" y="3576"/>
                    <a:pt x="8606" y="3543"/>
                    <a:pt x="8640" y="3443"/>
                  </a:cubicBezTo>
                  <a:cubicBezTo>
                    <a:pt x="8807" y="3076"/>
                    <a:pt x="8807" y="2709"/>
                    <a:pt x="8840" y="2309"/>
                  </a:cubicBezTo>
                  <a:cubicBezTo>
                    <a:pt x="8873" y="1975"/>
                    <a:pt x="8940" y="1708"/>
                    <a:pt x="9007" y="1408"/>
                  </a:cubicBezTo>
                  <a:cubicBezTo>
                    <a:pt x="9140" y="1074"/>
                    <a:pt x="9474" y="774"/>
                    <a:pt x="9807" y="741"/>
                  </a:cubicBezTo>
                  <a:cubicBezTo>
                    <a:pt x="10007" y="741"/>
                    <a:pt x="10141" y="774"/>
                    <a:pt x="10208" y="908"/>
                  </a:cubicBezTo>
                  <a:cubicBezTo>
                    <a:pt x="10308" y="1041"/>
                    <a:pt x="10308" y="1241"/>
                    <a:pt x="10341" y="1441"/>
                  </a:cubicBezTo>
                  <a:cubicBezTo>
                    <a:pt x="10408" y="1742"/>
                    <a:pt x="10441" y="2109"/>
                    <a:pt x="10775" y="2309"/>
                  </a:cubicBezTo>
                  <a:cubicBezTo>
                    <a:pt x="10808" y="2342"/>
                    <a:pt x="10833" y="2359"/>
                    <a:pt x="10862" y="2359"/>
                  </a:cubicBezTo>
                  <a:cubicBezTo>
                    <a:pt x="10891" y="2359"/>
                    <a:pt x="10925" y="2342"/>
                    <a:pt x="10975" y="2309"/>
                  </a:cubicBezTo>
                  <a:cubicBezTo>
                    <a:pt x="11042" y="2275"/>
                    <a:pt x="11108" y="2242"/>
                    <a:pt x="11108" y="2142"/>
                  </a:cubicBezTo>
                  <a:cubicBezTo>
                    <a:pt x="11175" y="1575"/>
                    <a:pt x="11442" y="874"/>
                    <a:pt x="11809" y="574"/>
                  </a:cubicBezTo>
                  <a:cubicBezTo>
                    <a:pt x="11934" y="499"/>
                    <a:pt x="12059" y="462"/>
                    <a:pt x="12184" y="462"/>
                  </a:cubicBezTo>
                  <a:cubicBezTo>
                    <a:pt x="12226" y="462"/>
                    <a:pt x="12267" y="466"/>
                    <a:pt x="12309" y="474"/>
                  </a:cubicBezTo>
                  <a:cubicBezTo>
                    <a:pt x="12943" y="607"/>
                    <a:pt x="12976" y="1642"/>
                    <a:pt x="12943" y="2109"/>
                  </a:cubicBezTo>
                  <a:cubicBezTo>
                    <a:pt x="12943" y="2209"/>
                    <a:pt x="12976" y="2275"/>
                    <a:pt x="13043" y="2309"/>
                  </a:cubicBezTo>
                  <a:cubicBezTo>
                    <a:pt x="13074" y="2329"/>
                    <a:pt x="13108" y="2337"/>
                    <a:pt x="13142" y="2337"/>
                  </a:cubicBezTo>
                  <a:cubicBezTo>
                    <a:pt x="13216" y="2337"/>
                    <a:pt x="13287" y="2298"/>
                    <a:pt x="13310" y="2275"/>
                  </a:cubicBezTo>
                  <a:cubicBezTo>
                    <a:pt x="13543" y="2042"/>
                    <a:pt x="13743" y="1708"/>
                    <a:pt x="13877" y="1375"/>
                  </a:cubicBezTo>
                  <a:cubicBezTo>
                    <a:pt x="13944" y="1241"/>
                    <a:pt x="14010" y="1074"/>
                    <a:pt x="14110" y="941"/>
                  </a:cubicBezTo>
                  <a:cubicBezTo>
                    <a:pt x="14294" y="603"/>
                    <a:pt x="14620" y="266"/>
                    <a:pt x="15008" y="266"/>
                  </a:cubicBezTo>
                  <a:cubicBezTo>
                    <a:pt x="15042" y="266"/>
                    <a:pt x="15076" y="269"/>
                    <a:pt x="15111" y="274"/>
                  </a:cubicBezTo>
                  <a:cubicBezTo>
                    <a:pt x="15545" y="374"/>
                    <a:pt x="15778" y="941"/>
                    <a:pt x="15778" y="1475"/>
                  </a:cubicBezTo>
                  <a:lnTo>
                    <a:pt x="15778" y="1942"/>
                  </a:lnTo>
                  <a:cubicBezTo>
                    <a:pt x="15712" y="2409"/>
                    <a:pt x="15712" y="2909"/>
                    <a:pt x="15945" y="3343"/>
                  </a:cubicBezTo>
                  <a:cubicBezTo>
                    <a:pt x="15978" y="3443"/>
                    <a:pt x="16012" y="3476"/>
                    <a:pt x="16112" y="3476"/>
                  </a:cubicBezTo>
                  <a:cubicBezTo>
                    <a:pt x="16145" y="3476"/>
                    <a:pt x="16212" y="3443"/>
                    <a:pt x="16279" y="3409"/>
                  </a:cubicBezTo>
                  <a:cubicBezTo>
                    <a:pt x="16545" y="2976"/>
                    <a:pt x="16879" y="2576"/>
                    <a:pt x="17279" y="2242"/>
                  </a:cubicBezTo>
                  <a:cubicBezTo>
                    <a:pt x="17346" y="2142"/>
                    <a:pt x="17479" y="2075"/>
                    <a:pt x="17613" y="2042"/>
                  </a:cubicBezTo>
                  <a:cubicBezTo>
                    <a:pt x="17713" y="2042"/>
                    <a:pt x="17813" y="2042"/>
                    <a:pt x="17880" y="2109"/>
                  </a:cubicBezTo>
                  <a:cubicBezTo>
                    <a:pt x="18047" y="2242"/>
                    <a:pt x="18180" y="2509"/>
                    <a:pt x="18213" y="2776"/>
                  </a:cubicBezTo>
                  <a:cubicBezTo>
                    <a:pt x="18280" y="2909"/>
                    <a:pt x="18280" y="3076"/>
                    <a:pt x="18280" y="3209"/>
                  </a:cubicBezTo>
                  <a:cubicBezTo>
                    <a:pt x="18313" y="3576"/>
                    <a:pt x="18313" y="3943"/>
                    <a:pt x="18514" y="4277"/>
                  </a:cubicBezTo>
                  <a:cubicBezTo>
                    <a:pt x="18547" y="4310"/>
                    <a:pt x="18647" y="4377"/>
                    <a:pt x="18714" y="4377"/>
                  </a:cubicBezTo>
                  <a:cubicBezTo>
                    <a:pt x="18814" y="4377"/>
                    <a:pt x="18847" y="4310"/>
                    <a:pt x="18880" y="4243"/>
                  </a:cubicBezTo>
                  <a:cubicBezTo>
                    <a:pt x="19014" y="3910"/>
                    <a:pt x="19314" y="3276"/>
                    <a:pt x="19781" y="3276"/>
                  </a:cubicBezTo>
                  <a:cubicBezTo>
                    <a:pt x="20115" y="3276"/>
                    <a:pt x="20382" y="3643"/>
                    <a:pt x="20448" y="3977"/>
                  </a:cubicBezTo>
                  <a:cubicBezTo>
                    <a:pt x="20515" y="4410"/>
                    <a:pt x="20415" y="4877"/>
                    <a:pt x="20281" y="5244"/>
                  </a:cubicBezTo>
                  <a:cubicBezTo>
                    <a:pt x="20248" y="5311"/>
                    <a:pt x="20248" y="5378"/>
                    <a:pt x="20315" y="5444"/>
                  </a:cubicBezTo>
                  <a:cubicBezTo>
                    <a:pt x="20415" y="5511"/>
                    <a:pt x="20448" y="5511"/>
                    <a:pt x="20515" y="5511"/>
                  </a:cubicBezTo>
                  <a:cubicBezTo>
                    <a:pt x="20982" y="5478"/>
                    <a:pt x="21249" y="5111"/>
                    <a:pt x="21482" y="4810"/>
                  </a:cubicBezTo>
                  <a:cubicBezTo>
                    <a:pt x="21582" y="4744"/>
                    <a:pt x="21616" y="4644"/>
                    <a:pt x="21649" y="4610"/>
                  </a:cubicBezTo>
                  <a:cubicBezTo>
                    <a:pt x="21816" y="4444"/>
                    <a:pt x="22083" y="4277"/>
                    <a:pt x="22283" y="4277"/>
                  </a:cubicBezTo>
                  <a:cubicBezTo>
                    <a:pt x="22350" y="4277"/>
                    <a:pt x="22450" y="4310"/>
                    <a:pt x="22483" y="4343"/>
                  </a:cubicBezTo>
                  <a:cubicBezTo>
                    <a:pt x="22550" y="4444"/>
                    <a:pt x="22616" y="4610"/>
                    <a:pt x="22616" y="4744"/>
                  </a:cubicBezTo>
                  <a:cubicBezTo>
                    <a:pt x="22683" y="5344"/>
                    <a:pt x="22650" y="5978"/>
                    <a:pt x="22550" y="6612"/>
                  </a:cubicBezTo>
                  <a:cubicBezTo>
                    <a:pt x="22516" y="6745"/>
                    <a:pt x="22616" y="6845"/>
                    <a:pt x="22717" y="6845"/>
                  </a:cubicBezTo>
                  <a:cubicBezTo>
                    <a:pt x="22746" y="6860"/>
                    <a:pt x="22775" y="6866"/>
                    <a:pt x="22803" y="6866"/>
                  </a:cubicBezTo>
                  <a:cubicBezTo>
                    <a:pt x="22902" y="6866"/>
                    <a:pt x="22983" y="6783"/>
                    <a:pt x="22983" y="6678"/>
                  </a:cubicBezTo>
                  <a:cubicBezTo>
                    <a:pt x="23117" y="6011"/>
                    <a:pt x="23117" y="5378"/>
                    <a:pt x="23017" y="4677"/>
                  </a:cubicBezTo>
                  <a:cubicBezTo>
                    <a:pt x="23017" y="4444"/>
                    <a:pt x="22983" y="4243"/>
                    <a:pt x="22817" y="4077"/>
                  </a:cubicBezTo>
                  <a:cubicBezTo>
                    <a:pt x="22683" y="3943"/>
                    <a:pt x="22516" y="3843"/>
                    <a:pt x="22316" y="3843"/>
                  </a:cubicBezTo>
                  <a:cubicBezTo>
                    <a:pt x="22016" y="3843"/>
                    <a:pt x="21649" y="4077"/>
                    <a:pt x="21416" y="4343"/>
                  </a:cubicBezTo>
                  <a:cubicBezTo>
                    <a:pt x="21349" y="4444"/>
                    <a:pt x="21282" y="4477"/>
                    <a:pt x="21249" y="4577"/>
                  </a:cubicBezTo>
                  <a:cubicBezTo>
                    <a:pt x="21115" y="4677"/>
                    <a:pt x="21015" y="4844"/>
                    <a:pt x="20915" y="4944"/>
                  </a:cubicBezTo>
                  <a:cubicBezTo>
                    <a:pt x="20949" y="4610"/>
                    <a:pt x="20982" y="4277"/>
                    <a:pt x="20949" y="3943"/>
                  </a:cubicBezTo>
                  <a:cubicBezTo>
                    <a:pt x="20815" y="3443"/>
                    <a:pt x="20448" y="2909"/>
                    <a:pt x="19814" y="2909"/>
                  </a:cubicBezTo>
                  <a:cubicBezTo>
                    <a:pt x="19414" y="2909"/>
                    <a:pt x="19081" y="3176"/>
                    <a:pt x="18780" y="3643"/>
                  </a:cubicBezTo>
                  <a:cubicBezTo>
                    <a:pt x="18747" y="3510"/>
                    <a:pt x="18747" y="3343"/>
                    <a:pt x="18747" y="3243"/>
                  </a:cubicBezTo>
                  <a:cubicBezTo>
                    <a:pt x="18747" y="3076"/>
                    <a:pt x="18680" y="2909"/>
                    <a:pt x="18680" y="2776"/>
                  </a:cubicBezTo>
                  <a:cubicBezTo>
                    <a:pt x="18614" y="2409"/>
                    <a:pt x="18447" y="2008"/>
                    <a:pt x="18147" y="1808"/>
                  </a:cubicBezTo>
                  <a:cubicBezTo>
                    <a:pt x="17994" y="1706"/>
                    <a:pt x="17841" y="1663"/>
                    <a:pt x="17673" y="1663"/>
                  </a:cubicBezTo>
                  <a:cubicBezTo>
                    <a:pt x="17621" y="1663"/>
                    <a:pt x="17568" y="1667"/>
                    <a:pt x="17513" y="1675"/>
                  </a:cubicBezTo>
                  <a:cubicBezTo>
                    <a:pt x="17279" y="1742"/>
                    <a:pt x="17113" y="1908"/>
                    <a:pt x="16979" y="2008"/>
                  </a:cubicBezTo>
                  <a:cubicBezTo>
                    <a:pt x="16679" y="2309"/>
                    <a:pt x="16412" y="2609"/>
                    <a:pt x="16145" y="2942"/>
                  </a:cubicBezTo>
                  <a:cubicBezTo>
                    <a:pt x="16112" y="2676"/>
                    <a:pt x="16145" y="2409"/>
                    <a:pt x="16145" y="2109"/>
                  </a:cubicBezTo>
                  <a:lnTo>
                    <a:pt x="16145" y="1642"/>
                  </a:lnTo>
                  <a:cubicBezTo>
                    <a:pt x="16145" y="941"/>
                    <a:pt x="15845" y="140"/>
                    <a:pt x="15144" y="7"/>
                  </a:cubicBezTo>
                  <a:cubicBezTo>
                    <a:pt x="15104" y="3"/>
                    <a:pt x="15063" y="1"/>
                    <a:pt x="15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5274025" y="4235600"/>
              <a:ext cx="342775" cy="127925"/>
            </a:xfrm>
            <a:custGeom>
              <a:avLst/>
              <a:gdLst/>
              <a:ahLst/>
              <a:cxnLst/>
              <a:rect l="l" t="t" r="r" b="b"/>
              <a:pathLst>
                <a:path w="13711" h="5117" extrusionOk="0">
                  <a:moveTo>
                    <a:pt x="8049" y="0"/>
                  </a:moveTo>
                  <a:cubicBezTo>
                    <a:pt x="7925" y="0"/>
                    <a:pt x="7806" y="38"/>
                    <a:pt x="7706" y="113"/>
                  </a:cubicBezTo>
                  <a:cubicBezTo>
                    <a:pt x="7506" y="246"/>
                    <a:pt x="7473" y="480"/>
                    <a:pt x="7406" y="613"/>
                  </a:cubicBezTo>
                  <a:cubicBezTo>
                    <a:pt x="7373" y="847"/>
                    <a:pt x="7306" y="1147"/>
                    <a:pt x="7306" y="1447"/>
                  </a:cubicBezTo>
                  <a:cubicBezTo>
                    <a:pt x="7206" y="1180"/>
                    <a:pt x="7073" y="880"/>
                    <a:pt x="6806" y="746"/>
                  </a:cubicBezTo>
                  <a:cubicBezTo>
                    <a:pt x="6650" y="657"/>
                    <a:pt x="6480" y="613"/>
                    <a:pt x="6304" y="613"/>
                  </a:cubicBezTo>
                  <a:cubicBezTo>
                    <a:pt x="6216" y="613"/>
                    <a:pt x="6127" y="624"/>
                    <a:pt x="6038" y="646"/>
                  </a:cubicBezTo>
                  <a:cubicBezTo>
                    <a:pt x="5705" y="780"/>
                    <a:pt x="5405" y="1013"/>
                    <a:pt x="5238" y="1314"/>
                  </a:cubicBezTo>
                  <a:cubicBezTo>
                    <a:pt x="5071" y="1580"/>
                    <a:pt x="5038" y="1847"/>
                    <a:pt x="5038" y="2147"/>
                  </a:cubicBezTo>
                  <a:cubicBezTo>
                    <a:pt x="5004" y="2147"/>
                    <a:pt x="5004" y="2114"/>
                    <a:pt x="5004" y="2114"/>
                  </a:cubicBezTo>
                  <a:cubicBezTo>
                    <a:pt x="4904" y="1981"/>
                    <a:pt x="4838" y="1814"/>
                    <a:pt x="4704" y="1647"/>
                  </a:cubicBezTo>
                  <a:cubicBezTo>
                    <a:pt x="4472" y="1285"/>
                    <a:pt x="4099" y="1004"/>
                    <a:pt x="3695" y="1004"/>
                  </a:cubicBezTo>
                  <a:cubicBezTo>
                    <a:pt x="3577" y="1004"/>
                    <a:pt x="3457" y="1027"/>
                    <a:pt x="3337" y="1080"/>
                  </a:cubicBezTo>
                  <a:cubicBezTo>
                    <a:pt x="2903" y="1247"/>
                    <a:pt x="2703" y="1747"/>
                    <a:pt x="2703" y="2147"/>
                  </a:cubicBezTo>
                  <a:lnTo>
                    <a:pt x="2703" y="2581"/>
                  </a:lnTo>
                  <a:cubicBezTo>
                    <a:pt x="2403" y="2248"/>
                    <a:pt x="2069" y="1981"/>
                    <a:pt x="1702" y="1814"/>
                  </a:cubicBezTo>
                  <a:cubicBezTo>
                    <a:pt x="1474" y="1700"/>
                    <a:pt x="1246" y="1648"/>
                    <a:pt x="1050" y="1648"/>
                  </a:cubicBezTo>
                  <a:cubicBezTo>
                    <a:pt x="959" y="1648"/>
                    <a:pt x="875" y="1659"/>
                    <a:pt x="801" y="1680"/>
                  </a:cubicBezTo>
                  <a:cubicBezTo>
                    <a:pt x="334" y="1814"/>
                    <a:pt x="68" y="2281"/>
                    <a:pt x="34" y="2681"/>
                  </a:cubicBezTo>
                  <a:cubicBezTo>
                    <a:pt x="1" y="3115"/>
                    <a:pt x="134" y="3515"/>
                    <a:pt x="234" y="3849"/>
                  </a:cubicBezTo>
                  <a:cubicBezTo>
                    <a:pt x="368" y="4249"/>
                    <a:pt x="535" y="4616"/>
                    <a:pt x="735" y="4949"/>
                  </a:cubicBezTo>
                  <a:cubicBezTo>
                    <a:pt x="801" y="4983"/>
                    <a:pt x="835" y="5016"/>
                    <a:pt x="901" y="5016"/>
                  </a:cubicBezTo>
                  <a:cubicBezTo>
                    <a:pt x="968" y="5016"/>
                    <a:pt x="1002" y="5016"/>
                    <a:pt x="1068" y="5116"/>
                  </a:cubicBezTo>
                  <a:cubicBezTo>
                    <a:pt x="1202" y="5016"/>
                    <a:pt x="1202" y="4883"/>
                    <a:pt x="1168" y="4816"/>
                  </a:cubicBezTo>
                  <a:cubicBezTo>
                    <a:pt x="968" y="4482"/>
                    <a:pt x="801" y="4149"/>
                    <a:pt x="668" y="3815"/>
                  </a:cubicBezTo>
                  <a:cubicBezTo>
                    <a:pt x="535" y="3515"/>
                    <a:pt x="401" y="3182"/>
                    <a:pt x="468" y="2848"/>
                  </a:cubicBezTo>
                  <a:cubicBezTo>
                    <a:pt x="468" y="2548"/>
                    <a:pt x="635" y="2281"/>
                    <a:pt x="901" y="2181"/>
                  </a:cubicBezTo>
                  <a:cubicBezTo>
                    <a:pt x="957" y="2159"/>
                    <a:pt x="1020" y="2147"/>
                    <a:pt x="1088" y="2147"/>
                  </a:cubicBezTo>
                  <a:cubicBezTo>
                    <a:pt x="1224" y="2147"/>
                    <a:pt x="1380" y="2192"/>
                    <a:pt x="1535" y="2281"/>
                  </a:cubicBezTo>
                  <a:cubicBezTo>
                    <a:pt x="2036" y="2481"/>
                    <a:pt x="2503" y="2881"/>
                    <a:pt x="2736" y="3382"/>
                  </a:cubicBezTo>
                  <a:cubicBezTo>
                    <a:pt x="2803" y="3482"/>
                    <a:pt x="2870" y="3515"/>
                    <a:pt x="2970" y="3515"/>
                  </a:cubicBezTo>
                  <a:cubicBezTo>
                    <a:pt x="3036" y="3515"/>
                    <a:pt x="3136" y="3448"/>
                    <a:pt x="3136" y="3348"/>
                  </a:cubicBezTo>
                  <a:cubicBezTo>
                    <a:pt x="3170" y="3115"/>
                    <a:pt x="3136" y="2881"/>
                    <a:pt x="3136" y="2681"/>
                  </a:cubicBezTo>
                  <a:lnTo>
                    <a:pt x="3136" y="2214"/>
                  </a:lnTo>
                  <a:cubicBezTo>
                    <a:pt x="3136" y="1947"/>
                    <a:pt x="3236" y="1614"/>
                    <a:pt x="3503" y="1480"/>
                  </a:cubicBezTo>
                  <a:cubicBezTo>
                    <a:pt x="3558" y="1456"/>
                    <a:pt x="3616" y="1445"/>
                    <a:pt x="3674" y="1445"/>
                  </a:cubicBezTo>
                  <a:cubicBezTo>
                    <a:pt x="3933" y="1445"/>
                    <a:pt x="4207" y="1663"/>
                    <a:pt x="4371" y="1881"/>
                  </a:cubicBezTo>
                  <a:cubicBezTo>
                    <a:pt x="4471" y="2014"/>
                    <a:pt x="4537" y="2147"/>
                    <a:pt x="4637" y="2314"/>
                  </a:cubicBezTo>
                  <a:cubicBezTo>
                    <a:pt x="4804" y="2548"/>
                    <a:pt x="4904" y="2815"/>
                    <a:pt x="5138" y="3015"/>
                  </a:cubicBezTo>
                  <a:cubicBezTo>
                    <a:pt x="5184" y="3038"/>
                    <a:pt x="5246" y="3077"/>
                    <a:pt x="5302" y="3077"/>
                  </a:cubicBezTo>
                  <a:cubicBezTo>
                    <a:pt x="5327" y="3077"/>
                    <a:pt x="5351" y="3069"/>
                    <a:pt x="5371" y="3048"/>
                  </a:cubicBezTo>
                  <a:cubicBezTo>
                    <a:pt x="5471" y="3015"/>
                    <a:pt x="5505" y="2948"/>
                    <a:pt x="5505" y="2848"/>
                  </a:cubicBezTo>
                  <a:cubicBezTo>
                    <a:pt x="5471" y="2448"/>
                    <a:pt x="5405" y="1947"/>
                    <a:pt x="5638" y="1514"/>
                  </a:cubicBezTo>
                  <a:cubicBezTo>
                    <a:pt x="5738" y="1314"/>
                    <a:pt x="5972" y="1113"/>
                    <a:pt x="6172" y="1047"/>
                  </a:cubicBezTo>
                  <a:cubicBezTo>
                    <a:pt x="6221" y="1034"/>
                    <a:pt x="6274" y="1027"/>
                    <a:pt x="6327" y="1027"/>
                  </a:cubicBezTo>
                  <a:cubicBezTo>
                    <a:pt x="6419" y="1027"/>
                    <a:pt x="6509" y="1050"/>
                    <a:pt x="6572" y="1113"/>
                  </a:cubicBezTo>
                  <a:cubicBezTo>
                    <a:pt x="6806" y="1180"/>
                    <a:pt x="6872" y="1447"/>
                    <a:pt x="6972" y="1680"/>
                  </a:cubicBezTo>
                  <a:cubicBezTo>
                    <a:pt x="7039" y="1981"/>
                    <a:pt x="7173" y="2214"/>
                    <a:pt x="7373" y="2448"/>
                  </a:cubicBezTo>
                  <a:cubicBezTo>
                    <a:pt x="7431" y="2487"/>
                    <a:pt x="7479" y="2503"/>
                    <a:pt x="7528" y="2503"/>
                  </a:cubicBezTo>
                  <a:cubicBezTo>
                    <a:pt x="7562" y="2503"/>
                    <a:pt x="7598" y="2495"/>
                    <a:pt x="7640" y="2481"/>
                  </a:cubicBezTo>
                  <a:cubicBezTo>
                    <a:pt x="7706" y="2448"/>
                    <a:pt x="7740" y="2348"/>
                    <a:pt x="7740" y="2281"/>
                  </a:cubicBezTo>
                  <a:cubicBezTo>
                    <a:pt x="7706" y="1781"/>
                    <a:pt x="7740" y="1213"/>
                    <a:pt x="7873" y="713"/>
                  </a:cubicBezTo>
                  <a:cubicBezTo>
                    <a:pt x="7906" y="613"/>
                    <a:pt x="7906" y="480"/>
                    <a:pt x="8007" y="446"/>
                  </a:cubicBezTo>
                  <a:lnTo>
                    <a:pt x="8140" y="446"/>
                  </a:lnTo>
                  <a:cubicBezTo>
                    <a:pt x="8240" y="480"/>
                    <a:pt x="8474" y="680"/>
                    <a:pt x="8540" y="947"/>
                  </a:cubicBezTo>
                  <a:lnTo>
                    <a:pt x="9341" y="2848"/>
                  </a:lnTo>
                  <a:cubicBezTo>
                    <a:pt x="9368" y="2930"/>
                    <a:pt x="9464" y="2990"/>
                    <a:pt x="9534" y="2990"/>
                  </a:cubicBezTo>
                  <a:cubicBezTo>
                    <a:pt x="9549" y="2990"/>
                    <a:pt x="9563" y="2987"/>
                    <a:pt x="9574" y="2981"/>
                  </a:cubicBezTo>
                  <a:cubicBezTo>
                    <a:pt x="9674" y="2981"/>
                    <a:pt x="9741" y="2848"/>
                    <a:pt x="9741" y="2781"/>
                  </a:cubicBezTo>
                  <a:cubicBezTo>
                    <a:pt x="9741" y="2314"/>
                    <a:pt x="9841" y="1847"/>
                    <a:pt x="10008" y="1447"/>
                  </a:cubicBezTo>
                  <a:cubicBezTo>
                    <a:pt x="10041" y="1347"/>
                    <a:pt x="10075" y="1314"/>
                    <a:pt x="10075" y="1314"/>
                  </a:cubicBezTo>
                  <a:cubicBezTo>
                    <a:pt x="10082" y="1310"/>
                    <a:pt x="10089" y="1308"/>
                    <a:pt x="10096" y="1308"/>
                  </a:cubicBezTo>
                  <a:cubicBezTo>
                    <a:pt x="10156" y="1308"/>
                    <a:pt x="10219" y="1431"/>
                    <a:pt x="10308" y="1580"/>
                  </a:cubicBezTo>
                  <a:lnTo>
                    <a:pt x="11042" y="3248"/>
                  </a:lnTo>
                  <a:cubicBezTo>
                    <a:pt x="11075" y="3315"/>
                    <a:pt x="11175" y="3348"/>
                    <a:pt x="11242" y="3348"/>
                  </a:cubicBezTo>
                  <a:cubicBezTo>
                    <a:pt x="11342" y="3348"/>
                    <a:pt x="11409" y="3282"/>
                    <a:pt x="11409" y="3182"/>
                  </a:cubicBezTo>
                  <a:cubicBezTo>
                    <a:pt x="11476" y="2581"/>
                    <a:pt x="11676" y="1981"/>
                    <a:pt x="11976" y="1447"/>
                  </a:cubicBezTo>
                  <a:cubicBezTo>
                    <a:pt x="12076" y="1180"/>
                    <a:pt x="12210" y="1080"/>
                    <a:pt x="12343" y="1080"/>
                  </a:cubicBezTo>
                  <a:cubicBezTo>
                    <a:pt x="12543" y="1080"/>
                    <a:pt x="12710" y="1314"/>
                    <a:pt x="12810" y="1447"/>
                  </a:cubicBezTo>
                  <a:cubicBezTo>
                    <a:pt x="13210" y="2248"/>
                    <a:pt x="13310" y="3182"/>
                    <a:pt x="12977" y="4015"/>
                  </a:cubicBezTo>
                  <a:cubicBezTo>
                    <a:pt x="12910" y="4116"/>
                    <a:pt x="12977" y="4249"/>
                    <a:pt x="13077" y="4282"/>
                  </a:cubicBezTo>
                  <a:cubicBezTo>
                    <a:pt x="13100" y="4290"/>
                    <a:pt x="13126" y="4294"/>
                    <a:pt x="13152" y="4294"/>
                  </a:cubicBezTo>
                  <a:cubicBezTo>
                    <a:pt x="13234" y="4294"/>
                    <a:pt x="13318" y="4251"/>
                    <a:pt x="13344" y="4149"/>
                  </a:cubicBezTo>
                  <a:cubicBezTo>
                    <a:pt x="13711" y="3182"/>
                    <a:pt x="13644" y="2081"/>
                    <a:pt x="13144" y="1180"/>
                  </a:cubicBezTo>
                  <a:cubicBezTo>
                    <a:pt x="12910" y="813"/>
                    <a:pt x="12643" y="613"/>
                    <a:pt x="12310" y="613"/>
                  </a:cubicBezTo>
                  <a:cubicBezTo>
                    <a:pt x="11876" y="646"/>
                    <a:pt x="11676" y="1080"/>
                    <a:pt x="11576" y="1180"/>
                  </a:cubicBezTo>
                  <a:cubicBezTo>
                    <a:pt x="11342" y="1614"/>
                    <a:pt x="11209" y="2014"/>
                    <a:pt x="11075" y="2448"/>
                  </a:cubicBezTo>
                  <a:lnTo>
                    <a:pt x="10642" y="1414"/>
                  </a:lnTo>
                  <a:cubicBezTo>
                    <a:pt x="10506" y="1061"/>
                    <a:pt x="10283" y="885"/>
                    <a:pt x="10043" y="885"/>
                  </a:cubicBezTo>
                  <a:cubicBezTo>
                    <a:pt x="9987" y="885"/>
                    <a:pt x="9931" y="894"/>
                    <a:pt x="9875" y="913"/>
                  </a:cubicBezTo>
                  <a:cubicBezTo>
                    <a:pt x="9708" y="980"/>
                    <a:pt x="9574" y="1147"/>
                    <a:pt x="9541" y="1280"/>
                  </a:cubicBezTo>
                  <a:cubicBezTo>
                    <a:pt x="9474" y="1480"/>
                    <a:pt x="9374" y="1680"/>
                    <a:pt x="9341" y="1914"/>
                  </a:cubicBezTo>
                  <a:lnTo>
                    <a:pt x="8874" y="780"/>
                  </a:lnTo>
                  <a:cubicBezTo>
                    <a:pt x="8740" y="480"/>
                    <a:pt x="8474" y="113"/>
                    <a:pt x="8173" y="13"/>
                  </a:cubicBezTo>
                  <a:cubicBezTo>
                    <a:pt x="8132" y="4"/>
                    <a:pt x="8090" y="0"/>
                    <a:pt x="80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4"/>
            <p:cNvSpPr/>
            <p:nvPr/>
          </p:nvSpPr>
          <p:spPr>
            <a:xfrm>
              <a:off x="4991325" y="4679675"/>
              <a:ext cx="278575" cy="142500"/>
            </a:xfrm>
            <a:custGeom>
              <a:avLst/>
              <a:gdLst/>
              <a:ahLst/>
              <a:cxnLst/>
              <a:rect l="l" t="t" r="r" b="b"/>
              <a:pathLst>
                <a:path w="11143" h="5700" extrusionOk="0">
                  <a:moveTo>
                    <a:pt x="8107" y="1"/>
                  </a:moveTo>
                  <a:cubicBezTo>
                    <a:pt x="7719" y="1"/>
                    <a:pt x="7377" y="311"/>
                    <a:pt x="7206" y="596"/>
                  </a:cubicBezTo>
                  <a:cubicBezTo>
                    <a:pt x="7006" y="930"/>
                    <a:pt x="6872" y="1297"/>
                    <a:pt x="6806" y="1730"/>
                  </a:cubicBezTo>
                  <a:lnTo>
                    <a:pt x="6806" y="1563"/>
                  </a:lnTo>
                  <a:cubicBezTo>
                    <a:pt x="6739" y="1230"/>
                    <a:pt x="6706" y="796"/>
                    <a:pt x="6405" y="563"/>
                  </a:cubicBezTo>
                  <a:cubicBezTo>
                    <a:pt x="6274" y="432"/>
                    <a:pt x="6102" y="342"/>
                    <a:pt x="5904" y="342"/>
                  </a:cubicBezTo>
                  <a:cubicBezTo>
                    <a:pt x="5851" y="342"/>
                    <a:pt x="5795" y="348"/>
                    <a:pt x="5738" y="363"/>
                  </a:cubicBezTo>
                  <a:cubicBezTo>
                    <a:pt x="5405" y="429"/>
                    <a:pt x="5138" y="596"/>
                    <a:pt x="4971" y="896"/>
                  </a:cubicBezTo>
                  <a:cubicBezTo>
                    <a:pt x="4804" y="1130"/>
                    <a:pt x="4704" y="1430"/>
                    <a:pt x="4704" y="1730"/>
                  </a:cubicBezTo>
                  <a:cubicBezTo>
                    <a:pt x="4293" y="1222"/>
                    <a:pt x="3881" y="1082"/>
                    <a:pt x="3559" y="1082"/>
                  </a:cubicBezTo>
                  <a:cubicBezTo>
                    <a:pt x="3437" y="1082"/>
                    <a:pt x="3328" y="1102"/>
                    <a:pt x="3236" y="1130"/>
                  </a:cubicBezTo>
                  <a:cubicBezTo>
                    <a:pt x="2903" y="1297"/>
                    <a:pt x="2669" y="1597"/>
                    <a:pt x="2536" y="2064"/>
                  </a:cubicBezTo>
                  <a:cubicBezTo>
                    <a:pt x="2402" y="1864"/>
                    <a:pt x="2236" y="1697"/>
                    <a:pt x="2036" y="1563"/>
                  </a:cubicBezTo>
                  <a:cubicBezTo>
                    <a:pt x="1788" y="1409"/>
                    <a:pt x="1511" y="1333"/>
                    <a:pt x="1243" y="1333"/>
                  </a:cubicBezTo>
                  <a:cubicBezTo>
                    <a:pt x="933" y="1333"/>
                    <a:pt x="633" y="1434"/>
                    <a:pt x="401" y="1630"/>
                  </a:cubicBezTo>
                  <a:cubicBezTo>
                    <a:pt x="134" y="1897"/>
                    <a:pt x="1" y="2364"/>
                    <a:pt x="34" y="2898"/>
                  </a:cubicBezTo>
                  <a:cubicBezTo>
                    <a:pt x="67" y="3565"/>
                    <a:pt x="334" y="4199"/>
                    <a:pt x="701" y="4732"/>
                  </a:cubicBezTo>
                  <a:cubicBezTo>
                    <a:pt x="765" y="4775"/>
                    <a:pt x="828" y="4817"/>
                    <a:pt x="891" y="4817"/>
                  </a:cubicBezTo>
                  <a:cubicBezTo>
                    <a:pt x="928" y="4817"/>
                    <a:pt x="965" y="4802"/>
                    <a:pt x="1001" y="4766"/>
                  </a:cubicBezTo>
                  <a:cubicBezTo>
                    <a:pt x="1068" y="4699"/>
                    <a:pt x="1135" y="4566"/>
                    <a:pt x="1035" y="4465"/>
                  </a:cubicBezTo>
                  <a:cubicBezTo>
                    <a:pt x="701" y="4032"/>
                    <a:pt x="501" y="3431"/>
                    <a:pt x="468" y="2864"/>
                  </a:cubicBezTo>
                  <a:cubicBezTo>
                    <a:pt x="401" y="2564"/>
                    <a:pt x="468" y="2197"/>
                    <a:pt x="701" y="1930"/>
                  </a:cubicBezTo>
                  <a:cubicBezTo>
                    <a:pt x="846" y="1785"/>
                    <a:pt x="1038" y="1726"/>
                    <a:pt x="1232" y="1726"/>
                  </a:cubicBezTo>
                  <a:cubicBezTo>
                    <a:pt x="1439" y="1726"/>
                    <a:pt x="1647" y="1794"/>
                    <a:pt x="1802" y="1897"/>
                  </a:cubicBezTo>
                  <a:cubicBezTo>
                    <a:pt x="2202" y="2164"/>
                    <a:pt x="2369" y="2664"/>
                    <a:pt x="2469" y="2998"/>
                  </a:cubicBezTo>
                  <a:cubicBezTo>
                    <a:pt x="2503" y="3098"/>
                    <a:pt x="2569" y="3131"/>
                    <a:pt x="2703" y="3131"/>
                  </a:cubicBezTo>
                  <a:cubicBezTo>
                    <a:pt x="2803" y="3131"/>
                    <a:pt x="2869" y="3064"/>
                    <a:pt x="2869" y="2931"/>
                  </a:cubicBezTo>
                  <a:cubicBezTo>
                    <a:pt x="2836" y="2698"/>
                    <a:pt x="2836" y="1764"/>
                    <a:pt x="3370" y="1563"/>
                  </a:cubicBezTo>
                  <a:cubicBezTo>
                    <a:pt x="3441" y="1535"/>
                    <a:pt x="3512" y="1522"/>
                    <a:pt x="3583" y="1522"/>
                  </a:cubicBezTo>
                  <a:cubicBezTo>
                    <a:pt x="4017" y="1522"/>
                    <a:pt x="4451" y="2001"/>
                    <a:pt x="4737" y="2431"/>
                  </a:cubicBezTo>
                  <a:cubicBezTo>
                    <a:pt x="4813" y="2506"/>
                    <a:pt x="4888" y="2543"/>
                    <a:pt x="4949" y="2543"/>
                  </a:cubicBezTo>
                  <a:cubicBezTo>
                    <a:pt x="4969" y="2543"/>
                    <a:pt x="4988" y="2539"/>
                    <a:pt x="5004" y="2531"/>
                  </a:cubicBezTo>
                  <a:cubicBezTo>
                    <a:pt x="5071" y="2464"/>
                    <a:pt x="5138" y="2397"/>
                    <a:pt x="5138" y="2297"/>
                  </a:cubicBezTo>
                  <a:cubicBezTo>
                    <a:pt x="5071" y="1864"/>
                    <a:pt x="5071" y="1430"/>
                    <a:pt x="5305" y="1096"/>
                  </a:cubicBezTo>
                  <a:cubicBezTo>
                    <a:pt x="5371" y="930"/>
                    <a:pt x="5571" y="830"/>
                    <a:pt x="5805" y="763"/>
                  </a:cubicBezTo>
                  <a:cubicBezTo>
                    <a:pt x="5872" y="763"/>
                    <a:pt x="6005" y="763"/>
                    <a:pt x="6138" y="863"/>
                  </a:cubicBezTo>
                  <a:cubicBezTo>
                    <a:pt x="6305" y="1030"/>
                    <a:pt x="6305" y="1330"/>
                    <a:pt x="6339" y="1597"/>
                  </a:cubicBezTo>
                  <a:cubicBezTo>
                    <a:pt x="6372" y="2030"/>
                    <a:pt x="6472" y="2497"/>
                    <a:pt x="6872" y="2664"/>
                  </a:cubicBezTo>
                  <a:cubicBezTo>
                    <a:pt x="6972" y="2664"/>
                    <a:pt x="7039" y="2664"/>
                    <a:pt x="7072" y="2597"/>
                  </a:cubicBezTo>
                  <a:cubicBezTo>
                    <a:pt x="7139" y="2564"/>
                    <a:pt x="7173" y="2531"/>
                    <a:pt x="7173" y="2431"/>
                  </a:cubicBezTo>
                  <a:cubicBezTo>
                    <a:pt x="7139" y="1864"/>
                    <a:pt x="7306" y="1330"/>
                    <a:pt x="7573" y="830"/>
                  </a:cubicBezTo>
                  <a:cubicBezTo>
                    <a:pt x="7720" y="624"/>
                    <a:pt x="7945" y="418"/>
                    <a:pt x="8133" y="418"/>
                  </a:cubicBezTo>
                  <a:cubicBezTo>
                    <a:pt x="8158" y="418"/>
                    <a:pt x="8183" y="421"/>
                    <a:pt x="8207" y="429"/>
                  </a:cubicBezTo>
                  <a:cubicBezTo>
                    <a:pt x="8373" y="496"/>
                    <a:pt x="8507" y="696"/>
                    <a:pt x="8540" y="1063"/>
                  </a:cubicBezTo>
                  <a:cubicBezTo>
                    <a:pt x="8674" y="1830"/>
                    <a:pt x="8707" y="2597"/>
                    <a:pt x="8674" y="3365"/>
                  </a:cubicBezTo>
                  <a:cubicBezTo>
                    <a:pt x="8640" y="3431"/>
                    <a:pt x="8707" y="3531"/>
                    <a:pt x="8807" y="3565"/>
                  </a:cubicBezTo>
                  <a:cubicBezTo>
                    <a:pt x="8825" y="3574"/>
                    <a:pt x="8848" y="3578"/>
                    <a:pt x="8872" y="3578"/>
                  </a:cubicBezTo>
                  <a:cubicBezTo>
                    <a:pt x="8938" y="3578"/>
                    <a:pt x="9016" y="3547"/>
                    <a:pt x="9041" y="3498"/>
                  </a:cubicBezTo>
                  <a:lnTo>
                    <a:pt x="9874" y="2264"/>
                  </a:lnTo>
                  <a:cubicBezTo>
                    <a:pt x="9935" y="2203"/>
                    <a:pt x="10134" y="1922"/>
                    <a:pt x="10295" y="1922"/>
                  </a:cubicBezTo>
                  <a:cubicBezTo>
                    <a:pt x="10311" y="1922"/>
                    <a:pt x="10326" y="1924"/>
                    <a:pt x="10341" y="1930"/>
                  </a:cubicBezTo>
                  <a:cubicBezTo>
                    <a:pt x="10475" y="1997"/>
                    <a:pt x="10508" y="2097"/>
                    <a:pt x="10542" y="2331"/>
                  </a:cubicBezTo>
                  <a:cubicBezTo>
                    <a:pt x="10708" y="3165"/>
                    <a:pt x="10675" y="4065"/>
                    <a:pt x="10442" y="4899"/>
                  </a:cubicBezTo>
                  <a:cubicBezTo>
                    <a:pt x="10375" y="5066"/>
                    <a:pt x="10308" y="5266"/>
                    <a:pt x="10442" y="5500"/>
                  </a:cubicBezTo>
                  <a:cubicBezTo>
                    <a:pt x="10508" y="5600"/>
                    <a:pt x="10642" y="5700"/>
                    <a:pt x="10808" y="5700"/>
                  </a:cubicBezTo>
                  <a:cubicBezTo>
                    <a:pt x="10975" y="5700"/>
                    <a:pt x="11042" y="5566"/>
                    <a:pt x="11075" y="5433"/>
                  </a:cubicBezTo>
                  <a:cubicBezTo>
                    <a:pt x="11142" y="5299"/>
                    <a:pt x="11042" y="5199"/>
                    <a:pt x="10909" y="5199"/>
                  </a:cubicBezTo>
                  <a:cubicBezTo>
                    <a:pt x="10898" y="5179"/>
                    <a:pt x="10885" y="5171"/>
                    <a:pt x="10869" y="5171"/>
                  </a:cubicBezTo>
                  <a:cubicBezTo>
                    <a:pt x="10834" y="5171"/>
                    <a:pt x="10788" y="5210"/>
                    <a:pt x="10742" y="5233"/>
                  </a:cubicBezTo>
                  <a:cubicBezTo>
                    <a:pt x="10742" y="5133"/>
                    <a:pt x="10808" y="5066"/>
                    <a:pt x="10808" y="5033"/>
                  </a:cubicBezTo>
                  <a:cubicBezTo>
                    <a:pt x="11042" y="4099"/>
                    <a:pt x="11075" y="3131"/>
                    <a:pt x="10909" y="2231"/>
                  </a:cubicBezTo>
                  <a:cubicBezTo>
                    <a:pt x="10875" y="2097"/>
                    <a:pt x="10808" y="1630"/>
                    <a:pt x="10475" y="1530"/>
                  </a:cubicBezTo>
                  <a:cubicBezTo>
                    <a:pt x="10407" y="1501"/>
                    <a:pt x="10328" y="1480"/>
                    <a:pt x="10241" y="1480"/>
                  </a:cubicBezTo>
                  <a:cubicBezTo>
                    <a:pt x="10029" y="1480"/>
                    <a:pt x="9768" y="1604"/>
                    <a:pt x="9508" y="2030"/>
                  </a:cubicBezTo>
                  <a:lnTo>
                    <a:pt x="9041" y="2698"/>
                  </a:lnTo>
                  <a:cubicBezTo>
                    <a:pt x="9041" y="2097"/>
                    <a:pt x="9007" y="1530"/>
                    <a:pt x="8907" y="963"/>
                  </a:cubicBezTo>
                  <a:cubicBezTo>
                    <a:pt x="8874" y="796"/>
                    <a:pt x="8807" y="196"/>
                    <a:pt x="8307" y="29"/>
                  </a:cubicBezTo>
                  <a:cubicBezTo>
                    <a:pt x="8239" y="10"/>
                    <a:pt x="8172" y="1"/>
                    <a:pt x="81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4"/>
            <p:cNvSpPr/>
            <p:nvPr/>
          </p:nvSpPr>
          <p:spPr>
            <a:xfrm>
              <a:off x="6338950" y="4374000"/>
              <a:ext cx="212675" cy="144625"/>
            </a:xfrm>
            <a:custGeom>
              <a:avLst/>
              <a:gdLst/>
              <a:ahLst/>
              <a:cxnLst/>
              <a:rect l="l" t="t" r="r" b="b"/>
              <a:pathLst>
                <a:path w="8507" h="5785" extrusionOk="0">
                  <a:moveTo>
                    <a:pt x="3878" y="1"/>
                  </a:moveTo>
                  <a:cubicBezTo>
                    <a:pt x="3813" y="1"/>
                    <a:pt x="3745" y="17"/>
                    <a:pt x="3670" y="47"/>
                  </a:cubicBezTo>
                  <a:cubicBezTo>
                    <a:pt x="3370" y="114"/>
                    <a:pt x="3137" y="448"/>
                    <a:pt x="3003" y="714"/>
                  </a:cubicBezTo>
                  <a:lnTo>
                    <a:pt x="2503" y="1782"/>
                  </a:lnTo>
                  <a:cubicBezTo>
                    <a:pt x="2469" y="1748"/>
                    <a:pt x="2469" y="1715"/>
                    <a:pt x="2469" y="1648"/>
                  </a:cubicBezTo>
                  <a:cubicBezTo>
                    <a:pt x="2436" y="1482"/>
                    <a:pt x="2436" y="1281"/>
                    <a:pt x="2303" y="1115"/>
                  </a:cubicBezTo>
                  <a:cubicBezTo>
                    <a:pt x="2169" y="948"/>
                    <a:pt x="2002" y="814"/>
                    <a:pt x="1802" y="781"/>
                  </a:cubicBezTo>
                  <a:cubicBezTo>
                    <a:pt x="1756" y="775"/>
                    <a:pt x="1711" y="773"/>
                    <a:pt x="1665" y="773"/>
                  </a:cubicBezTo>
                  <a:cubicBezTo>
                    <a:pt x="1445" y="773"/>
                    <a:pt x="1228" y="837"/>
                    <a:pt x="1035" y="948"/>
                  </a:cubicBezTo>
                  <a:cubicBezTo>
                    <a:pt x="701" y="1215"/>
                    <a:pt x="535" y="1582"/>
                    <a:pt x="435" y="1915"/>
                  </a:cubicBezTo>
                  <a:cubicBezTo>
                    <a:pt x="168" y="2616"/>
                    <a:pt x="1" y="3316"/>
                    <a:pt x="1" y="4083"/>
                  </a:cubicBezTo>
                  <a:cubicBezTo>
                    <a:pt x="1" y="4217"/>
                    <a:pt x="101" y="4284"/>
                    <a:pt x="201" y="4284"/>
                  </a:cubicBezTo>
                  <a:cubicBezTo>
                    <a:pt x="335" y="4284"/>
                    <a:pt x="435" y="4217"/>
                    <a:pt x="435" y="4083"/>
                  </a:cubicBezTo>
                  <a:cubicBezTo>
                    <a:pt x="435" y="3383"/>
                    <a:pt x="535" y="2716"/>
                    <a:pt x="802" y="2049"/>
                  </a:cubicBezTo>
                  <a:cubicBezTo>
                    <a:pt x="935" y="1748"/>
                    <a:pt x="1035" y="1448"/>
                    <a:pt x="1302" y="1281"/>
                  </a:cubicBezTo>
                  <a:cubicBezTo>
                    <a:pt x="1396" y="1234"/>
                    <a:pt x="1507" y="1187"/>
                    <a:pt x="1600" y="1187"/>
                  </a:cubicBezTo>
                  <a:cubicBezTo>
                    <a:pt x="1638" y="1187"/>
                    <a:pt x="1673" y="1195"/>
                    <a:pt x="1702" y="1215"/>
                  </a:cubicBezTo>
                  <a:cubicBezTo>
                    <a:pt x="1769" y="1215"/>
                    <a:pt x="1869" y="1248"/>
                    <a:pt x="1936" y="1315"/>
                  </a:cubicBezTo>
                  <a:cubicBezTo>
                    <a:pt x="2002" y="1415"/>
                    <a:pt x="2002" y="1582"/>
                    <a:pt x="2036" y="1715"/>
                  </a:cubicBezTo>
                  <a:cubicBezTo>
                    <a:pt x="2036" y="1949"/>
                    <a:pt x="2136" y="2249"/>
                    <a:pt x="2369" y="2416"/>
                  </a:cubicBezTo>
                  <a:lnTo>
                    <a:pt x="2536" y="2416"/>
                  </a:lnTo>
                  <a:lnTo>
                    <a:pt x="2670" y="2282"/>
                  </a:lnTo>
                  <a:lnTo>
                    <a:pt x="3337" y="881"/>
                  </a:lnTo>
                  <a:cubicBezTo>
                    <a:pt x="3437" y="614"/>
                    <a:pt x="3604" y="448"/>
                    <a:pt x="3704" y="414"/>
                  </a:cubicBezTo>
                  <a:lnTo>
                    <a:pt x="3770" y="414"/>
                  </a:lnTo>
                  <a:cubicBezTo>
                    <a:pt x="4037" y="948"/>
                    <a:pt x="4004" y="1615"/>
                    <a:pt x="3937" y="2316"/>
                  </a:cubicBezTo>
                  <a:cubicBezTo>
                    <a:pt x="3837" y="2983"/>
                    <a:pt x="3770" y="3683"/>
                    <a:pt x="4037" y="4384"/>
                  </a:cubicBezTo>
                  <a:cubicBezTo>
                    <a:pt x="4037" y="4450"/>
                    <a:pt x="4137" y="4484"/>
                    <a:pt x="4204" y="4484"/>
                  </a:cubicBezTo>
                  <a:cubicBezTo>
                    <a:pt x="4304" y="4484"/>
                    <a:pt x="4371" y="4450"/>
                    <a:pt x="4437" y="4384"/>
                  </a:cubicBezTo>
                  <a:lnTo>
                    <a:pt x="5605" y="2316"/>
                  </a:lnTo>
                  <a:cubicBezTo>
                    <a:pt x="5638" y="2282"/>
                    <a:pt x="5672" y="2149"/>
                    <a:pt x="5705" y="2149"/>
                  </a:cubicBezTo>
                  <a:cubicBezTo>
                    <a:pt x="5772" y="2149"/>
                    <a:pt x="5838" y="2215"/>
                    <a:pt x="5872" y="2282"/>
                  </a:cubicBezTo>
                  <a:cubicBezTo>
                    <a:pt x="5939" y="2382"/>
                    <a:pt x="5939" y="2549"/>
                    <a:pt x="5939" y="2716"/>
                  </a:cubicBezTo>
                  <a:lnTo>
                    <a:pt x="5838" y="4717"/>
                  </a:lnTo>
                  <a:cubicBezTo>
                    <a:pt x="5838" y="4784"/>
                    <a:pt x="5872" y="4884"/>
                    <a:pt x="5972" y="4917"/>
                  </a:cubicBezTo>
                  <a:cubicBezTo>
                    <a:pt x="5982" y="4927"/>
                    <a:pt x="6000" y="4931"/>
                    <a:pt x="6022" y="4931"/>
                  </a:cubicBezTo>
                  <a:cubicBezTo>
                    <a:pt x="6075" y="4931"/>
                    <a:pt x="6148" y="4908"/>
                    <a:pt x="6172" y="4884"/>
                  </a:cubicBezTo>
                  <a:lnTo>
                    <a:pt x="7673" y="3450"/>
                  </a:lnTo>
                  <a:cubicBezTo>
                    <a:pt x="7840" y="3316"/>
                    <a:pt x="7940" y="3316"/>
                    <a:pt x="7940" y="3316"/>
                  </a:cubicBezTo>
                  <a:cubicBezTo>
                    <a:pt x="7973" y="3383"/>
                    <a:pt x="7973" y="3450"/>
                    <a:pt x="7973" y="3616"/>
                  </a:cubicBezTo>
                  <a:cubicBezTo>
                    <a:pt x="7940" y="4284"/>
                    <a:pt x="7673" y="4917"/>
                    <a:pt x="7273" y="5451"/>
                  </a:cubicBezTo>
                  <a:cubicBezTo>
                    <a:pt x="7173" y="5551"/>
                    <a:pt x="7239" y="5651"/>
                    <a:pt x="7306" y="5751"/>
                  </a:cubicBezTo>
                  <a:cubicBezTo>
                    <a:pt x="7340" y="5785"/>
                    <a:pt x="7373" y="5785"/>
                    <a:pt x="7440" y="5785"/>
                  </a:cubicBezTo>
                  <a:cubicBezTo>
                    <a:pt x="7506" y="5785"/>
                    <a:pt x="7573" y="5751"/>
                    <a:pt x="7673" y="5718"/>
                  </a:cubicBezTo>
                  <a:cubicBezTo>
                    <a:pt x="8107" y="5118"/>
                    <a:pt x="8374" y="4417"/>
                    <a:pt x="8474" y="3650"/>
                  </a:cubicBezTo>
                  <a:cubicBezTo>
                    <a:pt x="8507" y="3316"/>
                    <a:pt x="8440" y="3049"/>
                    <a:pt x="8173" y="2949"/>
                  </a:cubicBezTo>
                  <a:cubicBezTo>
                    <a:pt x="8110" y="2914"/>
                    <a:pt x="8047" y="2900"/>
                    <a:pt x="7988" y="2900"/>
                  </a:cubicBezTo>
                  <a:cubicBezTo>
                    <a:pt x="7767" y="2900"/>
                    <a:pt x="7585" y="3097"/>
                    <a:pt x="7506" y="3149"/>
                  </a:cubicBezTo>
                  <a:lnTo>
                    <a:pt x="6372" y="4250"/>
                  </a:lnTo>
                  <a:lnTo>
                    <a:pt x="6372" y="4250"/>
                  </a:lnTo>
                  <a:lnTo>
                    <a:pt x="6439" y="2749"/>
                  </a:lnTo>
                  <a:cubicBezTo>
                    <a:pt x="6439" y="2582"/>
                    <a:pt x="6472" y="2316"/>
                    <a:pt x="6339" y="2115"/>
                  </a:cubicBezTo>
                  <a:cubicBezTo>
                    <a:pt x="6230" y="1952"/>
                    <a:pt x="6032" y="1789"/>
                    <a:pt x="5800" y="1789"/>
                  </a:cubicBezTo>
                  <a:cubicBezTo>
                    <a:pt x="5747" y="1789"/>
                    <a:pt x="5693" y="1797"/>
                    <a:pt x="5638" y="1815"/>
                  </a:cubicBezTo>
                  <a:cubicBezTo>
                    <a:pt x="5472" y="1882"/>
                    <a:pt x="5338" y="2049"/>
                    <a:pt x="5305" y="2149"/>
                  </a:cubicBezTo>
                  <a:lnTo>
                    <a:pt x="4371" y="3783"/>
                  </a:lnTo>
                  <a:cubicBezTo>
                    <a:pt x="4337" y="3383"/>
                    <a:pt x="4371" y="2916"/>
                    <a:pt x="4437" y="2416"/>
                  </a:cubicBezTo>
                  <a:cubicBezTo>
                    <a:pt x="4504" y="1615"/>
                    <a:pt x="4604" y="814"/>
                    <a:pt x="4171" y="147"/>
                  </a:cubicBezTo>
                  <a:cubicBezTo>
                    <a:pt x="4137" y="114"/>
                    <a:pt x="4137" y="81"/>
                    <a:pt x="4104" y="81"/>
                  </a:cubicBezTo>
                  <a:cubicBezTo>
                    <a:pt x="4030" y="26"/>
                    <a:pt x="3957" y="1"/>
                    <a:pt x="38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 name="Google Shape;660;p14"/>
          <p:cNvGrpSpPr/>
          <p:nvPr/>
        </p:nvGrpSpPr>
        <p:grpSpPr>
          <a:xfrm rot="217246">
            <a:off x="7844995" y="4044269"/>
            <a:ext cx="803720" cy="392993"/>
            <a:chOff x="1052625" y="1286000"/>
            <a:chExt cx="1586150" cy="775575"/>
          </a:xfrm>
        </p:grpSpPr>
        <p:sp>
          <p:nvSpPr>
            <p:cNvPr id="661" name="Google Shape;661;p14"/>
            <p:cNvSpPr/>
            <p:nvPr/>
          </p:nvSpPr>
          <p:spPr>
            <a:xfrm>
              <a:off x="1196900" y="1286000"/>
              <a:ext cx="1274250" cy="770575"/>
            </a:xfrm>
            <a:custGeom>
              <a:avLst/>
              <a:gdLst/>
              <a:ahLst/>
              <a:cxnLst/>
              <a:rect l="l" t="t" r="r" b="b"/>
              <a:pathLst>
                <a:path w="50970" h="30823" extrusionOk="0">
                  <a:moveTo>
                    <a:pt x="49669" y="12943"/>
                  </a:moveTo>
                  <a:cubicBezTo>
                    <a:pt x="50970" y="23951"/>
                    <a:pt x="3736" y="30823"/>
                    <a:pt x="1935" y="18180"/>
                  </a:cubicBezTo>
                  <a:cubicBezTo>
                    <a:pt x="0" y="4470"/>
                    <a:pt x="48168" y="1"/>
                    <a:pt x="49669" y="1294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1052625" y="1347700"/>
              <a:ext cx="1586150" cy="713875"/>
            </a:xfrm>
            <a:custGeom>
              <a:avLst/>
              <a:gdLst/>
              <a:ahLst/>
              <a:cxnLst/>
              <a:rect l="l" t="t" r="r" b="b"/>
              <a:pathLst>
                <a:path w="63446" h="28555" fill="none" extrusionOk="0">
                  <a:moveTo>
                    <a:pt x="51637" y="3770"/>
                  </a:moveTo>
                  <a:cubicBezTo>
                    <a:pt x="46534" y="2436"/>
                    <a:pt x="601" y="12010"/>
                    <a:pt x="7339" y="18181"/>
                  </a:cubicBezTo>
                  <a:cubicBezTo>
                    <a:pt x="14044" y="24352"/>
                    <a:pt x="44399" y="17347"/>
                    <a:pt x="53272" y="11342"/>
                  </a:cubicBezTo>
                  <a:cubicBezTo>
                    <a:pt x="62145" y="5338"/>
                    <a:pt x="33424" y="2403"/>
                    <a:pt x="20882" y="4904"/>
                  </a:cubicBezTo>
                  <a:cubicBezTo>
                    <a:pt x="8340" y="7406"/>
                    <a:pt x="0" y="14478"/>
                    <a:pt x="13877" y="21516"/>
                  </a:cubicBezTo>
                  <a:cubicBezTo>
                    <a:pt x="27787" y="28555"/>
                    <a:pt x="59243" y="15712"/>
                    <a:pt x="52738" y="8340"/>
                  </a:cubicBezTo>
                  <a:cubicBezTo>
                    <a:pt x="46200" y="1035"/>
                    <a:pt x="10908" y="902"/>
                    <a:pt x="7906" y="13044"/>
                  </a:cubicBezTo>
                  <a:cubicBezTo>
                    <a:pt x="4871" y="25186"/>
                    <a:pt x="42764" y="22050"/>
                    <a:pt x="50703" y="13811"/>
                  </a:cubicBezTo>
                  <a:cubicBezTo>
                    <a:pt x="58576" y="5605"/>
                    <a:pt x="35226" y="2836"/>
                    <a:pt x="24551" y="2803"/>
                  </a:cubicBezTo>
                  <a:cubicBezTo>
                    <a:pt x="13877" y="2770"/>
                    <a:pt x="1068" y="16446"/>
                    <a:pt x="11609" y="21683"/>
                  </a:cubicBezTo>
                  <a:cubicBezTo>
                    <a:pt x="22150" y="26954"/>
                    <a:pt x="51971" y="18014"/>
                    <a:pt x="55073" y="14178"/>
                  </a:cubicBezTo>
                  <a:cubicBezTo>
                    <a:pt x="58209" y="10342"/>
                    <a:pt x="48769" y="301"/>
                    <a:pt x="35993" y="1535"/>
                  </a:cubicBezTo>
                  <a:cubicBezTo>
                    <a:pt x="23250" y="2803"/>
                    <a:pt x="7272" y="7673"/>
                    <a:pt x="6805" y="15345"/>
                  </a:cubicBezTo>
                  <a:cubicBezTo>
                    <a:pt x="6372" y="22984"/>
                    <a:pt x="37327" y="20015"/>
                    <a:pt x="49703" y="14812"/>
                  </a:cubicBezTo>
                  <a:cubicBezTo>
                    <a:pt x="62045" y="9575"/>
                    <a:pt x="45933" y="3036"/>
                    <a:pt x="40096" y="1902"/>
                  </a:cubicBezTo>
                  <a:cubicBezTo>
                    <a:pt x="34258" y="802"/>
                    <a:pt x="14477" y="2670"/>
                    <a:pt x="11108" y="12844"/>
                  </a:cubicBezTo>
                  <a:cubicBezTo>
                    <a:pt x="7739" y="22984"/>
                    <a:pt x="32757" y="23885"/>
                    <a:pt x="46400" y="18748"/>
                  </a:cubicBezTo>
                  <a:cubicBezTo>
                    <a:pt x="60043" y="13644"/>
                    <a:pt x="51571" y="3403"/>
                    <a:pt x="37727" y="3070"/>
                  </a:cubicBezTo>
                  <a:cubicBezTo>
                    <a:pt x="23917" y="2736"/>
                    <a:pt x="9941" y="3203"/>
                    <a:pt x="8940" y="12310"/>
                  </a:cubicBezTo>
                  <a:cubicBezTo>
                    <a:pt x="7939" y="21383"/>
                    <a:pt x="32457" y="17880"/>
                    <a:pt x="47935" y="15145"/>
                  </a:cubicBezTo>
                  <a:cubicBezTo>
                    <a:pt x="63446" y="12377"/>
                    <a:pt x="55907" y="5538"/>
                    <a:pt x="46067" y="2803"/>
                  </a:cubicBezTo>
                  <a:cubicBezTo>
                    <a:pt x="36260" y="1"/>
                    <a:pt x="10441" y="4471"/>
                    <a:pt x="9174" y="13778"/>
                  </a:cubicBezTo>
                  <a:cubicBezTo>
                    <a:pt x="7873" y="23051"/>
                    <a:pt x="42964" y="22684"/>
                    <a:pt x="52438" y="18047"/>
                  </a:cubicBezTo>
                  <a:cubicBezTo>
                    <a:pt x="61911" y="13444"/>
                    <a:pt x="54539" y="5838"/>
                    <a:pt x="44799" y="3503"/>
                  </a:cubicBezTo>
                  <a:cubicBezTo>
                    <a:pt x="35092" y="1168"/>
                    <a:pt x="11842" y="7973"/>
                    <a:pt x="5204" y="17380"/>
                  </a:cubicBezTo>
                </a:path>
              </a:pathLst>
            </a:custGeom>
            <a:noFill/>
            <a:ln w="17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1661400" y="1434450"/>
              <a:ext cx="294400" cy="319400"/>
            </a:xfrm>
            <a:custGeom>
              <a:avLst/>
              <a:gdLst/>
              <a:ahLst/>
              <a:cxnLst/>
              <a:rect l="l" t="t" r="r" b="b"/>
              <a:pathLst>
                <a:path w="11776" h="12776" extrusionOk="0">
                  <a:moveTo>
                    <a:pt x="4670" y="534"/>
                  </a:moveTo>
                  <a:cubicBezTo>
                    <a:pt x="7606" y="0"/>
                    <a:pt x="10708" y="3169"/>
                    <a:pt x="11442" y="7039"/>
                  </a:cubicBezTo>
                  <a:cubicBezTo>
                    <a:pt x="11775" y="8773"/>
                    <a:pt x="11575" y="10408"/>
                    <a:pt x="10941" y="11709"/>
                  </a:cubicBezTo>
                  <a:cubicBezTo>
                    <a:pt x="9273" y="12109"/>
                    <a:pt x="8039" y="12476"/>
                    <a:pt x="7372" y="12609"/>
                  </a:cubicBezTo>
                  <a:cubicBezTo>
                    <a:pt x="5771" y="12776"/>
                    <a:pt x="4003" y="12676"/>
                    <a:pt x="2368" y="12609"/>
                  </a:cubicBezTo>
                  <a:cubicBezTo>
                    <a:pt x="1568" y="11709"/>
                    <a:pt x="934" y="10541"/>
                    <a:pt x="701" y="9040"/>
                  </a:cubicBezTo>
                  <a:cubicBezTo>
                    <a:pt x="0" y="5171"/>
                    <a:pt x="1701" y="1068"/>
                    <a:pt x="4670" y="5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1954100" y="1371900"/>
              <a:ext cx="289400" cy="334425"/>
            </a:xfrm>
            <a:custGeom>
              <a:avLst/>
              <a:gdLst/>
              <a:ahLst/>
              <a:cxnLst/>
              <a:rect l="l" t="t" r="r" b="b"/>
              <a:pathLst>
                <a:path w="11576" h="13377" extrusionOk="0">
                  <a:moveTo>
                    <a:pt x="6639" y="367"/>
                  </a:moveTo>
                  <a:cubicBezTo>
                    <a:pt x="3636" y="0"/>
                    <a:pt x="734" y="3403"/>
                    <a:pt x="301" y="7339"/>
                  </a:cubicBezTo>
                  <a:cubicBezTo>
                    <a:pt x="0" y="9907"/>
                    <a:pt x="801" y="12076"/>
                    <a:pt x="2235" y="13377"/>
                  </a:cubicBezTo>
                  <a:cubicBezTo>
                    <a:pt x="5137" y="12509"/>
                    <a:pt x="8406" y="11208"/>
                    <a:pt x="11008" y="9541"/>
                  </a:cubicBezTo>
                  <a:cubicBezTo>
                    <a:pt x="11075" y="9240"/>
                    <a:pt x="11142" y="8973"/>
                    <a:pt x="11175" y="8673"/>
                  </a:cubicBezTo>
                  <a:cubicBezTo>
                    <a:pt x="11575" y="4704"/>
                    <a:pt x="9641" y="734"/>
                    <a:pt x="6639" y="36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4"/>
            <p:cNvSpPr/>
            <p:nvPr/>
          </p:nvSpPr>
          <p:spPr>
            <a:xfrm>
              <a:off x="1365350" y="1439450"/>
              <a:ext cx="314400" cy="308575"/>
            </a:xfrm>
            <a:custGeom>
              <a:avLst/>
              <a:gdLst/>
              <a:ahLst/>
              <a:cxnLst/>
              <a:rect l="l" t="t" r="r" b="b"/>
              <a:pathLst>
                <a:path w="12576" h="12343" extrusionOk="0">
                  <a:moveTo>
                    <a:pt x="2902" y="1401"/>
                  </a:moveTo>
                  <a:cubicBezTo>
                    <a:pt x="5571" y="0"/>
                    <a:pt x="9440" y="2168"/>
                    <a:pt x="11275" y="5671"/>
                  </a:cubicBezTo>
                  <a:cubicBezTo>
                    <a:pt x="12576" y="8139"/>
                    <a:pt x="12509" y="10608"/>
                    <a:pt x="11408" y="12342"/>
                  </a:cubicBezTo>
                  <a:cubicBezTo>
                    <a:pt x="6705" y="11742"/>
                    <a:pt x="2769" y="10208"/>
                    <a:pt x="868" y="8940"/>
                  </a:cubicBezTo>
                  <a:cubicBezTo>
                    <a:pt x="0" y="5838"/>
                    <a:pt x="667" y="2602"/>
                    <a:pt x="2902" y="14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6" name="Google Shape;666;p14"/>
          <p:cNvSpPr/>
          <p:nvPr/>
        </p:nvSpPr>
        <p:spPr>
          <a:xfrm>
            <a:off x="7901902" y="4329960"/>
            <a:ext cx="5418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4"/>
          <p:cNvSpPr/>
          <p:nvPr/>
        </p:nvSpPr>
        <p:spPr>
          <a:xfrm>
            <a:off x="7886698" y="4344282"/>
            <a:ext cx="525181" cy="172392"/>
          </a:xfrm>
          <a:custGeom>
            <a:avLst/>
            <a:gdLst/>
            <a:ahLst/>
            <a:cxnLst/>
            <a:rect l="l" t="t" r="r" b="b"/>
            <a:pathLst>
              <a:path w="19948" h="6548" extrusionOk="0">
                <a:moveTo>
                  <a:pt x="11529" y="1"/>
                </a:moveTo>
                <a:cubicBezTo>
                  <a:pt x="10950" y="1"/>
                  <a:pt x="10406" y="320"/>
                  <a:pt x="10041" y="710"/>
                </a:cubicBezTo>
                <a:cubicBezTo>
                  <a:pt x="9640" y="1177"/>
                  <a:pt x="9407" y="1711"/>
                  <a:pt x="9207" y="2244"/>
                </a:cubicBezTo>
                <a:lnTo>
                  <a:pt x="9073" y="1744"/>
                </a:lnTo>
                <a:cubicBezTo>
                  <a:pt x="9040" y="1677"/>
                  <a:pt x="9040" y="1544"/>
                  <a:pt x="9006" y="1444"/>
                </a:cubicBezTo>
                <a:cubicBezTo>
                  <a:pt x="8940" y="1077"/>
                  <a:pt x="8673" y="777"/>
                  <a:pt x="8439" y="610"/>
                </a:cubicBezTo>
                <a:cubicBezTo>
                  <a:pt x="8313" y="546"/>
                  <a:pt x="8186" y="523"/>
                  <a:pt x="8067" y="523"/>
                </a:cubicBezTo>
                <a:cubicBezTo>
                  <a:pt x="7999" y="523"/>
                  <a:pt x="7933" y="531"/>
                  <a:pt x="7872" y="543"/>
                </a:cubicBezTo>
                <a:cubicBezTo>
                  <a:pt x="7639" y="643"/>
                  <a:pt x="7472" y="843"/>
                  <a:pt x="7339" y="1010"/>
                </a:cubicBezTo>
                <a:cubicBezTo>
                  <a:pt x="7105" y="1344"/>
                  <a:pt x="6905" y="1711"/>
                  <a:pt x="6838" y="2144"/>
                </a:cubicBezTo>
                <a:cubicBezTo>
                  <a:pt x="6510" y="1542"/>
                  <a:pt x="6023" y="1074"/>
                  <a:pt x="5435" y="1074"/>
                </a:cubicBezTo>
                <a:cubicBezTo>
                  <a:pt x="5307" y="1074"/>
                  <a:pt x="5174" y="1096"/>
                  <a:pt x="5037" y="1144"/>
                </a:cubicBezTo>
                <a:cubicBezTo>
                  <a:pt x="4303" y="1377"/>
                  <a:pt x="4170" y="2144"/>
                  <a:pt x="4036" y="2845"/>
                </a:cubicBezTo>
                <a:cubicBezTo>
                  <a:pt x="4003" y="2978"/>
                  <a:pt x="4003" y="3078"/>
                  <a:pt x="3970" y="3212"/>
                </a:cubicBezTo>
                <a:cubicBezTo>
                  <a:pt x="3869" y="3045"/>
                  <a:pt x="3769" y="2912"/>
                  <a:pt x="3636" y="2811"/>
                </a:cubicBezTo>
                <a:cubicBezTo>
                  <a:pt x="3364" y="2564"/>
                  <a:pt x="3018" y="2427"/>
                  <a:pt x="2667" y="2427"/>
                </a:cubicBezTo>
                <a:cubicBezTo>
                  <a:pt x="2545" y="2427"/>
                  <a:pt x="2422" y="2443"/>
                  <a:pt x="2302" y="2478"/>
                </a:cubicBezTo>
                <a:cubicBezTo>
                  <a:pt x="1868" y="2578"/>
                  <a:pt x="1501" y="2978"/>
                  <a:pt x="1368" y="3479"/>
                </a:cubicBezTo>
                <a:cubicBezTo>
                  <a:pt x="1334" y="3679"/>
                  <a:pt x="1334" y="3846"/>
                  <a:pt x="1334" y="4012"/>
                </a:cubicBezTo>
                <a:cubicBezTo>
                  <a:pt x="967" y="4012"/>
                  <a:pt x="534" y="4146"/>
                  <a:pt x="334" y="4513"/>
                </a:cubicBezTo>
                <a:cubicBezTo>
                  <a:pt x="0" y="5146"/>
                  <a:pt x="234" y="5847"/>
                  <a:pt x="500" y="6414"/>
                </a:cubicBezTo>
                <a:cubicBezTo>
                  <a:pt x="534" y="6514"/>
                  <a:pt x="634" y="6547"/>
                  <a:pt x="701" y="6547"/>
                </a:cubicBezTo>
                <a:cubicBezTo>
                  <a:pt x="701" y="6547"/>
                  <a:pt x="767" y="6514"/>
                  <a:pt x="734" y="6381"/>
                </a:cubicBezTo>
                <a:cubicBezTo>
                  <a:pt x="867" y="6281"/>
                  <a:pt x="901" y="6214"/>
                  <a:pt x="867" y="6080"/>
                </a:cubicBezTo>
                <a:cubicBezTo>
                  <a:pt x="634" y="5580"/>
                  <a:pt x="400" y="5013"/>
                  <a:pt x="667" y="4546"/>
                </a:cubicBezTo>
                <a:cubicBezTo>
                  <a:pt x="725" y="4371"/>
                  <a:pt x="987" y="4273"/>
                  <a:pt x="1230" y="4273"/>
                </a:cubicBezTo>
                <a:cubicBezTo>
                  <a:pt x="1265" y="4273"/>
                  <a:pt x="1300" y="4275"/>
                  <a:pt x="1334" y="4279"/>
                </a:cubicBezTo>
                <a:lnTo>
                  <a:pt x="1368" y="4279"/>
                </a:lnTo>
                <a:lnTo>
                  <a:pt x="1635" y="4679"/>
                </a:lnTo>
                <a:cubicBezTo>
                  <a:pt x="1682" y="4703"/>
                  <a:pt x="1746" y="4727"/>
                  <a:pt x="1803" y="4727"/>
                </a:cubicBezTo>
                <a:cubicBezTo>
                  <a:pt x="1826" y="4727"/>
                  <a:pt x="1849" y="4723"/>
                  <a:pt x="1868" y="4713"/>
                </a:cubicBezTo>
                <a:cubicBezTo>
                  <a:pt x="1968" y="4679"/>
                  <a:pt x="2001" y="4579"/>
                  <a:pt x="2001" y="4513"/>
                </a:cubicBezTo>
                <a:cubicBezTo>
                  <a:pt x="2001" y="4279"/>
                  <a:pt x="1901" y="4112"/>
                  <a:pt x="1768" y="4012"/>
                </a:cubicBezTo>
                <a:cubicBezTo>
                  <a:pt x="1701" y="3846"/>
                  <a:pt x="1701" y="3612"/>
                  <a:pt x="1768" y="3412"/>
                </a:cubicBezTo>
                <a:cubicBezTo>
                  <a:pt x="1835" y="3078"/>
                  <a:pt x="2102" y="2778"/>
                  <a:pt x="2368" y="2711"/>
                </a:cubicBezTo>
                <a:cubicBezTo>
                  <a:pt x="2447" y="2685"/>
                  <a:pt x="2528" y="2673"/>
                  <a:pt x="2609" y="2673"/>
                </a:cubicBezTo>
                <a:cubicBezTo>
                  <a:pt x="2841" y="2673"/>
                  <a:pt x="3081" y="2772"/>
                  <a:pt x="3302" y="2945"/>
                </a:cubicBezTo>
                <a:cubicBezTo>
                  <a:pt x="3569" y="3178"/>
                  <a:pt x="3703" y="3545"/>
                  <a:pt x="3669" y="3846"/>
                </a:cubicBezTo>
                <a:cubicBezTo>
                  <a:pt x="3636" y="3946"/>
                  <a:pt x="3703" y="4046"/>
                  <a:pt x="3803" y="4079"/>
                </a:cubicBezTo>
                <a:cubicBezTo>
                  <a:pt x="3821" y="4088"/>
                  <a:pt x="3843" y="4092"/>
                  <a:pt x="3868" y="4092"/>
                </a:cubicBezTo>
                <a:cubicBezTo>
                  <a:pt x="3934" y="4092"/>
                  <a:pt x="4012" y="4061"/>
                  <a:pt x="4036" y="4012"/>
                </a:cubicBezTo>
                <a:cubicBezTo>
                  <a:pt x="4203" y="3612"/>
                  <a:pt x="4303" y="3212"/>
                  <a:pt x="4370" y="2778"/>
                </a:cubicBezTo>
                <a:cubicBezTo>
                  <a:pt x="4503" y="2111"/>
                  <a:pt x="4603" y="1544"/>
                  <a:pt x="5104" y="1377"/>
                </a:cubicBezTo>
                <a:cubicBezTo>
                  <a:pt x="5183" y="1347"/>
                  <a:pt x="5262" y="1333"/>
                  <a:pt x="5339" y="1333"/>
                </a:cubicBezTo>
                <a:cubicBezTo>
                  <a:pt x="5943" y="1333"/>
                  <a:pt x="6465" y="2183"/>
                  <a:pt x="6671" y="2745"/>
                </a:cubicBezTo>
                <a:cubicBezTo>
                  <a:pt x="6671" y="2845"/>
                  <a:pt x="6805" y="2878"/>
                  <a:pt x="6872" y="2878"/>
                </a:cubicBezTo>
                <a:cubicBezTo>
                  <a:pt x="6972" y="2845"/>
                  <a:pt x="7038" y="2745"/>
                  <a:pt x="7038" y="2678"/>
                </a:cubicBezTo>
                <a:cubicBezTo>
                  <a:pt x="7105" y="2078"/>
                  <a:pt x="7272" y="1544"/>
                  <a:pt x="7605" y="1044"/>
                </a:cubicBezTo>
                <a:cubicBezTo>
                  <a:pt x="7672" y="910"/>
                  <a:pt x="7806" y="810"/>
                  <a:pt x="7939" y="743"/>
                </a:cubicBezTo>
                <a:cubicBezTo>
                  <a:pt x="8006" y="743"/>
                  <a:pt x="8106" y="743"/>
                  <a:pt x="8173" y="810"/>
                </a:cubicBezTo>
                <a:cubicBezTo>
                  <a:pt x="8339" y="877"/>
                  <a:pt x="8506" y="1110"/>
                  <a:pt x="8539" y="1377"/>
                </a:cubicBezTo>
                <a:cubicBezTo>
                  <a:pt x="8539" y="1511"/>
                  <a:pt x="8606" y="1577"/>
                  <a:pt x="8606" y="1677"/>
                </a:cubicBezTo>
                <a:cubicBezTo>
                  <a:pt x="8673" y="2044"/>
                  <a:pt x="8773" y="2445"/>
                  <a:pt x="9040" y="2711"/>
                </a:cubicBezTo>
                <a:cubicBezTo>
                  <a:pt x="9140" y="2745"/>
                  <a:pt x="9173" y="2745"/>
                  <a:pt x="9273" y="2745"/>
                </a:cubicBezTo>
                <a:cubicBezTo>
                  <a:pt x="9307" y="2745"/>
                  <a:pt x="9340" y="2711"/>
                  <a:pt x="9373" y="2645"/>
                </a:cubicBezTo>
                <a:cubicBezTo>
                  <a:pt x="9607" y="2011"/>
                  <a:pt x="9807" y="1344"/>
                  <a:pt x="10274" y="843"/>
                </a:cubicBezTo>
                <a:cubicBezTo>
                  <a:pt x="10571" y="497"/>
                  <a:pt x="11032" y="243"/>
                  <a:pt x="11482" y="243"/>
                </a:cubicBezTo>
                <a:cubicBezTo>
                  <a:pt x="11639" y="243"/>
                  <a:pt x="11795" y="274"/>
                  <a:pt x="11942" y="343"/>
                </a:cubicBezTo>
                <a:cubicBezTo>
                  <a:pt x="12509" y="610"/>
                  <a:pt x="12776" y="1410"/>
                  <a:pt x="12943" y="2211"/>
                </a:cubicBezTo>
                <a:cubicBezTo>
                  <a:pt x="12976" y="2278"/>
                  <a:pt x="13043" y="2378"/>
                  <a:pt x="13143" y="2378"/>
                </a:cubicBezTo>
                <a:cubicBezTo>
                  <a:pt x="13276" y="2378"/>
                  <a:pt x="13343" y="2278"/>
                  <a:pt x="13343" y="2211"/>
                </a:cubicBezTo>
                <a:cubicBezTo>
                  <a:pt x="13376" y="1844"/>
                  <a:pt x="13476" y="1377"/>
                  <a:pt x="13676" y="1044"/>
                </a:cubicBezTo>
                <a:cubicBezTo>
                  <a:pt x="13817" y="791"/>
                  <a:pt x="14098" y="586"/>
                  <a:pt x="14382" y="586"/>
                </a:cubicBezTo>
                <a:cubicBezTo>
                  <a:pt x="14436" y="586"/>
                  <a:pt x="14490" y="594"/>
                  <a:pt x="14544" y="610"/>
                </a:cubicBezTo>
                <a:cubicBezTo>
                  <a:pt x="14977" y="743"/>
                  <a:pt x="15044" y="1210"/>
                  <a:pt x="15144" y="1877"/>
                </a:cubicBezTo>
                <a:cubicBezTo>
                  <a:pt x="15211" y="2378"/>
                  <a:pt x="15311" y="2912"/>
                  <a:pt x="15611" y="3278"/>
                </a:cubicBezTo>
                <a:cubicBezTo>
                  <a:pt x="15678" y="3379"/>
                  <a:pt x="15711" y="3379"/>
                  <a:pt x="15811" y="3379"/>
                </a:cubicBezTo>
                <a:cubicBezTo>
                  <a:pt x="15878" y="3379"/>
                  <a:pt x="15945" y="3345"/>
                  <a:pt x="15978" y="3245"/>
                </a:cubicBezTo>
                <a:cubicBezTo>
                  <a:pt x="16145" y="2878"/>
                  <a:pt x="16345" y="2545"/>
                  <a:pt x="16612" y="2211"/>
                </a:cubicBezTo>
                <a:cubicBezTo>
                  <a:pt x="16712" y="2078"/>
                  <a:pt x="16812" y="2044"/>
                  <a:pt x="16845" y="2044"/>
                </a:cubicBezTo>
                <a:cubicBezTo>
                  <a:pt x="16879" y="2044"/>
                  <a:pt x="16945" y="2111"/>
                  <a:pt x="16979" y="2211"/>
                </a:cubicBezTo>
                <a:cubicBezTo>
                  <a:pt x="17312" y="2912"/>
                  <a:pt x="17446" y="3712"/>
                  <a:pt x="17346" y="4446"/>
                </a:cubicBezTo>
                <a:cubicBezTo>
                  <a:pt x="17346" y="4546"/>
                  <a:pt x="17346" y="4613"/>
                  <a:pt x="17446" y="4679"/>
                </a:cubicBezTo>
                <a:cubicBezTo>
                  <a:pt x="17463" y="4696"/>
                  <a:pt x="17488" y="4704"/>
                  <a:pt x="17521" y="4704"/>
                </a:cubicBezTo>
                <a:cubicBezTo>
                  <a:pt x="17554" y="4704"/>
                  <a:pt x="17596" y="4696"/>
                  <a:pt x="17646" y="4679"/>
                </a:cubicBezTo>
                <a:cubicBezTo>
                  <a:pt x="17879" y="4513"/>
                  <a:pt x="18046" y="4279"/>
                  <a:pt x="18213" y="4046"/>
                </a:cubicBezTo>
                <a:cubicBezTo>
                  <a:pt x="18313" y="3946"/>
                  <a:pt x="18346" y="3912"/>
                  <a:pt x="18380" y="3846"/>
                </a:cubicBezTo>
                <a:cubicBezTo>
                  <a:pt x="18513" y="3659"/>
                  <a:pt x="18709" y="3516"/>
                  <a:pt x="18885" y="3516"/>
                </a:cubicBezTo>
                <a:cubicBezTo>
                  <a:pt x="18930" y="3516"/>
                  <a:pt x="18973" y="3525"/>
                  <a:pt x="19014" y="3545"/>
                </a:cubicBezTo>
                <a:cubicBezTo>
                  <a:pt x="19147" y="3612"/>
                  <a:pt x="19214" y="3779"/>
                  <a:pt x="19281" y="3946"/>
                </a:cubicBezTo>
                <a:cubicBezTo>
                  <a:pt x="19447" y="4546"/>
                  <a:pt x="19514" y="5180"/>
                  <a:pt x="19447" y="5747"/>
                </a:cubicBezTo>
                <a:cubicBezTo>
                  <a:pt x="19381" y="5880"/>
                  <a:pt x="19481" y="6014"/>
                  <a:pt x="19614" y="6014"/>
                </a:cubicBezTo>
                <a:cubicBezTo>
                  <a:pt x="19631" y="6019"/>
                  <a:pt x="19649" y="6022"/>
                  <a:pt x="19668" y="6022"/>
                </a:cubicBezTo>
                <a:cubicBezTo>
                  <a:pt x="19756" y="6022"/>
                  <a:pt x="19848" y="5958"/>
                  <a:pt x="19848" y="5847"/>
                </a:cubicBezTo>
                <a:cubicBezTo>
                  <a:pt x="19948" y="5213"/>
                  <a:pt x="19848" y="4513"/>
                  <a:pt x="19647" y="3879"/>
                </a:cubicBezTo>
                <a:cubicBezTo>
                  <a:pt x="19547" y="3679"/>
                  <a:pt x="19481" y="3379"/>
                  <a:pt x="19180" y="3245"/>
                </a:cubicBezTo>
                <a:cubicBezTo>
                  <a:pt x="19086" y="3198"/>
                  <a:pt x="18988" y="3177"/>
                  <a:pt x="18889" y="3177"/>
                </a:cubicBezTo>
                <a:cubicBezTo>
                  <a:pt x="18571" y="3177"/>
                  <a:pt x="18250" y="3399"/>
                  <a:pt x="18046" y="3679"/>
                </a:cubicBezTo>
                <a:cubicBezTo>
                  <a:pt x="18013" y="3745"/>
                  <a:pt x="17946" y="3846"/>
                  <a:pt x="17879" y="3912"/>
                </a:cubicBezTo>
                <a:cubicBezTo>
                  <a:pt x="17879" y="3979"/>
                  <a:pt x="17846" y="4012"/>
                  <a:pt x="17813" y="4046"/>
                </a:cubicBezTo>
                <a:cubicBezTo>
                  <a:pt x="17813" y="3379"/>
                  <a:pt x="17646" y="2711"/>
                  <a:pt x="17346" y="2144"/>
                </a:cubicBezTo>
                <a:cubicBezTo>
                  <a:pt x="17312" y="2011"/>
                  <a:pt x="17179" y="1811"/>
                  <a:pt x="16979" y="1744"/>
                </a:cubicBezTo>
                <a:cubicBezTo>
                  <a:pt x="16947" y="1738"/>
                  <a:pt x="16913" y="1734"/>
                  <a:pt x="16875" y="1734"/>
                </a:cubicBezTo>
                <a:cubicBezTo>
                  <a:pt x="16713" y="1734"/>
                  <a:pt x="16501" y="1807"/>
                  <a:pt x="16312" y="2078"/>
                </a:cubicBezTo>
                <a:cubicBezTo>
                  <a:pt x="16145" y="2344"/>
                  <a:pt x="15978" y="2578"/>
                  <a:pt x="15845" y="2845"/>
                </a:cubicBezTo>
                <a:cubicBezTo>
                  <a:pt x="15778" y="2578"/>
                  <a:pt x="15711" y="2244"/>
                  <a:pt x="15678" y="1978"/>
                </a:cubicBezTo>
                <a:cubicBezTo>
                  <a:pt x="15611" y="1310"/>
                  <a:pt x="15511" y="577"/>
                  <a:pt x="14811" y="376"/>
                </a:cubicBezTo>
                <a:cubicBezTo>
                  <a:pt x="14715" y="346"/>
                  <a:pt x="14618" y="333"/>
                  <a:pt x="14522" y="333"/>
                </a:cubicBezTo>
                <a:cubicBezTo>
                  <a:pt x="14083" y="333"/>
                  <a:pt x="13662" y="621"/>
                  <a:pt x="13443" y="977"/>
                </a:cubicBezTo>
                <a:cubicBezTo>
                  <a:pt x="13343" y="1077"/>
                  <a:pt x="13276" y="1244"/>
                  <a:pt x="13209" y="1410"/>
                </a:cubicBezTo>
                <a:cubicBezTo>
                  <a:pt x="13009" y="843"/>
                  <a:pt x="12709" y="376"/>
                  <a:pt x="12175" y="143"/>
                </a:cubicBezTo>
                <a:cubicBezTo>
                  <a:pt x="11960" y="44"/>
                  <a:pt x="11742" y="1"/>
                  <a:pt x="115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4"/>
          <p:cNvSpPr/>
          <p:nvPr/>
        </p:nvSpPr>
        <p:spPr>
          <a:xfrm>
            <a:off x="5955200" y="673325"/>
            <a:ext cx="2488498" cy="572695"/>
          </a:xfrm>
          <a:custGeom>
            <a:avLst/>
            <a:gdLst/>
            <a:ahLst/>
            <a:cxnLst/>
            <a:rect l="l" t="t" r="r" b="b"/>
            <a:pathLst>
              <a:path w="161617" h="37194" extrusionOk="0">
                <a:moveTo>
                  <a:pt x="60771" y="0"/>
                </a:moveTo>
                <a:cubicBezTo>
                  <a:pt x="60740" y="0"/>
                  <a:pt x="60709" y="0"/>
                  <a:pt x="60677" y="1"/>
                </a:cubicBezTo>
                <a:cubicBezTo>
                  <a:pt x="55707" y="67"/>
                  <a:pt x="50337" y="3837"/>
                  <a:pt x="51104" y="9007"/>
                </a:cubicBezTo>
                <a:cubicBezTo>
                  <a:pt x="49622" y="8148"/>
                  <a:pt x="47645" y="7755"/>
                  <a:pt x="45475" y="7755"/>
                </a:cubicBezTo>
                <a:cubicBezTo>
                  <a:pt x="38121" y="7755"/>
                  <a:pt x="28535" y="12266"/>
                  <a:pt x="28354" y="18447"/>
                </a:cubicBezTo>
                <a:cubicBezTo>
                  <a:pt x="28136" y="24899"/>
                  <a:pt x="27357" y="30164"/>
                  <a:pt x="30774" y="30164"/>
                </a:cubicBezTo>
                <a:cubicBezTo>
                  <a:pt x="31526" y="30164"/>
                  <a:pt x="32482" y="29909"/>
                  <a:pt x="33692" y="29355"/>
                </a:cubicBezTo>
                <a:lnTo>
                  <a:pt x="33692" y="29355"/>
                </a:lnTo>
                <a:cubicBezTo>
                  <a:pt x="33158" y="31790"/>
                  <a:pt x="1" y="37194"/>
                  <a:pt x="3503" y="37194"/>
                </a:cubicBezTo>
                <a:cubicBezTo>
                  <a:pt x="9374" y="37161"/>
                  <a:pt x="73920" y="36126"/>
                  <a:pt x="79691" y="34459"/>
                </a:cubicBezTo>
                <a:cubicBezTo>
                  <a:pt x="82360" y="35860"/>
                  <a:pt x="85395" y="36593"/>
                  <a:pt x="88497" y="36760"/>
                </a:cubicBezTo>
                <a:cubicBezTo>
                  <a:pt x="88734" y="36774"/>
                  <a:pt x="89037" y="36780"/>
                  <a:pt x="89401" y="36780"/>
                </a:cubicBezTo>
                <a:cubicBezTo>
                  <a:pt x="98930" y="36780"/>
                  <a:pt x="150339" y="32296"/>
                  <a:pt x="156379" y="30689"/>
                </a:cubicBezTo>
                <a:cubicBezTo>
                  <a:pt x="161616" y="29288"/>
                  <a:pt x="118585" y="30089"/>
                  <a:pt x="120854" y="24852"/>
                </a:cubicBezTo>
                <a:cubicBezTo>
                  <a:pt x="122788" y="20282"/>
                  <a:pt x="121754" y="15245"/>
                  <a:pt x="117618" y="12343"/>
                </a:cubicBezTo>
                <a:cubicBezTo>
                  <a:pt x="115151" y="10608"/>
                  <a:pt x="112430" y="9953"/>
                  <a:pt x="109645" y="9953"/>
                </a:cubicBezTo>
                <a:cubicBezTo>
                  <a:pt x="106218" y="9953"/>
                  <a:pt x="102696" y="10946"/>
                  <a:pt x="99438" y="12143"/>
                </a:cubicBezTo>
                <a:cubicBezTo>
                  <a:pt x="98605" y="6939"/>
                  <a:pt x="94535" y="2436"/>
                  <a:pt x="89231" y="1502"/>
                </a:cubicBezTo>
                <a:cubicBezTo>
                  <a:pt x="88596" y="1397"/>
                  <a:pt x="87961" y="1347"/>
                  <a:pt x="87329" y="1347"/>
                </a:cubicBezTo>
                <a:cubicBezTo>
                  <a:pt x="82921" y="1347"/>
                  <a:pt x="78727" y="3813"/>
                  <a:pt x="76422" y="7606"/>
                </a:cubicBezTo>
                <a:cubicBezTo>
                  <a:pt x="72506" y="3192"/>
                  <a:pt x="66775" y="0"/>
                  <a:pt x="607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9" name="Google Shape;669;p14"/>
          <p:cNvGrpSpPr/>
          <p:nvPr/>
        </p:nvGrpSpPr>
        <p:grpSpPr>
          <a:xfrm>
            <a:off x="294250" y="247950"/>
            <a:ext cx="1301475" cy="998075"/>
            <a:chOff x="294250" y="247950"/>
            <a:chExt cx="1301475" cy="998075"/>
          </a:xfrm>
        </p:grpSpPr>
        <p:grpSp>
          <p:nvGrpSpPr>
            <p:cNvPr id="670" name="Google Shape;670;p14"/>
            <p:cNvGrpSpPr/>
            <p:nvPr/>
          </p:nvGrpSpPr>
          <p:grpSpPr>
            <a:xfrm>
              <a:off x="294250" y="247950"/>
              <a:ext cx="1301475" cy="998075"/>
              <a:chOff x="1599150" y="3953625"/>
              <a:chExt cx="1301475" cy="998075"/>
            </a:xfrm>
          </p:grpSpPr>
          <p:sp>
            <p:nvSpPr>
              <p:cNvPr id="671" name="Google Shape;671;p14"/>
              <p:cNvSpPr/>
              <p:nvPr/>
            </p:nvSpPr>
            <p:spPr>
              <a:xfrm>
                <a:off x="2036450" y="4657450"/>
                <a:ext cx="147525" cy="213800"/>
              </a:xfrm>
              <a:custGeom>
                <a:avLst/>
                <a:gdLst/>
                <a:ahLst/>
                <a:cxnLst/>
                <a:rect l="l" t="t" r="r" b="b"/>
                <a:pathLst>
                  <a:path w="5901" h="8552" extrusionOk="0">
                    <a:moveTo>
                      <a:pt x="4850" y="0"/>
                    </a:moveTo>
                    <a:cubicBezTo>
                      <a:pt x="4788" y="0"/>
                      <a:pt x="4727" y="10"/>
                      <a:pt x="4666" y="32"/>
                    </a:cubicBezTo>
                    <a:cubicBezTo>
                      <a:pt x="4374" y="136"/>
                      <a:pt x="4227" y="471"/>
                      <a:pt x="4332" y="764"/>
                    </a:cubicBezTo>
                    <a:cubicBezTo>
                      <a:pt x="4687" y="1747"/>
                      <a:pt x="4457" y="2961"/>
                      <a:pt x="3809" y="4112"/>
                    </a:cubicBezTo>
                    <a:cubicBezTo>
                      <a:pt x="3076" y="5388"/>
                      <a:pt x="1863" y="6622"/>
                      <a:pt x="377" y="7480"/>
                    </a:cubicBezTo>
                    <a:cubicBezTo>
                      <a:pt x="105" y="7648"/>
                      <a:pt x="0" y="7983"/>
                      <a:pt x="168" y="8275"/>
                    </a:cubicBezTo>
                    <a:cubicBezTo>
                      <a:pt x="269" y="8448"/>
                      <a:pt x="468" y="8552"/>
                      <a:pt x="672" y="8552"/>
                    </a:cubicBezTo>
                    <a:cubicBezTo>
                      <a:pt x="764" y="8552"/>
                      <a:pt x="857" y="8530"/>
                      <a:pt x="942" y="8485"/>
                    </a:cubicBezTo>
                    <a:cubicBezTo>
                      <a:pt x="2595" y="7501"/>
                      <a:pt x="3955" y="6141"/>
                      <a:pt x="4792" y="4677"/>
                    </a:cubicBezTo>
                    <a:cubicBezTo>
                      <a:pt x="5608" y="3233"/>
                      <a:pt x="5901" y="1685"/>
                      <a:pt x="5399" y="366"/>
                    </a:cubicBezTo>
                    <a:cubicBezTo>
                      <a:pt x="5316" y="150"/>
                      <a:pt x="5087" y="0"/>
                      <a:pt x="48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4"/>
              <p:cNvSpPr/>
              <p:nvPr/>
            </p:nvSpPr>
            <p:spPr>
              <a:xfrm>
                <a:off x="2037500" y="4843125"/>
                <a:ext cx="69075" cy="108575"/>
              </a:xfrm>
              <a:custGeom>
                <a:avLst/>
                <a:gdLst/>
                <a:ahLst/>
                <a:cxnLst/>
                <a:rect l="l" t="t" r="r" b="b"/>
                <a:pathLst>
                  <a:path w="2763" h="4343" extrusionOk="0">
                    <a:moveTo>
                      <a:pt x="625" y="1"/>
                    </a:moveTo>
                    <a:cubicBezTo>
                      <a:pt x="413" y="1"/>
                      <a:pt x="216" y="110"/>
                      <a:pt x="126" y="304"/>
                    </a:cubicBezTo>
                    <a:cubicBezTo>
                      <a:pt x="0" y="576"/>
                      <a:pt x="105" y="932"/>
                      <a:pt x="356" y="1058"/>
                    </a:cubicBezTo>
                    <a:cubicBezTo>
                      <a:pt x="879" y="1309"/>
                      <a:pt x="1172" y="1706"/>
                      <a:pt x="1360" y="2146"/>
                    </a:cubicBezTo>
                    <a:cubicBezTo>
                      <a:pt x="1570" y="2648"/>
                      <a:pt x="1591" y="3234"/>
                      <a:pt x="1611" y="3799"/>
                    </a:cubicBezTo>
                    <a:cubicBezTo>
                      <a:pt x="1632" y="4113"/>
                      <a:pt x="1904" y="4343"/>
                      <a:pt x="2218" y="4343"/>
                    </a:cubicBezTo>
                    <a:cubicBezTo>
                      <a:pt x="2532" y="4322"/>
                      <a:pt x="2762" y="4071"/>
                      <a:pt x="2762" y="3757"/>
                    </a:cubicBezTo>
                    <a:cubicBezTo>
                      <a:pt x="2741" y="3087"/>
                      <a:pt x="2679" y="2418"/>
                      <a:pt x="2427" y="1769"/>
                    </a:cubicBezTo>
                    <a:cubicBezTo>
                      <a:pt x="2155" y="1079"/>
                      <a:pt x="1716" y="472"/>
                      <a:pt x="879" y="53"/>
                    </a:cubicBezTo>
                    <a:cubicBezTo>
                      <a:pt x="796" y="18"/>
                      <a:pt x="710" y="1"/>
                      <a:pt x="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4"/>
              <p:cNvSpPr/>
              <p:nvPr/>
            </p:nvSpPr>
            <p:spPr>
              <a:xfrm>
                <a:off x="1993550" y="4841800"/>
                <a:ext cx="76400" cy="106550"/>
              </a:xfrm>
              <a:custGeom>
                <a:avLst/>
                <a:gdLst/>
                <a:ahLst/>
                <a:cxnLst/>
                <a:rect l="l" t="t" r="r" b="b"/>
                <a:pathLst>
                  <a:path w="3056" h="4262" extrusionOk="0">
                    <a:moveTo>
                      <a:pt x="2345" y="0"/>
                    </a:moveTo>
                    <a:cubicBezTo>
                      <a:pt x="2331" y="0"/>
                      <a:pt x="2317" y="1"/>
                      <a:pt x="2302" y="2"/>
                    </a:cubicBezTo>
                    <a:cubicBezTo>
                      <a:pt x="1988" y="65"/>
                      <a:pt x="1779" y="316"/>
                      <a:pt x="1800" y="629"/>
                    </a:cubicBezTo>
                    <a:cubicBezTo>
                      <a:pt x="1884" y="1215"/>
                      <a:pt x="1716" y="1676"/>
                      <a:pt x="1465" y="2073"/>
                    </a:cubicBezTo>
                    <a:cubicBezTo>
                      <a:pt x="1214" y="2554"/>
                      <a:pt x="754" y="2910"/>
                      <a:pt x="294" y="3245"/>
                    </a:cubicBezTo>
                    <a:cubicBezTo>
                      <a:pt x="22" y="3433"/>
                      <a:pt x="1" y="3810"/>
                      <a:pt x="189" y="4040"/>
                    </a:cubicBezTo>
                    <a:cubicBezTo>
                      <a:pt x="299" y="4186"/>
                      <a:pt x="466" y="4262"/>
                      <a:pt x="631" y="4262"/>
                    </a:cubicBezTo>
                    <a:cubicBezTo>
                      <a:pt x="749" y="4262"/>
                      <a:pt x="867" y="4223"/>
                      <a:pt x="963" y="4145"/>
                    </a:cubicBezTo>
                    <a:cubicBezTo>
                      <a:pt x="1486" y="3747"/>
                      <a:pt x="2051" y="3308"/>
                      <a:pt x="2407" y="2722"/>
                    </a:cubicBezTo>
                    <a:cubicBezTo>
                      <a:pt x="2825" y="2136"/>
                      <a:pt x="3056" y="1425"/>
                      <a:pt x="2930" y="504"/>
                    </a:cubicBezTo>
                    <a:cubicBezTo>
                      <a:pt x="2890" y="204"/>
                      <a:pt x="2641" y="0"/>
                      <a:pt x="23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4"/>
              <p:cNvSpPr/>
              <p:nvPr/>
            </p:nvSpPr>
            <p:spPr>
              <a:xfrm>
                <a:off x="2234175" y="3953625"/>
                <a:ext cx="666450" cy="698350"/>
              </a:xfrm>
              <a:custGeom>
                <a:avLst/>
                <a:gdLst/>
                <a:ahLst/>
                <a:cxnLst/>
                <a:rect l="l" t="t" r="r" b="b"/>
                <a:pathLst>
                  <a:path w="26658" h="27934" extrusionOk="0">
                    <a:moveTo>
                      <a:pt x="26657" y="3516"/>
                    </a:moveTo>
                    <a:cubicBezTo>
                      <a:pt x="15861" y="0"/>
                      <a:pt x="1" y="8412"/>
                      <a:pt x="5838" y="16739"/>
                    </a:cubicBezTo>
                    <a:cubicBezTo>
                      <a:pt x="13664" y="27933"/>
                      <a:pt x="17137" y="7261"/>
                      <a:pt x="26657" y="351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4"/>
              <p:cNvSpPr/>
              <p:nvPr/>
            </p:nvSpPr>
            <p:spPr>
              <a:xfrm>
                <a:off x="1751900" y="4066600"/>
                <a:ext cx="985000" cy="827050"/>
              </a:xfrm>
              <a:custGeom>
                <a:avLst/>
                <a:gdLst/>
                <a:ahLst/>
                <a:cxnLst/>
                <a:rect l="l" t="t" r="r" b="b"/>
                <a:pathLst>
                  <a:path w="39400" h="33082" extrusionOk="0">
                    <a:moveTo>
                      <a:pt x="0" y="21364"/>
                    </a:moveTo>
                    <a:cubicBezTo>
                      <a:pt x="20735" y="33081"/>
                      <a:pt x="34231" y="22326"/>
                      <a:pt x="36867" y="12764"/>
                    </a:cubicBezTo>
                    <a:cubicBezTo>
                      <a:pt x="39399" y="3495"/>
                      <a:pt x="31595" y="1"/>
                      <a:pt x="23999" y="2512"/>
                    </a:cubicBezTo>
                    <a:cubicBezTo>
                      <a:pt x="13077" y="6152"/>
                      <a:pt x="9897" y="22306"/>
                      <a:pt x="0" y="2136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4"/>
              <p:cNvSpPr/>
              <p:nvPr/>
            </p:nvSpPr>
            <p:spPr>
              <a:xfrm>
                <a:off x="1985700" y="4067125"/>
                <a:ext cx="751200" cy="510050"/>
              </a:xfrm>
              <a:custGeom>
                <a:avLst/>
                <a:gdLst/>
                <a:ahLst/>
                <a:cxnLst/>
                <a:rect l="l" t="t" r="r" b="b"/>
                <a:pathLst>
                  <a:path w="30048" h="20402" extrusionOk="0">
                    <a:moveTo>
                      <a:pt x="1" y="16426"/>
                    </a:moveTo>
                    <a:cubicBezTo>
                      <a:pt x="85" y="16949"/>
                      <a:pt x="482" y="17367"/>
                      <a:pt x="1026" y="17472"/>
                    </a:cubicBezTo>
                    <a:cubicBezTo>
                      <a:pt x="1528" y="17556"/>
                      <a:pt x="2010" y="17347"/>
                      <a:pt x="2282" y="16949"/>
                    </a:cubicBezTo>
                    <a:cubicBezTo>
                      <a:pt x="2156" y="17639"/>
                      <a:pt x="2616" y="18288"/>
                      <a:pt x="3307" y="18414"/>
                    </a:cubicBezTo>
                    <a:cubicBezTo>
                      <a:pt x="3788" y="18497"/>
                      <a:pt x="4290" y="18288"/>
                      <a:pt x="4562" y="17870"/>
                    </a:cubicBezTo>
                    <a:cubicBezTo>
                      <a:pt x="4520" y="18497"/>
                      <a:pt x="4939" y="19041"/>
                      <a:pt x="5567" y="19146"/>
                    </a:cubicBezTo>
                    <a:cubicBezTo>
                      <a:pt x="6090" y="19251"/>
                      <a:pt x="6592" y="19000"/>
                      <a:pt x="6864" y="18560"/>
                    </a:cubicBezTo>
                    <a:cubicBezTo>
                      <a:pt x="6885" y="19125"/>
                      <a:pt x="7303" y="19606"/>
                      <a:pt x="7868" y="19711"/>
                    </a:cubicBezTo>
                    <a:cubicBezTo>
                      <a:pt x="8454" y="19816"/>
                      <a:pt x="9019" y="19523"/>
                      <a:pt x="9270" y="19000"/>
                    </a:cubicBezTo>
                    <a:cubicBezTo>
                      <a:pt x="9312" y="19544"/>
                      <a:pt x="9730" y="20004"/>
                      <a:pt x="10274" y="20108"/>
                    </a:cubicBezTo>
                    <a:cubicBezTo>
                      <a:pt x="10860" y="20213"/>
                      <a:pt x="11404" y="19899"/>
                      <a:pt x="11634" y="19397"/>
                    </a:cubicBezTo>
                    <a:cubicBezTo>
                      <a:pt x="11781" y="19857"/>
                      <a:pt x="12137" y="20213"/>
                      <a:pt x="12639" y="20297"/>
                    </a:cubicBezTo>
                    <a:cubicBezTo>
                      <a:pt x="13246" y="20401"/>
                      <a:pt x="13810" y="20067"/>
                      <a:pt x="14020" y="19502"/>
                    </a:cubicBezTo>
                    <a:cubicBezTo>
                      <a:pt x="14187" y="19878"/>
                      <a:pt x="14522" y="20171"/>
                      <a:pt x="14940" y="20234"/>
                    </a:cubicBezTo>
                    <a:cubicBezTo>
                      <a:pt x="15568" y="20339"/>
                      <a:pt x="16133" y="20004"/>
                      <a:pt x="16342" y="19439"/>
                    </a:cubicBezTo>
                    <a:cubicBezTo>
                      <a:pt x="16531" y="19711"/>
                      <a:pt x="16823" y="19920"/>
                      <a:pt x="17179" y="20004"/>
                    </a:cubicBezTo>
                    <a:cubicBezTo>
                      <a:pt x="17870" y="20129"/>
                      <a:pt x="18518" y="19690"/>
                      <a:pt x="18644" y="19020"/>
                    </a:cubicBezTo>
                    <a:cubicBezTo>
                      <a:pt x="18832" y="19272"/>
                      <a:pt x="19125" y="19481"/>
                      <a:pt x="19460" y="19544"/>
                    </a:cubicBezTo>
                    <a:cubicBezTo>
                      <a:pt x="20150" y="19669"/>
                      <a:pt x="20799" y="19230"/>
                      <a:pt x="20925" y="18539"/>
                    </a:cubicBezTo>
                    <a:cubicBezTo>
                      <a:pt x="21113" y="18728"/>
                      <a:pt x="21322" y="18832"/>
                      <a:pt x="21573" y="18874"/>
                    </a:cubicBezTo>
                    <a:cubicBezTo>
                      <a:pt x="22264" y="19020"/>
                      <a:pt x="22912" y="18539"/>
                      <a:pt x="23038" y="17870"/>
                    </a:cubicBezTo>
                    <a:cubicBezTo>
                      <a:pt x="23080" y="17765"/>
                      <a:pt x="23080" y="17660"/>
                      <a:pt x="23080" y="17556"/>
                    </a:cubicBezTo>
                    <a:cubicBezTo>
                      <a:pt x="23247" y="17765"/>
                      <a:pt x="23498" y="17891"/>
                      <a:pt x="23770" y="17932"/>
                    </a:cubicBezTo>
                    <a:cubicBezTo>
                      <a:pt x="24461" y="18079"/>
                      <a:pt x="25109" y="17598"/>
                      <a:pt x="25235" y="16928"/>
                    </a:cubicBezTo>
                    <a:cubicBezTo>
                      <a:pt x="25277" y="16823"/>
                      <a:pt x="25277" y="16719"/>
                      <a:pt x="25277" y="16572"/>
                    </a:cubicBezTo>
                    <a:cubicBezTo>
                      <a:pt x="25402" y="16677"/>
                      <a:pt x="25590" y="16761"/>
                      <a:pt x="25758" y="16823"/>
                    </a:cubicBezTo>
                    <a:cubicBezTo>
                      <a:pt x="26553" y="15484"/>
                      <a:pt x="27160" y="14124"/>
                      <a:pt x="27515" y="12764"/>
                    </a:cubicBezTo>
                    <a:cubicBezTo>
                      <a:pt x="30047" y="3495"/>
                      <a:pt x="22243" y="1"/>
                      <a:pt x="14647" y="2512"/>
                    </a:cubicBezTo>
                    <a:cubicBezTo>
                      <a:pt x="7952" y="4709"/>
                      <a:pt x="4186" y="11613"/>
                      <a:pt x="1" y="1642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4"/>
              <p:cNvSpPr/>
              <p:nvPr/>
            </p:nvSpPr>
            <p:spPr>
              <a:xfrm>
                <a:off x="2041150" y="4067125"/>
                <a:ext cx="681100" cy="433675"/>
              </a:xfrm>
              <a:custGeom>
                <a:avLst/>
                <a:gdLst/>
                <a:ahLst/>
                <a:cxnLst/>
                <a:rect l="l" t="t" r="r" b="b"/>
                <a:pathLst>
                  <a:path w="27244" h="17347" extrusionOk="0">
                    <a:moveTo>
                      <a:pt x="1" y="13706"/>
                    </a:moveTo>
                    <a:lnTo>
                      <a:pt x="168" y="13559"/>
                    </a:lnTo>
                    <a:lnTo>
                      <a:pt x="168" y="13601"/>
                    </a:lnTo>
                    <a:cubicBezTo>
                      <a:pt x="64" y="14208"/>
                      <a:pt x="440" y="14752"/>
                      <a:pt x="1047" y="14857"/>
                    </a:cubicBezTo>
                    <a:cubicBezTo>
                      <a:pt x="1486" y="14940"/>
                      <a:pt x="1926" y="14752"/>
                      <a:pt x="2156" y="14396"/>
                    </a:cubicBezTo>
                    <a:cubicBezTo>
                      <a:pt x="2051" y="14982"/>
                      <a:pt x="2428" y="15547"/>
                      <a:pt x="3035" y="15652"/>
                    </a:cubicBezTo>
                    <a:cubicBezTo>
                      <a:pt x="3474" y="15715"/>
                      <a:pt x="3914" y="15505"/>
                      <a:pt x="4144" y="15170"/>
                    </a:cubicBezTo>
                    <a:cubicBezTo>
                      <a:pt x="4102" y="15715"/>
                      <a:pt x="4478" y="16196"/>
                      <a:pt x="5022" y="16300"/>
                    </a:cubicBezTo>
                    <a:cubicBezTo>
                      <a:pt x="5462" y="16363"/>
                      <a:pt x="5922" y="16175"/>
                      <a:pt x="6152" y="15798"/>
                    </a:cubicBezTo>
                    <a:cubicBezTo>
                      <a:pt x="6173" y="16300"/>
                      <a:pt x="6550" y="16719"/>
                      <a:pt x="7052" y="16782"/>
                    </a:cubicBezTo>
                    <a:cubicBezTo>
                      <a:pt x="7575" y="16886"/>
                      <a:pt x="8035" y="16614"/>
                      <a:pt x="8245" y="16133"/>
                    </a:cubicBezTo>
                    <a:cubicBezTo>
                      <a:pt x="8287" y="16614"/>
                      <a:pt x="8642" y="17033"/>
                      <a:pt x="9144" y="17116"/>
                    </a:cubicBezTo>
                    <a:cubicBezTo>
                      <a:pt x="9626" y="17179"/>
                      <a:pt x="10128" y="16928"/>
                      <a:pt x="10316" y="16489"/>
                    </a:cubicBezTo>
                    <a:cubicBezTo>
                      <a:pt x="10421" y="16865"/>
                      <a:pt x="10756" y="17179"/>
                      <a:pt x="11174" y="17242"/>
                    </a:cubicBezTo>
                    <a:cubicBezTo>
                      <a:pt x="11697" y="17347"/>
                      <a:pt x="12199" y="17033"/>
                      <a:pt x="12388" y="16551"/>
                    </a:cubicBezTo>
                    <a:cubicBezTo>
                      <a:pt x="12513" y="16865"/>
                      <a:pt x="12827" y="17137"/>
                      <a:pt x="13183" y="17179"/>
                    </a:cubicBezTo>
                    <a:cubicBezTo>
                      <a:pt x="13706" y="17284"/>
                      <a:pt x="14229" y="16970"/>
                      <a:pt x="14417" y="16468"/>
                    </a:cubicBezTo>
                    <a:cubicBezTo>
                      <a:pt x="14585" y="16740"/>
                      <a:pt x="14836" y="16928"/>
                      <a:pt x="15149" y="16970"/>
                    </a:cubicBezTo>
                    <a:cubicBezTo>
                      <a:pt x="15756" y="17075"/>
                      <a:pt x="16300" y="16677"/>
                      <a:pt x="16405" y="16112"/>
                    </a:cubicBezTo>
                    <a:cubicBezTo>
                      <a:pt x="16572" y="16342"/>
                      <a:pt x="16823" y="16510"/>
                      <a:pt x="17116" y="16551"/>
                    </a:cubicBezTo>
                    <a:cubicBezTo>
                      <a:pt x="17723" y="16656"/>
                      <a:pt x="18267" y="16259"/>
                      <a:pt x="18372" y="15694"/>
                    </a:cubicBezTo>
                    <a:cubicBezTo>
                      <a:pt x="18518" y="15861"/>
                      <a:pt x="18707" y="15966"/>
                      <a:pt x="18937" y="15987"/>
                    </a:cubicBezTo>
                    <a:cubicBezTo>
                      <a:pt x="19543" y="16091"/>
                      <a:pt x="20087" y="15694"/>
                      <a:pt x="20192" y="15087"/>
                    </a:cubicBezTo>
                    <a:cubicBezTo>
                      <a:pt x="20234" y="14982"/>
                      <a:pt x="20234" y="14919"/>
                      <a:pt x="20234" y="14815"/>
                    </a:cubicBezTo>
                    <a:cubicBezTo>
                      <a:pt x="20380" y="14982"/>
                      <a:pt x="20590" y="15129"/>
                      <a:pt x="20862" y="15150"/>
                    </a:cubicBezTo>
                    <a:cubicBezTo>
                      <a:pt x="21448" y="15254"/>
                      <a:pt x="22012" y="14857"/>
                      <a:pt x="22117" y="14250"/>
                    </a:cubicBezTo>
                    <a:cubicBezTo>
                      <a:pt x="22138" y="14145"/>
                      <a:pt x="22138" y="14082"/>
                      <a:pt x="22138" y="13978"/>
                    </a:cubicBezTo>
                    <a:cubicBezTo>
                      <a:pt x="22264" y="14082"/>
                      <a:pt x="22431" y="14145"/>
                      <a:pt x="22598" y="14166"/>
                    </a:cubicBezTo>
                    <a:cubicBezTo>
                      <a:pt x="23205" y="14271"/>
                      <a:pt x="23749" y="13894"/>
                      <a:pt x="23854" y="13287"/>
                    </a:cubicBezTo>
                    <a:cubicBezTo>
                      <a:pt x="23896" y="13120"/>
                      <a:pt x="23896" y="12994"/>
                      <a:pt x="23854" y="12869"/>
                    </a:cubicBezTo>
                    <a:cubicBezTo>
                      <a:pt x="24000" y="12953"/>
                      <a:pt x="24126" y="12994"/>
                      <a:pt x="24251" y="13036"/>
                    </a:cubicBezTo>
                    <a:cubicBezTo>
                      <a:pt x="24649" y="13099"/>
                      <a:pt x="25046" y="12953"/>
                      <a:pt x="25277" y="12660"/>
                    </a:cubicBezTo>
                    <a:lnTo>
                      <a:pt x="25507" y="11718"/>
                    </a:lnTo>
                    <a:cubicBezTo>
                      <a:pt x="25507" y="11697"/>
                      <a:pt x="25507" y="11655"/>
                      <a:pt x="25486" y="11634"/>
                    </a:cubicBezTo>
                    <a:lnTo>
                      <a:pt x="25507" y="11676"/>
                    </a:lnTo>
                    <a:cubicBezTo>
                      <a:pt x="27243" y="3160"/>
                      <a:pt x="19711" y="1"/>
                      <a:pt x="12409" y="2428"/>
                    </a:cubicBezTo>
                    <a:cubicBezTo>
                      <a:pt x="6947" y="4311"/>
                      <a:pt x="3411" y="9312"/>
                      <a:pt x="1" y="1370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4"/>
              <p:cNvSpPr/>
              <p:nvPr/>
            </p:nvSpPr>
            <p:spPr>
              <a:xfrm>
                <a:off x="1898875" y="4667525"/>
                <a:ext cx="187825" cy="173100"/>
              </a:xfrm>
              <a:custGeom>
                <a:avLst/>
                <a:gdLst/>
                <a:ahLst/>
                <a:cxnLst/>
                <a:rect l="l" t="t" r="r" b="b"/>
                <a:pathLst>
                  <a:path w="7513" h="6924" extrusionOk="0">
                    <a:moveTo>
                      <a:pt x="6890" y="1"/>
                    </a:moveTo>
                    <a:cubicBezTo>
                      <a:pt x="6868" y="1"/>
                      <a:pt x="6845" y="2"/>
                      <a:pt x="6822" y="5"/>
                    </a:cubicBezTo>
                    <a:cubicBezTo>
                      <a:pt x="6508" y="26"/>
                      <a:pt x="6278" y="277"/>
                      <a:pt x="6299" y="591"/>
                    </a:cubicBezTo>
                    <a:cubicBezTo>
                      <a:pt x="6340" y="1637"/>
                      <a:pt x="5775" y="2725"/>
                      <a:pt x="4771" y="3625"/>
                    </a:cubicBezTo>
                    <a:cubicBezTo>
                      <a:pt x="3704" y="4650"/>
                      <a:pt x="2156" y="5445"/>
                      <a:pt x="482" y="5801"/>
                    </a:cubicBezTo>
                    <a:cubicBezTo>
                      <a:pt x="168" y="5885"/>
                      <a:pt x="1" y="6157"/>
                      <a:pt x="84" y="6491"/>
                    </a:cubicBezTo>
                    <a:cubicBezTo>
                      <a:pt x="138" y="6761"/>
                      <a:pt x="363" y="6923"/>
                      <a:pt x="624" y="6923"/>
                    </a:cubicBezTo>
                    <a:cubicBezTo>
                      <a:pt x="666" y="6923"/>
                      <a:pt x="710" y="6919"/>
                      <a:pt x="754" y="6910"/>
                    </a:cubicBezTo>
                    <a:cubicBezTo>
                      <a:pt x="2616" y="6491"/>
                      <a:pt x="4332" y="5592"/>
                      <a:pt x="5566" y="4441"/>
                    </a:cubicBezTo>
                    <a:cubicBezTo>
                      <a:pt x="6759" y="3311"/>
                      <a:pt x="7512" y="1930"/>
                      <a:pt x="7428" y="528"/>
                    </a:cubicBezTo>
                    <a:cubicBezTo>
                      <a:pt x="7409" y="237"/>
                      <a:pt x="7174" y="1"/>
                      <a:pt x="68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4"/>
              <p:cNvSpPr/>
              <p:nvPr/>
            </p:nvSpPr>
            <p:spPr>
              <a:xfrm>
                <a:off x="1899400" y="4813325"/>
                <a:ext cx="49725" cy="116225"/>
              </a:xfrm>
              <a:custGeom>
                <a:avLst/>
                <a:gdLst/>
                <a:ahLst/>
                <a:cxnLst/>
                <a:rect l="l" t="t" r="r" b="b"/>
                <a:pathLst>
                  <a:path w="1989" h="4649" extrusionOk="0">
                    <a:moveTo>
                      <a:pt x="618" y="0"/>
                    </a:moveTo>
                    <a:cubicBezTo>
                      <a:pt x="471" y="0"/>
                      <a:pt x="325" y="53"/>
                      <a:pt x="210" y="157"/>
                    </a:cubicBezTo>
                    <a:cubicBezTo>
                      <a:pt x="1" y="387"/>
                      <a:pt x="1" y="722"/>
                      <a:pt x="210" y="973"/>
                    </a:cubicBezTo>
                    <a:cubicBezTo>
                      <a:pt x="628" y="1392"/>
                      <a:pt x="796" y="1831"/>
                      <a:pt x="817" y="2292"/>
                    </a:cubicBezTo>
                    <a:cubicBezTo>
                      <a:pt x="837" y="2794"/>
                      <a:pt x="712" y="3338"/>
                      <a:pt x="586" y="3924"/>
                    </a:cubicBezTo>
                    <a:cubicBezTo>
                      <a:pt x="503" y="4237"/>
                      <a:pt x="691" y="4530"/>
                      <a:pt x="963" y="4635"/>
                    </a:cubicBezTo>
                    <a:cubicBezTo>
                      <a:pt x="1007" y="4644"/>
                      <a:pt x="1051" y="4648"/>
                      <a:pt x="1094" y="4648"/>
                    </a:cubicBezTo>
                    <a:cubicBezTo>
                      <a:pt x="1356" y="4648"/>
                      <a:pt x="1585" y="4489"/>
                      <a:pt x="1674" y="4237"/>
                    </a:cubicBezTo>
                    <a:cubicBezTo>
                      <a:pt x="1863" y="3589"/>
                      <a:pt x="1988" y="2919"/>
                      <a:pt x="1967" y="2250"/>
                    </a:cubicBezTo>
                    <a:cubicBezTo>
                      <a:pt x="1905" y="1517"/>
                      <a:pt x="1674" y="806"/>
                      <a:pt x="1026" y="157"/>
                    </a:cubicBezTo>
                    <a:cubicBezTo>
                      <a:pt x="911" y="53"/>
                      <a:pt x="764" y="0"/>
                      <a:pt x="6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4"/>
              <p:cNvSpPr/>
              <p:nvPr/>
            </p:nvSpPr>
            <p:spPr>
              <a:xfrm>
                <a:off x="1833500" y="4812925"/>
                <a:ext cx="96775" cy="88825"/>
              </a:xfrm>
              <a:custGeom>
                <a:avLst/>
                <a:gdLst/>
                <a:ahLst/>
                <a:cxnLst/>
                <a:rect l="l" t="t" r="r" b="b"/>
                <a:pathLst>
                  <a:path w="3871" h="3553" extrusionOk="0">
                    <a:moveTo>
                      <a:pt x="3268" y="1"/>
                    </a:moveTo>
                    <a:cubicBezTo>
                      <a:pt x="2986" y="1"/>
                      <a:pt x="2738" y="200"/>
                      <a:pt x="2699" y="487"/>
                    </a:cubicBezTo>
                    <a:cubicBezTo>
                      <a:pt x="2595" y="1052"/>
                      <a:pt x="2302" y="1450"/>
                      <a:pt x="1925" y="1743"/>
                    </a:cubicBezTo>
                    <a:cubicBezTo>
                      <a:pt x="1507" y="2036"/>
                      <a:pt x="984" y="2245"/>
                      <a:pt x="440" y="2454"/>
                    </a:cubicBezTo>
                    <a:cubicBezTo>
                      <a:pt x="147" y="2559"/>
                      <a:pt x="0" y="2872"/>
                      <a:pt x="105" y="3186"/>
                    </a:cubicBezTo>
                    <a:cubicBezTo>
                      <a:pt x="188" y="3403"/>
                      <a:pt x="403" y="3553"/>
                      <a:pt x="646" y="3553"/>
                    </a:cubicBezTo>
                    <a:cubicBezTo>
                      <a:pt x="708" y="3553"/>
                      <a:pt x="773" y="3543"/>
                      <a:pt x="837" y="3521"/>
                    </a:cubicBezTo>
                    <a:cubicBezTo>
                      <a:pt x="1465" y="3312"/>
                      <a:pt x="2092" y="3040"/>
                      <a:pt x="2637" y="2621"/>
                    </a:cubicBezTo>
                    <a:cubicBezTo>
                      <a:pt x="3222" y="2182"/>
                      <a:pt x="3662" y="1554"/>
                      <a:pt x="3808" y="675"/>
                    </a:cubicBezTo>
                    <a:cubicBezTo>
                      <a:pt x="3871" y="341"/>
                      <a:pt x="3662" y="69"/>
                      <a:pt x="3348" y="6"/>
                    </a:cubicBezTo>
                    <a:cubicBezTo>
                      <a:pt x="3321" y="2"/>
                      <a:pt x="3294" y="1"/>
                      <a:pt x="3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4"/>
              <p:cNvSpPr/>
              <p:nvPr/>
            </p:nvSpPr>
            <p:spPr>
              <a:xfrm>
                <a:off x="1736725" y="4012200"/>
                <a:ext cx="704100" cy="658075"/>
              </a:xfrm>
              <a:custGeom>
                <a:avLst/>
                <a:gdLst/>
                <a:ahLst/>
                <a:cxnLst/>
                <a:rect l="l" t="t" r="r" b="b"/>
                <a:pathLst>
                  <a:path w="28164" h="26323" extrusionOk="0">
                    <a:moveTo>
                      <a:pt x="0" y="4897"/>
                    </a:moveTo>
                    <a:cubicBezTo>
                      <a:pt x="10274" y="1"/>
                      <a:pt x="28163" y="7031"/>
                      <a:pt x="22305" y="15359"/>
                    </a:cubicBezTo>
                    <a:cubicBezTo>
                      <a:pt x="14647" y="26323"/>
                      <a:pt x="9918" y="7429"/>
                      <a:pt x="0" y="489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4"/>
              <p:cNvSpPr/>
              <p:nvPr/>
            </p:nvSpPr>
            <p:spPr>
              <a:xfrm>
                <a:off x="2587775" y="4201050"/>
                <a:ext cx="163775" cy="101500"/>
              </a:xfrm>
              <a:custGeom>
                <a:avLst/>
                <a:gdLst/>
                <a:ahLst/>
                <a:cxnLst/>
                <a:rect l="l" t="t" r="r" b="b"/>
                <a:pathLst>
                  <a:path w="6551" h="4060" extrusionOk="0">
                    <a:moveTo>
                      <a:pt x="984" y="0"/>
                    </a:moveTo>
                    <a:lnTo>
                      <a:pt x="6550" y="1026"/>
                    </a:lnTo>
                    <a:lnTo>
                      <a:pt x="2282" y="3934"/>
                    </a:lnTo>
                    <a:cubicBezTo>
                      <a:pt x="880" y="4059"/>
                      <a:pt x="1" y="1130"/>
                      <a:pt x="9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4"/>
              <p:cNvSpPr/>
              <p:nvPr/>
            </p:nvSpPr>
            <p:spPr>
              <a:xfrm>
                <a:off x="1796875" y="4114200"/>
                <a:ext cx="566000" cy="483375"/>
              </a:xfrm>
              <a:custGeom>
                <a:avLst/>
                <a:gdLst/>
                <a:ahLst/>
                <a:cxnLst/>
                <a:rect l="l" t="t" r="r" b="b"/>
                <a:pathLst>
                  <a:path w="22640" h="19335" extrusionOk="0">
                    <a:moveTo>
                      <a:pt x="18518" y="12995"/>
                    </a:moveTo>
                    <a:cubicBezTo>
                      <a:pt x="12262" y="19334"/>
                      <a:pt x="7742" y="5985"/>
                      <a:pt x="0" y="1779"/>
                    </a:cubicBezTo>
                    <a:cubicBezTo>
                      <a:pt x="9960" y="1"/>
                      <a:pt x="22640" y="5943"/>
                      <a:pt x="18518" y="1299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4"/>
              <p:cNvSpPr/>
              <p:nvPr/>
            </p:nvSpPr>
            <p:spPr>
              <a:xfrm>
                <a:off x="1612225" y="4480900"/>
                <a:ext cx="139700" cy="119800"/>
              </a:xfrm>
              <a:custGeom>
                <a:avLst/>
                <a:gdLst/>
                <a:ahLst/>
                <a:cxnLst/>
                <a:rect l="l" t="t" r="r" b="b"/>
                <a:pathLst>
                  <a:path w="5588" h="4792" extrusionOk="0">
                    <a:moveTo>
                      <a:pt x="5587" y="4792"/>
                    </a:moveTo>
                    <a:cubicBezTo>
                      <a:pt x="4959" y="4750"/>
                      <a:pt x="0" y="2930"/>
                      <a:pt x="837" y="1465"/>
                    </a:cubicBezTo>
                    <a:cubicBezTo>
                      <a:pt x="1674" y="0"/>
                      <a:pt x="5169" y="4122"/>
                      <a:pt x="5587" y="479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4"/>
              <p:cNvSpPr/>
              <p:nvPr/>
            </p:nvSpPr>
            <p:spPr>
              <a:xfrm>
                <a:off x="1682850" y="4446900"/>
                <a:ext cx="82150" cy="153800"/>
              </a:xfrm>
              <a:custGeom>
                <a:avLst/>
                <a:gdLst/>
                <a:ahLst/>
                <a:cxnLst/>
                <a:rect l="l" t="t" r="r" b="b"/>
                <a:pathLst>
                  <a:path w="3286" h="6152" extrusionOk="0">
                    <a:moveTo>
                      <a:pt x="2762" y="6152"/>
                    </a:moveTo>
                    <a:cubicBezTo>
                      <a:pt x="2344" y="5692"/>
                      <a:pt x="0" y="984"/>
                      <a:pt x="1653" y="482"/>
                    </a:cubicBezTo>
                    <a:cubicBezTo>
                      <a:pt x="3285" y="0"/>
                      <a:pt x="2929" y="5378"/>
                      <a:pt x="2762" y="615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4"/>
              <p:cNvSpPr/>
              <p:nvPr/>
            </p:nvSpPr>
            <p:spPr>
              <a:xfrm>
                <a:off x="1599150" y="4577675"/>
                <a:ext cx="152775" cy="82675"/>
              </a:xfrm>
              <a:custGeom>
                <a:avLst/>
                <a:gdLst/>
                <a:ahLst/>
                <a:cxnLst/>
                <a:rect l="l" t="t" r="r" b="b"/>
                <a:pathLst>
                  <a:path w="6111" h="3307" extrusionOk="0">
                    <a:moveTo>
                      <a:pt x="6110" y="921"/>
                    </a:moveTo>
                    <a:cubicBezTo>
                      <a:pt x="5608" y="1319"/>
                      <a:pt x="733" y="3306"/>
                      <a:pt x="377" y="1653"/>
                    </a:cubicBezTo>
                    <a:cubicBezTo>
                      <a:pt x="0" y="0"/>
                      <a:pt x="5336" y="712"/>
                      <a:pt x="6110" y="9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7" name="Google Shape;687;p14"/>
            <p:cNvSpPr/>
            <p:nvPr/>
          </p:nvSpPr>
          <p:spPr>
            <a:xfrm rot="-1424416">
              <a:off x="1134876" y="474472"/>
              <a:ext cx="79252" cy="73977"/>
            </a:xfrm>
            <a:custGeom>
              <a:avLst/>
              <a:gdLst/>
              <a:ahLst/>
              <a:cxnLst/>
              <a:rect l="l" t="t" r="r" b="b"/>
              <a:pathLst>
                <a:path w="3170" h="2959" extrusionOk="0">
                  <a:moveTo>
                    <a:pt x="608" y="0"/>
                  </a:moveTo>
                  <a:cubicBezTo>
                    <a:pt x="552" y="0"/>
                    <a:pt x="498" y="31"/>
                    <a:pt x="467" y="103"/>
                  </a:cubicBezTo>
                  <a:cubicBezTo>
                    <a:pt x="0" y="1037"/>
                    <a:pt x="167" y="2772"/>
                    <a:pt x="1401" y="2939"/>
                  </a:cubicBezTo>
                  <a:cubicBezTo>
                    <a:pt x="1467" y="2952"/>
                    <a:pt x="1533" y="2958"/>
                    <a:pt x="1598" y="2958"/>
                  </a:cubicBezTo>
                  <a:cubicBezTo>
                    <a:pt x="2030" y="2958"/>
                    <a:pt x="2446" y="2686"/>
                    <a:pt x="2735" y="2338"/>
                  </a:cubicBezTo>
                  <a:cubicBezTo>
                    <a:pt x="3169" y="1738"/>
                    <a:pt x="3102" y="1037"/>
                    <a:pt x="3036" y="370"/>
                  </a:cubicBezTo>
                  <a:cubicBezTo>
                    <a:pt x="3022" y="264"/>
                    <a:pt x="2950" y="221"/>
                    <a:pt x="2873" y="221"/>
                  </a:cubicBezTo>
                  <a:cubicBezTo>
                    <a:pt x="2757" y="221"/>
                    <a:pt x="2629" y="317"/>
                    <a:pt x="2669" y="437"/>
                  </a:cubicBezTo>
                  <a:cubicBezTo>
                    <a:pt x="2796" y="1203"/>
                    <a:pt x="2619" y="2580"/>
                    <a:pt x="1609" y="2580"/>
                  </a:cubicBezTo>
                  <a:cubicBezTo>
                    <a:pt x="1564" y="2580"/>
                    <a:pt x="1517" y="2578"/>
                    <a:pt x="1468" y="2572"/>
                  </a:cubicBezTo>
                  <a:cubicBezTo>
                    <a:pt x="467" y="2438"/>
                    <a:pt x="400" y="1004"/>
                    <a:pt x="801" y="337"/>
                  </a:cubicBezTo>
                  <a:cubicBezTo>
                    <a:pt x="870" y="153"/>
                    <a:pt x="732" y="0"/>
                    <a:pt x="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8" name="Google Shape;688;p14"/>
          <p:cNvSpPr/>
          <p:nvPr/>
        </p:nvSpPr>
        <p:spPr>
          <a:xfrm flipH="1">
            <a:off x="713213" y="4440525"/>
            <a:ext cx="1561153" cy="522209"/>
          </a:xfrm>
          <a:custGeom>
            <a:avLst/>
            <a:gdLst/>
            <a:ahLst/>
            <a:cxnLst/>
            <a:rect l="l" t="t" r="r" b="b"/>
            <a:pathLst>
              <a:path w="87264" h="29190" extrusionOk="0">
                <a:moveTo>
                  <a:pt x="57851" y="1"/>
                </a:moveTo>
                <a:cubicBezTo>
                  <a:pt x="54788" y="1"/>
                  <a:pt x="50887" y="3501"/>
                  <a:pt x="49203" y="5900"/>
                </a:cubicBezTo>
                <a:cubicBezTo>
                  <a:pt x="47771" y="4270"/>
                  <a:pt x="45715" y="3528"/>
                  <a:pt x="43600" y="3528"/>
                </a:cubicBezTo>
                <a:cubicBezTo>
                  <a:pt x="42511" y="3528"/>
                  <a:pt x="41406" y="3724"/>
                  <a:pt x="40363" y="4099"/>
                </a:cubicBezTo>
                <a:cubicBezTo>
                  <a:pt x="36160" y="5600"/>
                  <a:pt x="33391" y="9936"/>
                  <a:pt x="31657" y="13772"/>
                </a:cubicBezTo>
                <a:cubicBezTo>
                  <a:pt x="31190" y="14773"/>
                  <a:pt x="30756" y="15774"/>
                  <a:pt x="30423" y="16808"/>
                </a:cubicBezTo>
                <a:cubicBezTo>
                  <a:pt x="30133" y="17677"/>
                  <a:pt x="30123" y="19416"/>
                  <a:pt x="29042" y="19416"/>
                </a:cubicBezTo>
                <a:cubicBezTo>
                  <a:pt x="29004" y="19416"/>
                  <a:pt x="28963" y="19414"/>
                  <a:pt x="28921" y="19409"/>
                </a:cubicBezTo>
                <a:cubicBezTo>
                  <a:pt x="28188" y="19309"/>
                  <a:pt x="27420" y="18275"/>
                  <a:pt x="26653" y="18075"/>
                </a:cubicBezTo>
                <a:cubicBezTo>
                  <a:pt x="26365" y="17996"/>
                  <a:pt x="26100" y="17959"/>
                  <a:pt x="25855" y="17959"/>
                </a:cubicBezTo>
                <a:cubicBezTo>
                  <a:pt x="22891" y="17959"/>
                  <a:pt x="22849" y="23337"/>
                  <a:pt x="20816" y="24446"/>
                </a:cubicBezTo>
                <a:cubicBezTo>
                  <a:pt x="20182" y="24813"/>
                  <a:pt x="18814" y="24647"/>
                  <a:pt x="18047" y="24747"/>
                </a:cubicBezTo>
                <a:cubicBezTo>
                  <a:pt x="17046" y="24813"/>
                  <a:pt x="16046" y="24947"/>
                  <a:pt x="15045" y="25080"/>
                </a:cubicBezTo>
                <a:cubicBezTo>
                  <a:pt x="13544" y="25280"/>
                  <a:pt x="12009" y="25481"/>
                  <a:pt x="10508" y="25814"/>
                </a:cubicBezTo>
                <a:cubicBezTo>
                  <a:pt x="7373" y="26448"/>
                  <a:pt x="4037" y="27115"/>
                  <a:pt x="1068" y="28383"/>
                </a:cubicBezTo>
                <a:cubicBezTo>
                  <a:pt x="801" y="28383"/>
                  <a:pt x="535" y="28383"/>
                  <a:pt x="234" y="28416"/>
                </a:cubicBezTo>
                <a:cubicBezTo>
                  <a:pt x="1" y="28416"/>
                  <a:pt x="1" y="28783"/>
                  <a:pt x="234" y="28783"/>
                </a:cubicBezTo>
                <a:cubicBezTo>
                  <a:pt x="6887" y="29040"/>
                  <a:pt x="13556" y="29096"/>
                  <a:pt x="20229" y="29096"/>
                </a:cubicBezTo>
                <a:cubicBezTo>
                  <a:pt x="25351" y="29096"/>
                  <a:pt x="30476" y="29063"/>
                  <a:pt x="35598" y="29063"/>
                </a:cubicBezTo>
                <a:cubicBezTo>
                  <a:pt x="37654" y="29063"/>
                  <a:pt x="39709" y="29068"/>
                  <a:pt x="41764" y="29083"/>
                </a:cubicBezTo>
                <a:cubicBezTo>
                  <a:pt x="49321" y="29101"/>
                  <a:pt x="56879" y="29189"/>
                  <a:pt x="64436" y="29189"/>
                </a:cubicBezTo>
                <a:cubicBezTo>
                  <a:pt x="70722" y="29189"/>
                  <a:pt x="77008" y="29128"/>
                  <a:pt x="83294" y="28916"/>
                </a:cubicBezTo>
                <a:cubicBezTo>
                  <a:pt x="83727" y="28816"/>
                  <a:pt x="87263" y="28649"/>
                  <a:pt x="87263" y="28649"/>
                </a:cubicBezTo>
                <a:cubicBezTo>
                  <a:pt x="87263" y="28649"/>
                  <a:pt x="80658" y="27582"/>
                  <a:pt x="78857" y="27215"/>
                </a:cubicBezTo>
                <a:cubicBezTo>
                  <a:pt x="78889" y="27086"/>
                  <a:pt x="79484" y="8840"/>
                  <a:pt x="66464" y="8840"/>
                </a:cubicBezTo>
                <a:cubicBezTo>
                  <a:pt x="66029" y="8840"/>
                  <a:pt x="65580" y="8860"/>
                  <a:pt x="65114" y="8902"/>
                </a:cubicBezTo>
                <a:cubicBezTo>
                  <a:pt x="65080" y="8905"/>
                  <a:pt x="65047" y="8906"/>
                  <a:pt x="65014" y="8906"/>
                </a:cubicBezTo>
                <a:cubicBezTo>
                  <a:pt x="63135" y="8906"/>
                  <a:pt x="61899" y="4333"/>
                  <a:pt x="61178" y="2497"/>
                </a:cubicBezTo>
                <a:cubicBezTo>
                  <a:pt x="60416" y="697"/>
                  <a:pt x="59217" y="1"/>
                  <a:pt x="578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790"/>
        <p:cNvGrpSpPr/>
        <p:nvPr/>
      </p:nvGrpSpPr>
      <p:grpSpPr>
        <a:xfrm>
          <a:off x="0" y="0"/>
          <a:ext cx="0" cy="0"/>
          <a:chOff x="0" y="0"/>
          <a:chExt cx="0" cy="0"/>
        </a:xfrm>
      </p:grpSpPr>
      <p:sp>
        <p:nvSpPr>
          <p:cNvPr id="791" name="Google Shape;791;p16"/>
          <p:cNvSpPr/>
          <p:nvPr/>
        </p:nvSpPr>
        <p:spPr>
          <a:xfrm>
            <a:off x="175638" y="191638"/>
            <a:ext cx="2007875" cy="695725"/>
          </a:xfrm>
          <a:custGeom>
            <a:avLst/>
            <a:gdLst/>
            <a:ahLst/>
            <a:cxnLst/>
            <a:rect l="l" t="t" r="r" b="b"/>
            <a:pathLst>
              <a:path w="80315" h="27829" extrusionOk="0">
                <a:moveTo>
                  <a:pt x="33030" y="0"/>
                </a:moveTo>
                <a:cubicBezTo>
                  <a:pt x="30274" y="0"/>
                  <a:pt x="27617" y="1150"/>
                  <a:pt x="26543" y="3978"/>
                </a:cubicBezTo>
                <a:cubicBezTo>
                  <a:pt x="25709" y="6279"/>
                  <a:pt x="26176" y="8815"/>
                  <a:pt x="26976" y="11116"/>
                </a:cubicBezTo>
                <a:cubicBezTo>
                  <a:pt x="26747" y="11097"/>
                  <a:pt x="26518" y="11088"/>
                  <a:pt x="26288" y="11088"/>
                </a:cubicBezTo>
                <a:cubicBezTo>
                  <a:pt x="24078" y="11088"/>
                  <a:pt x="21879" y="11959"/>
                  <a:pt x="20338" y="13651"/>
                </a:cubicBezTo>
                <a:cubicBezTo>
                  <a:pt x="18337" y="15820"/>
                  <a:pt x="17870" y="18988"/>
                  <a:pt x="18837" y="21690"/>
                </a:cubicBezTo>
                <a:cubicBezTo>
                  <a:pt x="13000" y="22958"/>
                  <a:pt x="7196" y="24159"/>
                  <a:pt x="1358" y="25426"/>
                </a:cubicBezTo>
                <a:cubicBezTo>
                  <a:pt x="1" y="25691"/>
                  <a:pt x="483" y="27829"/>
                  <a:pt x="1795" y="27829"/>
                </a:cubicBezTo>
                <a:cubicBezTo>
                  <a:pt x="1805" y="27829"/>
                  <a:pt x="1815" y="27828"/>
                  <a:pt x="1825" y="27828"/>
                </a:cubicBezTo>
                <a:cubicBezTo>
                  <a:pt x="11499" y="27294"/>
                  <a:pt x="21206" y="26794"/>
                  <a:pt x="30879" y="26360"/>
                </a:cubicBezTo>
                <a:cubicBezTo>
                  <a:pt x="33614" y="26260"/>
                  <a:pt x="36350" y="26127"/>
                  <a:pt x="39052" y="26027"/>
                </a:cubicBezTo>
                <a:cubicBezTo>
                  <a:pt x="50144" y="26575"/>
                  <a:pt x="61282" y="26830"/>
                  <a:pt x="72409" y="26830"/>
                </a:cubicBezTo>
                <a:cubicBezTo>
                  <a:pt x="74834" y="26830"/>
                  <a:pt x="77258" y="26818"/>
                  <a:pt x="79681" y="26794"/>
                </a:cubicBezTo>
                <a:cubicBezTo>
                  <a:pt x="80314" y="26761"/>
                  <a:pt x="80314" y="25860"/>
                  <a:pt x="79747" y="25693"/>
                </a:cubicBezTo>
                <a:cubicBezTo>
                  <a:pt x="77479" y="25093"/>
                  <a:pt x="75144" y="24426"/>
                  <a:pt x="72842" y="23792"/>
                </a:cubicBezTo>
                <a:cubicBezTo>
                  <a:pt x="71575" y="23458"/>
                  <a:pt x="70374" y="23125"/>
                  <a:pt x="69140" y="22791"/>
                </a:cubicBezTo>
                <a:cubicBezTo>
                  <a:pt x="68172" y="22524"/>
                  <a:pt x="66638" y="22358"/>
                  <a:pt x="66004" y="21457"/>
                </a:cubicBezTo>
                <a:cubicBezTo>
                  <a:pt x="65404" y="20590"/>
                  <a:pt x="65637" y="19189"/>
                  <a:pt x="65504" y="18188"/>
                </a:cubicBezTo>
                <a:cubicBezTo>
                  <a:pt x="65370" y="17321"/>
                  <a:pt x="65237" y="16453"/>
                  <a:pt x="65003" y="15586"/>
                </a:cubicBezTo>
                <a:cubicBezTo>
                  <a:pt x="64503" y="13651"/>
                  <a:pt x="63703" y="11783"/>
                  <a:pt x="62702" y="10082"/>
                </a:cubicBezTo>
                <a:cubicBezTo>
                  <a:pt x="61148" y="7379"/>
                  <a:pt x="58524" y="3547"/>
                  <a:pt x="55071" y="3547"/>
                </a:cubicBezTo>
                <a:cubicBezTo>
                  <a:pt x="54817" y="3547"/>
                  <a:pt x="54559" y="3567"/>
                  <a:pt x="54296" y="3611"/>
                </a:cubicBezTo>
                <a:cubicBezTo>
                  <a:pt x="51194" y="4111"/>
                  <a:pt x="49793" y="6680"/>
                  <a:pt x="49125" y="9448"/>
                </a:cubicBezTo>
                <a:cubicBezTo>
                  <a:pt x="45656" y="4678"/>
                  <a:pt x="40319" y="842"/>
                  <a:pt x="34515" y="108"/>
                </a:cubicBezTo>
                <a:cubicBezTo>
                  <a:pt x="34022" y="37"/>
                  <a:pt x="33524" y="0"/>
                  <a:pt x="330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6"/>
          <p:cNvSpPr txBox="1">
            <a:spLocks noGrp="1"/>
          </p:cNvSpPr>
          <p:nvPr>
            <p:ph type="title"/>
          </p:nvPr>
        </p:nvSpPr>
        <p:spPr>
          <a:xfrm>
            <a:off x="720000" y="1224313"/>
            <a:ext cx="3597900" cy="1063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3" name="Google Shape;793;p16"/>
          <p:cNvSpPr txBox="1">
            <a:spLocks noGrp="1"/>
          </p:cNvSpPr>
          <p:nvPr>
            <p:ph type="subTitle" idx="1"/>
          </p:nvPr>
        </p:nvSpPr>
        <p:spPr>
          <a:xfrm>
            <a:off x="720000" y="2287513"/>
            <a:ext cx="3597900" cy="805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94" name="Google Shape;794;p16"/>
          <p:cNvSpPr/>
          <p:nvPr/>
        </p:nvSpPr>
        <p:spPr>
          <a:xfrm>
            <a:off x="1897125" y="4223150"/>
            <a:ext cx="1863086" cy="623207"/>
          </a:xfrm>
          <a:custGeom>
            <a:avLst/>
            <a:gdLst/>
            <a:ahLst/>
            <a:cxnLst/>
            <a:rect l="l" t="t" r="r" b="b"/>
            <a:pathLst>
              <a:path w="87264" h="29190" extrusionOk="0">
                <a:moveTo>
                  <a:pt x="57851" y="1"/>
                </a:moveTo>
                <a:cubicBezTo>
                  <a:pt x="54788" y="1"/>
                  <a:pt x="50887" y="3501"/>
                  <a:pt x="49203" y="5900"/>
                </a:cubicBezTo>
                <a:cubicBezTo>
                  <a:pt x="47771" y="4270"/>
                  <a:pt x="45715" y="3528"/>
                  <a:pt x="43600" y="3528"/>
                </a:cubicBezTo>
                <a:cubicBezTo>
                  <a:pt x="42511" y="3528"/>
                  <a:pt x="41406" y="3724"/>
                  <a:pt x="40363" y="4099"/>
                </a:cubicBezTo>
                <a:cubicBezTo>
                  <a:pt x="36160" y="5600"/>
                  <a:pt x="33391" y="9936"/>
                  <a:pt x="31657" y="13772"/>
                </a:cubicBezTo>
                <a:cubicBezTo>
                  <a:pt x="31190" y="14773"/>
                  <a:pt x="30756" y="15774"/>
                  <a:pt x="30423" y="16808"/>
                </a:cubicBezTo>
                <a:cubicBezTo>
                  <a:pt x="30133" y="17677"/>
                  <a:pt x="30123" y="19416"/>
                  <a:pt x="29042" y="19416"/>
                </a:cubicBezTo>
                <a:cubicBezTo>
                  <a:pt x="29004" y="19416"/>
                  <a:pt x="28963" y="19414"/>
                  <a:pt x="28921" y="19409"/>
                </a:cubicBezTo>
                <a:cubicBezTo>
                  <a:pt x="28188" y="19309"/>
                  <a:pt x="27420" y="18275"/>
                  <a:pt x="26653" y="18075"/>
                </a:cubicBezTo>
                <a:cubicBezTo>
                  <a:pt x="26365" y="17996"/>
                  <a:pt x="26100" y="17959"/>
                  <a:pt x="25855" y="17959"/>
                </a:cubicBezTo>
                <a:cubicBezTo>
                  <a:pt x="22891" y="17959"/>
                  <a:pt x="22849" y="23337"/>
                  <a:pt x="20816" y="24446"/>
                </a:cubicBezTo>
                <a:cubicBezTo>
                  <a:pt x="20182" y="24813"/>
                  <a:pt x="18814" y="24647"/>
                  <a:pt x="18047" y="24747"/>
                </a:cubicBezTo>
                <a:cubicBezTo>
                  <a:pt x="17046" y="24813"/>
                  <a:pt x="16046" y="24947"/>
                  <a:pt x="15045" y="25080"/>
                </a:cubicBezTo>
                <a:cubicBezTo>
                  <a:pt x="13544" y="25280"/>
                  <a:pt x="12009" y="25481"/>
                  <a:pt x="10508" y="25814"/>
                </a:cubicBezTo>
                <a:cubicBezTo>
                  <a:pt x="7373" y="26448"/>
                  <a:pt x="4037" y="27115"/>
                  <a:pt x="1068" y="28383"/>
                </a:cubicBezTo>
                <a:cubicBezTo>
                  <a:pt x="801" y="28383"/>
                  <a:pt x="535" y="28383"/>
                  <a:pt x="234" y="28416"/>
                </a:cubicBezTo>
                <a:cubicBezTo>
                  <a:pt x="1" y="28416"/>
                  <a:pt x="1" y="28783"/>
                  <a:pt x="234" y="28783"/>
                </a:cubicBezTo>
                <a:cubicBezTo>
                  <a:pt x="6887" y="29040"/>
                  <a:pt x="13556" y="29096"/>
                  <a:pt x="20229" y="29096"/>
                </a:cubicBezTo>
                <a:cubicBezTo>
                  <a:pt x="25351" y="29096"/>
                  <a:pt x="30476" y="29063"/>
                  <a:pt x="35598" y="29063"/>
                </a:cubicBezTo>
                <a:cubicBezTo>
                  <a:pt x="37654" y="29063"/>
                  <a:pt x="39709" y="29068"/>
                  <a:pt x="41764" y="29083"/>
                </a:cubicBezTo>
                <a:cubicBezTo>
                  <a:pt x="49321" y="29101"/>
                  <a:pt x="56879" y="29189"/>
                  <a:pt x="64436" y="29189"/>
                </a:cubicBezTo>
                <a:cubicBezTo>
                  <a:pt x="70722" y="29189"/>
                  <a:pt x="77008" y="29128"/>
                  <a:pt x="83294" y="28916"/>
                </a:cubicBezTo>
                <a:cubicBezTo>
                  <a:pt x="83727" y="28816"/>
                  <a:pt x="87263" y="28649"/>
                  <a:pt x="87263" y="28649"/>
                </a:cubicBezTo>
                <a:cubicBezTo>
                  <a:pt x="87263" y="28649"/>
                  <a:pt x="80658" y="27582"/>
                  <a:pt x="78857" y="27215"/>
                </a:cubicBezTo>
                <a:cubicBezTo>
                  <a:pt x="78889" y="27086"/>
                  <a:pt x="79484" y="8840"/>
                  <a:pt x="66464" y="8840"/>
                </a:cubicBezTo>
                <a:cubicBezTo>
                  <a:pt x="66029" y="8840"/>
                  <a:pt x="65580" y="8860"/>
                  <a:pt x="65114" y="8902"/>
                </a:cubicBezTo>
                <a:cubicBezTo>
                  <a:pt x="65080" y="8905"/>
                  <a:pt x="65047" y="8906"/>
                  <a:pt x="65014" y="8906"/>
                </a:cubicBezTo>
                <a:cubicBezTo>
                  <a:pt x="63135" y="8906"/>
                  <a:pt x="61899" y="4333"/>
                  <a:pt x="61178" y="2497"/>
                </a:cubicBezTo>
                <a:cubicBezTo>
                  <a:pt x="60416" y="697"/>
                  <a:pt x="59217" y="1"/>
                  <a:pt x="578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5" name="Google Shape;795;p16"/>
          <p:cNvGrpSpPr/>
          <p:nvPr/>
        </p:nvGrpSpPr>
        <p:grpSpPr>
          <a:xfrm>
            <a:off x="-260112" y="3429650"/>
            <a:ext cx="2494325" cy="1783800"/>
            <a:chOff x="382100" y="3894075"/>
            <a:chExt cx="2494325" cy="1783800"/>
          </a:xfrm>
        </p:grpSpPr>
        <p:sp>
          <p:nvSpPr>
            <p:cNvPr id="796" name="Google Shape;796;p16"/>
            <p:cNvSpPr/>
            <p:nvPr/>
          </p:nvSpPr>
          <p:spPr>
            <a:xfrm>
              <a:off x="1516250" y="4875725"/>
              <a:ext cx="107600" cy="800475"/>
            </a:xfrm>
            <a:custGeom>
              <a:avLst/>
              <a:gdLst/>
              <a:ahLst/>
              <a:cxnLst/>
              <a:rect l="l" t="t" r="r" b="b"/>
              <a:pathLst>
                <a:path w="4304" h="32019" extrusionOk="0">
                  <a:moveTo>
                    <a:pt x="3421" y="1"/>
                  </a:moveTo>
                  <a:cubicBezTo>
                    <a:pt x="2919" y="1"/>
                    <a:pt x="2479" y="723"/>
                    <a:pt x="2336" y="1296"/>
                  </a:cubicBezTo>
                  <a:cubicBezTo>
                    <a:pt x="1" y="11270"/>
                    <a:pt x="1168" y="21611"/>
                    <a:pt x="1001" y="31852"/>
                  </a:cubicBezTo>
                  <a:lnTo>
                    <a:pt x="4304" y="32018"/>
                  </a:lnTo>
                  <a:cubicBezTo>
                    <a:pt x="3903" y="21778"/>
                    <a:pt x="3837" y="11504"/>
                    <a:pt x="4137" y="1296"/>
                  </a:cubicBezTo>
                  <a:cubicBezTo>
                    <a:pt x="4137" y="829"/>
                    <a:pt x="4104" y="262"/>
                    <a:pt x="3670" y="62"/>
                  </a:cubicBezTo>
                  <a:cubicBezTo>
                    <a:pt x="3586" y="20"/>
                    <a:pt x="3502" y="1"/>
                    <a:pt x="3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6"/>
            <p:cNvSpPr/>
            <p:nvPr/>
          </p:nvSpPr>
          <p:spPr>
            <a:xfrm>
              <a:off x="1515425" y="4854350"/>
              <a:ext cx="135950" cy="823525"/>
            </a:xfrm>
            <a:custGeom>
              <a:avLst/>
              <a:gdLst/>
              <a:ahLst/>
              <a:cxnLst/>
              <a:rect l="l" t="t" r="r" b="b"/>
              <a:pathLst>
                <a:path w="5438" h="32941" extrusionOk="0">
                  <a:moveTo>
                    <a:pt x="3614" y="0"/>
                  </a:moveTo>
                  <a:cubicBezTo>
                    <a:pt x="3433" y="0"/>
                    <a:pt x="3230" y="36"/>
                    <a:pt x="3002" y="117"/>
                  </a:cubicBezTo>
                  <a:cubicBezTo>
                    <a:pt x="1235" y="750"/>
                    <a:pt x="1201" y="4086"/>
                    <a:pt x="968" y="5587"/>
                  </a:cubicBezTo>
                  <a:cubicBezTo>
                    <a:pt x="301" y="9490"/>
                    <a:pt x="100" y="13459"/>
                    <a:pt x="34" y="17429"/>
                  </a:cubicBezTo>
                  <a:cubicBezTo>
                    <a:pt x="0" y="22533"/>
                    <a:pt x="200" y="27603"/>
                    <a:pt x="134" y="32640"/>
                  </a:cubicBezTo>
                  <a:lnTo>
                    <a:pt x="1968" y="32707"/>
                  </a:lnTo>
                  <a:cubicBezTo>
                    <a:pt x="2002" y="29471"/>
                    <a:pt x="1968" y="26169"/>
                    <a:pt x="1868" y="22933"/>
                  </a:cubicBezTo>
                  <a:cubicBezTo>
                    <a:pt x="1835" y="19764"/>
                    <a:pt x="1768" y="16528"/>
                    <a:pt x="1868" y="13359"/>
                  </a:cubicBezTo>
                  <a:cubicBezTo>
                    <a:pt x="1902" y="11792"/>
                    <a:pt x="2002" y="10190"/>
                    <a:pt x="2169" y="8623"/>
                  </a:cubicBezTo>
                  <a:cubicBezTo>
                    <a:pt x="2269" y="7655"/>
                    <a:pt x="2469" y="2685"/>
                    <a:pt x="3136" y="2352"/>
                  </a:cubicBezTo>
                  <a:cubicBezTo>
                    <a:pt x="3228" y="2305"/>
                    <a:pt x="3292" y="2284"/>
                    <a:pt x="3333" y="2284"/>
                  </a:cubicBezTo>
                  <a:cubicBezTo>
                    <a:pt x="3532" y="2284"/>
                    <a:pt x="3236" y="2767"/>
                    <a:pt x="3236" y="3319"/>
                  </a:cubicBezTo>
                  <a:cubicBezTo>
                    <a:pt x="3236" y="4153"/>
                    <a:pt x="3136" y="4987"/>
                    <a:pt x="3136" y="5821"/>
                  </a:cubicBezTo>
                  <a:cubicBezTo>
                    <a:pt x="3036" y="7489"/>
                    <a:pt x="3036" y="9156"/>
                    <a:pt x="3002" y="10858"/>
                  </a:cubicBezTo>
                  <a:cubicBezTo>
                    <a:pt x="2969" y="14193"/>
                    <a:pt x="2902" y="17596"/>
                    <a:pt x="2969" y="20931"/>
                  </a:cubicBezTo>
                  <a:cubicBezTo>
                    <a:pt x="3002" y="24834"/>
                    <a:pt x="3036" y="28837"/>
                    <a:pt x="3336" y="32807"/>
                  </a:cubicBezTo>
                  <a:lnTo>
                    <a:pt x="5438" y="32940"/>
                  </a:lnTo>
                  <a:cubicBezTo>
                    <a:pt x="5438" y="27103"/>
                    <a:pt x="5104" y="21198"/>
                    <a:pt x="5037" y="15361"/>
                  </a:cubicBezTo>
                  <a:cubicBezTo>
                    <a:pt x="5004" y="11191"/>
                    <a:pt x="5271" y="6988"/>
                    <a:pt x="5104" y="2785"/>
                  </a:cubicBezTo>
                  <a:cubicBezTo>
                    <a:pt x="5046" y="1736"/>
                    <a:pt x="4860" y="0"/>
                    <a:pt x="36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6"/>
            <p:cNvSpPr/>
            <p:nvPr/>
          </p:nvSpPr>
          <p:spPr>
            <a:xfrm>
              <a:off x="940850" y="4857050"/>
              <a:ext cx="614625" cy="473075"/>
            </a:xfrm>
            <a:custGeom>
              <a:avLst/>
              <a:gdLst/>
              <a:ahLst/>
              <a:cxnLst/>
              <a:rect l="l" t="t" r="r" b="b"/>
              <a:pathLst>
                <a:path w="24585" h="18923" extrusionOk="0">
                  <a:moveTo>
                    <a:pt x="164" y="1"/>
                  </a:moveTo>
                  <a:cubicBezTo>
                    <a:pt x="110" y="1"/>
                    <a:pt x="55" y="3"/>
                    <a:pt x="0" y="9"/>
                  </a:cubicBezTo>
                  <a:cubicBezTo>
                    <a:pt x="100" y="1209"/>
                    <a:pt x="968" y="2210"/>
                    <a:pt x="1801" y="3077"/>
                  </a:cubicBezTo>
                  <a:cubicBezTo>
                    <a:pt x="4036" y="5446"/>
                    <a:pt x="6305" y="7848"/>
                    <a:pt x="8606" y="10216"/>
                  </a:cubicBezTo>
                  <a:cubicBezTo>
                    <a:pt x="9807" y="11517"/>
                    <a:pt x="11041" y="12784"/>
                    <a:pt x="12543" y="13752"/>
                  </a:cubicBezTo>
                  <a:cubicBezTo>
                    <a:pt x="16178" y="16187"/>
                    <a:pt x="20949" y="16520"/>
                    <a:pt x="24584" y="18922"/>
                  </a:cubicBezTo>
                  <a:lnTo>
                    <a:pt x="24117" y="15353"/>
                  </a:lnTo>
                  <a:cubicBezTo>
                    <a:pt x="15978" y="12584"/>
                    <a:pt x="8506" y="7781"/>
                    <a:pt x="2635" y="1543"/>
                  </a:cubicBezTo>
                  <a:cubicBezTo>
                    <a:pt x="1972" y="817"/>
                    <a:pt x="1130" y="1"/>
                    <a:pt x="1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6"/>
            <p:cNvSpPr/>
            <p:nvPr/>
          </p:nvSpPr>
          <p:spPr>
            <a:xfrm>
              <a:off x="924275" y="4840525"/>
              <a:ext cx="654700" cy="504875"/>
            </a:xfrm>
            <a:custGeom>
              <a:avLst/>
              <a:gdLst/>
              <a:ahLst/>
              <a:cxnLst/>
              <a:rect l="l" t="t" r="r" b="b"/>
              <a:pathLst>
                <a:path w="26188" h="20195" extrusionOk="0">
                  <a:moveTo>
                    <a:pt x="650" y="1"/>
                  </a:moveTo>
                  <a:cubicBezTo>
                    <a:pt x="273" y="1"/>
                    <a:pt x="0" y="384"/>
                    <a:pt x="96" y="736"/>
                  </a:cubicBezTo>
                  <a:cubicBezTo>
                    <a:pt x="596" y="2905"/>
                    <a:pt x="2198" y="4306"/>
                    <a:pt x="3699" y="5873"/>
                  </a:cubicBezTo>
                  <a:cubicBezTo>
                    <a:pt x="6000" y="8308"/>
                    <a:pt x="8269" y="10844"/>
                    <a:pt x="10670" y="13078"/>
                  </a:cubicBezTo>
                  <a:cubicBezTo>
                    <a:pt x="14773" y="16881"/>
                    <a:pt x="20277" y="17215"/>
                    <a:pt x="24847" y="20083"/>
                  </a:cubicBezTo>
                  <a:cubicBezTo>
                    <a:pt x="24963" y="20161"/>
                    <a:pt x="25081" y="20194"/>
                    <a:pt x="25194" y="20194"/>
                  </a:cubicBezTo>
                  <a:cubicBezTo>
                    <a:pt x="25760" y="20194"/>
                    <a:pt x="26188" y="19350"/>
                    <a:pt x="25548" y="19016"/>
                  </a:cubicBezTo>
                  <a:cubicBezTo>
                    <a:pt x="21645" y="16681"/>
                    <a:pt x="16808" y="16247"/>
                    <a:pt x="13105" y="13545"/>
                  </a:cubicBezTo>
                  <a:cubicBezTo>
                    <a:pt x="10871" y="11978"/>
                    <a:pt x="9036" y="9709"/>
                    <a:pt x="7168" y="7708"/>
                  </a:cubicBezTo>
                  <a:cubicBezTo>
                    <a:pt x="5519" y="5973"/>
                    <a:pt x="2793" y="3862"/>
                    <a:pt x="1684" y="1548"/>
                  </a:cubicBezTo>
                  <a:lnTo>
                    <a:pt x="1684" y="1548"/>
                  </a:lnTo>
                  <a:cubicBezTo>
                    <a:pt x="3551" y="2505"/>
                    <a:pt x="5327" y="5064"/>
                    <a:pt x="6768" y="6307"/>
                  </a:cubicBezTo>
                  <a:cubicBezTo>
                    <a:pt x="8569" y="7875"/>
                    <a:pt x="10470" y="9309"/>
                    <a:pt x="12438" y="10643"/>
                  </a:cubicBezTo>
                  <a:cubicBezTo>
                    <a:pt x="16008" y="13012"/>
                    <a:pt x="20477" y="15547"/>
                    <a:pt x="24780" y="16247"/>
                  </a:cubicBezTo>
                  <a:cubicBezTo>
                    <a:pt x="24797" y="16252"/>
                    <a:pt x="24813" y="16254"/>
                    <a:pt x="24828" y="16254"/>
                  </a:cubicBezTo>
                  <a:cubicBezTo>
                    <a:pt x="25031" y="16254"/>
                    <a:pt x="25131" y="15871"/>
                    <a:pt x="24914" y="15747"/>
                  </a:cubicBezTo>
                  <a:cubicBezTo>
                    <a:pt x="20244" y="13145"/>
                    <a:pt x="15274" y="11311"/>
                    <a:pt x="10904" y="8042"/>
                  </a:cubicBezTo>
                  <a:cubicBezTo>
                    <a:pt x="8602" y="6374"/>
                    <a:pt x="6501" y="4539"/>
                    <a:pt x="4499" y="2538"/>
                  </a:cubicBezTo>
                  <a:cubicBezTo>
                    <a:pt x="3298" y="1337"/>
                    <a:pt x="2431" y="236"/>
                    <a:pt x="697" y="2"/>
                  </a:cubicBezTo>
                  <a:cubicBezTo>
                    <a:pt x="681" y="1"/>
                    <a:pt x="665" y="1"/>
                    <a:pt x="6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6"/>
            <p:cNvSpPr/>
            <p:nvPr/>
          </p:nvSpPr>
          <p:spPr>
            <a:xfrm>
              <a:off x="1597975" y="5064925"/>
              <a:ext cx="336100" cy="414200"/>
            </a:xfrm>
            <a:custGeom>
              <a:avLst/>
              <a:gdLst/>
              <a:ahLst/>
              <a:cxnLst/>
              <a:rect l="l" t="t" r="r" b="b"/>
              <a:pathLst>
                <a:path w="13444" h="16568" extrusionOk="0">
                  <a:moveTo>
                    <a:pt x="12698" y="0"/>
                  </a:moveTo>
                  <a:cubicBezTo>
                    <a:pt x="12611" y="0"/>
                    <a:pt x="12525" y="21"/>
                    <a:pt x="12443" y="66"/>
                  </a:cubicBezTo>
                  <a:cubicBezTo>
                    <a:pt x="12243" y="200"/>
                    <a:pt x="12176" y="500"/>
                    <a:pt x="12109" y="733"/>
                  </a:cubicBezTo>
                  <a:cubicBezTo>
                    <a:pt x="11209" y="5203"/>
                    <a:pt x="8707" y="9340"/>
                    <a:pt x="5171" y="12242"/>
                  </a:cubicBezTo>
                  <a:cubicBezTo>
                    <a:pt x="3670" y="13509"/>
                    <a:pt x="1902" y="14543"/>
                    <a:pt x="1" y="14844"/>
                  </a:cubicBezTo>
                  <a:lnTo>
                    <a:pt x="401" y="16111"/>
                  </a:lnTo>
                  <a:cubicBezTo>
                    <a:pt x="573" y="16441"/>
                    <a:pt x="874" y="16567"/>
                    <a:pt x="1220" y="16567"/>
                  </a:cubicBezTo>
                  <a:cubicBezTo>
                    <a:pt x="1679" y="16567"/>
                    <a:pt x="2217" y="16344"/>
                    <a:pt x="2636" y="16078"/>
                  </a:cubicBezTo>
                  <a:cubicBezTo>
                    <a:pt x="5304" y="14377"/>
                    <a:pt x="7840" y="12408"/>
                    <a:pt x="9874" y="9940"/>
                  </a:cubicBezTo>
                  <a:cubicBezTo>
                    <a:pt x="11876" y="7505"/>
                    <a:pt x="13344" y="4469"/>
                    <a:pt x="13444" y="1334"/>
                  </a:cubicBezTo>
                  <a:cubicBezTo>
                    <a:pt x="13444" y="1000"/>
                    <a:pt x="13444" y="667"/>
                    <a:pt x="13277" y="366"/>
                  </a:cubicBezTo>
                  <a:cubicBezTo>
                    <a:pt x="13155" y="148"/>
                    <a:pt x="12928" y="0"/>
                    <a:pt x="126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6"/>
            <p:cNvSpPr/>
            <p:nvPr/>
          </p:nvSpPr>
          <p:spPr>
            <a:xfrm>
              <a:off x="1591075" y="5060450"/>
              <a:ext cx="367175" cy="422450"/>
            </a:xfrm>
            <a:custGeom>
              <a:avLst/>
              <a:gdLst/>
              <a:ahLst/>
              <a:cxnLst/>
              <a:rect l="l" t="t" r="r" b="b"/>
              <a:pathLst>
                <a:path w="14687" h="16898" extrusionOk="0">
                  <a:moveTo>
                    <a:pt x="13113" y="0"/>
                  </a:moveTo>
                  <a:cubicBezTo>
                    <a:pt x="12812" y="0"/>
                    <a:pt x="12461" y="282"/>
                    <a:pt x="12085" y="846"/>
                  </a:cubicBezTo>
                  <a:cubicBezTo>
                    <a:pt x="11451" y="1746"/>
                    <a:pt x="11351" y="3481"/>
                    <a:pt x="10918" y="4548"/>
                  </a:cubicBezTo>
                  <a:cubicBezTo>
                    <a:pt x="10284" y="5983"/>
                    <a:pt x="9483" y="7417"/>
                    <a:pt x="8516" y="8718"/>
                  </a:cubicBezTo>
                  <a:cubicBezTo>
                    <a:pt x="6348" y="11620"/>
                    <a:pt x="3646" y="13622"/>
                    <a:pt x="243" y="14789"/>
                  </a:cubicBezTo>
                  <a:cubicBezTo>
                    <a:pt x="0" y="14880"/>
                    <a:pt x="62" y="15165"/>
                    <a:pt x="251" y="15165"/>
                  </a:cubicBezTo>
                  <a:cubicBezTo>
                    <a:pt x="269" y="15165"/>
                    <a:pt x="289" y="15162"/>
                    <a:pt x="310" y="15156"/>
                  </a:cubicBezTo>
                  <a:cubicBezTo>
                    <a:pt x="5314" y="14556"/>
                    <a:pt x="9350" y="9452"/>
                    <a:pt x="11318" y="5149"/>
                  </a:cubicBezTo>
                  <a:cubicBezTo>
                    <a:pt x="11518" y="4715"/>
                    <a:pt x="12485" y="1046"/>
                    <a:pt x="12686" y="979"/>
                  </a:cubicBezTo>
                  <a:cubicBezTo>
                    <a:pt x="12735" y="970"/>
                    <a:pt x="12781" y="966"/>
                    <a:pt x="12825" y="966"/>
                  </a:cubicBezTo>
                  <a:cubicBezTo>
                    <a:pt x="14585" y="966"/>
                    <a:pt x="11184" y="8087"/>
                    <a:pt x="11151" y="8218"/>
                  </a:cubicBezTo>
                  <a:cubicBezTo>
                    <a:pt x="10189" y="9721"/>
                    <a:pt x="4563" y="16377"/>
                    <a:pt x="1631" y="16377"/>
                  </a:cubicBezTo>
                  <a:cubicBezTo>
                    <a:pt x="1311" y="16377"/>
                    <a:pt x="1023" y="16297"/>
                    <a:pt x="777" y="16123"/>
                  </a:cubicBezTo>
                  <a:cubicBezTo>
                    <a:pt x="762" y="16120"/>
                    <a:pt x="748" y="16119"/>
                    <a:pt x="734" y="16119"/>
                  </a:cubicBezTo>
                  <a:cubicBezTo>
                    <a:pt x="588" y="16119"/>
                    <a:pt x="483" y="16268"/>
                    <a:pt x="544" y="16390"/>
                  </a:cubicBezTo>
                  <a:cubicBezTo>
                    <a:pt x="853" y="16747"/>
                    <a:pt x="1251" y="16897"/>
                    <a:pt x="1703" y="16897"/>
                  </a:cubicBezTo>
                  <a:cubicBezTo>
                    <a:pt x="3829" y="16897"/>
                    <a:pt x="7153" y="13556"/>
                    <a:pt x="8116" y="12621"/>
                  </a:cubicBezTo>
                  <a:cubicBezTo>
                    <a:pt x="10751" y="10219"/>
                    <a:pt x="14687" y="5416"/>
                    <a:pt x="13986" y="1446"/>
                  </a:cubicBezTo>
                  <a:cubicBezTo>
                    <a:pt x="13816" y="482"/>
                    <a:pt x="13507" y="0"/>
                    <a:pt x="13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6"/>
            <p:cNvSpPr/>
            <p:nvPr/>
          </p:nvSpPr>
          <p:spPr>
            <a:xfrm>
              <a:off x="1867125" y="5089325"/>
              <a:ext cx="43925" cy="115750"/>
            </a:xfrm>
            <a:custGeom>
              <a:avLst/>
              <a:gdLst/>
              <a:ahLst/>
              <a:cxnLst/>
              <a:rect l="l" t="t" r="r" b="b"/>
              <a:pathLst>
                <a:path w="1757" h="4630" extrusionOk="0">
                  <a:moveTo>
                    <a:pt x="1635" y="1"/>
                  </a:moveTo>
                  <a:cubicBezTo>
                    <a:pt x="1610" y="1"/>
                    <a:pt x="1587" y="16"/>
                    <a:pt x="1577" y="58"/>
                  </a:cubicBezTo>
                  <a:cubicBezTo>
                    <a:pt x="810" y="1425"/>
                    <a:pt x="1277" y="3293"/>
                    <a:pt x="76" y="4461"/>
                  </a:cubicBezTo>
                  <a:cubicBezTo>
                    <a:pt x="1" y="4536"/>
                    <a:pt x="57" y="4630"/>
                    <a:pt x="132" y="4630"/>
                  </a:cubicBezTo>
                  <a:cubicBezTo>
                    <a:pt x="157" y="4630"/>
                    <a:pt x="184" y="4619"/>
                    <a:pt x="209" y="4594"/>
                  </a:cubicBezTo>
                  <a:cubicBezTo>
                    <a:pt x="1443" y="3393"/>
                    <a:pt x="943" y="1559"/>
                    <a:pt x="1710" y="124"/>
                  </a:cubicBezTo>
                  <a:cubicBezTo>
                    <a:pt x="1756" y="78"/>
                    <a:pt x="1691" y="1"/>
                    <a:pt x="1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6"/>
            <p:cNvSpPr/>
            <p:nvPr/>
          </p:nvSpPr>
          <p:spPr>
            <a:xfrm>
              <a:off x="1859400" y="5117525"/>
              <a:ext cx="80150" cy="120200"/>
            </a:xfrm>
            <a:custGeom>
              <a:avLst/>
              <a:gdLst/>
              <a:ahLst/>
              <a:cxnLst/>
              <a:rect l="l" t="t" r="r" b="b"/>
              <a:pathLst>
                <a:path w="3206" h="4808" extrusionOk="0">
                  <a:moveTo>
                    <a:pt x="3116" y="1"/>
                  </a:moveTo>
                  <a:cubicBezTo>
                    <a:pt x="3077" y="1"/>
                    <a:pt x="3035" y="19"/>
                    <a:pt x="3020" y="64"/>
                  </a:cubicBezTo>
                  <a:cubicBezTo>
                    <a:pt x="2753" y="798"/>
                    <a:pt x="2520" y="1598"/>
                    <a:pt x="2219" y="2332"/>
                  </a:cubicBezTo>
                  <a:cubicBezTo>
                    <a:pt x="2086" y="2666"/>
                    <a:pt x="1953" y="3066"/>
                    <a:pt x="1786" y="3399"/>
                  </a:cubicBezTo>
                  <a:cubicBezTo>
                    <a:pt x="1719" y="3600"/>
                    <a:pt x="1586" y="3766"/>
                    <a:pt x="1452" y="3933"/>
                  </a:cubicBezTo>
                  <a:cubicBezTo>
                    <a:pt x="1316" y="4274"/>
                    <a:pt x="1118" y="4460"/>
                    <a:pt x="848" y="4460"/>
                  </a:cubicBezTo>
                  <a:cubicBezTo>
                    <a:pt x="721" y="4460"/>
                    <a:pt x="578" y="4419"/>
                    <a:pt x="418" y="4333"/>
                  </a:cubicBezTo>
                  <a:cubicBezTo>
                    <a:pt x="492" y="4284"/>
                    <a:pt x="419" y="4197"/>
                    <a:pt x="336" y="4197"/>
                  </a:cubicBezTo>
                  <a:cubicBezTo>
                    <a:pt x="307" y="4197"/>
                    <a:pt x="277" y="4208"/>
                    <a:pt x="251" y="4233"/>
                  </a:cubicBezTo>
                  <a:cubicBezTo>
                    <a:pt x="1" y="4598"/>
                    <a:pt x="264" y="4807"/>
                    <a:pt x="573" y="4807"/>
                  </a:cubicBezTo>
                  <a:cubicBezTo>
                    <a:pt x="716" y="4807"/>
                    <a:pt x="869" y="4762"/>
                    <a:pt x="985" y="4667"/>
                  </a:cubicBezTo>
                  <a:cubicBezTo>
                    <a:pt x="2353" y="3766"/>
                    <a:pt x="2720" y="1431"/>
                    <a:pt x="3187" y="64"/>
                  </a:cubicBezTo>
                  <a:cubicBezTo>
                    <a:pt x="3205" y="27"/>
                    <a:pt x="3163" y="1"/>
                    <a:pt x="3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6"/>
            <p:cNvSpPr/>
            <p:nvPr/>
          </p:nvSpPr>
          <p:spPr>
            <a:xfrm>
              <a:off x="1621150" y="5223175"/>
              <a:ext cx="234425" cy="244950"/>
            </a:xfrm>
            <a:custGeom>
              <a:avLst/>
              <a:gdLst/>
              <a:ahLst/>
              <a:cxnLst/>
              <a:rect l="l" t="t" r="r" b="b"/>
              <a:pathLst>
                <a:path w="9377" h="9798" extrusionOk="0">
                  <a:moveTo>
                    <a:pt x="9240" y="0"/>
                  </a:moveTo>
                  <a:cubicBezTo>
                    <a:pt x="9210" y="0"/>
                    <a:pt x="9176" y="12"/>
                    <a:pt x="9148" y="41"/>
                  </a:cubicBezTo>
                  <a:cubicBezTo>
                    <a:pt x="8580" y="775"/>
                    <a:pt x="8547" y="1542"/>
                    <a:pt x="8280" y="2409"/>
                  </a:cubicBezTo>
                  <a:cubicBezTo>
                    <a:pt x="7813" y="4010"/>
                    <a:pt x="6779" y="5011"/>
                    <a:pt x="5412" y="5878"/>
                  </a:cubicBezTo>
                  <a:cubicBezTo>
                    <a:pt x="3477" y="7079"/>
                    <a:pt x="1609" y="7880"/>
                    <a:pt x="74" y="9614"/>
                  </a:cubicBezTo>
                  <a:cubicBezTo>
                    <a:pt x="1" y="9688"/>
                    <a:pt x="53" y="9797"/>
                    <a:pt x="126" y="9797"/>
                  </a:cubicBezTo>
                  <a:cubicBezTo>
                    <a:pt x="152" y="9797"/>
                    <a:pt x="181" y="9783"/>
                    <a:pt x="208" y="9748"/>
                  </a:cubicBezTo>
                  <a:cubicBezTo>
                    <a:pt x="1976" y="7746"/>
                    <a:pt x="4411" y="6946"/>
                    <a:pt x="6446" y="5378"/>
                  </a:cubicBezTo>
                  <a:cubicBezTo>
                    <a:pt x="7113" y="4878"/>
                    <a:pt x="7713" y="4244"/>
                    <a:pt x="8080" y="3510"/>
                  </a:cubicBezTo>
                  <a:cubicBezTo>
                    <a:pt x="8614" y="2376"/>
                    <a:pt x="8480" y="1175"/>
                    <a:pt x="9281" y="174"/>
                  </a:cubicBezTo>
                  <a:cubicBezTo>
                    <a:pt x="9377" y="79"/>
                    <a:pt x="9318" y="0"/>
                    <a:pt x="9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6"/>
            <p:cNvSpPr/>
            <p:nvPr/>
          </p:nvSpPr>
          <p:spPr>
            <a:xfrm>
              <a:off x="1529600" y="5388350"/>
              <a:ext cx="31700" cy="43400"/>
            </a:xfrm>
            <a:custGeom>
              <a:avLst/>
              <a:gdLst/>
              <a:ahLst/>
              <a:cxnLst/>
              <a:rect l="l" t="t" r="r" b="b"/>
              <a:pathLst>
                <a:path w="1268" h="1736" extrusionOk="0">
                  <a:moveTo>
                    <a:pt x="635" y="1"/>
                  </a:moveTo>
                  <a:cubicBezTo>
                    <a:pt x="624" y="1"/>
                    <a:pt x="613" y="2"/>
                    <a:pt x="601" y="5"/>
                  </a:cubicBezTo>
                  <a:cubicBezTo>
                    <a:pt x="0" y="305"/>
                    <a:pt x="100" y="1273"/>
                    <a:pt x="567" y="1640"/>
                  </a:cubicBezTo>
                  <a:cubicBezTo>
                    <a:pt x="646" y="1703"/>
                    <a:pt x="732" y="1736"/>
                    <a:pt x="815" y="1736"/>
                  </a:cubicBezTo>
                  <a:cubicBezTo>
                    <a:pt x="908" y="1736"/>
                    <a:pt x="997" y="1694"/>
                    <a:pt x="1068" y="1606"/>
                  </a:cubicBezTo>
                  <a:cubicBezTo>
                    <a:pt x="1268" y="1373"/>
                    <a:pt x="1268" y="1006"/>
                    <a:pt x="1135" y="772"/>
                  </a:cubicBezTo>
                  <a:cubicBezTo>
                    <a:pt x="1123" y="713"/>
                    <a:pt x="1094" y="692"/>
                    <a:pt x="1064" y="692"/>
                  </a:cubicBezTo>
                  <a:cubicBezTo>
                    <a:pt x="1008" y="692"/>
                    <a:pt x="946" y="763"/>
                    <a:pt x="968" y="806"/>
                  </a:cubicBezTo>
                  <a:cubicBezTo>
                    <a:pt x="1068" y="973"/>
                    <a:pt x="1101" y="1239"/>
                    <a:pt x="968" y="1406"/>
                  </a:cubicBezTo>
                  <a:cubicBezTo>
                    <a:pt x="912" y="1470"/>
                    <a:pt x="859" y="1496"/>
                    <a:pt x="811" y="1496"/>
                  </a:cubicBezTo>
                  <a:cubicBezTo>
                    <a:pt x="658" y="1496"/>
                    <a:pt x="543" y="1241"/>
                    <a:pt x="467" y="1139"/>
                  </a:cubicBezTo>
                  <a:cubicBezTo>
                    <a:pt x="367" y="806"/>
                    <a:pt x="301" y="339"/>
                    <a:pt x="668" y="172"/>
                  </a:cubicBezTo>
                  <a:cubicBezTo>
                    <a:pt x="789" y="142"/>
                    <a:pt x="745"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6"/>
            <p:cNvSpPr/>
            <p:nvPr/>
          </p:nvSpPr>
          <p:spPr>
            <a:xfrm>
              <a:off x="1604650" y="5049900"/>
              <a:ext cx="28375" cy="625475"/>
            </a:xfrm>
            <a:custGeom>
              <a:avLst/>
              <a:gdLst/>
              <a:ahLst/>
              <a:cxnLst/>
              <a:rect l="l" t="t" r="r" b="b"/>
              <a:pathLst>
                <a:path w="1135" h="25019" extrusionOk="0">
                  <a:moveTo>
                    <a:pt x="1047" y="0"/>
                  </a:moveTo>
                  <a:cubicBezTo>
                    <a:pt x="1001" y="0"/>
                    <a:pt x="951" y="33"/>
                    <a:pt x="935" y="100"/>
                  </a:cubicBezTo>
                  <a:cubicBezTo>
                    <a:pt x="367" y="5838"/>
                    <a:pt x="1" y="11642"/>
                    <a:pt x="101" y="17446"/>
                  </a:cubicBezTo>
                  <a:cubicBezTo>
                    <a:pt x="134" y="20014"/>
                    <a:pt x="234" y="22516"/>
                    <a:pt x="267" y="25018"/>
                  </a:cubicBezTo>
                  <a:lnTo>
                    <a:pt x="468" y="25018"/>
                  </a:lnTo>
                  <a:cubicBezTo>
                    <a:pt x="434" y="22516"/>
                    <a:pt x="367" y="19981"/>
                    <a:pt x="301" y="17446"/>
                  </a:cubicBezTo>
                  <a:cubicBezTo>
                    <a:pt x="267" y="11642"/>
                    <a:pt x="568" y="5838"/>
                    <a:pt x="1135" y="100"/>
                  </a:cubicBezTo>
                  <a:cubicBezTo>
                    <a:pt x="1135" y="33"/>
                    <a:pt x="1093"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6"/>
            <p:cNvSpPr/>
            <p:nvPr/>
          </p:nvSpPr>
          <p:spPr>
            <a:xfrm>
              <a:off x="1543775" y="5062200"/>
              <a:ext cx="45900" cy="611500"/>
            </a:xfrm>
            <a:custGeom>
              <a:avLst/>
              <a:gdLst/>
              <a:ahLst/>
              <a:cxnLst/>
              <a:rect l="l" t="t" r="r" b="b"/>
              <a:pathLst>
                <a:path w="1836" h="24460" extrusionOk="0">
                  <a:moveTo>
                    <a:pt x="647" y="0"/>
                  </a:moveTo>
                  <a:cubicBezTo>
                    <a:pt x="601" y="0"/>
                    <a:pt x="551" y="25"/>
                    <a:pt x="534" y="75"/>
                  </a:cubicBezTo>
                  <a:cubicBezTo>
                    <a:pt x="0" y="5846"/>
                    <a:pt x="1835" y="11383"/>
                    <a:pt x="901" y="17154"/>
                  </a:cubicBezTo>
                  <a:cubicBezTo>
                    <a:pt x="534" y="19522"/>
                    <a:pt x="467" y="21991"/>
                    <a:pt x="334" y="24459"/>
                  </a:cubicBezTo>
                  <a:lnTo>
                    <a:pt x="401" y="24459"/>
                  </a:lnTo>
                  <a:cubicBezTo>
                    <a:pt x="501" y="22391"/>
                    <a:pt x="568" y="20390"/>
                    <a:pt x="868" y="18355"/>
                  </a:cubicBezTo>
                  <a:cubicBezTo>
                    <a:pt x="1301" y="15720"/>
                    <a:pt x="1668" y="13185"/>
                    <a:pt x="1301" y="10549"/>
                  </a:cubicBezTo>
                  <a:cubicBezTo>
                    <a:pt x="734" y="6947"/>
                    <a:pt x="367" y="3744"/>
                    <a:pt x="734" y="75"/>
                  </a:cubicBezTo>
                  <a:cubicBezTo>
                    <a:pt x="734" y="25"/>
                    <a:pt x="693" y="0"/>
                    <a:pt x="6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6"/>
            <p:cNvSpPr/>
            <p:nvPr/>
          </p:nvSpPr>
          <p:spPr>
            <a:xfrm>
              <a:off x="1525300" y="5470350"/>
              <a:ext cx="31000" cy="127450"/>
            </a:xfrm>
            <a:custGeom>
              <a:avLst/>
              <a:gdLst/>
              <a:ahLst/>
              <a:cxnLst/>
              <a:rect l="l" t="t" r="r" b="b"/>
              <a:pathLst>
                <a:path w="1240" h="5098" extrusionOk="0">
                  <a:moveTo>
                    <a:pt x="147" y="1"/>
                  </a:moveTo>
                  <a:cubicBezTo>
                    <a:pt x="67" y="1"/>
                    <a:pt x="0" y="55"/>
                    <a:pt x="72" y="128"/>
                  </a:cubicBezTo>
                  <a:cubicBezTo>
                    <a:pt x="1040" y="1629"/>
                    <a:pt x="272" y="3297"/>
                    <a:pt x="406" y="4998"/>
                  </a:cubicBezTo>
                  <a:cubicBezTo>
                    <a:pt x="406" y="5064"/>
                    <a:pt x="456" y="5098"/>
                    <a:pt x="506" y="5098"/>
                  </a:cubicBezTo>
                  <a:cubicBezTo>
                    <a:pt x="556" y="5098"/>
                    <a:pt x="606" y="5064"/>
                    <a:pt x="606" y="4998"/>
                  </a:cubicBezTo>
                  <a:cubicBezTo>
                    <a:pt x="473" y="3230"/>
                    <a:pt x="1240" y="1595"/>
                    <a:pt x="239" y="28"/>
                  </a:cubicBezTo>
                  <a:cubicBezTo>
                    <a:pt x="211" y="9"/>
                    <a:pt x="178" y="1"/>
                    <a:pt x="1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6"/>
            <p:cNvSpPr/>
            <p:nvPr/>
          </p:nvSpPr>
          <p:spPr>
            <a:xfrm>
              <a:off x="1628825" y="5515975"/>
              <a:ext cx="16725" cy="144575"/>
            </a:xfrm>
            <a:custGeom>
              <a:avLst/>
              <a:gdLst/>
              <a:ahLst/>
              <a:cxnLst/>
              <a:rect l="l" t="t" r="r" b="b"/>
              <a:pathLst>
                <a:path w="669" h="5783" extrusionOk="0">
                  <a:moveTo>
                    <a:pt x="379" y="1"/>
                  </a:moveTo>
                  <a:cubicBezTo>
                    <a:pt x="346" y="1"/>
                    <a:pt x="314" y="12"/>
                    <a:pt x="301" y="37"/>
                  </a:cubicBezTo>
                  <a:cubicBezTo>
                    <a:pt x="1" y="704"/>
                    <a:pt x="68" y="1305"/>
                    <a:pt x="168" y="1972"/>
                  </a:cubicBezTo>
                  <a:cubicBezTo>
                    <a:pt x="435" y="3239"/>
                    <a:pt x="501" y="4374"/>
                    <a:pt x="101" y="5675"/>
                  </a:cubicBezTo>
                  <a:cubicBezTo>
                    <a:pt x="81" y="5735"/>
                    <a:pt x="121" y="5783"/>
                    <a:pt x="171" y="5783"/>
                  </a:cubicBezTo>
                  <a:cubicBezTo>
                    <a:pt x="204" y="5783"/>
                    <a:pt x="241" y="5761"/>
                    <a:pt x="268" y="5708"/>
                  </a:cubicBezTo>
                  <a:cubicBezTo>
                    <a:pt x="501" y="4874"/>
                    <a:pt x="668" y="4073"/>
                    <a:pt x="601" y="3206"/>
                  </a:cubicBezTo>
                  <a:cubicBezTo>
                    <a:pt x="501" y="2139"/>
                    <a:pt x="1" y="1138"/>
                    <a:pt x="468" y="71"/>
                  </a:cubicBezTo>
                  <a:cubicBezTo>
                    <a:pt x="488" y="29"/>
                    <a:pt x="433"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6"/>
            <p:cNvSpPr/>
            <p:nvPr/>
          </p:nvSpPr>
          <p:spPr>
            <a:xfrm>
              <a:off x="1114600" y="4926525"/>
              <a:ext cx="380275" cy="310125"/>
            </a:xfrm>
            <a:custGeom>
              <a:avLst/>
              <a:gdLst/>
              <a:ahLst/>
              <a:cxnLst/>
              <a:rect l="l" t="t" r="r" b="b"/>
              <a:pathLst>
                <a:path w="15211" h="12405" extrusionOk="0">
                  <a:moveTo>
                    <a:pt x="120" y="1"/>
                  </a:moveTo>
                  <a:cubicBezTo>
                    <a:pt x="64" y="1"/>
                    <a:pt x="0" y="66"/>
                    <a:pt x="22" y="132"/>
                  </a:cubicBezTo>
                  <a:cubicBezTo>
                    <a:pt x="1356" y="2900"/>
                    <a:pt x="2157" y="5802"/>
                    <a:pt x="4825" y="7537"/>
                  </a:cubicBezTo>
                  <a:cubicBezTo>
                    <a:pt x="8028" y="9572"/>
                    <a:pt x="11797" y="10439"/>
                    <a:pt x="14999" y="12374"/>
                  </a:cubicBezTo>
                  <a:cubicBezTo>
                    <a:pt x="15029" y="12396"/>
                    <a:pt x="15057" y="12405"/>
                    <a:pt x="15081" y="12405"/>
                  </a:cubicBezTo>
                  <a:cubicBezTo>
                    <a:pt x="15167" y="12405"/>
                    <a:pt x="15211" y="12292"/>
                    <a:pt x="15133" y="12240"/>
                  </a:cubicBezTo>
                  <a:cubicBezTo>
                    <a:pt x="12464" y="10639"/>
                    <a:pt x="9362" y="9805"/>
                    <a:pt x="6627" y="8304"/>
                  </a:cubicBezTo>
                  <a:cubicBezTo>
                    <a:pt x="2957" y="6369"/>
                    <a:pt x="1957" y="3567"/>
                    <a:pt x="189" y="65"/>
                  </a:cubicBezTo>
                  <a:cubicBezTo>
                    <a:pt x="177" y="19"/>
                    <a:pt x="150" y="1"/>
                    <a:pt x="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6"/>
            <p:cNvSpPr/>
            <p:nvPr/>
          </p:nvSpPr>
          <p:spPr>
            <a:xfrm>
              <a:off x="1062450" y="4971900"/>
              <a:ext cx="465975" cy="351175"/>
            </a:xfrm>
            <a:custGeom>
              <a:avLst/>
              <a:gdLst/>
              <a:ahLst/>
              <a:cxnLst/>
              <a:rect l="l" t="t" r="r" b="b"/>
              <a:pathLst>
                <a:path w="18639" h="14047" extrusionOk="0">
                  <a:moveTo>
                    <a:pt x="83" y="1"/>
                  </a:moveTo>
                  <a:cubicBezTo>
                    <a:pt x="34" y="1"/>
                    <a:pt x="0" y="103"/>
                    <a:pt x="73" y="151"/>
                  </a:cubicBezTo>
                  <a:cubicBezTo>
                    <a:pt x="2008" y="1319"/>
                    <a:pt x="2008" y="3420"/>
                    <a:pt x="3375" y="4988"/>
                  </a:cubicBezTo>
                  <a:cubicBezTo>
                    <a:pt x="4243" y="5989"/>
                    <a:pt x="5444" y="6723"/>
                    <a:pt x="6578" y="7390"/>
                  </a:cubicBezTo>
                  <a:cubicBezTo>
                    <a:pt x="8079" y="8224"/>
                    <a:pt x="9613" y="8991"/>
                    <a:pt x="11214" y="9658"/>
                  </a:cubicBezTo>
                  <a:cubicBezTo>
                    <a:pt x="13616" y="10659"/>
                    <a:pt x="17586" y="11059"/>
                    <a:pt x="18453" y="13961"/>
                  </a:cubicBezTo>
                  <a:cubicBezTo>
                    <a:pt x="18467" y="14020"/>
                    <a:pt x="18508" y="14046"/>
                    <a:pt x="18546" y="14046"/>
                  </a:cubicBezTo>
                  <a:cubicBezTo>
                    <a:pt x="18594" y="14046"/>
                    <a:pt x="18638" y="14003"/>
                    <a:pt x="18620" y="13928"/>
                  </a:cubicBezTo>
                  <a:cubicBezTo>
                    <a:pt x="17586" y="10592"/>
                    <a:pt x="12949" y="10292"/>
                    <a:pt x="10214" y="9058"/>
                  </a:cubicBezTo>
                  <a:cubicBezTo>
                    <a:pt x="7445" y="7790"/>
                    <a:pt x="4076" y="6289"/>
                    <a:pt x="2608" y="3454"/>
                  </a:cubicBezTo>
                  <a:cubicBezTo>
                    <a:pt x="1841" y="2053"/>
                    <a:pt x="1608" y="885"/>
                    <a:pt x="140" y="51"/>
                  </a:cubicBezTo>
                  <a:cubicBezTo>
                    <a:pt x="122" y="15"/>
                    <a:pt x="101" y="1"/>
                    <a:pt x="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6"/>
            <p:cNvSpPr/>
            <p:nvPr/>
          </p:nvSpPr>
          <p:spPr>
            <a:xfrm>
              <a:off x="1520425" y="5031350"/>
              <a:ext cx="47675" cy="233225"/>
            </a:xfrm>
            <a:custGeom>
              <a:avLst/>
              <a:gdLst/>
              <a:ahLst/>
              <a:cxnLst/>
              <a:rect l="l" t="t" r="r" b="b"/>
              <a:pathLst>
                <a:path w="1907" h="9329" extrusionOk="0">
                  <a:moveTo>
                    <a:pt x="1762" y="1"/>
                  </a:moveTo>
                  <a:cubicBezTo>
                    <a:pt x="1730" y="1"/>
                    <a:pt x="1697" y="13"/>
                    <a:pt x="1668" y="42"/>
                  </a:cubicBezTo>
                  <a:cubicBezTo>
                    <a:pt x="934" y="1343"/>
                    <a:pt x="734" y="2677"/>
                    <a:pt x="668" y="4111"/>
                  </a:cubicBezTo>
                  <a:cubicBezTo>
                    <a:pt x="634" y="5345"/>
                    <a:pt x="734" y="6546"/>
                    <a:pt x="434" y="7714"/>
                  </a:cubicBezTo>
                  <a:cubicBezTo>
                    <a:pt x="367" y="7947"/>
                    <a:pt x="0" y="8681"/>
                    <a:pt x="167" y="9015"/>
                  </a:cubicBezTo>
                  <a:cubicBezTo>
                    <a:pt x="289" y="9233"/>
                    <a:pt x="468" y="9328"/>
                    <a:pt x="630" y="9328"/>
                  </a:cubicBezTo>
                  <a:cubicBezTo>
                    <a:pt x="913" y="9328"/>
                    <a:pt x="1147" y="9039"/>
                    <a:pt x="934" y="8614"/>
                  </a:cubicBezTo>
                  <a:cubicBezTo>
                    <a:pt x="890" y="8581"/>
                    <a:pt x="842" y="8566"/>
                    <a:pt x="801" y="8566"/>
                  </a:cubicBezTo>
                  <a:cubicBezTo>
                    <a:pt x="737" y="8566"/>
                    <a:pt x="692" y="8602"/>
                    <a:pt x="707" y="8660"/>
                  </a:cubicBezTo>
                  <a:lnTo>
                    <a:pt x="707" y="8660"/>
                  </a:lnTo>
                  <a:cubicBezTo>
                    <a:pt x="412" y="8071"/>
                    <a:pt x="605" y="7893"/>
                    <a:pt x="734" y="7180"/>
                  </a:cubicBezTo>
                  <a:cubicBezTo>
                    <a:pt x="801" y="6580"/>
                    <a:pt x="834" y="5946"/>
                    <a:pt x="834" y="5379"/>
                  </a:cubicBezTo>
                  <a:cubicBezTo>
                    <a:pt x="868" y="3544"/>
                    <a:pt x="834" y="1776"/>
                    <a:pt x="1835" y="175"/>
                  </a:cubicBezTo>
                  <a:cubicBezTo>
                    <a:pt x="1907" y="79"/>
                    <a:pt x="1841" y="1"/>
                    <a:pt x="1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6"/>
            <p:cNvSpPr/>
            <p:nvPr/>
          </p:nvSpPr>
          <p:spPr>
            <a:xfrm>
              <a:off x="1045925" y="4999025"/>
              <a:ext cx="78000" cy="77625"/>
            </a:xfrm>
            <a:custGeom>
              <a:avLst/>
              <a:gdLst/>
              <a:ahLst/>
              <a:cxnLst/>
              <a:rect l="l" t="t" r="r" b="b"/>
              <a:pathLst>
                <a:path w="3120" h="3105" extrusionOk="0">
                  <a:moveTo>
                    <a:pt x="134" y="0"/>
                  </a:moveTo>
                  <a:cubicBezTo>
                    <a:pt x="100" y="0"/>
                    <a:pt x="0" y="167"/>
                    <a:pt x="134" y="200"/>
                  </a:cubicBezTo>
                  <a:cubicBezTo>
                    <a:pt x="801" y="401"/>
                    <a:pt x="1168" y="901"/>
                    <a:pt x="1601" y="1401"/>
                  </a:cubicBezTo>
                  <a:cubicBezTo>
                    <a:pt x="2068" y="1968"/>
                    <a:pt x="2502" y="2535"/>
                    <a:pt x="2936" y="3069"/>
                  </a:cubicBezTo>
                  <a:cubicBezTo>
                    <a:pt x="2952" y="3094"/>
                    <a:pt x="2973" y="3105"/>
                    <a:pt x="2994" y="3105"/>
                  </a:cubicBezTo>
                  <a:cubicBezTo>
                    <a:pt x="3057" y="3105"/>
                    <a:pt x="3119" y="3011"/>
                    <a:pt x="3069" y="2936"/>
                  </a:cubicBezTo>
                  <a:cubicBezTo>
                    <a:pt x="2502" y="2269"/>
                    <a:pt x="2002" y="1635"/>
                    <a:pt x="1435" y="934"/>
                  </a:cubicBezTo>
                  <a:cubicBezTo>
                    <a:pt x="1068" y="534"/>
                    <a:pt x="734" y="167"/>
                    <a:pt x="134" y="0"/>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6"/>
            <p:cNvSpPr/>
            <p:nvPr/>
          </p:nvSpPr>
          <p:spPr>
            <a:xfrm>
              <a:off x="1223075" y="5077225"/>
              <a:ext cx="36350" cy="26750"/>
            </a:xfrm>
            <a:custGeom>
              <a:avLst/>
              <a:gdLst/>
              <a:ahLst/>
              <a:cxnLst/>
              <a:rect l="l" t="t" r="r" b="b"/>
              <a:pathLst>
                <a:path w="1454" h="1070" extrusionOk="0">
                  <a:moveTo>
                    <a:pt x="1100" y="1"/>
                  </a:moveTo>
                  <a:cubicBezTo>
                    <a:pt x="1042" y="1"/>
                    <a:pt x="963" y="79"/>
                    <a:pt x="987" y="175"/>
                  </a:cubicBezTo>
                  <a:cubicBezTo>
                    <a:pt x="1109" y="389"/>
                    <a:pt x="1203" y="854"/>
                    <a:pt x="885" y="854"/>
                  </a:cubicBezTo>
                  <a:cubicBezTo>
                    <a:pt x="856" y="854"/>
                    <a:pt x="823" y="850"/>
                    <a:pt x="787" y="842"/>
                  </a:cubicBezTo>
                  <a:cubicBezTo>
                    <a:pt x="520" y="742"/>
                    <a:pt x="386" y="508"/>
                    <a:pt x="186" y="375"/>
                  </a:cubicBezTo>
                  <a:cubicBezTo>
                    <a:pt x="172" y="353"/>
                    <a:pt x="154" y="344"/>
                    <a:pt x="136" y="344"/>
                  </a:cubicBezTo>
                  <a:cubicBezTo>
                    <a:pt x="71" y="344"/>
                    <a:pt x="0" y="463"/>
                    <a:pt x="53" y="542"/>
                  </a:cubicBezTo>
                  <a:cubicBezTo>
                    <a:pt x="298" y="705"/>
                    <a:pt x="566" y="1069"/>
                    <a:pt x="892" y="1069"/>
                  </a:cubicBezTo>
                  <a:cubicBezTo>
                    <a:pt x="965" y="1069"/>
                    <a:pt x="1041" y="1051"/>
                    <a:pt x="1120" y="1009"/>
                  </a:cubicBezTo>
                  <a:cubicBezTo>
                    <a:pt x="1454" y="775"/>
                    <a:pt x="1287" y="341"/>
                    <a:pt x="1153" y="41"/>
                  </a:cubicBezTo>
                  <a:cubicBezTo>
                    <a:pt x="1144" y="13"/>
                    <a:pt x="1124" y="1"/>
                    <a:pt x="1100" y="1"/>
                  </a:cubicBezTo>
                  <a:close/>
                </a:path>
              </a:pathLst>
            </a:custGeom>
            <a:solidFill>
              <a:srgbClr val="331D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6"/>
            <p:cNvSpPr/>
            <p:nvPr/>
          </p:nvSpPr>
          <p:spPr>
            <a:xfrm>
              <a:off x="1781850" y="5309875"/>
              <a:ext cx="19150" cy="20300"/>
            </a:xfrm>
            <a:custGeom>
              <a:avLst/>
              <a:gdLst/>
              <a:ahLst/>
              <a:cxnLst/>
              <a:rect l="l" t="t" r="r" b="b"/>
              <a:pathLst>
                <a:path w="766" h="812" extrusionOk="0">
                  <a:moveTo>
                    <a:pt x="642" y="0"/>
                  </a:moveTo>
                  <a:cubicBezTo>
                    <a:pt x="613" y="0"/>
                    <a:pt x="581" y="13"/>
                    <a:pt x="551" y="42"/>
                  </a:cubicBezTo>
                  <a:lnTo>
                    <a:pt x="51" y="642"/>
                  </a:lnTo>
                  <a:cubicBezTo>
                    <a:pt x="1" y="717"/>
                    <a:pt x="82" y="811"/>
                    <a:pt x="154" y="811"/>
                  </a:cubicBezTo>
                  <a:cubicBezTo>
                    <a:pt x="178" y="811"/>
                    <a:pt x="201" y="801"/>
                    <a:pt x="218" y="776"/>
                  </a:cubicBezTo>
                  <a:lnTo>
                    <a:pt x="718" y="142"/>
                  </a:lnTo>
                  <a:cubicBezTo>
                    <a:pt x="765" y="71"/>
                    <a:pt x="712" y="0"/>
                    <a:pt x="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6"/>
            <p:cNvSpPr/>
            <p:nvPr/>
          </p:nvSpPr>
          <p:spPr>
            <a:xfrm>
              <a:off x="1573800" y="5103350"/>
              <a:ext cx="28375" cy="51225"/>
            </a:xfrm>
            <a:custGeom>
              <a:avLst/>
              <a:gdLst/>
              <a:ahLst/>
              <a:cxnLst/>
              <a:rect l="l" t="t" r="r" b="b"/>
              <a:pathLst>
                <a:path w="1135" h="2049" extrusionOk="0">
                  <a:moveTo>
                    <a:pt x="896" y="1"/>
                  </a:moveTo>
                  <a:cubicBezTo>
                    <a:pt x="851" y="1"/>
                    <a:pt x="801" y="27"/>
                    <a:pt x="801" y="64"/>
                  </a:cubicBezTo>
                  <a:cubicBezTo>
                    <a:pt x="953" y="642"/>
                    <a:pt x="883" y="1220"/>
                    <a:pt x="591" y="1722"/>
                  </a:cubicBezTo>
                  <a:lnTo>
                    <a:pt x="591" y="1722"/>
                  </a:lnTo>
                  <a:cubicBezTo>
                    <a:pt x="339" y="1225"/>
                    <a:pt x="200" y="678"/>
                    <a:pt x="200" y="130"/>
                  </a:cubicBezTo>
                  <a:cubicBezTo>
                    <a:pt x="200" y="64"/>
                    <a:pt x="150" y="30"/>
                    <a:pt x="100" y="30"/>
                  </a:cubicBezTo>
                  <a:cubicBezTo>
                    <a:pt x="50" y="30"/>
                    <a:pt x="0" y="64"/>
                    <a:pt x="0" y="130"/>
                  </a:cubicBezTo>
                  <a:cubicBezTo>
                    <a:pt x="0" y="798"/>
                    <a:pt x="134" y="1398"/>
                    <a:pt x="467" y="1998"/>
                  </a:cubicBezTo>
                  <a:cubicBezTo>
                    <a:pt x="484" y="2032"/>
                    <a:pt x="509" y="2048"/>
                    <a:pt x="538" y="2048"/>
                  </a:cubicBezTo>
                  <a:cubicBezTo>
                    <a:pt x="567" y="2048"/>
                    <a:pt x="601" y="2032"/>
                    <a:pt x="634" y="1998"/>
                  </a:cubicBezTo>
                  <a:cubicBezTo>
                    <a:pt x="1034" y="1398"/>
                    <a:pt x="1134" y="731"/>
                    <a:pt x="968" y="64"/>
                  </a:cubicBezTo>
                  <a:cubicBezTo>
                    <a:pt x="968" y="19"/>
                    <a:pt x="934" y="1"/>
                    <a:pt x="8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6"/>
            <p:cNvSpPr/>
            <p:nvPr/>
          </p:nvSpPr>
          <p:spPr>
            <a:xfrm>
              <a:off x="382100" y="3929225"/>
              <a:ext cx="2494325" cy="1252025"/>
            </a:xfrm>
            <a:custGeom>
              <a:avLst/>
              <a:gdLst/>
              <a:ahLst/>
              <a:cxnLst/>
              <a:rect l="l" t="t" r="r" b="b"/>
              <a:pathLst>
                <a:path w="99773" h="50081" extrusionOk="0">
                  <a:moveTo>
                    <a:pt x="47035" y="0"/>
                  </a:moveTo>
                  <a:cubicBezTo>
                    <a:pt x="43582" y="0"/>
                    <a:pt x="39810" y="2117"/>
                    <a:pt x="37561" y="5065"/>
                  </a:cubicBezTo>
                  <a:cubicBezTo>
                    <a:pt x="36864" y="4824"/>
                    <a:pt x="36102" y="4712"/>
                    <a:pt x="35345" y="4712"/>
                  </a:cubicBezTo>
                  <a:cubicBezTo>
                    <a:pt x="35160" y="4712"/>
                    <a:pt x="34976" y="4719"/>
                    <a:pt x="34792" y="4732"/>
                  </a:cubicBezTo>
                  <a:cubicBezTo>
                    <a:pt x="29622" y="4932"/>
                    <a:pt x="24385" y="6933"/>
                    <a:pt x="20182" y="9969"/>
                  </a:cubicBezTo>
                  <a:cubicBezTo>
                    <a:pt x="18081" y="8628"/>
                    <a:pt x="15678" y="7946"/>
                    <a:pt x="13290" y="7946"/>
                  </a:cubicBezTo>
                  <a:cubicBezTo>
                    <a:pt x="9915" y="7946"/>
                    <a:pt x="6574" y="9310"/>
                    <a:pt x="4171" y="12104"/>
                  </a:cubicBezTo>
                  <a:cubicBezTo>
                    <a:pt x="1335" y="15339"/>
                    <a:pt x="1" y="21310"/>
                    <a:pt x="3170" y="24413"/>
                  </a:cubicBezTo>
                  <a:cubicBezTo>
                    <a:pt x="968" y="26681"/>
                    <a:pt x="1" y="30117"/>
                    <a:pt x="1502" y="33252"/>
                  </a:cubicBezTo>
                  <a:cubicBezTo>
                    <a:pt x="2436" y="35120"/>
                    <a:pt x="4037" y="36621"/>
                    <a:pt x="5972" y="37322"/>
                  </a:cubicBezTo>
                  <a:cubicBezTo>
                    <a:pt x="6872" y="37655"/>
                    <a:pt x="7940" y="37589"/>
                    <a:pt x="8440" y="38322"/>
                  </a:cubicBezTo>
                  <a:cubicBezTo>
                    <a:pt x="8874" y="39023"/>
                    <a:pt x="8841" y="40357"/>
                    <a:pt x="9308" y="41158"/>
                  </a:cubicBezTo>
                  <a:cubicBezTo>
                    <a:pt x="11077" y="44319"/>
                    <a:pt x="14598" y="45144"/>
                    <a:pt x="18065" y="45144"/>
                  </a:cubicBezTo>
                  <a:cubicBezTo>
                    <a:pt x="19501" y="45144"/>
                    <a:pt x="20928" y="45003"/>
                    <a:pt x="22217" y="44827"/>
                  </a:cubicBezTo>
                  <a:cubicBezTo>
                    <a:pt x="24385" y="44527"/>
                    <a:pt x="26486" y="43960"/>
                    <a:pt x="28188" y="42826"/>
                  </a:cubicBezTo>
                  <a:cubicBezTo>
                    <a:pt x="28355" y="42959"/>
                    <a:pt x="28555" y="43093"/>
                    <a:pt x="28788" y="43193"/>
                  </a:cubicBezTo>
                  <a:cubicBezTo>
                    <a:pt x="30722" y="44244"/>
                    <a:pt x="32820" y="44672"/>
                    <a:pt x="34941" y="44672"/>
                  </a:cubicBezTo>
                  <a:cubicBezTo>
                    <a:pt x="37393" y="44672"/>
                    <a:pt x="39875" y="44100"/>
                    <a:pt x="42164" y="43259"/>
                  </a:cubicBezTo>
                  <a:cubicBezTo>
                    <a:pt x="43332" y="45794"/>
                    <a:pt x="48569" y="46628"/>
                    <a:pt x="50737" y="46695"/>
                  </a:cubicBezTo>
                  <a:cubicBezTo>
                    <a:pt x="50885" y="46700"/>
                    <a:pt x="51033" y="46702"/>
                    <a:pt x="51180" y="46702"/>
                  </a:cubicBezTo>
                  <a:cubicBezTo>
                    <a:pt x="54359" y="46702"/>
                    <a:pt x="57427" y="45677"/>
                    <a:pt x="59977" y="43860"/>
                  </a:cubicBezTo>
                  <a:cubicBezTo>
                    <a:pt x="60144" y="46662"/>
                    <a:pt x="62212" y="49197"/>
                    <a:pt x="65214" y="49864"/>
                  </a:cubicBezTo>
                  <a:cubicBezTo>
                    <a:pt x="65878" y="50011"/>
                    <a:pt x="66522" y="50081"/>
                    <a:pt x="67145" y="50081"/>
                  </a:cubicBezTo>
                  <a:cubicBezTo>
                    <a:pt x="70755" y="50081"/>
                    <a:pt x="73689" y="47762"/>
                    <a:pt x="75822" y="44860"/>
                  </a:cubicBezTo>
                  <a:cubicBezTo>
                    <a:pt x="76763" y="46587"/>
                    <a:pt x="78620" y="47811"/>
                    <a:pt x="80781" y="47811"/>
                  </a:cubicBezTo>
                  <a:cubicBezTo>
                    <a:pt x="80917" y="47811"/>
                    <a:pt x="81054" y="47806"/>
                    <a:pt x="81192" y="47796"/>
                  </a:cubicBezTo>
                  <a:cubicBezTo>
                    <a:pt x="85562" y="47429"/>
                    <a:pt x="87597" y="43826"/>
                    <a:pt x="87997" y="39990"/>
                  </a:cubicBezTo>
                  <a:cubicBezTo>
                    <a:pt x="89015" y="40450"/>
                    <a:pt x="90135" y="40679"/>
                    <a:pt x="91253" y="40679"/>
                  </a:cubicBezTo>
                  <a:cubicBezTo>
                    <a:pt x="93870" y="40679"/>
                    <a:pt x="96475" y="39422"/>
                    <a:pt x="97737" y="36921"/>
                  </a:cubicBezTo>
                  <a:cubicBezTo>
                    <a:pt x="99772" y="32819"/>
                    <a:pt x="97004" y="28582"/>
                    <a:pt x="93201" y="27181"/>
                  </a:cubicBezTo>
                  <a:cubicBezTo>
                    <a:pt x="95069" y="25280"/>
                    <a:pt x="96103" y="22745"/>
                    <a:pt x="94602" y="20076"/>
                  </a:cubicBezTo>
                  <a:cubicBezTo>
                    <a:pt x="93810" y="18608"/>
                    <a:pt x="92350" y="17840"/>
                    <a:pt x="90905" y="17840"/>
                  </a:cubicBezTo>
                  <a:cubicBezTo>
                    <a:pt x="90282" y="17840"/>
                    <a:pt x="89661" y="17983"/>
                    <a:pt x="89098" y="18275"/>
                  </a:cubicBezTo>
                  <a:cubicBezTo>
                    <a:pt x="89098" y="17341"/>
                    <a:pt x="88898" y="16407"/>
                    <a:pt x="88464" y="15439"/>
                  </a:cubicBezTo>
                  <a:cubicBezTo>
                    <a:pt x="87175" y="12622"/>
                    <a:pt x="84593" y="11286"/>
                    <a:pt x="82002" y="11286"/>
                  </a:cubicBezTo>
                  <a:cubicBezTo>
                    <a:pt x="81709" y="11286"/>
                    <a:pt x="81416" y="11303"/>
                    <a:pt x="81126" y="11336"/>
                  </a:cubicBezTo>
                  <a:cubicBezTo>
                    <a:pt x="80825" y="10236"/>
                    <a:pt x="80192" y="9168"/>
                    <a:pt x="79124" y="8401"/>
                  </a:cubicBezTo>
                  <a:cubicBezTo>
                    <a:pt x="77797" y="7424"/>
                    <a:pt x="76442" y="7013"/>
                    <a:pt x="75110" y="7013"/>
                  </a:cubicBezTo>
                  <a:cubicBezTo>
                    <a:pt x="73262" y="7013"/>
                    <a:pt x="71460" y="7805"/>
                    <a:pt x="69851" y="8968"/>
                  </a:cubicBezTo>
                  <a:cubicBezTo>
                    <a:pt x="69350" y="5265"/>
                    <a:pt x="66882" y="1796"/>
                    <a:pt x="63146" y="629"/>
                  </a:cubicBezTo>
                  <a:cubicBezTo>
                    <a:pt x="62211" y="334"/>
                    <a:pt x="61279" y="197"/>
                    <a:pt x="60367" y="197"/>
                  </a:cubicBezTo>
                  <a:cubicBezTo>
                    <a:pt x="57665" y="197"/>
                    <a:pt x="55143" y="1402"/>
                    <a:pt x="53272" y="3297"/>
                  </a:cubicBezTo>
                  <a:cubicBezTo>
                    <a:pt x="52105" y="1596"/>
                    <a:pt x="50203" y="329"/>
                    <a:pt x="48035" y="62"/>
                  </a:cubicBezTo>
                  <a:cubicBezTo>
                    <a:pt x="47706" y="20"/>
                    <a:pt x="47372" y="0"/>
                    <a:pt x="470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6"/>
            <p:cNvSpPr/>
            <p:nvPr/>
          </p:nvSpPr>
          <p:spPr>
            <a:xfrm>
              <a:off x="2322675" y="4677850"/>
              <a:ext cx="319400" cy="142025"/>
            </a:xfrm>
            <a:custGeom>
              <a:avLst/>
              <a:gdLst/>
              <a:ahLst/>
              <a:cxnLst/>
              <a:rect l="l" t="t" r="r" b="b"/>
              <a:pathLst>
                <a:path w="12776" h="5681" extrusionOk="0">
                  <a:moveTo>
                    <a:pt x="2232" y="0"/>
                  </a:moveTo>
                  <a:cubicBezTo>
                    <a:pt x="2013" y="0"/>
                    <a:pt x="1797" y="45"/>
                    <a:pt x="1601" y="138"/>
                  </a:cubicBezTo>
                  <a:cubicBezTo>
                    <a:pt x="967" y="405"/>
                    <a:pt x="701" y="1072"/>
                    <a:pt x="534" y="1539"/>
                  </a:cubicBezTo>
                  <a:cubicBezTo>
                    <a:pt x="167" y="2673"/>
                    <a:pt x="0" y="3874"/>
                    <a:pt x="67" y="5042"/>
                  </a:cubicBezTo>
                  <a:cubicBezTo>
                    <a:pt x="67" y="5209"/>
                    <a:pt x="200" y="5342"/>
                    <a:pt x="367" y="5342"/>
                  </a:cubicBezTo>
                  <a:lnTo>
                    <a:pt x="400" y="5342"/>
                  </a:lnTo>
                  <a:cubicBezTo>
                    <a:pt x="567" y="5342"/>
                    <a:pt x="701" y="5175"/>
                    <a:pt x="701" y="5008"/>
                  </a:cubicBezTo>
                  <a:cubicBezTo>
                    <a:pt x="600" y="3908"/>
                    <a:pt x="734" y="2773"/>
                    <a:pt x="1101" y="1739"/>
                  </a:cubicBezTo>
                  <a:cubicBezTo>
                    <a:pt x="1301" y="1172"/>
                    <a:pt x="1568" y="839"/>
                    <a:pt x="1868" y="705"/>
                  </a:cubicBezTo>
                  <a:cubicBezTo>
                    <a:pt x="1967" y="664"/>
                    <a:pt x="2074" y="645"/>
                    <a:pt x="2183" y="645"/>
                  </a:cubicBezTo>
                  <a:cubicBezTo>
                    <a:pt x="2517" y="645"/>
                    <a:pt x="2876" y="821"/>
                    <a:pt x="3102" y="1072"/>
                  </a:cubicBezTo>
                  <a:cubicBezTo>
                    <a:pt x="3402" y="1406"/>
                    <a:pt x="3569" y="1873"/>
                    <a:pt x="3703" y="2540"/>
                  </a:cubicBezTo>
                  <a:cubicBezTo>
                    <a:pt x="3769" y="3074"/>
                    <a:pt x="3803" y="3574"/>
                    <a:pt x="3769" y="4108"/>
                  </a:cubicBezTo>
                  <a:cubicBezTo>
                    <a:pt x="3769" y="4275"/>
                    <a:pt x="3869" y="4408"/>
                    <a:pt x="4036" y="4441"/>
                  </a:cubicBezTo>
                  <a:cubicBezTo>
                    <a:pt x="4072" y="4456"/>
                    <a:pt x="4108" y="4462"/>
                    <a:pt x="4142" y="4462"/>
                  </a:cubicBezTo>
                  <a:cubicBezTo>
                    <a:pt x="4268" y="4462"/>
                    <a:pt x="4377" y="4372"/>
                    <a:pt x="4403" y="4241"/>
                  </a:cubicBezTo>
                  <a:cubicBezTo>
                    <a:pt x="4737" y="3174"/>
                    <a:pt x="5237" y="2173"/>
                    <a:pt x="5871" y="1239"/>
                  </a:cubicBezTo>
                  <a:cubicBezTo>
                    <a:pt x="6071" y="939"/>
                    <a:pt x="6238" y="839"/>
                    <a:pt x="6405" y="839"/>
                  </a:cubicBezTo>
                  <a:cubicBezTo>
                    <a:pt x="6421" y="834"/>
                    <a:pt x="6437" y="832"/>
                    <a:pt x="6452" y="832"/>
                  </a:cubicBezTo>
                  <a:cubicBezTo>
                    <a:pt x="6661" y="832"/>
                    <a:pt x="6812" y="1227"/>
                    <a:pt x="6905" y="1506"/>
                  </a:cubicBezTo>
                  <a:cubicBezTo>
                    <a:pt x="7105" y="2340"/>
                    <a:pt x="7205" y="3240"/>
                    <a:pt x="7072" y="4074"/>
                  </a:cubicBezTo>
                  <a:cubicBezTo>
                    <a:pt x="7038" y="4208"/>
                    <a:pt x="7105" y="4375"/>
                    <a:pt x="7272" y="4408"/>
                  </a:cubicBezTo>
                  <a:cubicBezTo>
                    <a:pt x="7301" y="4423"/>
                    <a:pt x="7332" y="4429"/>
                    <a:pt x="7363" y="4429"/>
                  </a:cubicBezTo>
                  <a:cubicBezTo>
                    <a:pt x="7474" y="4429"/>
                    <a:pt x="7587" y="4345"/>
                    <a:pt x="7639" y="4241"/>
                  </a:cubicBezTo>
                  <a:lnTo>
                    <a:pt x="8606" y="2507"/>
                  </a:lnTo>
                  <a:cubicBezTo>
                    <a:pt x="8752" y="2157"/>
                    <a:pt x="8923" y="1960"/>
                    <a:pt x="9075" y="1960"/>
                  </a:cubicBezTo>
                  <a:cubicBezTo>
                    <a:pt x="9097" y="1960"/>
                    <a:pt x="9119" y="1964"/>
                    <a:pt x="9140" y="1973"/>
                  </a:cubicBezTo>
                  <a:cubicBezTo>
                    <a:pt x="9273" y="2006"/>
                    <a:pt x="9440" y="2173"/>
                    <a:pt x="9540" y="2507"/>
                  </a:cubicBezTo>
                  <a:cubicBezTo>
                    <a:pt x="9740" y="3074"/>
                    <a:pt x="9774" y="3707"/>
                    <a:pt x="9740" y="4308"/>
                  </a:cubicBezTo>
                  <a:cubicBezTo>
                    <a:pt x="9740" y="4475"/>
                    <a:pt x="9807" y="4575"/>
                    <a:pt x="9940" y="4641"/>
                  </a:cubicBezTo>
                  <a:cubicBezTo>
                    <a:pt x="9985" y="4664"/>
                    <a:pt x="10033" y="4675"/>
                    <a:pt x="10080" y="4675"/>
                  </a:cubicBezTo>
                  <a:cubicBezTo>
                    <a:pt x="10174" y="4675"/>
                    <a:pt x="10263" y="4630"/>
                    <a:pt x="10307" y="4541"/>
                  </a:cubicBezTo>
                  <a:lnTo>
                    <a:pt x="11542" y="3074"/>
                  </a:lnTo>
                  <a:cubicBezTo>
                    <a:pt x="11575" y="3007"/>
                    <a:pt x="11642" y="2907"/>
                    <a:pt x="11742" y="2907"/>
                  </a:cubicBezTo>
                  <a:cubicBezTo>
                    <a:pt x="11775" y="2974"/>
                    <a:pt x="11909" y="3074"/>
                    <a:pt x="11942" y="3307"/>
                  </a:cubicBezTo>
                  <a:cubicBezTo>
                    <a:pt x="12109" y="3974"/>
                    <a:pt x="12109" y="4641"/>
                    <a:pt x="11942" y="5309"/>
                  </a:cubicBezTo>
                  <a:cubicBezTo>
                    <a:pt x="11909" y="5475"/>
                    <a:pt x="12042" y="5642"/>
                    <a:pt x="12209" y="5676"/>
                  </a:cubicBezTo>
                  <a:cubicBezTo>
                    <a:pt x="12226" y="5679"/>
                    <a:pt x="12244" y="5681"/>
                    <a:pt x="12261" y="5681"/>
                  </a:cubicBezTo>
                  <a:cubicBezTo>
                    <a:pt x="12409" y="5681"/>
                    <a:pt x="12546" y="5558"/>
                    <a:pt x="12576" y="5409"/>
                  </a:cubicBezTo>
                  <a:cubicBezTo>
                    <a:pt x="12776" y="4675"/>
                    <a:pt x="12776" y="3874"/>
                    <a:pt x="12576" y="3140"/>
                  </a:cubicBezTo>
                  <a:cubicBezTo>
                    <a:pt x="12542" y="3007"/>
                    <a:pt x="12376" y="2540"/>
                    <a:pt x="12042" y="2340"/>
                  </a:cubicBezTo>
                  <a:cubicBezTo>
                    <a:pt x="11953" y="2251"/>
                    <a:pt x="11834" y="2221"/>
                    <a:pt x="11716" y="2221"/>
                  </a:cubicBezTo>
                  <a:cubicBezTo>
                    <a:pt x="11656" y="2221"/>
                    <a:pt x="11597" y="2229"/>
                    <a:pt x="11542" y="2240"/>
                  </a:cubicBezTo>
                  <a:cubicBezTo>
                    <a:pt x="11275" y="2340"/>
                    <a:pt x="11108" y="2507"/>
                    <a:pt x="11041" y="2640"/>
                  </a:cubicBezTo>
                  <a:lnTo>
                    <a:pt x="10407" y="3374"/>
                  </a:lnTo>
                  <a:cubicBezTo>
                    <a:pt x="10374" y="3007"/>
                    <a:pt x="10307" y="2640"/>
                    <a:pt x="10207" y="2240"/>
                  </a:cubicBezTo>
                  <a:cubicBezTo>
                    <a:pt x="10041" y="1673"/>
                    <a:pt x="9707" y="1339"/>
                    <a:pt x="9273" y="1306"/>
                  </a:cubicBezTo>
                  <a:cubicBezTo>
                    <a:pt x="9227" y="1299"/>
                    <a:pt x="9183" y="1296"/>
                    <a:pt x="9139" y="1296"/>
                  </a:cubicBezTo>
                  <a:cubicBezTo>
                    <a:pt x="8526" y="1296"/>
                    <a:pt x="8197" y="1924"/>
                    <a:pt x="8072" y="2173"/>
                  </a:cubicBezTo>
                  <a:lnTo>
                    <a:pt x="7772" y="2707"/>
                  </a:lnTo>
                  <a:cubicBezTo>
                    <a:pt x="7772" y="2240"/>
                    <a:pt x="7706" y="1739"/>
                    <a:pt x="7572" y="1306"/>
                  </a:cubicBezTo>
                  <a:cubicBezTo>
                    <a:pt x="7405" y="572"/>
                    <a:pt x="6972" y="172"/>
                    <a:pt x="6471" y="138"/>
                  </a:cubicBezTo>
                  <a:cubicBezTo>
                    <a:pt x="5938" y="138"/>
                    <a:pt x="5604" y="539"/>
                    <a:pt x="5404" y="839"/>
                  </a:cubicBezTo>
                  <a:cubicBezTo>
                    <a:pt x="5037" y="1406"/>
                    <a:pt x="4703" y="1973"/>
                    <a:pt x="4403" y="2573"/>
                  </a:cubicBezTo>
                  <a:cubicBezTo>
                    <a:pt x="4370" y="2540"/>
                    <a:pt x="4370" y="2473"/>
                    <a:pt x="4370" y="2407"/>
                  </a:cubicBezTo>
                  <a:cubicBezTo>
                    <a:pt x="4270" y="1906"/>
                    <a:pt x="4103" y="1172"/>
                    <a:pt x="3603" y="639"/>
                  </a:cubicBezTo>
                  <a:cubicBezTo>
                    <a:pt x="3234" y="224"/>
                    <a:pt x="2723" y="0"/>
                    <a:pt x="2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6"/>
            <p:cNvSpPr/>
            <p:nvPr/>
          </p:nvSpPr>
          <p:spPr>
            <a:xfrm>
              <a:off x="1934875" y="4840575"/>
              <a:ext cx="218525" cy="114475"/>
            </a:xfrm>
            <a:custGeom>
              <a:avLst/>
              <a:gdLst/>
              <a:ahLst/>
              <a:cxnLst/>
              <a:rect l="l" t="t" r="r" b="b"/>
              <a:pathLst>
                <a:path w="8741" h="4579" extrusionOk="0">
                  <a:moveTo>
                    <a:pt x="1936" y="0"/>
                  </a:moveTo>
                  <a:cubicBezTo>
                    <a:pt x="1102" y="0"/>
                    <a:pt x="368" y="534"/>
                    <a:pt x="101" y="1301"/>
                  </a:cubicBezTo>
                  <a:cubicBezTo>
                    <a:pt x="1" y="1668"/>
                    <a:pt x="1" y="2035"/>
                    <a:pt x="34" y="2402"/>
                  </a:cubicBezTo>
                  <a:cubicBezTo>
                    <a:pt x="68" y="2903"/>
                    <a:pt x="168" y="3470"/>
                    <a:pt x="268" y="3970"/>
                  </a:cubicBezTo>
                  <a:cubicBezTo>
                    <a:pt x="335" y="4137"/>
                    <a:pt x="435" y="4203"/>
                    <a:pt x="568" y="4203"/>
                  </a:cubicBezTo>
                  <a:cubicBezTo>
                    <a:pt x="601" y="4203"/>
                    <a:pt x="601" y="4203"/>
                    <a:pt x="568" y="4070"/>
                  </a:cubicBezTo>
                  <a:cubicBezTo>
                    <a:pt x="735" y="4037"/>
                    <a:pt x="802" y="3870"/>
                    <a:pt x="768" y="3703"/>
                  </a:cubicBezTo>
                  <a:cubicBezTo>
                    <a:pt x="668" y="3203"/>
                    <a:pt x="568" y="2736"/>
                    <a:pt x="535" y="2235"/>
                  </a:cubicBezTo>
                  <a:cubicBezTo>
                    <a:pt x="468" y="1935"/>
                    <a:pt x="468" y="1602"/>
                    <a:pt x="568" y="1368"/>
                  </a:cubicBezTo>
                  <a:cubicBezTo>
                    <a:pt x="735" y="901"/>
                    <a:pt x="1269" y="534"/>
                    <a:pt x="1836" y="534"/>
                  </a:cubicBezTo>
                  <a:cubicBezTo>
                    <a:pt x="2369" y="534"/>
                    <a:pt x="2903" y="834"/>
                    <a:pt x="3270" y="1335"/>
                  </a:cubicBezTo>
                  <a:cubicBezTo>
                    <a:pt x="3704" y="1902"/>
                    <a:pt x="3804" y="2569"/>
                    <a:pt x="3804" y="3036"/>
                  </a:cubicBezTo>
                  <a:cubicBezTo>
                    <a:pt x="3804" y="3236"/>
                    <a:pt x="3970" y="3370"/>
                    <a:pt x="4137" y="3370"/>
                  </a:cubicBezTo>
                  <a:cubicBezTo>
                    <a:pt x="4371" y="3370"/>
                    <a:pt x="4471" y="3203"/>
                    <a:pt x="4471" y="3036"/>
                  </a:cubicBezTo>
                  <a:cubicBezTo>
                    <a:pt x="4471" y="2602"/>
                    <a:pt x="4571" y="2169"/>
                    <a:pt x="4771" y="1768"/>
                  </a:cubicBezTo>
                  <a:cubicBezTo>
                    <a:pt x="4904" y="1568"/>
                    <a:pt x="5071" y="1401"/>
                    <a:pt x="5205" y="1401"/>
                  </a:cubicBezTo>
                  <a:cubicBezTo>
                    <a:pt x="5438" y="1401"/>
                    <a:pt x="5605" y="1768"/>
                    <a:pt x="5638" y="2102"/>
                  </a:cubicBezTo>
                  <a:cubicBezTo>
                    <a:pt x="5738" y="2569"/>
                    <a:pt x="5772" y="3069"/>
                    <a:pt x="5738" y="3536"/>
                  </a:cubicBezTo>
                  <a:cubicBezTo>
                    <a:pt x="5738" y="3703"/>
                    <a:pt x="5805" y="3837"/>
                    <a:pt x="5972" y="3870"/>
                  </a:cubicBezTo>
                  <a:cubicBezTo>
                    <a:pt x="6000" y="3875"/>
                    <a:pt x="6028" y="3878"/>
                    <a:pt x="6057" y="3878"/>
                  </a:cubicBezTo>
                  <a:cubicBezTo>
                    <a:pt x="6201" y="3878"/>
                    <a:pt x="6344" y="3809"/>
                    <a:pt x="6372" y="3670"/>
                  </a:cubicBezTo>
                  <a:cubicBezTo>
                    <a:pt x="6539" y="3069"/>
                    <a:pt x="6772" y="2536"/>
                    <a:pt x="7106" y="2002"/>
                  </a:cubicBezTo>
                  <a:cubicBezTo>
                    <a:pt x="7292" y="1724"/>
                    <a:pt x="7448" y="1531"/>
                    <a:pt x="7603" y="1531"/>
                  </a:cubicBezTo>
                  <a:cubicBezTo>
                    <a:pt x="7615" y="1531"/>
                    <a:pt x="7628" y="1532"/>
                    <a:pt x="7640" y="1535"/>
                  </a:cubicBezTo>
                  <a:cubicBezTo>
                    <a:pt x="7807" y="1568"/>
                    <a:pt x="7940" y="1868"/>
                    <a:pt x="7973" y="2102"/>
                  </a:cubicBezTo>
                  <a:cubicBezTo>
                    <a:pt x="8107" y="2702"/>
                    <a:pt x="8073" y="3269"/>
                    <a:pt x="7873" y="3837"/>
                  </a:cubicBezTo>
                  <a:lnTo>
                    <a:pt x="7873" y="3870"/>
                  </a:lnTo>
                  <a:cubicBezTo>
                    <a:pt x="7844" y="3860"/>
                    <a:pt x="7812" y="3856"/>
                    <a:pt x="7779" y="3856"/>
                  </a:cubicBezTo>
                  <a:cubicBezTo>
                    <a:pt x="7701" y="3856"/>
                    <a:pt x="7620" y="3880"/>
                    <a:pt x="7573" y="3903"/>
                  </a:cubicBezTo>
                  <a:cubicBezTo>
                    <a:pt x="7406" y="4037"/>
                    <a:pt x="7406" y="4237"/>
                    <a:pt x="7473" y="4370"/>
                  </a:cubicBezTo>
                  <a:cubicBezTo>
                    <a:pt x="7556" y="4509"/>
                    <a:pt x="7686" y="4579"/>
                    <a:pt x="7824" y="4579"/>
                  </a:cubicBezTo>
                  <a:cubicBezTo>
                    <a:pt x="7851" y="4579"/>
                    <a:pt x="7879" y="4576"/>
                    <a:pt x="7907" y="4570"/>
                  </a:cubicBezTo>
                  <a:cubicBezTo>
                    <a:pt x="8140" y="4537"/>
                    <a:pt x="8374" y="4270"/>
                    <a:pt x="8440" y="4070"/>
                  </a:cubicBezTo>
                  <a:cubicBezTo>
                    <a:pt x="8707" y="3403"/>
                    <a:pt x="8741" y="2702"/>
                    <a:pt x="8607" y="2035"/>
                  </a:cubicBezTo>
                  <a:cubicBezTo>
                    <a:pt x="8474" y="1401"/>
                    <a:pt x="8140" y="1035"/>
                    <a:pt x="7740" y="934"/>
                  </a:cubicBezTo>
                  <a:cubicBezTo>
                    <a:pt x="7708" y="931"/>
                    <a:pt x="7675" y="929"/>
                    <a:pt x="7639" y="929"/>
                  </a:cubicBezTo>
                  <a:cubicBezTo>
                    <a:pt x="7342" y="929"/>
                    <a:pt x="6930" y="1075"/>
                    <a:pt x="6572" y="1702"/>
                  </a:cubicBezTo>
                  <a:cubicBezTo>
                    <a:pt x="6506" y="1835"/>
                    <a:pt x="6406" y="2002"/>
                    <a:pt x="6339" y="2169"/>
                  </a:cubicBezTo>
                  <a:lnTo>
                    <a:pt x="6339" y="2069"/>
                  </a:lnTo>
                  <a:cubicBezTo>
                    <a:pt x="6213" y="1345"/>
                    <a:pt x="5820" y="829"/>
                    <a:pt x="5328" y="829"/>
                  </a:cubicBezTo>
                  <a:cubicBezTo>
                    <a:pt x="5298" y="829"/>
                    <a:pt x="5268" y="831"/>
                    <a:pt x="5238" y="834"/>
                  </a:cubicBezTo>
                  <a:cubicBezTo>
                    <a:pt x="4871" y="868"/>
                    <a:pt x="4538" y="1101"/>
                    <a:pt x="4271" y="1568"/>
                  </a:cubicBezTo>
                  <a:cubicBezTo>
                    <a:pt x="4237" y="1568"/>
                    <a:pt x="4237" y="1635"/>
                    <a:pt x="4237" y="1635"/>
                  </a:cubicBezTo>
                  <a:cubicBezTo>
                    <a:pt x="4171" y="1401"/>
                    <a:pt x="4037" y="1235"/>
                    <a:pt x="3904" y="1035"/>
                  </a:cubicBezTo>
                  <a:cubicBezTo>
                    <a:pt x="3437" y="367"/>
                    <a:pt x="2703" y="0"/>
                    <a:pt x="19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6"/>
            <p:cNvSpPr/>
            <p:nvPr/>
          </p:nvSpPr>
          <p:spPr>
            <a:xfrm>
              <a:off x="1031750" y="4782850"/>
              <a:ext cx="278550" cy="142775"/>
            </a:xfrm>
            <a:custGeom>
              <a:avLst/>
              <a:gdLst/>
              <a:ahLst/>
              <a:cxnLst/>
              <a:rect l="l" t="t" r="r" b="b"/>
              <a:pathLst>
                <a:path w="11142" h="5711" extrusionOk="0">
                  <a:moveTo>
                    <a:pt x="4771" y="0"/>
                  </a:moveTo>
                  <a:cubicBezTo>
                    <a:pt x="4682" y="0"/>
                    <a:pt x="4593" y="13"/>
                    <a:pt x="4503" y="41"/>
                  </a:cubicBezTo>
                  <a:cubicBezTo>
                    <a:pt x="4070" y="175"/>
                    <a:pt x="3870" y="542"/>
                    <a:pt x="3703" y="875"/>
                  </a:cubicBezTo>
                  <a:cubicBezTo>
                    <a:pt x="3503" y="1309"/>
                    <a:pt x="3336" y="1709"/>
                    <a:pt x="3202" y="2176"/>
                  </a:cubicBezTo>
                  <a:lnTo>
                    <a:pt x="3169" y="2009"/>
                  </a:lnTo>
                  <a:cubicBezTo>
                    <a:pt x="3036" y="1375"/>
                    <a:pt x="2702" y="608"/>
                    <a:pt x="1968" y="475"/>
                  </a:cubicBezTo>
                  <a:cubicBezTo>
                    <a:pt x="1906" y="465"/>
                    <a:pt x="1846" y="460"/>
                    <a:pt x="1786" y="460"/>
                  </a:cubicBezTo>
                  <a:cubicBezTo>
                    <a:pt x="1043" y="460"/>
                    <a:pt x="486" y="1204"/>
                    <a:pt x="300" y="1976"/>
                  </a:cubicBezTo>
                  <a:cubicBezTo>
                    <a:pt x="33" y="2977"/>
                    <a:pt x="0" y="4011"/>
                    <a:pt x="200" y="5011"/>
                  </a:cubicBezTo>
                  <a:cubicBezTo>
                    <a:pt x="234" y="5145"/>
                    <a:pt x="367" y="5278"/>
                    <a:pt x="500" y="5278"/>
                  </a:cubicBezTo>
                  <a:lnTo>
                    <a:pt x="634" y="5245"/>
                  </a:lnTo>
                  <a:cubicBezTo>
                    <a:pt x="801" y="5212"/>
                    <a:pt x="901" y="5045"/>
                    <a:pt x="867" y="4878"/>
                  </a:cubicBezTo>
                  <a:cubicBezTo>
                    <a:pt x="701" y="3977"/>
                    <a:pt x="701" y="3010"/>
                    <a:pt x="968" y="2143"/>
                  </a:cubicBezTo>
                  <a:cubicBezTo>
                    <a:pt x="1063" y="1698"/>
                    <a:pt x="1370" y="1071"/>
                    <a:pt x="1803" y="1071"/>
                  </a:cubicBezTo>
                  <a:cubicBezTo>
                    <a:pt x="1825" y="1071"/>
                    <a:pt x="1846" y="1072"/>
                    <a:pt x="1868" y="1075"/>
                  </a:cubicBezTo>
                  <a:cubicBezTo>
                    <a:pt x="2168" y="1142"/>
                    <a:pt x="2402" y="1509"/>
                    <a:pt x="2569" y="2176"/>
                  </a:cubicBezTo>
                  <a:lnTo>
                    <a:pt x="2969" y="3544"/>
                  </a:lnTo>
                  <a:cubicBezTo>
                    <a:pt x="3002" y="3710"/>
                    <a:pt x="3136" y="3811"/>
                    <a:pt x="3303" y="3811"/>
                  </a:cubicBezTo>
                  <a:cubicBezTo>
                    <a:pt x="3403" y="3811"/>
                    <a:pt x="3536" y="3710"/>
                    <a:pt x="3569" y="3544"/>
                  </a:cubicBezTo>
                  <a:cubicBezTo>
                    <a:pt x="3736" y="2710"/>
                    <a:pt x="4003" y="1909"/>
                    <a:pt x="4337" y="1175"/>
                  </a:cubicBezTo>
                  <a:cubicBezTo>
                    <a:pt x="4403" y="975"/>
                    <a:pt x="4537" y="708"/>
                    <a:pt x="4704" y="675"/>
                  </a:cubicBezTo>
                  <a:cubicBezTo>
                    <a:pt x="4718" y="672"/>
                    <a:pt x="4734" y="671"/>
                    <a:pt x="4749" y="671"/>
                  </a:cubicBezTo>
                  <a:cubicBezTo>
                    <a:pt x="4947" y="671"/>
                    <a:pt x="5216" y="859"/>
                    <a:pt x="5371" y="1075"/>
                  </a:cubicBezTo>
                  <a:cubicBezTo>
                    <a:pt x="5738" y="1576"/>
                    <a:pt x="5904" y="2176"/>
                    <a:pt x="5871" y="2810"/>
                  </a:cubicBezTo>
                  <a:lnTo>
                    <a:pt x="5871" y="2843"/>
                  </a:lnTo>
                  <a:cubicBezTo>
                    <a:pt x="5871" y="3010"/>
                    <a:pt x="6004" y="3177"/>
                    <a:pt x="6171" y="3177"/>
                  </a:cubicBezTo>
                  <a:cubicBezTo>
                    <a:pt x="6338" y="3177"/>
                    <a:pt x="6505" y="3043"/>
                    <a:pt x="6505" y="2877"/>
                  </a:cubicBezTo>
                  <a:lnTo>
                    <a:pt x="6505" y="2843"/>
                  </a:lnTo>
                  <a:cubicBezTo>
                    <a:pt x="6538" y="2476"/>
                    <a:pt x="6538" y="2009"/>
                    <a:pt x="6738" y="1676"/>
                  </a:cubicBezTo>
                  <a:cubicBezTo>
                    <a:pt x="6886" y="1440"/>
                    <a:pt x="7163" y="1231"/>
                    <a:pt x="7432" y="1231"/>
                  </a:cubicBezTo>
                  <a:cubicBezTo>
                    <a:pt x="7468" y="1231"/>
                    <a:pt x="7504" y="1234"/>
                    <a:pt x="7539" y="1242"/>
                  </a:cubicBezTo>
                  <a:cubicBezTo>
                    <a:pt x="7872" y="1375"/>
                    <a:pt x="8039" y="1809"/>
                    <a:pt x="8039" y="2176"/>
                  </a:cubicBezTo>
                  <a:cubicBezTo>
                    <a:pt x="8039" y="2376"/>
                    <a:pt x="8039" y="2576"/>
                    <a:pt x="8006" y="2810"/>
                  </a:cubicBezTo>
                  <a:cubicBezTo>
                    <a:pt x="7973" y="3110"/>
                    <a:pt x="7906" y="3377"/>
                    <a:pt x="7973" y="3677"/>
                  </a:cubicBezTo>
                  <a:cubicBezTo>
                    <a:pt x="8006" y="3844"/>
                    <a:pt x="8073" y="3977"/>
                    <a:pt x="8239" y="3977"/>
                  </a:cubicBezTo>
                  <a:cubicBezTo>
                    <a:pt x="8406" y="3977"/>
                    <a:pt x="8540" y="3877"/>
                    <a:pt x="8606" y="3744"/>
                  </a:cubicBezTo>
                  <a:cubicBezTo>
                    <a:pt x="8873" y="3010"/>
                    <a:pt x="9374" y="2309"/>
                    <a:pt x="9974" y="1709"/>
                  </a:cubicBezTo>
                  <a:cubicBezTo>
                    <a:pt x="10041" y="1642"/>
                    <a:pt x="10107" y="1576"/>
                    <a:pt x="10141" y="1576"/>
                  </a:cubicBezTo>
                  <a:cubicBezTo>
                    <a:pt x="10144" y="1573"/>
                    <a:pt x="10147" y="1571"/>
                    <a:pt x="10151" y="1571"/>
                  </a:cubicBezTo>
                  <a:cubicBezTo>
                    <a:pt x="10196" y="1571"/>
                    <a:pt x="10310" y="1732"/>
                    <a:pt x="10341" y="1976"/>
                  </a:cubicBezTo>
                  <a:cubicBezTo>
                    <a:pt x="10508" y="3077"/>
                    <a:pt x="10341" y="4244"/>
                    <a:pt x="9807" y="5245"/>
                  </a:cubicBezTo>
                  <a:cubicBezTo>
                    <a:pt x="9707" y="5378"/>
                    <a:pt x="9740" y="5578"/>
                    <a:pt x="9941" y="5679"/>
                  </a:cubicBezTo>
                  <a:cubicBezTo>
                    <a:pt x="9972" y="5700"/>
                    <a:pt x="10017" y="5711"/>
                    <a:pt x="10066" y="5711"/>
                  </a:cubicBezTo>
                  <a:cubicBezTo>
                    <a:pt x="10172" y="5711"/>
                    <a:pt x="10295" y="5659"/>
                    <a:pt x="10341" y="5545"/>
                  </a:cubicBezTo>
                  <a:cubicBezTo>
                    <a:pt x="10941" y="4411"/>
                    <a:pt x="11141" y="3077"/>
                    <a:pt x="10941" y="1842"/>
                  </a:cubicBezTo>
                  <a:cubicBezTo>
                    <a:pt x="10847" y="1372"/>
                    <a:pt x="10547" y="902"/>
                    <a:pt x="10096" y="902"/>
                  </a:cubicBezTo>
                  <a:cubicBezTo>
                    <a:pt x="10067" y="902"/>
                    <a:pt x="10038" y="904"/>
                    <a:pt x="10007" y="908"/>
                  </a:cubicBezTo>
                  <a:cubicBezTo>
                    <a:pt x="9740" y="975"/>
                    <a:pt x="9607" y="1142"/>
                    <a:pt x="9507" y="1209"/>
                  </a:cubicBezTo>
                  <a:cubicBezTo>
                    <a:pt x="9207" y="1542"/>
                    <a:pt x="8907" y="1842"/>
                    <a:pt x="8673" y="2209"/>
                  </a:cubicBezTo>
                  <a:lnTo>
                    <a:pt x="8673" y="2143"/>
                  </a:lnTo>
                  <a:cubicBezTo>
                    <a:pt x="8640" y="1509"/>
                    <a:pt x="8339" y="808"/>
                    <a:pt x="7706" y="642"/>
                  </a:cubicBezTo>
                  <a:cubicBezTo>
                    <a:pt x="7584" y="597"/>
                    <a:pt x="7464" y="576"/>
                    <a:pt x="7348" y="576"/>
                  </a:cubicBezTo>
                  <a:cubicBezTo>
                    <a:pt x="6863" y="576"/>
                    <a:pt x="6447" y="932"/>
                    <a:pt x="6205" y="1309"/>
                  </a:cubicBezTo>
                  <a:cubicBezTo>
                    <a:pt x="6138" y="1075"/>
                    <a:pt x="6004" y="875"/>
                    <a:pt x="5871" y="708"/>
                  </a:cubicBezTo>
                  <a:cubicBezTo>
                    <a:pt x="5621" y="320"/>
                    <a:pt x="5209" y="0"/>
                    <a:pt x="4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6"/>
            <p:cNvSpPr/>
            <p:nvPr/>
          </p:nvSpPr>
          <p:spPr>
            <a:xfrm>
              <a:off x="1939050" y="4551600"/>
              <a:ext cx="340275" cy="142225"/>
            </a:xfrm>
            <a:custGeom>
              <a:avLst/>
              <a:gdLst/>
              <a:ahLst/>
              <a:cxnLst/>
              <a:rect l="l" t="t" r="r" b="b"/>
              <a:pathLst>
                <a:path w="13611" h="5689" extrusionOk="0">
                  <a:moveTo>
                    <a:pt x="1483" y="0"/>
                  </a:moveTo>
                  <a:cubicBezTo>
                    <a:pt x="1363" y="0"/>
                    <a:pt x="1247" y="17"/>
                    <a:pt x="1135" y="51"/>
                  </a:cubicBezTo>
                  <a:cubicBezTo>
                    <a:pt x="635" y="218"/>
                    <a:pt x="34" y="718"/>
                    <a:pt x="34" y="2286"/>
                  </a:cubicBezTo>
                  <a:lnTo>
                    <a:pt x="1" y="5355"/>
                  </a:lnTo>
                  <a:cubicBezTo>
                    <a:pt x="1" y="5522"/>
                    <a:pt x="101" y="5689"/>
                    <a:pt x="268" y="5689"/>
                  </a:cubicBezTo>
                  <a:cubicBezTo>
                    <a:pt x="434" y="5689"/>
                    <a:pt x="601" y="5555"/>
                    <a:pt x="434" y="5155"/>
                  </a:cubicBezTo>
                  <a:lnTo>
                    <a:pt x="501" y="2119"/>
                  </a:lnTo>
                  <a:cubicBezTo>
                    <a:pt x="501" y="1452"/>
                    <a:pt x="601" y="652"/>
                    <a:pt x="1135" y="485"/>
                  </a:cubicBezTo>
                  <a:cubicBezTo>
                    <a:pt x="1181" y="475"/>
                    <a:pt x="1230" y="470"/>
                    <a:pt x="1281" y="470"/>
                  </a:cubicBezTo>
                  <a:cubicBezTo>
                    <a:pt x="1555" y="470"/>
                    <a:pt x="1872" y="611"/>
                    <a:pt x="2069" y="752"/>
                  </a:cubicBezTo>
                  <a:cubicBezTo>
                    <a:pt x="2903" y="1285"/>
                    <a:pt x="3470" y="2219"/>
                    <a:pt x="3637" y="3220"/>
                  </a:cubicBezTo>
                  <a:cubicBezTo>
                    <a:pt x="3703" y="3320"/>
                    <a:pt x="3837" y="3454"/>
                    <a:pt x="3937" y="3454"/>
                  </a:cubicBezTo>
                  <a:cubicBezTo>
                    <a:pt x="4104" y="3454"/>
                    <a:pt x="4237" y="3387"/>
                    <a:pt x="4270" y="3254"/>
                  </a:cubicBezTo>
                  <a:cubicBezTo>
                    <a:pt x="4437" y="2820"/>
                    <a:pt x="4437" y="2420"/>
                    <a:pt x="4437" y="2053"/>
                  </a:cubicBezTo>
                  <a:cubicBezTo>
                    <a:pt x="4437" y="1786"/>
                    <a:pt x="4437" y="1552"/>
                    <a:pt x="4504" y="1285"/>
                  </a:cubicBezTo>
                  <a:cubicBezTo>
                    <a:pt x="4571" y="985"/>
                    <a:pt x="4838" y="718"/>
                    <a:pt x="5071" y="618"/>
                  </a:cubicBezTo>
                  <a:cubicBezTo>
                    <a:pt x="5120" y="609"/>
                    <a:pt x="5163" y="604"/>
                    <a:pt x="5200" y="604"/>
                  </a:cubicBezTo>
                  <a:cubicBezTo>
                    <a:pt x="5291" y="604"/>
                    <a:pt x="5348" y="628"/>
                    <a:pt x="5371" y="652"/>
                  </a:cubicBezTo>
                  <a:cubicBezTo>
                    <a:pt x="5538" y="785"/>
                    <a:pt x="5571" y="1052"/>
                    <a:pt x="5605" y="1285"/>
                  </a:cubicBezTo>
                  <a:lnTo>
                    <a:pt x="6005" y="3454"/>
                  </a:lnTo>
                  <a:cubicBezTo>
                    <a:pt x="6038" y="3587"/>
                    <a:pt x="6172" y="3721"/>
                    <a:pt x="6339" y="3721"/>
                  </a:cubicBezTo>
                  <a:cubicBezTo>
                    <a:pt x="6505" y="3721"/>
                    <a:pt x="6605" y="3620"/>
                    <a:pt x="6672" y="3454"/>
                  </a:cubicBezTo>
                  <a:lnTo>
                    <a:pt x="7006" y="1586"/>
                  </a:lnTo>
                  <a:cubicBezTo>
                    <a:pt x="7072" y="1285"/>
                    <a:pt x="7106" y="1052"/>
                    <a:pt x="7239" y="885"/>
                  </a:cubicBezTo>
                  <a:cubicBezTo>
                    <a:pt x="7311" y="790"/>
                    <a:pt x="7434" y="711"/>
                    <a:pt x="7523" y="711"/>
                  </a:cubicBezTo>
                  <a:cubicBezTo>
                    <a:pt x="7558" y="711"/>
                    <a:pt x="7587" y="723"/>
                    <a:pt x="7606" y="752"/>
                  </a:cubicBezTo>
                  <a:cubicBezTo>
                    <a:pt x="7740" y="785"/>
                    <a:pt x="7740" y="985"/>
                    <a:pt x="7773" y="1152"/>
                  </a:cubicBezTo>
                  <a:lnTo>
                    <a:pt x="8107" y="3320"/>
                  </a:lnTo>
                  <a:cubicBezTo>
                    <a:pt x="8173" y="3454"/>
                    <a:pt x="8240" y="3587"/>
                    <a:pt x="8407" y="3587"/>
                  </a:cubicBezTo>
                  <a:cubicBezTo>
                    <a:pt x="8540" y="3587"/>
                    <a:pt x="8707" y="3487"/>
                    <a:pt x="8740" y="3387"/>
                  </a:cubicBezTo>
                  <a:cubicBezTo>
                    <a:pt x="9007" y="2720"/>
                    <a:pt x="9374" y="2053"/>
                    <a:pt x="9874" y="1552"/>
                  </a:cubicBezTo>
                  <a:cubicBezTo>
                    <a:pt x="10008" y="2320"/>
                    <a:pt x="10075" y="3120"/>
                    <a:pt x="10175" y="3921"/>
                  </a:cubicBezTo>
                  <a:cubicBezTo>
                    <a:pt x="10175" y="4087"/>
                    <a:pt x="10241" y="4154"/>
                    <a:pt x="10375" y="4221"/>
                  </a:cubicBezTo>
                  <a:cubicBezTo>
                    <a:pt x="10408" y="4229"/>
                    <a:pt x="10439" y="4233"/>
                    <a:pt x="10469" y="4233"/>
                  </a:cubicBezTo>
                  <a:cubicBezTo>
                    <a:pt x="10558" y="4233"/>
                    <a:pt x="10633" y="4196"/>
                    <a:pt x="10708" y="4121"/>
                  </a:cubicBezTo>
                  <a:lnTo>
                    <a:pt x="12376" y="2086"/>
                  </a:lnTo>
                  <a:cubicBezTo>
                    <a:pt x="12576" y="1886"/>
                    <a:pt x="12610" y="1886"/>
                    <a:pt x="12610" y="1886"/>
                  </a:cubicBezTo>
                  <a:cubicBezTo>
                    <a:pt x="12610" y="1919"/>
                    <a:pt x="12710" y="1953"/>
                    <a:pt x="12743" y="2119"/>
                  </a:cubicBezTo>
                  <a:cubicBezTo>
                    <a:pt x="12910" y="2720"/>
                    <a:pt x="12743" y="3387"/>
                    <a:pt x="12343" y="3821"/>
                  </a:cubicBezTo>
                  <a:cubicBezTo>
                    <a:pt x="12243" y="3954"/>
                    <a:pt x="12243" y="4154"/>
                    <a:pt x="12376" y="4288"/>
                  </a:cubicBezTo>
                  <a:cubicBezTo>
                    <a:pt x="12423" y="4334"/>
                    <a:pt x="12498" y="4359"/>
                    <a:pt x="12575" y="4359"/>
                  </a:cubicBezTo>
                  <a:cubicBezTo>
                    <a:pt x="12664" y="4359"/>
                    <a:pt x="12756" y="4326"/>
                    <a:pt x="12810" y="4254"/>
                  </a:cubicBezTo>
                  <a:cubicBezTo>
                    <a:pt x="13377" y="3620"/>
                    <a:pt x="13610" y="2753"/>
                    <a:pt x="13410" y="1953"/>
                  </a:cubicBezTo>
                  <a:cubicBezTo>
                    <a:pt x="13277" y="1586"/>
                    <a:pt x="13077" y="1285"/>
                    <a:pt x="12777" y="1252"/>
                  </a:cubicBezTo>
                  <a:cubicBezTo>
                    <a:pt x="12744" y="1247"/>
                    <a:pt x="12711" y="1245"/>
                    <a:pt x="12680" y="1245"/>
                  </a:cubicBezTo>
                  <a:cubicBezTo>
                    <a:pt x="12298" y="1245"/>
                    <a:pt x="12033" y="1596"/>
                    <a:pt x="11909" y="1719"/>
                  </a:cubicBezTo>
                  <a:lnTo>
                    <a:pt x="10708" y="3187"/>
                  </a:lnTo>
                  <a:cubicBezTo>
                    <a:pt x="10575" y="2453"/>
                    <a:pt x="10475" y="1719"/>
                    <a:pt x="10375" y="952"/>
                  </a:cubicBezTo>
                  <a:cubicBezTo>
                    <a:pt x="10341" y="818"/>
                    <a:pt x="10275" y="752"/>
                    <a:pt x="10141" y="718"/>
                  </a:cubicBezTo>
                  <a:cubicBezTo>
                    <a:pt x="10100" y="705"/>
                    <a:pt x="10053" y="696"/>
                    <a:pt x="10007" y="696"/>
                  </a:cubicBezTo>
                  <a:cubicBezTo>
                    <a:pt x="9942" y="696"/>
                    <a:pt x="9880" y="713"/>
                    <a:pt x="9841" y="752"/>
                  </a:cubicBezTo>
                  <a:cubicBezTo>
                    <a:pt x="9341" y="1185"/>
                    <a:pt x="8874" y="1686"/>
                    <a:pt x="8540" y="2253"/>
                  </a:cubicBezTo>
                  <a:lnTo>
                    <a:pt x="8373" y="1185"/>
                  </a:lnTo>
                  <a:cubicBezTo>
                    <a:pt x="8340" y="952"/>
                    <a:pt x="8240" y="552"/>
                    <a:pt x="7940" y="351"/>
                  </a:cubicBezTo>
                  <a:cubicBezTo>
                    <a:pt x="7802" y="248"/>
                    <a:pt x="7649" y="204"/>
                    <a:pt x="7495" y="204"/>
                  </a:cubicBezTo>
                  <a:cubicBezTo>
                    <a:pt x="7201" y="204"/>
                    <a:pt x="6903" y="366"/>
                    <a:pt x="6706" y="585"/>
                  </a:cubicBezTo>
                  <a:cubicBezTo>
                    <a:pt x="6439" y="885"/>
                    <a:pt x="6372" y="1285"/>
                    <a:pt x="6305" y="1586"/>
                  </a:cubicBezTo>
                  <a:lnTo>
                    <a:pt x="6305" y="1619"/>
                  </a:lnTo>
                  <a:lnTo>
                    <a:pt x="6272" y="1285"/>
                  </a:lnTo>
                  <a:cubicBezTo>
                    <a:pt x="6239" y="919"/>
                    <a:pt x="6172" y="552"/>
                    <a:pt x="5838" y="285"/>
                  </a:cubicBezTo>
                  <a:cubicBezTo>
                    <a:pt x="5678" y="165"/>
                    <a:pt x="5494" y="105"/>
                    <a:pt x="5300" y="105"/>
                  </a:cubicBezTo>
                  <a:cubicBezTo>
                    <a:pt x="5171" y="105"/>
                    <a:pt x="5038" y="131"/>
                    <a:pt x="4904" y="185"/>
                  </a:cubicBezTo>
                  <a:cubicBezTo>
                    <a:pt x="4437" y="351"/>
                    <a:pt x="4070" y="852"/>
                    <a:pt x="3937" y="1352"/>
                  </a:cubicBezTo>
                  <a:cubicBezTo>
                    <a:pt x="3937" y="1519"/>
                    <a:pt x="3904" y="1719"/>
                    <a:pt x="3904" y="1886"/>
                  </a:cubicBezTo>
                  <a:cubicBezTo>
                    <a:pt x="3603" y="1285"/>
                    <a:pt x="3103" y="752"/>
                    <a:pt x="2569" y="385"/>
                  </a:cubicBezTo>
                  <a:cubicBezTo>
                    <a:pt x="2198" y="137"/>
                    <a:pt x="1827" y="0"/>
                    <a:pt x="1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6"/>
            <p:cNvSpPr/>
            <p:nvPr/>
          </p:nvSpPr>
          <p:spPr>
            <a:xfrm>
              <a:off x="1139325" y="4549850"/>
              <a:ext cx="646325" cy="212500"/>
            </a:xfrm>
            <a:custGeom>
              <a:avLst/>
              <a:gdLst/>
              <a:ahLst/>
              <a:cxnLst/>
              <a:rect l="l" t="t" r="r" b="b"/>
              <a:pathLst>
                <a:path w="25853" h="8500" extrusionOk="0">
                  <a:moveTo>
                    <a:pt x="15107" y="1"/>
                  </a:moveTo>
                  <a:cubicBezTo>
                    <a:pt x="14394" y="1"/>
                    <a:pt x="13701" y="364"/>
                    <a:pt x="13243" y="822"/>
                  </a:cubicBezTo>
                  <a:cubicBezTo>
                    <a:pt x="12709" y="1322"/>
                    <a:pt x="12376" y="1989"/>
                    <a:pt x="12076" y="2623"/>
                  </a:cubicBezTo>
                  <a:cubicBezTo>
                    <a:pt x="12042" y="2456"/>
                    <a:pt x="12042" y="2289"/>
                    <a:pt x="12009" y="2123"/>
                  </a:cubicBezTo>
                  <a:cubicBezTo>
                    <a:pt x="12009" y="1989"/>
                    <a:pt x="12009" y="1856"/>
                    <a:pt x="11975" y="1756"/>
                  </a:cubicBezTo>
                  <a:cubicBezTo>
                    <a:pt x="11875" y="1322"/>
                    <a:pt x="11675" y="822"/>
                    <a:pt x="11242" y="588"/>
                  </a:cubicBezTo>
                  <a:cubicBezTo>
                    <a:pt x="11063" y="486"/>
                    <a:pt x="10865" y="443"/>
                    <a:pt x="10678" y="443"/>
                  </a:cubicBezTo>
                  <a:cubicBezTo>
                    <a:pt x="10620" y="443"/>
                    <a:pt x="10563" y="447"/>
                    <a:pt x="10508" y="455"/>
                  </a:cubicBezTo>
                  <a:cubicBezTo>
                    <a:pt x="10174" y="522"/>
                    <a:pt x="9907" y="822"/>
                    <a:pt x="9741" y="1022"/>
                  </a:cubicBezTo>
                  <a:cubicBezTo>
                    <a:pt x="9474" y="1456"/>
                    <a:pt x="9207" y="1856"/>
                    <a:pt x="9040" y="2356"/>
                  </a:cubicBezTo>
                  <a:cubicBezTo>
                    <a:pt x="8606" y="1603"/>
                    <a:pt x="7945" y="976"/>
                    <a:pt x="7168" y="976"/>
                  </a:cubicBezTo>
                  <a:cubicBezTo>
                    <a:pt x="7050" y="976"/>
                    <a:pt x="6929" y="991"/>
                    <a:pt x="6805" y="1022"/>
                  </a:cubicBezTo>
                  <a:cubicBezTo>
                    <a:pt x="5804" y="1322"/>
                    <a:pt x="5538" y="2323"/>
                    <a:pt x="5337" y="3257"/>
                  </a:cubicBezTo>
                  <a:cubicBezTo>
                    <a:pt x="5304" y="3357"/>
                    <a:pt x="5304" y="3457"/>
                    <a:pt x="5237" y="3590"/>
                  </a:cubicBezTo>
                  <a:cubicBezTo>
                    <a:pt x="5171" y="3424"/>
                    <a:pt x="5037" y="3257"/>
                    <a:pt x="4904" y="3123"/>
                  </a:cubicBezTo>
                  <a:cubicBezTo>
                    <a:pt x="4559" y="2752"/>
                    <a:pt x="4066" y="2549"/>
                    <a:pt x="3576" y="2549"/>
                  </a:cubicBezTo>
                  <a:cubicBezTo>
                    <a:pt x="3450" y="2549"/>
                    <a:pt x="3325" y="2562"/>
                    <a:pt x="3203" y="2590"/>
                  </a:cubicBezTo>
                  <a:cubicBezTo>
                    <a:pt x="2635" y="2690"/>
                    <a:pt x="2135" y="3157"/>
                    <a:pt x="1902" y="3824"/>
                  </a:cubicBezTo>
                  <a:cubicBezTo>
                    <a:pt x="1835" y="4024"/>
                    <a:pt x="1802" y="4258"/>
                    <a:pt x="1802" y="4458"/>
                  </a:cubicBezTo>
                  <a:cubicBezTo>
                    <a:pt x="1760" y="4455"/>
                    <a:pt x="1719" y="4454"/>
                    <a:pt x="1677" y="4454"/>
                  </a:cubicBezTo>
                  <a:cubicBezTo>
                    <a:pt x="1210" y="4454"/>
                    <a:pt x="709" y="4627"/>
                    <a:pt x="434" y="5025"/>
                  </a:cubicBezTo>
                  <a:cubicBezTo>
                    <a:pt x="0" y="5825"/>
                    <a:pt x="234" y="6759"/>
                    <a:pt x="534" y="7527"/>
                  </a:cubicBezTo>
                  <a:cubicBezTo>
                    <a:pt x="567" y="7660"/>
                    <a:pt x="701" y="7760"/>
                    <a:pt x="834" y="7760"/>
                  </a:cubicBezTo>
                  <a:lnTo>
                    <a:pt x="1034" y="7760"/>
                  </a:lnTo>
                  <a:cubicBezTo>
                    <a:pt x="1201" y="7660"/>
                    <a:pt x="1268" y="7493"/>
                    <a:pt x="1234" y="7326"/>
                  </a:cubicBezTo>
                  <a:cubicBezTo>
                    <a:pt x="1034" y="6659"/>
                    <a:pt x="767" y="5925"/>
                    <a:pt x="1101" y="5358"/>
                  </a:cubicBezTo>
                  <a:cubicBezTo>
                    <a:pt x="1224" y="5186"/>
                    <a:pt x="1475" y="5086"/>
                    <a:pt x="1705" y="5086"/>
                  </a:cubicBezTo>
                  <a:cubicBezTo>
                    <a:pt x="1786" y="5086"/>
                    <a:pt x="1865" y="5099"/>
                    <a:pt x="1935" y="5125"/>
                  </a:cubicBezTo>
                  <a:lnTo>
                    <a:pt x="2002" y="5125"/>
                  </a:lnTo>
                  <a:cubicBezTo>
                    <a:pt x="2068" y="5325"/>
                    <a:pt x="2168" y="5492"/>
                    <a:pt x="2269" y="5625"/>
                  </a:cubicBezTo>
                  <a:cubicBezTo>
                    <a:pt x="2339" y="5672"/>
                    <a:pt x="2427" y="5720"/>
                    <a:pt x="2507" y="5720"/>
                  </a:cubicBezTo>
                  <a:cubicBezTo>
                    <a:pt x="2541" y="5720"/>
                    <a:pt x="2573" y="5711"/>
                    <a:pt x="2602" y="5692"/>
                  </a:cubicBezTo>
                  <a:cubicBezTo>
                    <a:pt x="2736" y="5659"/>
                    <a:pt x="2836" y="5525"/>
                    <a:pt x="2836" y="5425"/>
                  </a:cubicBezTo>
                  <a:cubicBezTo>
                    <a:pt x="2836" y="5125"/>
                    <a:pt x="2736" y="4858"/>
                    <a:pt x="2535" y="4691"/>
                  </a:cubicBezTo>
                  <a:cubicBezTo>
                    <a:pt x="2502" y="4491"/>
                    <a:pt x="2502" y="4258"/>
                    <a:pt x="2569" y="3991"/>
                  </a:cubicBezTo>
                  <a:cubicBezTo>
                    <a:pt x="2702" y="3590"/>
                    <a:pt x="3036" y="3257"/>
                    <a:pt x="3403" y="3157"/>
                  </a:cubicBezTo>
                  <a:cubicBezTo>
                    <a:pt x="3473" y="3144"/>
                    <a:pt x="3546" y="3137"/>
                    <a:pt x="3621" y="3137"/>
                  </a:cubicBezTo>
                  <a:cubicBezTo>
                    <a:pt x="3933" y="3137"/>
                    <a:pt x="4267" y="3254"/>
                    <a:pt x="4537" y="3524"/>
                  </a:cubicBezTo>
                  <a:cubicBezTo>
                    <a:pt x="4870" y="3857"/>
                    <a:pt x="5004" y="4291"/>
                    <a:pt x="4904" y="4658"/>
                  </a:cubicBezTo>
                  <a:cubicBezTo>
                    <a:pt x="4904" y="4825"/>
                    <a:pt x="4937" y="4991"/>
                    <a:pt x="5104" y="5025"/>
                  </a:cubicBezTo>
                  <a:cubicBezTo>
                    <a:pt x="5143" y="5054"/>
                    <a:pt x="5185" y="5066"/>
                    <a:pt x="5227" y="5066"/>
                  </a:cubicBezTo>
                  <a:cubicBezTo>
                    <a:pt x="5329" y="5066"/>
                    <a:pt x="5433" y="4995"/>
                    <a:pt x="5504" y="4925"/>
                  </a:cubicBezTo>
                  <a:cubicBezTo>
                    <a:pt x="5771" y="4458"/>
                    <a:pt x="5904" y="3924"/>
                    <a:pt x="6038" y="3357"/>
                  </a:cubicBezTo>
                  <a:cubicBezTo>
                    <a:pt x="6271" y="2423"/>
                    <a:pt x="6438" y="1822"/>
                    <a:pt x="7039" y="1656"/>
                  </a:cubicBezTo>
                  <a:cubicBezTo>
                    <a:pt x="7109" y="1637"/>
                    <a:pt x="7179" y="1629"/>
                    <a:pt x="7248" y="1629"/>
                  </a:cubicBezTo>
                  <a:cubicBezTo>
                    <a:pt x="8052" y="1629"/>
                    <a:pt x="8691" y="2817"/>
                    <a:pt x="8907" y="3524"/>
                  </a:cubicBezTo>
                  <a:cubicBezTo>
                    <a:pt x="8940" y="3657"/>
                    <a:pt x="9073" y="3757"/>
                    <a:pt x="9240" y="3757"/>
                  </a:cubicBezTo>
                  <a:cubicBezTo>
                    <a:pt x="9407" y="3690"/>
                    <a:pt x="9540" y="3624"/>
                    <a:pt x="9540" y="3457"/>
                  </a:cubicBezTo>
                  <a:cubicBezTo>
                    <a:pt x="9607" y="2756"/>
                    <a:pt x="9874" y="2023"/>
                    <a:pt x="10341" y="1456"/>
                  </a:cubicBezTo>
                  <a:cubicBezTo>
                    <a:pt x="10441" y="1322"/>
                    <a:pt x="10574" y="1155"/>
                    <a:pt x="10741" y="1122"/>
                  </a:cubicBezTo>
                  <a:cubicBezTo>
                    <a:pt x="10755" y="1108"/>
                    <a:pt x="10780" y="1100"/>
                    <a:pt x="10815" y="1100"/>
                  </a:cubicBezTo>
                  <a:cubicBezTo>
                    <a:pt x="10863" y="1100"/>
                    <a:pt x="10930" y="1116"/>
                    <a:pt x="11008" y="1155"/>
                  </a:cubicBezTo>
                  <a:cubicBezTo>
                    <a:pt x="11175" y="1289"/>
                    <a:pt x="11375" y="1622"/>
                    <a:pt x="11408" y="1923"/>
                  </a:cubicBezTo>
                  <a:cubicBezTo>
                    <a:pt x="11408" y="2023"/>
                    <a:pt x="11442" y="2156"/>
                    <a:pt x="11442" y="2289"/>
                  </a:cubicBezTo>
                  <a:cubicBezTo>
                    <a:pt x="11542" y="2756"/>
                    <a:pt x="11609" y="3290"/>
                    <a:pt x="12009" y="3657"/>
                  </a:cubicBezTo>
                  <a:cubicBezTo>
                    <a:pt x="12059" y="3732"/>
                    <a:pt x="12146" y="3770"/>
                    <a:pt x="12215" y="3770"/>
                  </a:cubicBezTo>
                  <a:cubicBezTo>
                    <a:pt x="12238" y="3770"/>
                    <a:pt x="12259" y="3765"/>
                    <a:pt x="12276" y="3757"/>
                  </a:cubicBezTo>
                  <a:cubicBezTo>
                    <a:pt x="12409" y="3690"/>
                    <a:pt x="12509" y="3624"/>
                    <a:pt x="12543" y="3524"/>
                  </a:cubicBezTo>
                  <a:cubicBezTo>
                    <a:pt x="12843" y="2790"/>
                    <a:pt x="13176" y="1923"/>
                    <a:pt x="13777" y="1322"/>
                  </a:cubicBezTo>
                  <a:cubicBezTo>
                    <a:pt x="14137" y="961"/>
                    <a:pt x="14723" y="687"/>
                    <a:pt x="15272" y="687"/>
                  </a:cubicBezTo>
                  <a:cubicBezTo>
                    <a:pt x="15485" y="687"/>
                    <a:pt x="15692" y="729"/>
                    <a:pt x="15878" y="822"/>
                  </a:cubicBezTo>
                  <a:cubicBezTo>
                    <a:pt x="16645" y="1189"/>
                    <a:pt x="16846" y="2189"/>
                    <a:pt x="17012" y="3257"/>
                  </a:cubicBezTo>
                  <a:cubicBezTo>
                    <a:pt x="17012" y="3424"/>
                    <a:pt x="17179" y="3524"/>
                    <a:pt x="17313" y="3524"/>
                  </a:cubicBezTo>
                  <a:cubicBezTo>
                    <a:pt x="17479" y="3524"/>
                    <a:pt x="17579" y="3457"/>
                    <a:pt x="17646" y="3290"/>
                  </a:cubicBezTo>
                  <a:cubicBezTo>
                    <a:pt x="17746" y="2790"/>
                    <a:pt x="17880" y="2256"/>
                    <a:pt x="18180" y="1822"/>
                  </a:cubicBezTo>
                  <a:cubicBezTo>
                    <a:pt x="18367" y="1554"/>
                    <a:pt x="18706" y="1308"/>
                    <a:pt x="19057" y="1308"/>
                  </a:cubicBezTo>
                  <a:cubicBezTo>
                    <a:pt x="19142" y="1308"/>
                    <a:pt x="19229" y="1323"/>
                    <a:pt x="19314" y="1355"/>
                  </a:cubicBezTo>
                  <a:cubicBezTo>
                    <a:pt x="19814" y="1522"/>
                    <a:pt x="19848" y="2089"/>
                    <a:pt x="19914" y="2957"/>
                  </a:cubicBezTo>
                  <a:cubicBezTo>
                    <a:pt x="19981" y="3624"/>
                    <a:pt x="20015" y="4291"/>
                    <a:pt x="20381" y="4825"/>
                  </a:cubicBezTo>
                  <a:cubicBezTo>
                    <a:pt x="20482" y="4925"/>
                    <a:pt x="20548" y="4958"/>
                    <a:pt x="20682" y="4958"/>
                  </a:cubicBezTo>
                  <a:cubicBezTo>
                    <a:pt x="20748" y="4958"/>
                    <a:pt x="20882" y="4858"/>
                    <a:pt x="20915" y="4791"/>
                  </a:cubicBezTo>
                  <a:cubicBezTo>
                    <a:pt x="21149" y="4324"/>
                    <a:pt x="21416" y="3857"/>
                    <a:pt x="21749" y="3490"/>
                  </a:cubicBezTo>
                  <a:cubicBezTo>
                    <a:pt x="21916" y="3290"/>
                    <a:pt x="22016" y="3290"/>
                    <a:pt x="22016" y="3290"/>
                  </a:cubicBezTo>
                  <a:cubicBezTo>
                    <a:pt x="22016" y="3290"/>
                    <a:pt x="22049" y="3324"/>
                    <a:pt x="22149" y="3490"/>
                  </a:cubicBezTo>
                  <a:cubicBezTo>
                    <a:pt x="22550" y="4358"/>
                    <a:pt x="22650" y="5425"/>
                    <a:pt x="22483" y="6359"/>
                  </a:cubicBezTo>
                  <a:cubicBezTo>
                    <a:pt x="22483" y="6459"/>
                    <a:pt x="22516" y="6593"/>
                    <a:pt x="22583" y="6659"/>
                  </a:cubicBezTo>
                  <a:cubicBezTo>
                    <a:pt x="22638" y="6714"/>
                    <a:pt x="22703" y="6739"/>
                    <a:pt x="22767" y="6739"/>
                  </a:cubicBezTo>
                  <a:cubicBezTo>
                    <a:pt x="22820" y="6739"/>
                    <a:pt x="22872" y="6723"/>
                    <a:pt x="22917" y="6693"/>
                  </a:cubicBezTo>
                  <a:cubicBezTo>
                    <a:pt x="23284" y="6492"/>
                    <a:pt x="23550" y="6192"/>
                    <a:pt x="23751" y="5925"/>
                  </a:cubicBezTo>
                  <a:cubicBezTo>
                    <a:pt x="23851" y="5825"/>
                    <a:pt x="23884" y="5759"/>
                    <a:pt x="23951" y="5659"/>
                  </a:cubicBezTo>
                  <a:cubicBezTo>
                    <a:pt x="24137" y="5472"/>
                    <a:pt x="24387" y="5286"/>
                    <a:pt x="24582" y="5286"/>
                  </a:cubicBezTo>
                  <a:cubicBezTo>
                    <a:pt x="24631" y="5286"/>
                    <a:pt x="24677" y="5298"/>
                    <a:pt x="24718" y="5325"/>
                  </a:cubicBezTo>
                  <a:cubicBezTo>
                    <a:pt x="24885" y="5425"/>
                    <a:pt x="24951" y="5659"/>
                    <a:pt x="25018" y="5825"/>
                  </a:cubicBezTo>
                  <a:cubicBezTo>
                    <a:pt x="25185" y="6593"/>
                    <a:pt x="25218" y="7360"/>
                    <a:pt x="25085" y="8127"/>
                  </a:cubicBezTo>
                  <a:cubicBezTo>
                    <a:pt x="25051" y="8294"/>
                    <a:pt x="25185" y="8461"/>
                    <a:pt x="25352" y="8494"/>
                  </a:cubicBezTo>
                  <a:cubicBezTo>
                    <a:pt x="25369" y="8497"/>
                    <a:pt x="25387" y="8499"/>
                    <a:pt x="25404" y="8499"/>
                  </a:cubicBezTo>
                  <a:cubicBezTo>
                    <a:pt x="25552" y="8499"/>
                    <a:pt x="25689" y="8380"/>
                    <a:pt x="25719" y="8260"/>
                  </a:cubicBezTo>
                  <a:cubicBezTo>
                    <a:pt x="25852" y="7360"/>
                    <a:pt x="25819" y="6492"/>
                    <a:pt x="25585" y="5659"/>
                  </a:cubicBezTo>
                  <a:cubicBezTo>
                    <a:pt x="25518" y="5358"/>
                    <a:pt x="25385" y="4991"/>
                    <a:pt x="25018" y="4791"/>
                  </a:cubicBezTo>
                  <a:cubicBezTo>
                    <a:pt x="24849" y="4697"/>
                    <a:pt x="24680" y="4656"/>
                    <a:pt x="24515" y="4656"/>
                  </a:cubicBezTo>
                  <a:cubicBezTo>
                    <a:pt x="24095" y="4656"/>
                    <a:pt x="23704" y="4923"/>
                    <a:pt x="23417" y="5258"/>
                  </a:cubicBezTo>
                  <a:cubicBezTo>
                    <a:pt x="23350" y="5325"/>
                    <a:pt x="23250" y="5458"/>
                    <a:pt x="23183" y="5525"/>
                  </a:cubicBezTo>
                  <a:lnTo>
                    <a:pt x="23150" y="5592"/>
                  </a:lnTo>
                  <a:cubicBezTo>
                    <a:pt x="23150" y="4791"/>
                    <a:pt x="23017" y="3957"/>
                    <a:pt x="22683" y="3190"/>
                  </a:cubicBezTo>
                  <a:cubicBezTo>
                    <a:pt x="22650" y="3090"/>
                    <a:pt x="22516" y="2790"/>
                    <a:pt x="22183" y="2656"/>
                  </a:cubicBezTo>
                  <a:cubicBezTo>
                    <a:pt x="22098" y="2625"/>
                    <a:pt x="22007" y="2603"/>
                    <a:pt x="21910" y="2603"/>
                  </a:cubicBezTo>
                  <a:cubicBezTo>
                    <a:pt x="21701" y="2603"/>
                    <a:pt x="21466" y="2704"/>
                    <a:pt x="21215" y="3023"/>
                  </a:cubicBezTo>
                  <a:cubicBezTo>
                    <a:pt x="20982" y="3290"/>
                    <a:pt x="20748" y="3590"/>
                    <a:pt x="20582" y="3857"/>
                  </a:cubicBezTo>
                  <a:cubicBezTo>
                    <a:pt x="20515" y="3590"/>
                    <a:pt x="20515" y="3190"/>
                    <a:pt x="20482" y="2857"/>
                  </a:cubicBezTo>
                  <a:cubicBezTo>
                    <a:pt x="20415" y="2023"/>
                    <a:pt x="20348" y="1089"/>
                    <a:pt x="19414" y="755"/>
                  </a:cubicBezTo>
                  <a:cubicBezTo>
                    <a:pt x="19261" y="689"/>
                    <a:pt x="19106" y="660"/>
                    <a:pt x="18954" y="660"/>
                  </a:cubicBezTo>
                  <a:cubicBezTo>
                    <a:pt x="18409" y="660"/>
                    <a:pt x="17892" y="1031"/>
                    <a:pt x="17579" y="1422"/>
                  </a:cubicBezTo>
                  <a:cubicBezTo>
                    <a:pt x="17479" y="1522"/>
                    <a:pt x="17379" y="1689"/>
                    <a:pt x="17313" y="1856"/>
                  </a:cubicBezTo>
                  <a:cubicBezTo>
                    <a:pt x="17079" y="1155"/>
                    <a:pt x="16712" y="588"/>
                    <a:pt x="16078" y="255"/>
                  </a:cubicBezTo>
                  <a:cubicBezTo>
                    <a:pt x="15764" y="77"/>
                    <a:pt x="15434" y="1"/>
                    <a:pt x="151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6"/>
            <p:cNvSpPr/>
            <p:nvPr/>
          </p:nvSpPr>
          <p:spPr>
            <a:xfrm>
              <a:off x="592250" y="4343950"/>
              <a:ext cx="598800" cy="330700"/>
            </a:xfrm>
            <a:custGeom>
              <a:avLst/>
              <a:gdLst/>
              <a:ahLst/>
              <a:cxnLst/>
              <a:rect l="l" t="t" r="r" b="b"/>
              <a:pathLst>
                <a:path w="23952" h="13228" extrusionOk="0">
                  <a:moveTo>
                    <a:pt x="14836" y="0"/>
                  </a:moveTo>
                  <a:cubicBezTo>
                    <a:pt x="14784" y="0"/>
                    <a:pt x="14732" y="6"/>
                    <a:pt x="14678" y="18"/>
                  </a:cubicBezTo>
                  <a:cubicBezTo>
                    <a:pt x="14078" y="151"/>
                    <a:pt x="13877" y="852"/>
                    <a:pt x="13844" y="1085"/>
                  </a:cubicBezTo>
                  <a:lnTo>
                    <a:pt x="13577" y="2153"/>
                  </a:lnTo>
                  <a:cubicBezTo>
                    <a:pt x="13511" y="1719"/>
                    <a:pt x="13377" y="1252"/>
                    <a:pt x="13044" y="919"/>
                  </a:cubicBezTo>
                  <a:cubicBezTo>
                    <a:pt x="12775" y="650"/>
                    <a:pt x="12420" y="489"/>
                    <a:pt x="12030" y="489"/>
                  </a:cubicBezTo>
                  <a:cubicBezTo>
                    <a:pt x="11936" y="489"/>
                    <a:pt x="11840" y="499"/>
                    <a:pt x="11743" y="518"/>
                  </a:cubicBezTo>
                  <a:cubicBezTo>
                    <a:pt x="11075" y="585"/>
                    <a:pt x="10442" y="1019"/>
                    <a:pt x="10141" y="1586"/>
                  </a:cubicBezTo>
                  <a:cubicBezTo>
                    <a:pt x="9908" y="2019"/>
                    <a:pt x="9841" y="2486"/>
                    <a:pt x="9775" y="2920"/>
                  </a:cubicBezTo>
                  <a:cubicBezTo>
                    <a:pt x="9741" y="2920"/>
                    <a:pt x="9741" y="2887"/>
                    <a:pt x="9708" y="2887"/>
                  </a:cubicBezTo>
                  <a:cubicBezTo>
                    <a:pt x="9305" y="2589"/>
                    <a:pt x="8820" y="2441"/>
                    <a:pt x="8358" y="2441"/>
                  </a:cubicBezTo>
                  <a:cubicBezTo>
                    <a:pt x="8094" y="2441"/>
                    <a:pt x="7837" y="2489"/>
                    <a:pt x="7606" y="2586"/>
                  </a:cubicBezTo>
                  <a:cubicBezTo>
                    <a:pt x="7073" y="2887"/>
                    <a:pt x="6639" y="3387"/>
                    <a:pt x="6439" y="4054"/>
                  </a:cubicBezTo>
                  <a:cubicBezTo>
                    <a:pt x="6405" y="4221"/>
                    <a:pt x="6372" y="4421"/>
                    <a:pt x="6372" y="4655"/>
                  </a:cubicBezTo>
                  <a:cubicBezTo>
                    <a:pt x="6247" y="4617"/>
                    <a:pt x="6122" y="4598"/>
                    <a:pt x="5999" y="4598"/>
                  </a:cubicBezTo>
                  <a:cubicBezTo>
                    <a:pt x="5793" y="4598"/>
                    <a:pt x="5592" y="4650"/>
                    <a:pt x="5405" y="4755"/>
                  </a:cubicBezTo>
                  <a:cubicBezTo>
                    <a:pt x="4537" y="5322"/>
                    <a:pt x="4437" y="6389"/>
                    <a:pt x="4437" y="6923"/>
                  </a:cubicBezTo>
                  <a:cubicBezTo>
                    <a:pt x="4162" y="6802"/>
                    <a:pt x="3859" y="6735"/>
                    <a:pt x="3562" y="6735"/>
                  </a:cubicBezTo>
                  <a:cubicBezTo>
                    <a:pt x="3284" y="6735"/>
                    <a:pt x="3011" y="6794"/>
                    <a:pt x="2770" y="6923"/>
                  </a:cubicBezTo>
                  <a:cubicBezTo>
                    <a:pt x="2236" y="7223"/>
                    <a:pt x="1902" y="7757"/>
                    <a:pt x="1869" y="8424"/>
                  </a:cubicBezTo>
                  <a:cubicBezTo>
                    <a:pt x="1869" y="8657"/>
                    <a:pt x="1869" y="8858"/>
                    <a:pt x="1902" y="9058"/>
                  </a:cubicBezTo>
                  <a:cubicBezTo>
                    <a:pt x="1802" y="9058"/>
                    <a:pt x="1769" y="9058"/>
                    <a:pt x="1702" y="9091"/>
                  </a:cubicBezTo>
                  <a:cubicBezTo>
                    <a:pt x="1102" y="9258"/>
                    <a:pt x="735" y="9825"/>
                    <a:pt x="535" y="10192"/>
                  </a:cubicBezTo>
                  <a:cubicBezTo>
                    <a:pt x="101" y="10892"/>
                    <a:pt x="1" y="11526"/>
                    <a:pt x="101" y="12060"/>
                  </a:cubicBezTo>
                  <a:cubicBezTo>
                    <a:pt x="201" y="12494"/>
                    <a:pt x="468" y="12860"/>
                    <a:pt x="868" y="13061"/>
                  </a:cubicBezTo>
                  <a:cubicBezTo>
                    <a:pt x="1035" y="13161"/>
                    <a:pt x="1235" y="13227"/>
                    <a:pt x="1402" y="13227"/>
                  </a:cubicBezTo>
                  <a:cubicBezTo>
                    <a:pt x="1569" y="13227"/>
                    <a:pt x="1702" y="13194"/>
                    <a:pt x="1735" y="13027"/>
                  </a:cubicBezTo>
                  <a:cubicBezTo>
                    <a:pt x="1902" y="12927"/>
                    <a:pt x="1969" y="12760"/>
                    <a:pt x="1936" y="12594"/>
                  </a:cubicBezTo>
                  <a:cubicBezTo>
                    <a:pt x="1880" y="12455"/>
                    <a:pt x="1755" y="12385"/>
                    <a:pt x="1618" y="12385"/>
                  </a:cubicBezTo>
                  <a:cubicBezTo>
                    <a:pt x="1591" y="12385"/>
                    <a:pt x="1563" y="12388"/>
                    <a:pt x="1535" y="12393"/>
                  </a:cubicBezTo>
                  <a:cubicBezTo>
                    <a:pt x="1484" y="12414"/>
                    <a:pt x="1435" y="12422"/>
                    <a:pt x="1389" y="12422"/>
                  </a:cubicBezTo>
                  <a:cubicBezTo>
                    <a:pt x="1286" y="12422"/>
                    <a:pt x="1194" y="12383"/>
                    <a:pt x="1102" y="12360"/>
                  </a:cubicBezTo>
                  <a:cubicBezTo>
                    <a:pt x="902" y="12227"/>
                    <a:pt x="735" y="11960"/>
                    <a:pt x="701" y="11760"/>
                  </a:cubicBezTo>
                  <a:cubicBezTo>
                    <a:pt x="601" y="11393"/>
                    <a:pt x="701" y="10926"/>
                    <a:pt x="1035" y="10359"/>
                  </a:cubicBezTo>
                  <a:cubicBezTo>
                    <a:pt x="1268" y="9892"/>
                    <a:pt x="1535" y="9625"/>
                    <a:pt x="1802" y="9558"/>
                  </a:cubicBezTo>
                  <a:cubicBezTo>
                    <a:pt x="1852" y="9541"/>
                    <a:pt x="1894" y="9533"/>
                    <a:pt x="1936" y="9533"/>
                  </a:cubicBezTo>
                  <a:cubicBezTo>
                    <a:pt x="1977" y="9533"/>
                    <a:pt x="2019" y="9541"/>
                    <a:pt x="2069" y="9558"/>
                  </a:cubicBezTo>
                  <a:cubicBezTo>
                    <a:pt x="2202" y="9758"/>
                    <a:pt x="2369" y="9925"/>
                    <a:pt x="2536" y="10092"/>
                  </a:cubicBezTo>
                  <a:cubicBezTo>
                    <a:pt x="2578" y="10155"/>
                    <a:pt x="2647" y="10178"/>
                    <a:pt x="2726" y="10178"/>
                  </a:cubicBezTo>
                  <a:cubicBezTo>
                    <a:pt x="2772" y="10178"/>
                    <a:pt x="2821" y="10171"/>
                    <a:pt x="2870" y="10159"/>
                  </a:cubicBezTo>
                  <a:cubicBezTo>
                    <a:pt x="2970" y="10092"/>
                    <a:pt x="3070" y="9992"/>
                    <a:pt x="3070" y="9858"/>
                  </a:cubicBezTo>
                  <a:cubicBezTo>
                    <a:pt x="3070" y="9558"/>
                    <a:pt x="2936" y="9258"/>
                    <a:pt x="2703" y="9091"/>
                  </a:cubicBezTo>
                  <a:cubicBezTo>
                    <a:pt x="2636" y="9058"/>
                    <a:pt x="2603" y="9058"/>
                    <a:pt x="2569" y="9024"/>
                  </a:cubicBezTo>
                  <a:cubicBezTo>
                    <a:pt x="2469" y="8824"/>
                    <a:pt x="2436" y="8557"/>
                    <a:pt x="2469" y="8324"/>
                  </a:cubicBezTo>
                  <a:cubicBezTo>
                    <a:pt x="2536" y="7857"/>
                    <a:pt x="2736" y="7523"/>
                    <a:pt x="3070" y="7323"/>
                  </a:cubicBezTo>
                  <a:cubicBezTo>
                    <a:pt x="3223" y="7226"/>
                    <a:pt x="3394" y="7180"/>
                    <a:pt x="3570" y="7180"/>
                  </a:cubicBezTo>
                  <a:cubicBezTo>
                    <a:pt x="3815" y="7180"/>
                    <a:pt x="4071" y="7268"/>
                    <a:pt x="4304" y="7423"/>
                  </a:cubicBezTo>
                  <a:lnTo>
                    <a:pt x="4537" y="7657"/>
                  </a:lnTo>
                  <a:cubicBezTo>
                    <a:pt x="4604" y="7990"/>
                    <a:pt x="4704" y="8324"/>
                    <a:pt x="4804" y="8591"/>
                  </a:cubicBezTo>
                  <a:cubicBezTo>
                    <a:pt x="4871" y="8724"/>
                    <a:pt x="5038" y="8824"/>
                    <a:pt x="5138" y="8824"/>
                  </a:cubicBezTo>
                  <a:cubicBezTo>
                    <a:pt x="5305" y="8824"/>
                    <a:pt x="5405" y="8691"/>
                    <a:pt x="5438" y="8557"/>
                  </a:cubicBezTo>
                  <a:cubicBezTo>
                    <a:pt x="5538" y="8157"/>
                    <a:pt x="5405" y="7723"/>
                    <a:pt x="5138" y="7390"/>
                  </a:cubicBezTo>
                  <a:cubicBezTo>
                    <a:pt x="5138" y="7223"/>
                    <a:pt x="5105" y="7056"/>
                    <a:pt x="5105" y="6890"/>
                  </a:cubicBezTo>
                  <a:cubicBezTo>
                    <a:pt x="5105" y="6589"/>
                    <a:pt x="5105" y="5589"/>
                    <a:pt x="5738" y="5222"/>
                  </a:cubicBezTo>
                  <a:cubicBezTo>
                    <a:pt x="5813" y="5192"/>
                    <a:pt x="5915" y="5175"/>
                    <a:pt x="6023" y="5175"/>
                  </a:cubicBezTo>
                  <a:cubicBezTo>
                    <a:pt x="6155" y="5175"/>
                    <a:pt x="6295" y="5200"/>
                    <a:pt x="6405" y="5255"/>
                  </a:cubicBezTo>
                  <a:cubicBezTo>
                    <a:pt x="6439" y="5555"/>
                    <a:pt x="6572" y="5822"/>
                    <a:pt x="6739" y="6056"/>
                  </a:cubicBezTo>
                  <a:cubicBezTo>
                    <a:pt x="6772" y="6156"/>
                    <a:pt x="6906" y="6189"/>
                    <a:pt x="7039" y="6189"/>
                  </a:cubicBezTo>
                  <a:cubicBezTo>
                    <a:pt x="7139" y="6189"/>
                    <a:pt x="7239" y="6089"/>
                    <a:pt x="7273" y="5989"/>
                  </a:cubicBezTo>
                  <a:cubicBezTo>
                    <a:pt x="7406" y="5589"/>
                    <a:pt x="7273" y="5188"/>
                    <a:pt x="6939" y="4888"/>
                  </a:cubicBezTo>
                  <a:cubicBezTo>
                    <a:pt x="6939" y="4655"/>
                    <a:pt x="6939" y="4388"/>
                    <a:pt x="7039" y="4154"/>
                  </a:cubicBezTo>
                  <a:cubicBezTo>
                    <a:pt x="7139" y="3654"/>
                    <a:pt x="7473" y="3254"/>
                    <a:pt x="7873" y="3087"/>
                  </a:cubicBezTo>
                  <a:cubicBezTo>
                    <a:pt x="8001" y="3034"/>
                    <a:pt x="8142" y="3008"/>
                    <a:pt x="8290" y="3008"/>
                  </a:cubicBezTo>
                  <a:cubicBezTo>
                    <a:pt x="8607" y="3008"/>
                    <a:pt x="8956" y="3126"/>
                    <a:pt x="9274" y="3354"/>
                  </a:cubicBezTo>
                  <a:cubicBezTo>
                    <a:pt x="9474" y="3520"/>
                    <a:pt x="9641" y="3721"/>
                    <a:pt x="9741" y="3921"/>
                  </a:cubicBezTo>
                  <a:cubicBezTo>
                    <a:pt x="9741" y="4188"/>
                    <a:pt x="9741" y="4354"/>
                    <a:pt x="9775" y="4554"/>
                  </a:cubicBezTo>
                  <a:cubicBezTo>
                    <a:pt x="9775" y="4721"/>
                    <a:pt x="9875" y="4855"/>
                    <a:pt x="10075" y="4855"/>
                  </a:cubicBezTo>
                  <a:cubicBezTo>
                    <a:pt x="10242" y="4855"/>
                    <a:pt x="10375" y="4721"/>
                    <a:pt x="10408" y="4554"/>
                  </a:cubicBezTo>
                  <a:cubicBezTo>
                    <a:pt x="10408" y="4321"/>
                    <a:pt x="10408" y="4054"/>
                    <a:pt x="10308" y="3821"/>
                  </a:cubicBezTo>
                  <a:cubicBezTo>
                    <a:pt x="10275" y="3087"/>
                    <a:pt x="10308" y="2420"/>
                    <a:pt x="10608" y="1886"/>
                  </a:cubicBezTo>
                  <a:cubicBezTo>
                    <a:pt x="10809" y="1519"/>
                    <a:pt x="11276" y="1219"/>
                    <a:pt x="11743" y="1152"/>
                  </a:cubicBezTo>
                  <a:cubicBezTo>
                    <a:pt x="11809" y="1130"/>
                    <a:pt x="11887" y="1115"/>
                    <a:pt x="11970" y="1115"/>
                  </a:cubicBezTo>
                  <a:cubicBezTo>
                    <a:pt x="12136" y="1115"/>
                    <a:pt x="12321" y="1174"/>
                    <a:pt x="12476" y="1352"/>
                  </a:cubicBezTo>
                  <a:cubicBezTo>
                    <a:pt x="12777" y="1619"/>
                    <a:pt x="12810" y="2053"/>
                    <a:pt x="12910" y="2520"/>
                  </a:cubicBezTo>
                  <a:cubicBezTo>
                    <a:pt x="12943" y="2920"/>
                    <a:pt x="13044" y="3320"/>
                    <a:pt x="13210" y="3687"/>
                  </a:cubicBezTo>
                  <a:cubicBezTo>
                    <a:pt x="13277" y="3787"/>
                    <a:pt x="13410" y="3854"/>
                    <a:pt x="13544" y="3854"/>
                  </a:cubicBezTo>
                  <a:cubicBezTo>
                    <a:pt x="13711" y="3787"/>
                    <a:pt x="13777" y="3721"/>
                    <a:pt x="13811" y="3587"/>
                  </a:cubicBezTo>
                  <a:lnTo>
                    <a:pt x="14378" y="1219"/>
                  </a:lnTo>
                  <a:cubicBezTo>
                    <a:pt x="14478" y="752"/>
                    <a:pt x="14611" y="652"/>
                    <a:pt x="14711" y="652"/>
                  </a:cubicBezTo>
                  <a:cubicBezTo>
                    <a:pt x="14845" y="652"/>
                    <a:pt x="14978" y="685"/>
                    <a:pt x="15245" y="1085"/>
                  </a:cubicBezTo>
                  <a:lnTo>
                    <a:pt x="16546" y="3087"/>
                  </a:lnTo>
                  <a:cubicBezTo>
                    <a:pt x="16597" y="3189"/>
                    <a:pt x="16706" y="3232"/>
                    <a:pt x="16815" y="3232"/>
                  </a:cubicBezTo>
                  <a:cubicBezTo>
                    <a:pt x="16848" y="3232"/>
                    <a:pt x="16882" y="3228"/>
                    <a:pt x="16913" y="3220"/>
                  </a:cubicBezTo>
                  <a:cubicBezTo>
                    <a:pt x="17046" y="3187"/>
                    <a:pt x="17113" y="3053"/>
                    <a:pt x="17113" y="2920"/>
                  </a:cubicBezTo>
                  <a:cubicBezTo>
                    <a:pt x="17113" y="2720"/>
                    <a:pt x="17113" y="985"/>
                    <a:pt x="18047" y="919"/>
                  </a:cubicBezTo>
                  <a:cubicBezTo>
                    <a:pt x="18548" y="919"/>
                    <a:pt x="18914" y="1419"/>
                    <a:pt x="19115" y="1719"/>
                  </a:cubicBezTo>
                  <a:cubicBezTo>
                    <a:pt x="19582" y="2386"/>
                    <a:pt x="19848" y="3153"/>
                    <a:pt x="19949" y="3921"/>
                  </a:cubicBezTo>
                  <a:cubicBezTo>
                    <a:pt x="20015" y="4054"/>
                    <a:pt x="20082" y="4154"/>
                    <a:pt x="20182" y="4188"/>
                  </a:cubicBezTo>
                  <a:cubicBezTo>
                    <a:pt x="20210" y="4201"/>
                    <a:pt x="20249" y="4209"/>
                    <a:pt x="20290" y="4209"/>
                  </a:cubicBezTo>
                  <a:cubicBezTo>
                    <a:pt x="20348" y="4209"/>
                    <a:pt x="20410" y="4193"/>
                    <a:pt x="20449" y="4154"/>
                  </a:cubicBezTo>
                  <a:cubicBezTo>
                    <a:pt x="20883" y="3854"/>
                    <a:pt x="21116" y="3387"/>
                    <a:pt x="21383" y="2920"/>
                  </a:cubicBezTo>
                  <a:cubicBezTo>
                    <a:pt x="21716" y="2353"/>
                    <a:pt x="21917" y="1986"/>
                    <a:pt x="22350" y="1919"/>
                  </a:cubicBezTo>
                  <a:cubicBezTo>
                    <a:pt x="22367" y="1918"/>
                    <a:pt x="22384" y="1917"/>
                    <a:pt x="22401" y="1917"/>
                  </a:cubicBezTo>
                  <a:cubicBezTo>
                    <a:pt x="22778" y="1917"/>
                    <a:pt x="23090" y="2270"/>
                    <a:pt x="23218" y="2653"/>
                  </a:cubicBezTo>
                  <a:cubicBezTo>
                    <a:pt x="23351" y="3087"/>
                    <a:pt x="23251" y="3654"/>
                    <a:pt x="23184" y="4154"/>
                  </a:cubicBezTo>
                  <a:cubicBezTo>
                    <a:pt x="23117" y="4321"/>
                    <a:pt x="23251" y="4488"/>
                    <a:pt x="23418" y="4521"/>
                  </a:cubicBezTo>
                  <a:cubicBezTo>
                    <a:pt x="23435" y="4525"/>
                    <a:pt x="23452" y="4526"/>
                    <a:pt x="23470" y="4526"/>
                  </a:cubicBezTo>
                  <a:cubicBezTo>
                    <a:pt x="23618" y="4526"/>
                    <a:pt x="23755" y="4404"/>
                    <a:pt x="23785" y="4254"/>
                  </a:cubicBezTo>
                  <a:cubicBezTo>
                    <a:pt x="23885" y="3687"/>
                    <a:pt x="23951" y="3087"/>
                    <a:pt x="23785" y="2486"/>
                  </a:cubicBezTo>
                  <a:cubicBezTo>
                    <a:pt x="23626" y="1885"/>
                    <a:pt x="23108" y="1314"/>
                    <a:pt x="22400" y="1314"/>
                  </a:cubicBezTo>
                  <a:cubicBezTo>
                    <a:pt x="22362" y="1314"/>
                    <a:pt x="22323" y="1315"/>
                    <a:pt x="22284" y="1319"/>
                  </a:cubicBezTo>
                  <a:cubicBezTo>
                    <a:pt x="21516" y="1352"/>
                    <a:pt x="21183" y="2053"/>
                    <a:pt x="20849" y="2653"/>
                  </a:cubicBezTo>
                  <a:cubicBezTo>
                    <a:pt x="20716" y="2853"/>
                    <a:pt x="20616" y="3053"/>
                    <a:pt x="20516" y="3220"/>
                  </a:cubicBezTo>
                  <a:cubicBezTo>
                    <a:pt x="20349" y="2553"/>
                    <a:pt x="20082" y="1919"/>
                    <a:pt x="19715" y="1386"/>
                  </a:cubicBezTo>
                  <a:cubicBezTo>
                    <a:pt x="19251" y="705"/>
                    <a:pt x="18700" y="311"/>
                    <a:pt x="18170" y="311"/>
                  </a:cubicBezTo>
                  <a:cubicBezTo>
                    <a:pt x="18129" y="311"/>
                    <a:pt x="18088" y="313"/>
                    <a:pt x="18047" y="318"/>
                  </a:cubicBezTo>
                  <a:cubicBezTo>
                    <a:pt x="17213" y="351"/>
                    <a:pt x="16780" y="1085"/>
                    <a:pt x="16613" y="1986"/>
                  </a:cubicBezTo>
                  <a:lnTo>
                    <a:pt x="15846" y="752"/>
                  </a:lnTo>
                  <a:cubicBezTo>
                    <a:pt x="15724" y="570"/>
                    <a:pt x="15354" y="0"/>
                    <a:pt x="148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6"/>
            <p:cNvSpPr/>
            <p:nvPr/>
          </p:nvSpPr>
          <p:spPr>
            <a:xfrm>
              <a:off x="1515425" y="4170225"/>
              <a:ext cx="743050" cy="236850"/>
            </a:xfrm>
            <a:custGeom>
              <a:avLst/>
              <a:gdLst/>
              <a:ahLst/>
              <a:cxnLst/>
              <a:rect l="l" t="t" r="r" b="b"/>
              <a:pathLst>
                <a:path w="29722" h="9474" extrusionOk="0">
                  <a:moveTo>
                    <a:pt x="19664" y="0"/>
                  </a:moveTo>
                  <a:cubicBezTo>
                    <a:pt x="18950" y="0"/>
                    <a:pt x="18334" y="535"/>
                    <a:pt x="17980" y="1096"/>
                  </a:cubicBezTo>
                  <a:cubicBezTo>
                    <a:pt x="17846" y="1263"/>
                    <a:pt x="17780" y="1430"/>
                    <a:pt x="17646" y="1630"/>
                  </a:cubicBezTo>
                  <a:cubicBezTo>
                    <a:pt x="17546" y="1696"/>
                    <a:pt x="17513" y="1797"/>
                    <a:pt x="17479" y="1863"/>
                  </a:cubicBezTo>
                  <a:cubicBezTo>
                    <a:pt x="17446" y="929"/>
                    <a:pt x="17012" y="295"/>
                    <a:pt x="16345" y="95"/>
                  </a:cubicBezTo>
                  <a:cubicBezTo>
                    <a:pt x="16207" y="61"/>
                    <a:pt x="16069" y="42"/>
                    <a:pt x="15933" y="42"/>
                  </a:cubicBezTo>
                  <a:cubicBezTo>
                    <a:pt x="15677" y="42"/>
                    <a:pt x="15430" y="109"/>
                    <a:pt x="15211" y="262"/>
                  </a:cubicBezTo>
                  <a:cubicBezTo>
                    <a:pt x="14778" y="529"/>
                    <a:pt x="14444" y="1029"/>
                    <a:pt x="14210" y="1596"/>
                  </a:cubicBezTo>
                  <a:cubicBezTo>
                    <a:pt x="14210" y="1296"/>
                    <a:pt x="14177" y="996"/>
                    <a:pt x="14010" y="696"/>
                  </a:cubicBezTo>
                  <a:cubicBezTo>
                    <a:pt x="13827" y="359"/>
                    <a:pt x="13503" y="191"/>
                    <a:pt x="13091" y="191"/>
                  </a:cubicBezTo>
                  <a:cubicBezTo>
                    <a:pt x="13053" y="191"/>
                    <a:pt x="13015" y="193"/>
                    <a:pt x="12976" y="195"/>
                  </a:cubicBezTo>
                  <a:cubicBezTo>
                    <a:pt x="12342" y="262"/>
                    <a:pt x="11675" y="762"/>
                    <a:pt x="11442" y="1363"/>
                  </a:cubicBezTo>
                  <a:cubicBezTo>
                    <a:pt x="11275" y="1797"/>
                    <a:pt x="11175" y="2264"/>
                    <a:pt x="11142" y="2664"/>
                  </a:cubicBezTo>
                  <a:cubicBezTo>
                    <a:pt x="11142" y="2797"/>
                    <a:pt x="11108" y="2864"/>
                    <a:pt x="11108" y="2964"/>
                  </a:cubicBezTo>
                  <a:cubicBezTo>
                    <a:pt x="10975" y="2430"/>
                    <a:pt x="10808" y="1863"/>
                    <a:pt x="10508" y="1363"/>
                  </a:cubicBezTo>
                  <a:cubicBezTo>
                    <a:pt x="10174" y="796"/>
                    <a:pt x="9607" y="362"/>
                    <a:pt x="8973" y="295"/>
                  </a:cubicBezTo>
                  <a:cubicBezTo>
                    <a:pt x="8857" y="270"/>
                    <a:pt x="8746" y="258"/>
                    <a:pt x="8641" y="258"/>
                  </a:cubicBezTo>
                  <a:cubicBezTo>
                    <a:pt x="8325" y="258"/>
                    <a:pt x="8056" y="371"/>
                    <a:pt x="7806" y="596"/>
                  </a:cubicBezTo>
                  <a:cubicBezTo>
                    <a:pt x="7506" y="829"/>
                    <a:pt x="7339" y="1196"/>
                    <a:pt x="7205" y="1530"/>
                  </a:cubicBezTo>
                  <a:cubicBezTo>
                    <a:pt x="7005" y="2130"/>
                    <a:pt x="6839" y="2697"/>
                    <a:pt x="6772" y="3331"/>
                  </a:cubicBezTo>
                  <a:lnTo>
                    <a:pt x="6672" y="3264"/>
                  </a:lnTo>
                  <a:cubicBezTo>
                    <a:pt x="6316" y="2950"/>
                    <a:pt x="5854" y="2781"/>
                    <a:pt x="5403" y="2781"/>
                  </a:cubicBezTo>
                  <a:cubicBezTo>
                    <a:pt x="5136" y="2781"/>
                    <a:pt x="4873" y="2840"/>
                    <a:pt x="4637" y="2964"/>
                  </a:cubicBezTo>
                  <a:cubicBezTo>
                    <a:pt x="4137" y="3264"/>
                    <a:pt x="3770" y="3765"/>
                    <a:pt x="3603" y="4298"/>
                  </a:cubicBezTo>
                  <a:cubicBezTo>
                    <a:pt x="3369" y="4165"/>
                    <a:pt x="3136" y="4031"/>
                    <a:pt x="2869" y="3998"/>
                  </a:cubicBezTo>
                  <a:cubicBezTo>
                    <a:pt x="2759" y="3978"/>
                    <a:pt x="2647" y="3968"/>
                    <a:pt x="2535" y="3968"/>
                  </a:cubicBezTo>
                  <a:cubicBezTo>
                    <a:pt x="1731" y="3968"/>
                    <a:pt x="906" y="4479"/>
                    <a:pt x="467" y="5299"/>
                  </a:cubicBezTo>
                  <a:cubicBezTo>
                    <a:pt x="34" y="6033"/>
                    <a:pt x="0" y="7000"/>
                    <a:pt x="301" y="8001"/>
                  </a:cubicBezTo>
                  <a:cubicBezTo>
                    <a:pt x="467" y="8501"/>
                    <a:pt x="801" y="9035"/>
                    <a:pt x="1301" y="9269"/>
                  </a:cubicBezTo>
                  <a:cubicBezTo>
                    <a:pt x="1435" y="9302"/>
                    <a:pt x="1501" y="9335"/>
                    <a:pt x="1635" y="9335"/>
                  </a:cubicBezTo>
                  <a:cubicBezTo>
                    <a:pt x="1802" y="9335"/>
                    <a:pt x="1968" y="9335"/>
                    <a:pt x="1868" y="9202"/>
                  </a:cubicBezTo>
                  <a:cubicBezTo>
                    <a:pt x="2035" y="9135"/>
                    <a:pt x="2102" y="8968"/>
                    <a:pt x="2002" y="8802"/>
                  </a:cubicBezTo>
                  <a:cubicBezTo>
                    <a:pt x="1956" y="8688"/>
                    <a:pt x="1864" y="8636"/>
                    <a:pt x="1757" y="8636"/>
                  </a:cubicBezTo>
                  <a:cubicBezTo>
                    <a:pt x="1707" y="8636"/>
                    <a:pt x="1654" y="8647"/>
                    <a:pt x="1601" y="8668"/>
                  </a:cubicBezTo>
                  <a:cubicBezTo>
                    <a:pt x="1551" y="8685"/>
                    <a:pt x="1510" y="8693"/>
                    <a:pt x="1468" y="8693"/>
                  </a:cubicBezTo>
                  <a:cubicBezTo>
                    <a:pt x="1426" y="8693"/>
                    <a:pt x="1385" y="8685"/>
                    <a:pt x="1335" y="8668"/>
                  </a:cubicBezTo>
                  <a:cubicBezTo>
                    <a:pt x="1101" y="8535"/>
                    <a:pt x="834" y="8201"/>
                    <a:pt x="701" y="7834"/>
                  </a:cubicBezTo>
                  <a:cubicBezTo>
                    <a:pt x="467" y="7000"/>
                    <a:pt x="501" y="6200"/>
                    <a:pt x="834" y="5599"/>
                  </a:cubicBezTo>
                  <a:cubicBezTo>
                    <a:pt x="1127" y="5014"/>
                    <a:pt x="1754" y="4608"/>
                    <a:pt x="2354" y="4608"/>
                  </a:cubicBezTo>
                  <a:cubicBezTo>
                    <a:pt x="2438" y="4608"/>
                    <a:pt x="2521" y="4616"/>
                    <a:pt x="2602" y="4632"/>
                  </a:cubicBezTo>
                  <a:cubicBezTo>
                    <a:pt x="2869" y="4665"/>
                    <a:pt x="3136" y="4832"/>
                    <a:pt x="3303" y="5032"/>
                  </a:cubicBezTo>
                  <a:cubicBezTo>
                    <a:pt x="3303" y="5499"/>
                    <a:pt x="3369" y="5966"/>
                    <a:pt x="3536" y="6333"/>
                  </a:cubicBezTo>
                  <a:cubicBezTo>
                    <a:pt x="3603" y="6467"/>
                    <a:pt x="3703" y="6533"/>
                    <a:pt x="3836" y="6533"/>
                  </a:cubicBezTo>
                  <a:cubicBezTo>
                    <a:pt x="3970" y="6533"/>
                    <a:pt x="4103" y="6467"/>
                    <a:pt x="4137" y="6333"/>
                  </a:cubicBezTo>
                  <a:cubicBezTo>
                    <a:pt x="4303" y="5933"/>
                    <a:pt x="4270" y="5432"/>
                    <a:pt x="4003" y="4965"/>
                  </a:cubicBezTo>
                  <a:cubicBezTo>
                    <a:pt x="4003" y="4932"/>
                    <a:pt x="3970" y="4932"/>
                    <a:pt x="3970" y="4865"/>
                  </a:cubicBezTo>
                  <a:cubicBezTo>
                    <a:pt x="4037" y="4332"/>
                    <a:pt x="4303" y="3831"/>
                    <a:pt x="4804" y="3598"/>
                  </a:cubicBezTo>
                  <a:cubicBezTo>
                    <a:pt x="4952" y="3511"/>
                    <a:pt x="5123" y="3471"/>
                    <a:pt x="5301" y="3471"/>
                  </a:cubicBezTo>
                  <a:cubicBezTo>
                    <a:pt x="5601" y="3471"/>
                    <a:pt x="5919" y="3588"/>
                    <a:pt x="6171" y="3798"/>
                  </a:cubicBezTo>
                  <a:cubicBezTo>
                    <a:pt x="6271" y="3865"/>
                    <a:pt x="6472" y="4098"/>
                    <a:pt x="6538" y="4332"/>
                  </a:cubicBezTo>
                  <a:lnTo>
                    <a:pt x="6538" y="4799"/>
                  </a:lnTo>
                  <a:cubicBezTo>
                    <a:pt x="6538" y="4965"/>
                    <a:pt x="6672" y="5099"/>
                    <a:pt x="6839" y="5132"/>
                  </a:cubicBezTo>
                  <a:cubicBezTo>
                    <a:pt x="7005" y="5132"/>
                    <a:pt x="7139" y="5032"/>
                    <a:pt x="7172" y="4865"/>
                  </a:cubicBezTo>
                  <a:cubicBezTo>
                    <a:pt x="7272" y="4665"/>
                    <a:pt x="7272" y="4498"/>
                    <a:pt x="7205" y="4298"/>
                  </a:cubicBezTo>
                  <a:cubicBezTo>
                    <a:pt x="7306" y="3464"/>
                    <a:pt x="7472" y="2630"/>
                    <a:pt x="7773" y="1797"/>
                  </a:cubicBezTo>
                  <a:cubicBezTo>
                    <a:pt x="7873" y="1496"/>
                    <a:pt x="7973" y="1263"/>
                    <a:pt x="8173" y="1096"/>
                  </a:cubicBezTo>
                  <a:cubicBezTo>
                    <a:pt x="8296" y="972"/>
                    <a:pt x="8475" y="904"/>
                    <a:pt x="8655" y="904"/>
                  </a:cubicBezTo>
                  <a:cubicBezTo>
                    <a:pt x="8717" y="904"/>
                    <a:pt x="8780" y="912"/>
                    <a:pt x="8840" y="929"/>
                  </a:cubicBezTo>
                  <a:cubicBezTo>
                    <a:pt x="9274" y="996"/>
                    <a:pt x="9707" y="1330"/>
                    <a:pt x="9974" y="1696"/>
                  </a:cubicBezTo>
                  <a:cubicBezTo>
                    <a:pt x="10274" y="2130"/>
                    <a:pt x="10374" y="2630"/>
                    <a:pt x="10508" y="3131"/>
                  </a:cubicBezTo>
                  <a:cubicBezTo>
                    <a:pt x="10608" y="3498"/>
                    <a:pt x="10708" y="3865"/>
                    <a:pt x="10841" y="4198"/>
                  </a:cubicBezTo>
                  <a:cubicBezTo>
                    <a:pt x="10941" y="4332"/>
                    <a:pt x="11008" y="4432"/>
                    <a:pt x="11142" y="4432"/>
                  </a:cubicBezTo>
                  <a:cubicBezTo>
                    <a:pt x="11275" y="4432"/>
                    <a:pt x="11375" y="4365"/>
                    <a:pt x="11442" y="4265"/>
                  </a:cubicBezTo>
                  <a:cubicBezTo>
                    <a:pt x="11675" y="3765"/>
                    <a:pt x="11709" y="3298"/>
                    <a:pt x="11809" y="2797"/>
                  </a:cubicBezTo>
                  <a:cubicBezTo>
                    <a:pt x="11842" y="2430"/>
                    <a:pt x="11942" y="1997"/>
                    <a:pt x="12042" y="1663"/>
                  </a:cubicBezTo>
                  <a:cubicBezTo>
                    <a:pt x="12209" y="1296"/>
                    <a:pt x="12676" y="963"/>
                    <a:pt x="13110" y="929"/>
                  </a:cubicBezTo>
                  <a:cubicBezTo>
                    <a:pt x="13443" y="929"/>
                    <a:pt x="13510" y="1096"/>
                    <a:pt x="13543" y="1129"/>
                  </a:cubicBezTo>
                  <a:cubicBezTo>
                    <a:pt x="13643" y="1296"/>
                    <a:pt x="13677" y="1530"/>
                    <a:pt x="13677" y="1830"/>
                  </a:cubicBezTo>
                  <a:cubicBezTo>
                    <a:pt x="13677" y="2264"/>
                    <a:pt x="13710" y="2764"/>
                    <a:pt x="14144" y="3031"/>
                  </a:cubicBezTo>
                  <a:cubicBezTo>
                    <a:pt x="14186" y="3094"/>
                    <a:pt x="14255" y="3117"/>
                    <a:pt x="14326" y="3117"/>
                  </a:cubicBezTo>
                  <a:cubicBezTo>
                    <a:pt x="14366" y="3117"/>
                    <a:pt x="14407" y="3110"/>
                    <a:pt x="14444" y="3097"/>
                  </a:cubicBezTo>
                  <a:cubicBezTo>
                    <a:pt x="14544" y="3031"/>
                    <a:pt x="14644" y="2964"/>
                    <a:pt x="14644" y="2831"/>
                  </a:cubicBezTo>
                  <a:cubicBezTo>
                    <a:pt x="14778" y="2097"/>
                    <a:pt x="15144" y="1196"/>
                    <a:pt x="15645" y="863"/>
                  </a:cubicBezTo>
                  <a:cubicBezTo>
                    <a:pt x="15751" y="799"/>
                    <a:pt x="15870" y="776"/>
                    <a:pt x="15994" y="776"/>
                  </a:cubicBezTo>
                  <a:cubicBezTo>
                    <a:pt x="16065" y="776"/>
                    <a:pt x="16139" y="784"/>
                    <a:pt x="16212" y="796"/>
                  </a:cubicBezTo>
                  <a:cubicBezTo>
                    <a:pt x="17012" y="996"/>
                    <a:pt x="16946" y="2330"/>
                    <a:pt x="16879" y="2864"/>
                  </a:cubicBezTo>
                  <a:cubicBezTo>
                    <a:pt x="16879" y="3031"/>
                    <a:pt x="16946" y="3164"/>
                    <a:pt x="17046" y="3198"/>
                  </a:cubicBezTo>
                  <a:cubicBezTo>
                    <a:pt x="17106" y="3228"/>
                    <a:pt x="17172" y="3244"/>
                    <a:pt x="17237" y="3244"/>
                  </a:cubicBezTo>
                  <a:cubicBezTo>
                    <a:pt x="17316" y="3244"/>
                    <a:pt x="17391" y="3219"/>
                    <a:pt x="17446" y="3164"/>
                  </a:cubicBezTo>
                  <a:cubicBezTo>
                    <a:pt x="17813" y="2831"/>
                    <a:pt x="18047" y="2430"/>
                    <a:pt x="18280" y="1997"/>
                  </a:cubicBezTo>
                  <a:cubicBezTo>
                    <a:pt x="18347" y="1797"/>
                    <a:pt x="18447" y="1630"/>
                    <a:pt x="18547" y="1463"/>
                  </a:cubicBezTo>
                  <a:cubicBezTo>
                    <a:pt x="18787" y="1072"/>
                    <a:pt x="19218" y="681"/>
                    <a:pt x="19667" y="681"/>
                  </a:cubicBezTo>
                  <a:cubicBezTo>
                    <a:pt x="19716" y="681"/>
                    <a:pt x="19765" y="686"/>
                    <a:pt x="19814" y="696"/>
                  </a:cubicBezTo>
                  <a:cubicBezTo>
                    <a:pt x="20315" y="829"/>
                    <a:pt x="20548" y="1596"/>
                    <a:pt x="20515" y="2264"/>
                  </a:cubicBezTo>
                  <a:cubicBezTo>
                    <a:pt x="20515" y="2430"/>
                    <a:pt x="20515" y="2597"/>
                    <a:pt x="20482" y="2797"/>
                  </a:cubicBezTo>
                  <a:cubicBezTo>
                    <a:pt x="20448" y="3431"/>
                    <a:pt x="20348" y="4031"/>
                    <a:pt x="20615" y="4665"/>
                  </a:cubicBezTo>
                  <a:cubicBezTo>
                    <a:pt x="20648" y="4799"/>
                    <a:pt x="20715" y="4865"/>
                    <a:pt x="20849" y="4865"/>
                  </a:cubicBezTo>
                  <a:cubicBezTo>
                    <a:pt x="20949" y="4865"/>
                    <a:pt x="21049" y="4832"/>
                    <a:pt x="21149" y="4765"/>
                  </a:cubicBezTo>
                  <a:cubicBezTo>
                    <a:pt x="21516" y="4198"/>
                    <a:pt x="22016" y="3698"/>
                    <a:pt x="22516" y="3298"/>
                  </a:cubicBezTo>
                  <a:cubicBezTo>
                    <a:pt x="22650" y="3164"/>
                    <a:pt x="22817" y="3097"/>
                    <a:pt x="22950" y="3031"/>
                  </a:cubicBezTo>
                  <a:cubicBezTo>
                    <a:pt x="22967" y="3022"/>
                    <a:pt x="22988" y="3018"/>
                    <a:pt x="23010" y="3018"/>
                  </a:cubicBezTo>
                  <a:cubicBezTo>
                    <a:pt x="23079" y="3018"/>
                    <a:pt x="23167" y="3056"/>
                    <a:pt x="23217" y="3131"/>
                  </a:cubicBezTo>
                  <a:cubicBezTo>
                    <a:pt x="23450" y="3298"/>
                    <a:pt x="23550" y="3631"/>
                    <a:pt x="23617" y="3965"/>
                  </a:cubicBezTo>
                  <a:lnTo>
                    <a:pt x="23617" y="4465"/>
                  </a:lnTo>
                  <a:cubicBezTo>
                    <a:pt x="23617" y="4932"/>
                    <a:pt x="23617" y="5432"/>
                    <a:pt x="23851" y="5866"/>
                  </a:cubicBezTo>
                  <a:cubicBezTo>
                    <a:pt x="23884" y="6000"/>
                    <a:pt x="24017" y="6033"/>
                    <a:pt x="24151" y="6033"/>
                  </a:cubicBezTo>
                  <a:cubicBezTo>
                    <a:pt x="24284" y="6033"/>
                    <a:pt x="24384" y="5966"/>
                    <a:pt x="24451" y="5833"/>
                  </a:cubicBezTo>
                  <a:cubicBezTo>
                    <a:pt x="24647" y="5441"/>
                    <a:pt x="25003" y="4698"/>
                    <a:pt x="25581" y="4698"/>
                  </a:cubicBezTo>
                  <a:cubicBezTo>
                    <a:pt x="25593" y="4698"/>
                    <a:pt x="25606" y="4698"/>
                    <a:pt x="25619" y="4699"/>
                  </a:cubicBezTo>
                  <a:cubicBezTo>
                    <a:pt x="26019" y="4765"/>
                    <a:pt x="26352" y="5199"/>
                    <a:pt x="26386" y="5633"/>
                  </a:cubicBezTo>
                  <a:cubicBezTo>
                    <a:pt x="26486" y="6166"/>
                    <a:pt x="26286" y="6700"/>
                    <a:pt x="26119" y="7200"/>
                  </a:cubicBezTo>
                  <a:cubicBezTo>
                    <a:pt x="26052" y="7300"/>
                    <a:pt x="26052" y="7434"/>
                    <a:pt x="26152" y="7501"/>
                  </a:cubicBezTo>
                  <a:cubicBezTo>
                    <a:pt x="26219" y="7601"/>
                    <a:pt x="26319" y="7634"/>
                    <a:pt x="26453" y="7634"/>
                  </a:cubicBezTo>
                  <a:cubicBezTo>
                    <a:pt x="27020" y="7534"/>
                    <a:pt x="27387" y="7134"/>
                    <a:pt x="27720" y="6767"/>
                  </a:cubicBezTo>
                  <a:cubicBezTo>
                    <a:pt x="27820" y="6667"/>
                    <a:pt x="27854" y="6600"/>
                    <a:pt x="27954" y="6500"/>
                  </a:cubicBezTo>
                  <a:cubicBezTo>
                    <a:pt x="28154" y="6300"/>
                    <a:pt x="28454" y="6133"/>
                    <a:pt x="28687" y="6133"/>
                  </a:cubicBezTo>
                  <a:cubicBezTo>
                    <a:pt x="28821" y="6133"/>
                    <a:pt x="28854" y="6166"/>
                    <a:pt x="28888" y="6200"/>
                  </a:cubicBezTo>
                  <a:cubicBezTo>
                    <a:pt x="28988" y="6300"/>
                    <a:pt x="29021" y="6500"/>
                    <a:pt x="29021" y="6667"/>
                  </a:cubicBezTo>
                  <a:cubicBezTo>
                    <a:pt x="29121" y="7467"/>
                    <a:pt x="29021" y="8301"/>
                    <a:pt x="28854" y="9102"/>
                  </a:cubicBezTo>
                  <a:cubicBezTo>
                    <a:pt x="28821" y="9269"/>
                    <a:pt x="28954" y="9435"/>
                    <a:pt x="29121" y="9469"/>
                  </a:cubicBezTo>
                  <a:cubicBezTo>
                    <a:pt x="29138" y="9472"/>
                    <a:pt x="29156" y="9474"/>
                    <a:pt x="29173" y="9474"/>
                  </a:cubicBezTo>
                  <a:cubicBezTo>
                    <a:pt x="29321" y="9474"/>
                    <a:pt x="29458" y="9351"/>
                    <a:pt x="29488" y="9202"/>
                  </a:cubicBezTo>
                  <a:cubicBezTo>
                    <a:pt x="29688" y="8368"/>
                    <a:pt x="29722" y="7501"/>
                    <a:pt x="29688" y="6633"/>
                  </a:cubicBezTo>
                  <a:cubicBezTo>
                    <a:pt x="29688" y="6333"/>
                    <a:pt x="29655" y="6033"/>
                    <a:pt x="29455" y="5799"/>
                  </a:cubicBezTo>
                  <a:cubicBezTo>
                    <a:pt x="29221" y="5599"/>
                    <a:pt x="28988" y="5499"/>
                    <a:pt x="28721" y="5466"/>
                  </a:cubicBezTo>
                  <a:cubicBezTo>
                    <a:pt x="28321" y="5466"/>
                    <a:pt x="27820" y="5666"/>
                    <a:pt x="27487" y="6033"/>
                  </a:cubicBezTo>
                  <a:cubicBezTo>
                    <a:pt x="27453" y="6133"/>
                    <a:pt x="27353" y="6200"/>
                    <a:pt x="27286" y="6300"/>
                  </a:cubicBezTo>
                  <a:cubicBezTo>
                    <a:pt x="27186" y="6433"/>
                    <a:pt x="27053" y="6533"/>
                    <a:pt x="26986" y="6633"/>
                  </a:cubicBezTo>
                  <a:cubicBezTo>
                    <a:pt x="27053" y="6266"/>
                    <a:pt x="27120" y="5866"/>
                    <a:pt x="27053" y="5499"/>
                  </a:cubicBezTo>
                  <a:cubicBezTo>
                    <a:pt x="26986" y="4832"/>
                    <a:pt x="26453" y="4098"/>
                    <a:pt x="25652" y="4031"/>
                  </a:cubicBezTo>
                  <a:cubicBezTo>
                    <a:pt x="25152" y="4031"/>
                    <a:pt x="24685" y="4298"/>
                    <a:pt x="24318" y="4832"/>
                  </a:cubicBezTo>
                  <a:lnTo>
                    <a:pt x="24318" y="4465"/>
                  </a:lnTo>
                  <a:lnTo>
                    <a:pt x="24318" y="3865"/>
                  </a:lnTo>
                  <a:cubicBezTo>
                    <a:pt x="24284" y="3364"/>
                    <a:pt x="24017" y="2864"/>
                    <a:pt x="23684" y="2597"/>
                  </a:cubicBezTo>
                  <a:cubicBezTo>
                    <a:pt x="23510" y="2452"/>
                    <a:pt x="23259" y="2357"/>
                    <a:pt x="22999" y="2357"/>
                  </a:cubicBezTo>
                  <a:cubicBezTo>
                    <a:pt x="22961" y="2357"/>
                    <a:pt x="22922" y="2359"/>
                    <a:pt x="22883" y="2364"/>
                  </a:cubicBezTo>
                  <a:cubicBezTo>
                    <a:pt x="22550" y="2430"/>
                    <a:pt x="22350" y="2597"/>
                    <a:pt x="22149" y="2764"/>
                  </a:cubicBezTo>
                  <a:cubicBezTo>
                    <a:pt x="21716" y="3097"/>
                    <a:pt x="21382" y="3431"/>
                    <a:pt x="21049" y="3798"/>
                  </a:cubicBezTo>
                  <a:cubicBezTo>
                    <a:pt x="21015" y="3498"/>
                    <a:pt x="21049" y="3164"/>
                    <a:pt x="21115" y="2831"/>
                  </a:cubicBezTo>
                  <a:cubicBezTo>
                    <a:pt x="21115" y="2630"/>
                    <a:pt x="21149" y="2464"/>
                    <a:pt x="21149" y="2264"/>
                  </a:cubicBezTo>
                  <a:cubicBezTo>
                    <a:pt x="21215" y="1330"/>
                    <a:pt x="20849" y="262"/>
                    <a:pt x="19948" y="29"/>
                  </a:cubicBezTo>
                  <a:cubicBezTo>
                    <a:pt x="19852" y="9"/>
                    <a:pt x="19757" y="0"/>
                    <a:pt x="196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6"/>
            <p:cNvSpPr/>
            <p:nvPr/>
          </p:nvSpPr>
          <p:spPr>
            <a:xfrm>
              <a:off x="958350" y="4146125"/>
              <a:ext cx="443675" cy="153250"/>
            </a:xfrm>
            <a:custGeom>
              <a:avLst/>
              <a:gdLst/>
              <a:ahLst/>
              <a:cxnLst/>
              <a:rect l="l" t="t" r="r" b="b"/>
              <a:pathLst>
                <a:path w="17747" h="6130" extrusionOk="0">
                  <a:moveTo>
                    <a:pt x="10534" y="0"/>
                  </a:moveTo>
                  <a:cubicBezTo>
                    <a:pt x="10396" y="0"/>
                    <a:pt x="10262" y="45"/>
                    <a:pt x="10141" y="125"/>
                  </a:cubicBezTo>
                  <a:cubicBezTo>
                    <a:pt x="9908" y="292"/>
                    <a:pt x="9808" y="559"/>
                    <a:pt x="9741" y="792"/>
                  </a:cubicBezTo>
                  <a:cubicBezTo>
                    <a:pt x="9641" y="1093"/>
                    <a:pt x="9574" y="1393"/>
                    <a:pt x="9508" y="1660"/>
                  </a:cubicBezTo>
                  <a:cubicBezTo>
                    <a:pt x="9441" y="1393"/>
                    <a:pt x="9274" y="1093"/>
                    <a:pt x="8974" y="893"/>
                  </a:cubicBezTo>
                  <a:cubicBezTo>
                    <a:pt x="8756" y="772"/>
                    <a:pt x="8521" y="686"/>
                    <a:pt x="8268" y="686"/>
                  </a:cubicBezTo>
                  <a:cubicBezTo>
                    <a:pt x="8173" y="686"/>
                    <a:pt x="8074" y="698"/>
                    <a:pt x="7973" y="726"/>
                  </a:cubicBezTo>
                  <a:cubicBezTo>
                    <a:pt x="7573" y="792"/>
                    <a:pt x="7106" y="1093"/>
                    <a:pt x="6906" y="1493"/>
                  </a:cubicBezTo>
                  <a:cubicBezTo>
                    <a:pt x="6739" y="1793"/>
                    <a:pt x="6639" y="2127"/>
                    <a:pt x="6605" y="2427"/>
                  </a:cubicBezTo>
                  <a:cubicBezTo>
                    <a:pt x="6505" y="2260"/>
                    <a:pt x="6439" y="2060"/>
                    <a:pt x="6305" y="1893"/>
                  </a:cubicBezTo>
                  <a:cubicBezTo>
                    <a:pt x="6035" y="1407"/>
                    <a:pt x="5502" y="986"/>
                    <a:pt x="4918" y="986"/>
                  </a:cubicBezTo>
                  <a:cubicBezTo>
                    <a:pt x="4782" y="986"/>
                    <a:pt x="4643" y="1009"/>
                    <a:pt x="4504" y="1059"/>
                  </a:cubicBezTo>
                  <a:cubicBezTo>
                    <a:pt x="3937" y="1259"/>
                    <a:pt x="3637" y="1927"/>
                    <a:pt x="3603" y="2460"/>
                  </a:cubicBezTo>
                  <a:lnTo>
                    <a:pt x="3603" y="2894"/>
                  </a:lnTo>
                  <a:cubicBezTo>
                    <a:pt x="3270" y="2494"/>
                    <a:pt x="2903" y="2227"/>
                    <a:pt x="2436" y="1960"/>
                  </a:cubicBezTo>
                  <a:cubicBezTo>
                    <a:pt x="2091" y="1788"/>
                    <a:pt x="1801" y="1688"/>
                    <a:pt x="1524" y="1688"/>
                  </a:cubicBezTo>
                  <a:cubicBezTo>
                    <a:pt x="1427" y="1688"/>
                    <a:pt x="1331" y="1700"/>
                    <a:pt x="1235" y="1726"/>
                  </a:cubicBezTo>
                  <a:cubicBezTo>
                    <a:pt x="634" y="1827"/>
                    <a:pt x="234" y="2394"/>
                    <a:pt x="101" y="2994"/>
                  </a:cubicBezTo>
                  <a:cubicBezTo>
                    <a:pt x="1" y="3561"/>
                    <a:pt x="134" y="4095"/>
                    <a:pt x="301" y="4562"/>
                  </a:cubicBezTo>
                  <a:cubicBezTo>
                    <a:pt x="468" y="5062"/>
                    <a:pt x="634" y="5496"/>
                    <a:pt x="901" y="5963"/>
                  </a:cubicBezTo>
                  <a:cubicBezTo>
                    <a:pt x="935" y="6063"/>
                    <a:pt x="1001" y="6130"/>
                    <a:pt x="1135" y="6130"/>
                  </a:cubicBezTo>
                  <a:cubicBezTo>
                    <a:pt x="1235" y="6130"/>
                    <a:pt x="1268" y="6130"/>
                    <a:pt x="1268" y="6096"/>
                  </a:cubicBezTo>
                  <a:cubicBezTo>
                    <a:pt x="1402" y="5996"/>
                    <a:pt x="1468" y="5829"/>
                    <a:pt x="1402" y="5663"/>
                  </a:cubicBezTo>
                  <a:cubicBezTo>
                    <a:pt x="1202" y="5262"/>
                    <a:pt x="1035" y="4795"/>
                    <a:pt x="868" y="4328"/>
                  </a:cubicBezTo>
                  <a:cubicBezTo>
                    <a:pt x="735" y="3928"/>
                    <a:pt x="601" y="3494"/>
                    <a:pt x="701" y="3094"/>
                  </a:cubicBezTo>
                  <a:cubicBezTo>
                    <a:pt x="768" y="2794"/>
                    <a:pt x="968" y="2427"/>
                    <a:pt x="1302" y="2327"/>
                  </a:cubicBezTo>
                  <a:cubicBezTo>
                    <a:pt x="1354" y="2319"/>
                    <a:pt x="1407" y="2315"/>
                    <a:pt x="1460" y="2315"/>
                  </a:cubicBezTo>
                  <a:cubicBezTo>
                    <a:pt x="1645" y="2315"/>
                    <a:pt x="1844" y="2364"/>
                    <a:pt x="2102" y="2494"/>
                  </a:cubicBezTo>
                  <a:cubicBezTo>
                    <a:pt x="2769" y="2827"/>
                    <a:pt x="3270" y="3394"/>
                    <a:pt x="3570" y="4061"/>
                  </a:cubicBezTo>
                  <a:cubicBezTo>
                    <a:pt x="3603" y="4162"/>
                    <a:pt x="3770" y="4228"/>
                    <a:pt x="3904" y="4228"/>
                  </a:cubicBezTo>
                  <a:cubicBezTo>
                    <a:pt x="4070" y="4228"/>
                    <a:pt x="4137" y="4095"/>
                    <a:pt x="4204" y="3961"/>
                  </a:cubicBezTo>
                  <a:cubicBezTo>
                    <a:pt x="4237" y="3661"/>
                    <a:pt x="4237" y="3394"/>
                    <a:pt x="4237" y="3094"/>
                  </a:cubicBezTo>
                  <a:lnTo>
                    <a:pt x="4237" y="2494"/>
                  </a:lnTo>
                  <a:cubicBezTo>
                    <a:pt x="4270" y="2160"/>
                    <a:pt x="4404" y="1760"/>
                    <a:pt x="4737" y="1626"/>
                  </a:cubicBezTo>
                  <a:cubicBezTo>
                    <a:pt x="4794" y="1606"/>
                    <a:pt x="4851" y="1597"/>
                    <a:pt x="4909" y="1597"/>
                  </a:cubicBezTo>
                  <a:cubicBezTo>
                    <a:pt x="5232" y="1597"/>
                    <a:pt x="5574" y="1888"/>
                    <a:pt x="5772" y="2227"/>
                  </a:cubicBezTo>
                  <a:cubicBezTo>
                    <a:pt x="5905" y="2427"/>
                    <a:pt x="5972" y="2594"/>
                    <a:pt x="6072" y="2794"/>
                  </a:cubicBezTo>
                  <a:cubicBezTo>
                    <a:pt x="6239" y="3127"/>
                    <a:pt x="6405" y="3461"/>
                    <a:pt x="6639" y="3761"/>
                  </a:cubicBezTo>
                  <a:cubicBezTo>
                    <a:pt x="6733" y="3808"/>
                    <a:pt x="6827" y="3856"/>
                    <a:pt x="6922" y="3856"/>
                  </a:cubicBezTo>
                  <a:cubicBezTo>
                    <a:pt x="6961" y="3856"/>
                    <a:pt x="7000" y="3848"/>
                    <a:pt x="7039" y="3828"/>
                  </a:cubicBezTo>
                  <a:cubicBezTo>
                    <a:pt x="7139" y="3795"/>
                    <a:pt x="7239" y="3661"/>
                    <a:pt x="7239" y="3561"/>
                  </a:cubicBezTo>
                  <a:cubicBezTo>
                    <a:pt x="7239" y="2827"/>
                    <a:pt x="7239" y="2294"/>
                    <a:pt x="7473" y="1827"/>
                  </a:cubicBezTo>
                  <a:cubicBezTo>
                    <a:pt x="7606" y="1593"/>
                    <a:pt x="7873" y="1393"/>
                    <a:pt x="8140" y="1326"/>
                  </a:cubicBezTo>
                  <a:cubicBezTo>
                    <a:pt x="8184" y="1315"/>
                    <a:pt x="8233" y="1308"/>
                    <a:pt x="8283" y="1308"/>
                  </a:cubicBezTo>
                  <a:cubicBezTo>
                    <a:pt x="8384" y="1308"/>
                    <a:pt x="8496" y="1337"/>
                    <a:pt x="8607" y="1426"/>
                  </a:cubicBezTo>
                  <a:cubicBezTo>
                    <a:pt x="8807" y="1593"/>
                    <a:pt x="8907" y="1893"/>
                    <a:pt x="9041" y="2227"/>
                  </a:cubicBezTo>
                  <a:cubicBezTo>
                    <a:pt x="9107" y="2560"/>
                    <a:pt x="9241" y="2927"/>
                    <a:pt x="9541" y="3228"/>
                  </a:cubicBezTo>
                  <a:cubicBezTo>
                    <a:pt x="9583" y="3291"/>
                    <a:pt x="9652" y="3314"/>
                    <a:pt x="9731" y="3314"/>
                  </a:cubicBezTo>
                  <a:cubicBezTo>
                    <a:pt x="9777" y="3314"/>
                    <a:pt x="9826" y="3306"/>
                    <a:pt x="9874" y="3294"/>
                  </a:cubicBezTo>
                  <a:cubicBezTo>
                    <a:pt x="9975" y="3261"/>
                    <a:pt x="10075" y="3127"/>
                    <a:pt x="10075" y="2994"/>
                  </a:cubicBezTo>
                  <a:cubicBezTo>
                    <a:pt x="10041" y="2327"/>
                    <a:pt x="10141" y="1660"/>
                    <a:pt x="10308" y="1059"/>
                  </a:cubicBezTo>
                  <a:cubicBezTo>
                    <a:pt x="10375" y="959"/>
                    <a:pt x="10408" y="759"/>
                    <a:pt x="10475" y="726"/>
                  </a:cubicBezTo>
                  <a:lnTo>
                    <a:pt x="10575" y="726"/>
                  </a:lnTo>
                  <a:cubicBezTo>
                    <a:pt x="10742" y="759"/>
                    <a:pt x="10942" y="1093"/>
                    <a:pt x="11075" y="1393"/>
                  </a:cubicBezTo>
                  <a:lnTo>
                    <a:pt x="11943" y="3928"/>
                  </a:lnTo>
                  <a:cubicBezTo>
                    <a:pt x="11972" y="4044"/>
                    <a:pt x="12076" y="4135"/>
                    <a:pt x="12212" y="4135"/>
                  </a:cubicBezTo>
                  <a:cubicBezTo>
                    <a:pt x="12233" y="4135"/>
                    <a:pt x="12254" y="4133"/>
                    <a:pt x="12276" y="4128"/>
                  </a:cubicBezTo>
                  <a:cubicBezTo>
                    <a:pt x="12410" y="4095"/>
                    <a:pt x="12543" y="3961"/>
                    <a:pt x="12543" y="3795"/>
                  </a:cubicBezTo>
                  <a:cubicBezTo>
                    <a:pt x="12543" y="3228"/>
                    <a:pt x="12710" y="2627"/>
                    <a:pt x="12943" y="2127"/>
                  </a:cubicBezTo>
                  <a:cubicBezTo>
                    <a:pt x="12977" y="1993"/>
                    <a:pt x="13043" y="1960"/>
                    <a:pt x="13043" y="1960"/>
                  </a:cubicBezTo>
                  <a:cubicBezTo>
                    <a:pt x="13077" y="1960"/>
                    <a:pt x="13143" y="2093"/>
                    <a:pt x="13244" y="2294"/>
                  </a:cubicBezTo>
                  <a:lnTo>
                    <a:pt x="14111" y="4495"/>
                  </a:lnTo>
                  <a:cubicBezTo>
                    <a:pt x="14144" y="4629"/>
                    <a:pt x="14278" y="4729"/>
                    <a:pt x="14444" y="4729"/>
                  </a:cubicBezTo>
                  <a:cubicBezTo>
                    <a:pt x="14611" y="4729"/>
                    <a:pt x="14711" y="4595"/>
                    <a:pt x="14745" y="4462"/>
                  </a:cubicBezTo>
                  <a:cubicBezTo>
                    <a:pt x="14878" y="3661"/>
                    <a:pt x="15145" y="2927"/>
                    <a:pt x="15579" y="2260"/>
                  </a:cubicBezTo>
                  <a:cubicBezTo>
                    <a:pt x="15779" y="1960"/>
                    <a:pt x="15945" y="1827"/>
                    <a:pt x="16079" y="1827"/>
                  </a:cubicBezTo>
                  <a:cubicBezTo>
                    <a:pt x="16312" y="1827"/>
                    <a:pt x="16513" y="2227"/>
                    <a:pt x="16579" y="2327"/>
                  </a:cubicBezTo>
                  <a:cubicBezTo>
                    <a:pt x="17080" y="3328"/>
                    <a:pt x="17080" y="4595"/>
                    <a:pt x="16613" y="5629"/>
                  </a:cubicBezTo>
                  <a:cubicBezTo>
                    <a:pt x="16513" y="5796"/>
                    <a:pt x="16613" y="5963"/>
                    <a:pt x="16779" y="6063"/>
                  </a:cubicBezTo>
                  <a:cubicBezTo>
                    <a:pt x="16822" y="6080"/>
                    <a:pt x="16866" y="6088"/>
                    <a:pt x="16907" y="6088"/>
                  </a:cubicBezTo>
                  <a:cubicBezTo>
                    <a:pt x="17028" y="6088"/>
                    <a:pt x="17139" y="6020"/>
                    <a:pt x="17213" y="5896"/>
                  </a:cubicBezTo>
                  <a:cubicBezTo>
                    <a:pt x="17747" y="4662"/>
                    <a:pt x="17747" y="3261"/>
                    <a:pt x="17146" y="2060"/>
                  </a:cubicBezTo>
                  <a:cubicBezTo>
                    <a:pt x="16913" y="1493"/>
                    <a:pt x="16479" y="1226"/>
                    <a:pt x="16079" y="1226"/>
                  </a:cubicBezTo>
                  <a:cubicBezTo>
                    <a:pt x="15512" y="1226"/>
                    <a:pt x="15178" y="1760"/>
                    <a:pt x="15078" y="1927"/>
                  </a:cubicBezTo>
                  <a:cubicBezTo>
                    <a:pt x="14778" y="2327"/>
                    <a:pt x="14578" y="2827"/>
                    <a:pt x="14411" y="3328"/>
                  </a:cubicBezTo>
                  <a:lnTo>
                    <a:pt x="13911" y="2093"/>
                  </a:lnTo>
                  <a:cubicBezTo>
                    <a:pt x="13714" y="1645"/>
                    <a:pt x="13400" y="1361"/>
                    <a:pt x="13088" y="1361"/>
                  </a:cubicBezTo>
                  <a:cubicBezTo>
                    <a:pt x="13028" y="1361"/>
                    <a:pt x="12969" y="1372"/>
                    <a:pt x="12910" y="1393"/>
                  </a:cubicBezTo>
                  <a:cubicBezTo>
                    <a:pt x="12610" y="1460"/>
                    <a:pt x="12443" y="1726"/>
                    <a:pt x="12410" y="1827"/>
                  </a:cubicBezTo>
                  <a:cubicBezTo>
                    <a:pt x="12310" y="1993"/>
                    <a:pt x="12243" y="2260"/>
                    <a:pt x="12143" y="2460"/>
                  </a:cubicBezTo>
                  <a:lnTo>
                    <a:pt x="11676" y="1126"/>
                  </a:lnTo>
                  <a:cubicBezTo>
                    <a:pt x="11576" y="726"/>
                    <a:pt x="11242" y="225"/>
                    <a:pt x="10808" y="59"/>
                  </a:cubicBezTo>
                  <a:cubicBezTo>
                    <a:pt x="10716" y="19"/>
                    <a:pt x="10624" y="0"/>
                    <a:pt x="105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6"/>
            <p:cNvSpPr/>
            <p:nvPr/>
          </p:nvSpPr>
          <p:spPr>
            <a:xfrm>
              <a:off x="568075" y="4700500"/>
              <a:ext cx="358625" cy="189300"/>
            </a:xfrm>
            <a:custGeom>
              <a:avLst/>
              <a:gdLst/>
              <a:ahLst/>
              <a:cxnLst/>
              <a:rect l="l" t="t" r="r" b="b"/>
              <a:pathLst>
                <a:path w="14345" h="7572" extrusionOk="0">
                  <a:moveTo>
                    <a:pt x="10612" y="1"/>
                  </a:moveTo>
                  <a:cubicBezTo>
                    <a:pt x="10153" y="1"/>
                    <a:pt x="9710" y="356"/>
                    <a:pt x="9441" y="733"/>
                  </a:cubicBezTo>
                  <a:cubicBezTo>
                    <a:pt x="9207" y="1100"/>
                    <a:pt x="9007" y="1467"/>
                    <a:pt x="8874" y="1901"/>
                  </a:cubicBezTo>
                  <a:cubicBezTo>
                    <a:pt x="8840" y="1467"/>
                    <a:pt x="8773" y="967"/>
                    <a:pt x="8440" y="633"/>
                  </a:cubicBezTo>
                  <a:cubicBezTo>
                    <a:pt x="8260" y="424"/>
                    <a:pt x="7973" y="295"/>
                    <a:pt x="7675" y="295"/>
                  </a:cubicBezTo>
                  <a:cubicBezTo>
                    <a:pt x="7641" y="295"/>
                    <a:pt x="7607" y="296"/>
                    <a:pt x="7573" y="300"/>
                  </a:cubicBezTo>
                  <a:cubicBezTo>
                    <a:pt x="7106" y="333"/>
                    <a:pt x="6705" y="567"/>
                    <a:pt x="6438" y="933"/>
                  </a:cubicBezTo>
                  <a:cubicBezTo>
                    <a:pt x="6238" y="1234"/>
                    <a:pt x="6105" y="1567"/>
                    <a:pt x="6072" y="1901"/>
                  </a:cubicBezTo>
                  <a:cubicBezTo>
                    <a:pt x="5544" y="1273"/>
                    <a:pt x="5035" y="1080"/>
                    <a:pt x="4617" y="1080"/>
                  </a:cubicBezTo>
                  <a:cubicBezTo>
                    <a:pt x="4480" y="1080"/>
                    <a:pt x="4352" y="1101"/>
                    <a:pt x="4237" y="1134"/>
                  </a:cubicBezTo>
                  <a:cubicBezTo>
                    <a:pt x="3770" y="1267"/>
                    <a:pt x="3436" y="1634"/>
                    <a:pt x="3236" y="2168"/>
                  </a:cubicBezTo>
                  <a:cubicBezTo>
                    <a:pt x="3103" y="1968"/>
                    <a:pt x="2903" y="1767"/>
                    <a:pt x="2702" y="1601"/>
                  </a:cubicBezTo>
                  <a:cubicBezTo>
                    <a:pt x="2358" y="1342"/>
                    <a:pt x="1942" y="1208"/>
                    <a:pt x="1547" y="1208"/>
                  </a:cubicBezTo>
                  <a:cubicBezTo>
                    <a:pt x="1177" y="1208"/>
                    <a:pt x="826" y="1325"/>
                    <a:pt x="568" y="1567"/>
                  </a:cubicBezTo>
                  <a:cubicBezTo>
                    <a:pt x="201" y="1901"/>
                    <a:pt x="1" y="2468"/>
                    <a:pt x="1" y="3168"/>
                  </a:cubicBezTo>
                  <a:cubicBezTo>
                    <a:pt x="1" y="4002"/>
                    <a:pt x="234" y="4903"/>
                    <a:pt x="701" y="5603"/>
                  </a:cubicBezTo>
                  <a:cubicBezTo>
                    <a:pt x="782" y="5684"/>
                    <a:pt x="875" y="5728"/>
                    <a:pt x="973" y="5728"/>
                  </a:cubicBezTo>
                  <a:cubicBezTo>
                    <a:pt x="1036" y="5728"/>
                    <a:pt x="1102" y="5710"/>
                    <a:pt x="1168" y="5670"/>
                  </a:cubicBezTo>
                  <a:cubicBezTo>
                    <a:pt x="1301" y="5570"/>
                    <a:pt x="1335" y="5370"/>
                    <a:pt x="1235" y="5237"/>
                  </a:cubicBezTo>
                  <a:cubicBezTo>
                    <a:pt x="834" y="4603"/>
                    <a:pt x="634" y="3902"/>
                    <a:pt x="634" y="3135"/>
                  </a:cubicBezTo>
                  <a:cubicBezTo>
                    <a:pt x="634" y="2768"/>
                    <a:pt x="668" y="2268"/>
                    <a:pt x="1001" y="1968"/>
                  </a:cubicBezTo>
                  <a:cubicBezTo>
                    <a:pt x="1165" y="1819"/>
                    <a:pt x="1375" y="1756"/>
                    <a:pt x="1590" y="1756"/>
                  </a:cubicBezTo>
                  <a:cubicBezTo>
                    <a:pt x="1857" y="1756"/>
                    <a:pt x="2132" y="1853"/>
                    <a:pt x="2336" y="2001"/>
                  </a:cubicBezTo>
                  <a:cubicBezTo>
                    <a:pt x="2803" y="2368"/>
                    <a:pt x="3003" y="2968"/>
                    <a:pt x="3069" y="3435"/>
                  </a:cubicBezTo>
                  <a:cubicBezTo>
                    <a:pt x="3069" y="3602"/>
                    <a:pt x="3236" y="3669"/>
                    <a:pt x="3403" y="3669"/>
                  </a:cubicBezTo>
                  <a:cubicBezTo>
                    <a:pt x="3570" y="3635"/>
                    <a:pt x="3703" y="3502"/>
                    <a:pt x="3703" y="3335"/>
                  </a:cubicBezTo>
                  <a:cubicBezTo>
                    <a:pt x="3703" y="2968"/>
                    <a:pt x="3703" y="1834"/>
                    <a:pt x="4404" y="1634"/>
                  </a:cubicBezTo>
                  <a:cubicBezTo>
                    <a:pt x="4461" y="1620"/>
                    <a:pt x="4518" y="1613"/>
                    <a:pt x="4574" y="1613"/>
                  </a:cubicBezTo>
                  <a:cubicBezTo>
                    <a:pt x="5177" y="1613"/>
                    <a:pt x="5733" y="2380"/>
                    <a:pt x="6038" y="2868"/>
                  </a:cubicBezTo>
                  <a:cubicBezTo>
                    <a:pt x="6116" y="2972"/>
                    <a:pt x="6235" y="3056"/>
                    <a:pt x="6331" y="3056"/>
                  </a:cubicBezTo>
                  <a:cubicBezTo>
                    <a:pt x="6358" y="3056"/>
                    <a:pt x="6383" y="3050"/>
                    <a:pt x="6405" y="3035"/>
                  </a:cubicBezTo>
                  <a:cubicBezTo>
                    <a:pt x="6572" y="3002"/>
                    <a:pt x="6672" y="2868"/>
                    <a:pt x="6672" y="2768"/>
                  </a:cubicBezTo>
                  <a:cubicBezTo>
                    <a:pt x="6705" y="2301"/>
                    <a:pt x="6705" y="1667"/>
                    <a:pt x="7006" y="1267"/>
                  </a:cubicBezTo>
                  <a:cubicBezTo>
                    <a:pt x="7139" y="1034"/>
                    <a:pt x="7372" y="867"/>
                    <a:pt x="7639" y="867"/>
                  </a:cubicBezTo>
                  <a:cubicBezTo>
                    <a:pt x="7739" y="867"/>
                    <a:pt x="7873" y="867"/>
                    <a:pt x="8006" y="1000"/>
                  </a:cubicBezTo>
                  <a:cubicBezTo>
                    <a:pt x="8173" y="1167"/>
                    <a:pt x="8206" y="1534"/>
                    <a:pt x="8206" y="1934"/>
                  </a:cubicBezTo>
                  <a:cubicBezTo>
                    <a:pt x="8206" y="2435"/>
                    <a:pt x="8240" y="3035"/>
                    <a:pt x="8840" y="3335"/>
                  </a:cubicBezTo>
                  <a:cubicBezTo>
                    <a:pt x="8866" y="3374"/>
                    <a:pt x="8903" y="3388"/>
                    <a:pt x="8944" y="3388"/>
                  </a:cubicBezTo>
                  <a:cubicBezTo>
                    <a:pt x="9006" y="3388"/>
                    <a:pt x="9080" y="3355"/>
                    <a:pt x="9140" y="3335"/>
                  </a:cubicBezTo>
                  <a:cubicBezTo>
                    <a:pt x="9240" y="3268"/>
                    <a:pt x="9307" y="3168"/>
                    <a:pt x="9307" y="3035"/>
                  </a:cubicBezTo>
                  <a:cubicBezTo>
                    <a:pt x="9307" y="2301"/>
                    <a:pt x="9507" y="1601"/>
                    <a:pt x="9908" y="1000"/>
                  </a:cubicBezTo>
                  <a:cubicBezTo>
                    <a:pt x="10055" y="735"/>
                    <a:pt x="10333" y="522"/>
                    <a:pt x="10579" y="522"/>
                  </a:cubicBezTo>
                  <a:cubicBezTo>
                    <a:pt x="10612" y="522"/>
                    <a:pt x="10644" y="525"/>
                    <a:pt x="10675" y="533"/>
                  </a:cubicBezTo>
                  <a:cubicBezTo>
                    <a:pt x="10842" y="600"/>
                    <a:pt x="10942" y="867"/>
                    <a:pt x="11008" y="1334"/>
                  </a:cubicBezTo>
                  <a:cubicBezTo>
                    <a:pt x="11075" y="2301"/>
                    <a:pt x="11075" y="3302"/>
                    <a:pt x="11008" y="4303"/>
                  </a:cubicBezTo>
                  <a:cubicBezTo>
                    <a:pt x="11008" y="4469"/>
                    <a:pt x="11075" y="4603"/>
                    <a:pt x="11209" y="4636"/>
                  </a:cubicBezTo>
                  <a:cubicBezTo>
                    <a:pt x="11253" y="4658"/>
                    <a:pt x="11301" y="4669"/>
                    <a:pt x="11348" y="4669"/>
                  </a:cubicBezTo>
                  <a:cubicBezTo>
                    <a:pt x="11442" y="4669"/>
                    <a:pt x="11531" y="4625"/>
                    <a:pt x="11575" y="4536"/>
                  </a:cubicBezTo>
                  <a:lnTo>
                    <a:pt x="12743" y="3035"/>
                  </a:lnTo>
                  <a:cubicBezTo>
                    <a:pt x="12983" y="2795"/>
                    <a:pt x="13169" y="2663"/>
                    <a:pt x="13301" y="2663"/>
                  </a:cubicBezTo>
                  <a:cubicBezTo>
                    <a:pt x="13316" y="2663"/>
                    <a:pt x="13330" y="2665"/>
                    <a:pt x="13343" y="2668"/>
                  </a:cubicBezTo>
                  <a:cubicBezTo>
                    <a:pt x="13377" y="2668"/>
                    <a:pt x="13443" y="2801"/>
                    <a:pt x="13510" y="3135"/>
                  </a:cubicBezTo>
                  <a:cubicBezTo>
                    <a:pt x="13610" y="4269"/>
                    <a:pt x="13510" y="5437"/>
                    <a:pt x="13110" y="6471"/>
                  </a:cubicBezTo>
                  <a:cubicBezTo>
                    <a:pt x="13043" y="6638"/>
                    <a:pt x="12943" y="6938"/>
                    <a:pt x="13077" y="7238"/>
                  </a:cubicBezTo>
                  <a:cubicBezTo>
                    <a:pt x="13177" y="7438"/>
                    <a:pt x="13377" y="7572"/>
                    <a:pt x="13577" y="7572"/>
                  </a:cubicBezTo>
                  <a:lnTo>
                    <a:pt x="13777" y="7572"/>
                  </a:lnTo>
                  <a:cubicBezTo>
                    <a:pt x="14011" y="7505"/>
                    <a:pt x="14177" y="7405"/>
                    <a:pt x="14211" y="7171"/>
                  </a:cubicBezTo>
                  <a:cubicBezTo>
                    <a:pt x="14244" y="7004"/>
                    <a:pt x="14111" y="6838"/>
                    <a:pt x="13944" y="6804"/>
                  </a:cubicBezTo>
                  <a:cubicBezTo>
                    <a:pt x="13933" y="6793"/>
                    <a:pt x="13918" y="6789"/>
                    <a:pt x="13901" y="6789"/>
                  </a:cubicBezTo>
                  <a:cubicBezTo>
                    <a:pt x="13866" y="6789"/>
                    <a:pt x="13822" y="6804"/>
                    <a:pt x="13777" y="6804"/>
                  </a:cubicBezTo>
                  <a:cubicBezTo>
                    <a:pt x="13777" y="6771"/>
                    <a:pt x="13844" y="6738"/>
                    <a:pt x="13844" y="6671"/>
                  </a:cubicBezTo>
                  <a:cubicBezTo>
                    <a:pt x="14211" y="5570"/>
                    <a:pt x="14344" y="4303"/>
                    <a:pt x="14211" y="3102"/>
                  </a:cubicBezTo>
                  <a:cubicBezTo>
                    <a:pt x="14211" y="2935"/>
                    <a:pt x="14144" y="2334"/>
                    <a:pt x="13677" y="2134"/>
                  </a:cubicBezTo>
                  <a:cubicBezTo>
                    <a:pt x="13593" y="2092"/>
                    <a:pt x="13485" y="2060"/>
                    <a:pt x="13359" y="2060"/>
                  </a:cubicBezTo>
                  <a:cubicBezTo>
                    <a:pt x="13087" y="2060"/>
                    <a:pt x="12730" y="2210"/>
                    <a:pt x="12343" y="2735"/>
                  </a:cubicBezTo>
                  <a:lnTo>
                    <a:pt x="11776" y="3435"/>
                  </a:lnTo>
                  <a:cubicBezTo>
                    <a:pt x="11776" y="2768"/>
                    <a:pt x="11776" y="2068"/>
                    <a:pt x="11709" y="1400"/>
                  </a:cubicBezTo>
                  <a:cubicBezTo>
                    <a:pt x="11676" y="1134"/>
                    <a:pt x="11642" y="300"/>
                    <a:pt x="10942" y="66"/>
                  </a:cubicBezTo>
                  <a:cubicBezTo>
                    <a:pt x="10832" y="21"/>
                    <a:pt x="10722" y="1"/>
                    <a:pt x="106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6"/>
            <p:cNvSpPr/>
            <p:nvPr/>
          </p:nvSpPr>
          <p:spPr>
            <a:xfrm>
              <a:off x="2319325" y="4395800"/>
              <a:ext cx="276050" cy="195800"/>
            </a:xfrm>
            <a:custGeom>
              <a:avLst/>
              <a:gdLst/>
              <a:ahLst/>
              <a:cxnLst/>
              <a:rect l="l" t="t" r="r" b="b"/>
              <a:pathLst>
                <a:path w="11042" h="7832" extrusionOk="0">
                  <a:moveTo>
                    <a:pt x="5064" y="0"/>
                  </a:moveTo>
                  <a:cubicBezTo>
                    <a:pt x="5012" y="0"/>
                    <a:pt x="4959" y="4"/>
                    <a:pt x="4904" y="12"/>
                  </a:cubicBezTo>
                  <a:cubicBezTo>
                    <a:pt x="4537" y="112"/>
                    <a:pt x="4170" y="512"/>
                    <a:pt x="4003" y="846"/>
                  </a:cubicBezTo>
                  <a:lnTo>
                    <a:pt x="3370" y="2047"/>
                  </a:lnTo>
                  <a:cubicBezTo>
                    <a:pt x="3370" y="1847"/>
                    <a:pt x="3336" y="1613"/>
                    <a:pt x="3203" y="1346"/>
                  </a:cubicBezTo>
                  <a:cubicBezTo>
                    <a:pt x="3069" y="1146"/>
                    <a:pt x="2869" y="979"/>
                    <a:pt x="2569" y="879"/>
                  </a:cubicBezTo>
                  <a:cubicBezTo>
                    <a:pt x="2463" y="858"/>
                    <a:pt x="2355" y="847"/>
                    <a:pt x="2245" y="847"/>
                  </a:cubicBezTo>
                  <a:cubicBezTo>
                    <a:pt x="2010" y="847"/>
                    <a:pt x="1774" y="899"/>
                    <a:pt x="1568" y="1013"/>
                  </a:cubicBezTo>
                  <a:cubicBezTo>
                    <a:pt x="1135" y="1313"/>
                    <a:pt x="835" y="1813"/>
                    <a:pt x="668" y="2214"/>
                  </a:cubicBezTo>
                  <a:cubicBezTo>
                    <a:pt x="301" y="3148"/>
                    <a:pt x="67" y="4048"/>
                    <a:pt x="1" y="5016"/>
                  </a:cubicBezTo>
                  <a:cubicBezTo>
                    <a:pt x="1" y="5182"/>
                    <a:pt x="134" y="5349"/>
                    <a:pt x="301" y="5349"/>
                  </a:cubicBezTo>
                  <a:cubicBezTo>
                    <a:pt x="468" y="5349"/>
                    <a:pt x="634" y="5216"/>
                    <a:pt x="634" y="5049"/>
                  </a:cubicBezTo>
                  <a:cubicBezTo>
                    <a:pt x="668" y="4148"/>
                    <a:pt x="901" y="3314"/>
                    <a:pt x="1235" y="2480"/>
                  </a:cubicBezTo>
                  <a:cubicBezTo>
                    <a:pt x="1402" y="2147"/>
                    <a:pt x="1568" y="1713"/>
                    <a:pt x="1902" y="1580"/>
                  </a:cubicBezTo>
                  <a:cubicBezTo>
                    <a:pt x="2002" y="1505"/>
                    <a:pt x="2140" y="1467"/>
                    <a:pt x="2273" y="1467"/>
                  </a:cubicBezTo>
                  <a:cubicBezTo>
                    <a:pt x="2317" y="1467"/>
                    <a:pt x="2361" y="1471"/>
                    <a:pt x="2402" y="1480"/>
                  </a:cubicBezTo>
                  <a:cubicBezTo>
                    <a:pt x="2502" y="1480"/>
                    <a:pt x="2636" y="1580"/>
                    <a:pt x="2669" y="1647"/>
                  </a:cubicBezTo>
                  <a:cubicBezTo>
                    <a:pt x="2703" y="1747"/>
                    <a:pt x="2736" y="1947"/>
                    <a:pt x="2736" y="2114"/>
                  </a:cubicBezTo>
                  <a:cubicBezTo>
                    <a:pt x="2803" y="2447"/>
                    <a:pt x="2836" y="2814"/>
                    <a:pt x="3170" y="3081"/>
                  </a:cubicBezTo>
                  <a:cubicBezTo>
                    <a:pt x="3217" y="3105"/>
                    <a:pt x="3281" y="3128"/>
                    <a:pt x="3337" y="3128"/>
                  </a:cubicBezTo>
                  <a:cubicBezTo>
                    <a:pt x="3361" y="3128"/>
                    <a:pt x="3383" y="3124"/>
                    <a:pt x="3403" y="3114"/>
                  </a:cubicBezTo>
                  <a:cubicBezTo>
                    <a:pt x="3503" y="3081"/>
                    <a:pt x="3570" y="3014"/>
                    <a:pt x="3637" y="2947"/>
                  </a:cubicBezTo>
                  <a:lnTo>
                    <a:pt x="4571" y="1146"/>
                  </a:lnTo>
                  <a:cubicBezTo>
                    <a:pt x="4704" y="846"/>
                    <a:pt x="4904" y="646"/>
                    <a:pt x="5071" y="612"/>
                  </a:cubicBezTo>
                  <a:lnTo>
                    <a:pt x="5138" y="612"/>
                  </a:lnTo>
                  <a:cubicBezTo>
                    <a:pt x="5471" y="1346"/>
                    <a:pt x="5271" y="2180"/>
                    <a:pt x="5171" y="3081"/>
                  </a:cubicBezTo>
                  <a:cubicBezTo>
                    <a:pt x="5038" y="3948"/>
                    <a:pt x="4904" y="4849"/>
                    <a:pt x="5204" y="5750"/>
                  </a:cubicBezTo>
                  <a:cubicBezTo>
                    <a:pt x="5238" y="5850"/>
                    <a:pt x="5338" y="5950"/>
                    <a:pt x="5438" y="5950"/>
                  </a:cubicBezTo>
                  <a:cubicBezTo>
                    <a:pt x="5456" y="5954"/>
                    <a:pt x="5474" y="5956"/>
                    <a:pt x="5491" y="5956"/>
                  </a:cubicBezTo>
                  <a:cubicBezTo>
                    <a:pt x="5598" y="5956"/>
                    <a:pt x="5680" y="5874"/>
                    <a:pt x="5738" y="5816"/>
                  </a:cubicBezTo>
                  <a:lnTo>
                    <a:pt x="7373" y="3281"/>
                  </a:lnTo>
                  <a:cubicBezTo>
                    <a:pt x="7406" y="3181"/>
                    <a:pt x="7506" y="3048"/>
                    <a:pt x="7539" y="3048"/>
                  </a:cubicBezTo>
                  <a:cubicBezTo>
                    <a:pt x="7573" y="3048"/>
                    <a:pt x="7673" y="3114"/>
                    <a:pt x="7706" y="3181"/>
                  </a:cubicBezTo>
                  <a:cubicBezTo>
                    <a:pt x="7773" y="3348"/>
                    <a:pt x="7739" y="3515"/>
                    <a:pt x="7739" y="3715"/>
                  </a:cubicBezTo>
                  <a:lnTo>
                    <a:pt x="7506" y="6283"/>
                  </a:lnTo>
                  <a:cubicBezTo>
                    <a:pt x="7506" y="6450"/>
                    <a:pt x="7539" y="6583"/>
                    <a:pt x="7673" y="6617"/>
                  </a:cubicBezTo>
                  <a:cubicBezTo>
                    <a:pt x="7700" y="6631"/>
                    <a:pt x="7745" y="6639"/>
                    <a:pt x="7795" y="6639"/>
                  </a:cubicBezTo>
                  <a:cubicBezTo>
                    <a:pt x="7866" y="6639"/>
                    <a:pt x="7948" y="6623"/>
                    <a:pt x="8006" y="6583"/>
                  </a:cubicBezTo>
                  <a:lnTo>
                    <a:pt x="10041" y="4816"/>
                  </a:lnTo>
                  <a:cubicBezTo>
                    <a:pt x="10208" y="4649"/>
                    <a:pt x="10308" y="4649"/>
                    <a:pt x="10308" y="4649"/>
                  </a:cubicBezTo>
                  <a:cubicBezTo>
                    <a:pt x="10308" y="4682"/>
                    <a:pt x="10341" y="4782"/>
                    <a:pt x="10308" y="4982"/>
                  </a:cubicBezTo>
                  <a:cubicBezTo>
                    <a:pt x="10175" y="5816"/>
                    <a:pt x="9808" y="6617"/>
                    <a:pt x="9241" y="7284"/>
                  </a:cubicBezTo>
                  <a:cubicBezTo>
                    <a:pt x="9107" y="7417"/>
                    <a:pt x="9174" y="7618"/>
                    <a:pt x="9307" y="7751"/>
                  </a:cubicBezTo>
                  <a:cubicBezTo>
                    <a:pt x="9341" y="7784"/>
                    <a:pt x="9374" y="7818"/>
                    <a:pt x="9474" y="7818"/>
                  </a:cubicBezTo>
                  <a:cubicBezTo>
                    <a:pt x="9503" y="7827"/>
                    <a:pt x="9533" y="7831"/>
                    <a:pt x="9561" y="7831"/>
                  </a:cubicBezTo>
                  <a:cubicBezTo>
                    <a:pt x="9630" y="7831"/>
                    <a:pt x="9694" y="7808"/>
                    <a:pt x="9741" y="7784"/>
                  </a:cubicBezTo>
                  <a:cubicBezTo>
                    <a:pt x="10375" y="7017"/>
                    <a:pt x="10808" y="6116"/>
                    <a:pt x="10975" y="5149"/>
                  </a:cubicBezTo>
                  <a:cubicBezTo>
                    <a:pt x="11042" y="4649"/>
                    <a:pt x="10908" y="4315"/>
                    <a:pt x="10575" y="4148"/>
                  </a:cubicBezTo>
                  <a:cubicBezTo>
                    <a:pt x="10486" y="4104"/>
                    <a:pt x="10396" y="4086"/>
                    <a:pt x="10308" y="4086"/>
                  </a:cubicBezTo>
                  <a:cubicBezTo>
                    <a:pt x="9999" y="4086"/>
                    <a:pt x="9719" y="4311"/>
                    <a:pt x="9641" y="4415"/>
                  </a:cubicBezTo>
                  <a:lnTo>
                    <a:pt x="8173" y="5616"/>
                  </a:lnTo>
                  <a:lnTo>
                    <a:pt x="8340" y="3815"/>
                  </a:lnTo>
                  <a:cubicBezTo>
                    <a:pt x="8340" y="3548"/>
                    <a:pt x="8373" y="3281"/>
                    <a:pt x="8240" y="2981"/>
                  </a:cubicBezTo>
                  <a:cubicBezTo>
                    <a:pt x="8158" y="2679"/>
                    <a:pt x="7850" y="2446"/>
                    <a:pt x="7521" y="2446"/>
                  </a:cubicBezTo>
                  <a:cubicBezTo>
                    <a:pt x="7450" y="2446"/>
                    <a:pt x="7377" y="2457"/>
                    <a:pt x="7306" y="2480"/>
                  </a:cubicBezTo>
                  <a:cubicBezTo>
                    <a:pt x="7039" y="2581"/>
                    <a:pt x="6872" y="2814"/>
                    <a:pt x="6805" y="2947"/>
                  </a:cubicBezTo>
                  <a:lnTo>
                    <a:pt x="5571" y="4816"/>
                  </a:lnTo>
                  <a:cubicBezTo>
                    <a:pt x="5571" y="4315"/>
                    <a:pt x="5671" y="3781"/>
                    <a:pt x="5738" y="3181"/>
                  </a:cubicBezTo>
                  <a:cubicBezTo>
                    <a:pt x="5905" y="2247"/>
                    <a:pt x="6038" y="1180"/>
                    <a:pt x="5571" y="279"/>
                  </a:cubicBezTo>
                  <a:cubicBezTo>
                    <a:pt x="5571" y="246"/>
                    <a:pt x="5538" y="179"/>
                    <a:pt x="5505" y="145"/>
                  </a:cubicBezTo>
                  <a:cubicBezTo>
                    <a:pt x="5377" y="44"/>
                    <a:pt x="5230" y="0"/>
                    <a:pt x="50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6"/>
            <p:cNvSpPr/>
            <p:nvPr/>
          </p:nvSpPr>
          <p:spPr>
            <a:xfrm>
              <a:off x="1878175" y="4352725"/>
              <a:ext cx="85925" cy="117600"/>
            </a:xfrm>
            <a:custGeom>
              <a:avLst/>
              <a:gdLst/>
              <a:ahLst/>
              <a:cxnLst/>
              <a:rect l="l" t="t" r="r" b="b"/>
              <a:pathLst>
                <a:path w="3437" h="4704" extrusionOk="0">
                  <a:moveTo>
                    <a:pt x="1435" y="134"/>
                  </a:moveTo>
                  <a:cubicBezTo>
                    <a:pt x="2269" y="0"/>
                    <a:pt x="3103" y="901"/>
                    <a:pt x="3270" y="2169"/>
                  </a:cubicBezTo>
                  <a:cubicBezTo>
                    <a:pt x="3436" y="3370"/>
                    <a:pt x="2836" y="4470"/>
                    <a:pt x="2002" y="4570"/>
                  </a:cubicBezTo>
                  <a:cubicBezTo>
                    <a:pt x="1168" y="4704"/>
                    <a:pt x="334" y="3803"/>
                    <a:pt x="167" y="2536"/>
                  </a:cubicBezTo>
                  <a:cubicBezTo>
                    <a:pt x="1" y="1335"/>
                    <a:pt x="601" y="234"/>
                    <a:pt x="1435"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6"/>
            <p:cNvSpPr/>
            <p:nvPr/>
          </p:nvSpPr>
          <p:spPr>
            <a:xfrm>
              <a:off x="1928225" y="4399425"/>
              <a:ext cx="120100" cy="98425"/>
            </a:xfrm>
            <a:custGeom>
              <a:avLst/>
              <a:gdLst/>
              <a:ahLst/>
              <a:cxnLst/>
              <a:rect l="l" t="t" r="r" b="b"/>
              <a:pathLst>
                <a:path w="4804" h="3937" extrusionOk="0">
                  <a:moveTo>
                    <a:pt x="4437" y="1001"/>
                  </a:moveTo>
                  <a:cubicBezTo>
                    <a:pt x="4804" y="1802"/>
                    <a:pt x="4170" y="2836"/>
                    <a:pt x="3036" y="3370"/>
                  </a:cubicBezTo>
                  <a:cubicBezTo>
                    <a:pt x="1935" y="3937"/>
                    <a:pt x="701" y="3703"/>
                    <a:pt x="367" y="2936"/>
                  </a:cubicBezTo>
                  <a:cubicBezTo>
                    <a:pt x="0" y="2135"/>
                    <a:pt x="634" y="1101"/>
                    <a:pt x="1768" y="534"/>
                  </a:cubicBezTo>
                  <a:cubicBezTo>
                    <a:pt x="2835" y="0"/>
                    <a:pt x="4036" y="201"/>
                    <a:pt x="4437" y="10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6"/>
            <p:cNvSpPr/>
            <p:nvPr/>
          </p:nvSpPr>
          <p:spPr>
            <a:xfrm>
              <a:off x="1919050" y="4466975"/>
              <a:ext cx="108425" cy="111775"/>
            </a:xfrm>
            <a:custGeom>
              <a:avLst/>
              <a:gdLst/>
              <a:ahLst/>
              <a:cxnLst/>
              <a:rect l="l" t="t" r="r" b="b"/>
              <a:pathLst>
                <a:path w="4337" h="4471" extrusionOk="0">
                  <a:moveTo>
                    <a:pt x="3703" y="3903"/>
                  </a:moveTo>
                  <a:cubicBezTo>
                    <a:pt x="3069" y="4470"/>
                    <a:pt x="1868" y="4237"/>
                    <a:pt x="1034" y="3303"/>
                  </a:cubicBezTo>
                  <a:cubicBezTo>
                    <a:pt x="200" y="2402"/>
                    <a:pt x="0" y="1168"/>
                    <a:pt x="601" y="601"/>
                  </a:cubicBezTo>
                  <a:cubicBezTo>
                    <a:pt x="1234" y="0"/>
                    <a:pt x="2469" y="267"/>
                    <a:pt x="3303" y="1168"/>
                  </a:cubicBezTo>
                  <a:cubicBezTo>
                    <a:pt x="4170" y="2102"/>
                    <a:pt x="4337" y="3303"/>
                    <a:pt x="3703" y="390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6"/>
            <p:cNvSpPr/>
            <p:nvPr/>
          </p:nvSpPr>
          <p:spPr>
            <a:xfrm>
              <a:off x="1849000" y="4473650"/>
              <a:ext cx="96750" cy="118425"/>
            </a:xfrm>
            <a:custGeom>
              <a:avLst/>
              <a:gdLst/>
              <a:ahLst/>
              <a:cxnLst/>
              <a:rect l="l" t="t" r="r" b="b"/>
              <a:pathLst>
                <a:path w="3870" h="4737" extrusionOk="0">
                  <a:moveTo>
                    <a:pt x="867" y="4337"/>
                  </a:moveTo>
                  <a:cubicBezTo>
                    <a:pt x="134" y="3903"/>
                    <a:pt x="0" y="2702"/>
                    <a:pt x="567" y="1635"/>
                  </a:cubicBezTo>
                  <a:cubicBezTo>
                    <a:pt x="1168" y="534"/>
                    <a:pt x="2235" y="0"/>
                    <a:pt x="3002" y="401"/>
                  </a:cubicBezTo>
                  <a:cubicBezTo>
                    <a:pt x="3736" y="834"/>
                    <a:pt x="3870" y="2035"/>
                    <a:pt x="3303" y="3136"/>
                  </a:cubicBezTo>
                  <a:cubicBezTo>
                    <a:pt x="2702" y="4203"/>
                    <a:pt x="1635" y="4737"/>
                    <a:pt x="867" y="433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6"/>
            <p:cNvSpPr/>
            <p:nvPr/>
          </p:nvSpPr>
          <p:spPr>
            <a:xfrm>
              <a:off x="1806450" y="4420275"/>
              <a:ext cx="118450" cy="87575"/>
            </a:xfrm>
            <a:custGeom>
              <a:avLst/>
              <a:gdLst/>
              <a:ahLst/>
              <a:cxnLst/>
              <a:rect l="l" t="t" r="r" b="b"/>
              <a:pathLst>
                <a:path w="4738" h="3503" extrusionOk="0">
                  <a:moveTo>
                    <a:pt x="168" y="1335"/>
                  </a:moveTo>
                  <a:cubicBezTo>
                    <a:pt x="335" y="501"/>
                    <a:pt x="1469" y="0"/>
                    <a:pt x="2670" y="201"/>
                  </a:cubicBezTo>
                  <a:cubicBezTo>
                    <a:pt x="3870" y="434"/>
                    <a:pt x="4738" y="1301"/>
                    <a:pt x="4571" y="2169"/>
                  </a:cubicBezTo>
                  <a:cubicBezTo>
                    <a:pt x="4404" y="3003"/>
                    <a:pt x="3303" y="3503"/>
                    <a:pt x="2069" y="3303"/>
                  </a:cubicBezTo>
                  <a:cubicBezTo>
                    <a:pt x="835" y="3036"/>
                    <a:pt x="1" y="2169"/>
                    <a:pt x="168" y="13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6"/>
            <p:cNvSpPr/>
            <p:nvPr/>
          </p:nvSpPr>
          <p:spPr>
            <a:xfrm>
              <a:off x="1882350" y="4429450"/>
              <a:ext cx="92600" cy="93425"/>
            </a:xfrm>
            <a:custGeom>
              <a:avLst/>
              <a:gdLst/>
              <a:ahLst/>
              <a:cxnLst/>
              <a:rect l="l" t="t" r="r" b="b"/>
              <a:pathLst>
                <a:path w="3704" h="3737" extrusionOk="0">
                  <a:moveTo>
                    <a:pt x="1635" y="134"/>
                  </a:moveTo>
                  <a:cubicBezTo>
                    <a:pt x="2569" y="0"/>
                    <a:pt x="3470" y="667"/>
                    <a:pt x="3603" y="1635"/>
                  </a:cubicBezTo>
                  <a:cubicBezTo>
                    <a:pt x="3703" y="2602"/>
                    <a:pt x="3036" y="3470"/>
                    <a:pt x="2102" y="3603"/>
                  </a:cubicBezTo>
                  <a:cubicBezTo>
                    <a:pt x="1135" y="3736"/>
                    <a:pt x="267" y="3069"/>
                    <a:pt x="134" y="2102"/>
                  </a:cubicBezTo>
                  <a:cubicBezTo>
                    <a:pt x="0" y="1134"/>
                    <a:pt x="701" y="267"/>
                    <a:pt x="1635" y="1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6"/>
            <p:cNvSpPr/>
            <p:nvPr/>
          </p:nvSpPr>
          <p:spPr>
            <a:xfrm>
              <a:off x="1544600" y="3894075"/>
              <a:ext cx="87600" cy="129275"/>
            </a:xfrm>
            <a:custGeom>
              <a:avLst/>
              <a:gdLst/>
              <a:ahLst/>
              <a:cxnLst/>
              <a:rect l="l" t="t" r="r" b="b"/>
              <a:pathLst>
                <a:path w="3504" h="5171" extrusionOk="0">
                  <a:moveTo>
                    <a:pt x="1469" y="133"/>
                  </a:moveTo>
                  <a:cubicBezTo>
                    <a:pt x="2336" y="0"/>
                    <a:pt x="3170" y="1001"/>
                    <a:pt x="3337" y="2368"/>
                  </a:cubicBezTo>
                  <a:cubicBezTo>
                    <a:pt x="3503" y="3736"/>
                    <a:pt x="2936" y="4904"/>
                    <a:pt x="2036" y="5037"/>
                  </a:cubicBezTo>
                  <a:cubicBezTo>
                    <a:pt x="1168" y="5170"/>
                    <a:pt x="334" y="4170"/>
                    <a:pt x="168" y="2802"/>
                  </a:cubicBezTo>
                  <a:cubicBezTo>
                    <a:pt x="1" y="1468"/>
                    <a:pt x="601" y="234"/>
                    <a:pt x="1469" y="13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6"/>
            <p:cNvSpPr/>
            <p:nvPr/>
          </p:nvSpPr>
          <p:spPr>
            <a:xfrm>
              <a:off x="1595475" y="3945775"/>
              <a:ext cx="122625" cy="107600"/>
            </a:xfrm>
            <a:custGeom>
              <a:avLst/>
              <a:gdLst/>
              <a:ahLst/>
              <a:cxnLst/>
              <a:rect l="l" t="t" r="r" b="b"/>
              <a:pathLst>
                <a:path w="4905" h="4304" extrusionOk="0">
                  <a:moveTo>
                    <a:pt x="4504" y="1101"/>
                  </a:moveTo>
                  <a:cubicBezTo>
                    <a:pt x="4904" y="1968"/>
                    <a:pt x="4270" y="3136"/>
                    <a:pt x="3136" y="3736"/>
                  </a:cubicBezTo>
                  <a:cubicBezTo>
                    <a:pt x="2002" y="4303"/>
                    <a:pt x="768" y="4103"/>
                    <a:pt x="401" y="3236"/>
                  </a:cubicBezTo>
                  <a:cubicBezTo>
                    <a:pt x="1" y="2335"/>
                    <a:pt x="634" y="1168"/>
                    <a:pt x="1769" y="601"/>
                  </a:cubicBezTo>
                  <a:cubicBezTo>
                    <a:pt x="2936" y="0"/>
                    <a:pt x="4137" y="234"/>
                    <a:pt x="4504" y="11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6"/>
            <p:cNvSpPr/>
            <p:nvPr/>
          </p:nvSpPr>
          <p:spPr>
            <a:xfrm>
              <a:off x="1588800" y="4020825"/>
              <a:ext cx="109275" cy="124275"/>
            </a:xfrm>
            <a:custGeom>
              <a:avLst/>
              <a:gdLst/>
              <a:ahLst/>
              <a:cxnLst/>
              <a:rect l="l" t="t" r="r" b="b"/>
              <a:pathLst>
                <a:path w="4371" h="4971" extrusionOk="0">
                  <a:moveTo>
                    <a:pt x="3737" y="4303"/>
                  </a:moveTo>
                  <a:cubicBezTo>
                    <a:pt x="3103" y="4971"/>
                    <a:pt x="1869" y="4670"/>
                    <a:pt x="1035" y="3670"/>
                  </a:cubicBezTo>
                  <a:cubicBezTo>
                    <a:pt x="168" y="2669"/>
                    <a:pt x="1" y="1335"/>
                    <a:pt x="601" y="667"/>
                  </a:cubicBezTo>
                  <a:cubicBezTo>
                    <a:pt x="1235" y="0"/>
                    <a:pt x="2503" y="301"/>
                    <a:pt x="3336" y="1301"/>
                  </a:cubicBezTo>
                  <a:cubicBezTo>
                    <a:pt x="4170" y="2302"/>
                    <a:pt x="4371" y="3636"/>
                    <a:pt x="3737" y="430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6"/>
            <p:cNvSpPr/>
            <p:nvPr/>
          </p:nvSpPr>
          <p:spPr>
            <a:xfrm>
              <a:off x="1514575" y="4028325"/>
              <a:ext cx="100950" cy="131775"/>
            </a:xfrm>
            <a:custGeom>
              <a:avLst/>
              <a:gdLst/>
              <a:ahLst/>
              <a:cxnLst/>
              <a:rect l="l" t="t" r="r" b="b"/>
              <a:pathLst>
                <a:path w="4038" h="5271" extrusionOk="0">
                  <a:moveTo>
                    <a:pt x="902" y="4804"/>
                  </a:moveTo>
                  <a:cubicBezTo>
                    <a:pt x="168" y="4337"/>
                    <a:pt x="1" y="3003"/>
                    <a:pt x="601" y="1802"/>
                  </a:cubicBezTo>
                  <a:cubicBezTo>
                    <a:pt x="1235" y="601"/>
                    <a:pt x="2336" y="1"/>
                    <a:pt x="3103" y="468"/>
                  </a:cubicBezTo>
                  <a:cubicBezTo>
                    <a:pt x="3870" y="935"/>
                    <a:pt x="4037" y="2269"/>
                    <a:pt x="3403" y="3470"/>
                  </a:cubicBezTo>
                  <a:cubicBezTo>
                    <a:pt x="2770" y="4637"/>
                    <a:pt x="1669" y="5271"/>
                    <a:pt x="902" y="480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6"/>
            <p:cNvSpPr/>
            <p:nvPr/>
          </p:nvSpPr>
          <p:spPr>
            <a:xfrm>
              <a:off x="1470400" y="3967450"/>
              <a:ext cx="120925" cy="98425"/>
            </a:xfrm>
            <a:custGeom>
              <a:avLst/>
              <a:gdLst/>
              <a:ahLst/>
              <a:cxnLst/>
              <a:rect l="l" t="t" r="r" b="b"/>
              <a:pathLst>
                <a:path w="4837" h="3937" extrusionOk="0">
                  <a:moveTo>
                    <a:pt x="167" y="1535"/>
                  </a:moveTo>
                  <a:cubicBezTo>
                    <a:pt x="334" y="601"/>
                    <a:pt x="1468" y="0"/>
                    <a:pt x="2735" y="267"/>
                  </a:cubicBezTo>
                  <a:cubicBezTo>
                    <a:pt x="3970" y="534"/>
                    <a:pt x="4837" y="1468"/>
                    <a:pt x="4670" y="2436"/>
                  </a:cubicBezTo>
                  <a:cubicBezTo>
                    <a:pt x="4503" y="3336"/>
                    <a:pt x="3402" y="3937"/>
                    <a:pt x="2135" y="3703"/>
                  </a:cubicBezTo>
                  <a:cubicBezTo>
                    <a:pt x="901" y="3436"/>
                    <a:pt x="0" y="2436"/>
                    <a:pt x="167" y="15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6"/>
            <p:cNvSpPr/>
            <p:nvPr/>
          </p:nvSpPr>
          <p:spPr>
            <a:xfrm>
              <a:off x="1549600" y="3979125"/>
              <a:ext cx="95100" cy="102600"/>
            </a:xfrm>
            <a:custGeom>
              <a:avLst/>
              <a:gdLst/>
              <a:ahLst/>
              <a:cxnLst/>
              <a:rect l="l" t="t" r="r" b="b"/>
              <a:pathLst>
                <a:path w="3804" h="4104" extrusionOk="0">
                  <a:moveTo>
                    <a:pt x="1669" y="134"/>
                  </a:moveTo>
                  <a:cubicBezTo>
                    <a:pt x="2636" y="0"/>
                    <a:pt x="3570" y="768"/>
                    <a:pt x="3670" y="1802"/>
                  </a:cubicBezTo>
                  <a:cubicBezTo>
                    <a:pt x="3804" y="2836"/>
                    <a:pt x="3103" y="3837"/>
                    <a:pt x="2136" y="3970"/>
                  </a:cubicBezTo>
                  <a:cubicBezTo>
                    <a:pt x="1168" y="4103"/>
                    <a:pt x="268" y="3336"/>
                    <a:pt x="134" y="2302"/>
                  </a:cubicBezTo>
                  <a:cubicBezTo>
                    <a:pt x="1" y="1235"/>
                    <a:pt x="668" y="267"/>
                    <a:pt x="1669" y="1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6"/>
            <p:cNvSpPr/>
            <p:nvPr/>
          </p:nvSpPr>
          <p:spPr>
            <a:xfrm>
              <a:off x="1307775" y="4698800"/>
              <a:ext cx="87575" cy="129300"/>
            </a:xfrm>
            <a:custGeom>
              <a:avLst/>
              <a:gdLst/>
              <a:ahLst/>
              <a:cxnLst/>
              <a:rect l="l" t="t" r="r" b="b"/>
              <a:pathLst>
                <a:path w="3503" h="5172" extrusionOk="0">
                  <a:moveTo>
                    <a:pt x="1468" y="134"/>
                  </a:moveTo>
                  <a:cubicBezTo>
                    <a:pt x="2335" y="1"/>
                    <a:pt x="3169" y="1001"/>
                    <a:pt x="3336" y="2369"/>
                  </a:cubicBezTo>
                  <a:cubicBezTo>
                    <a:pt x="3503" y="3737"/>
                    <a:pt x="2936" y="4904"/>
                    <a:pt x="2069" y="5038"/>
                  </a:cubicBezTo>
                  <a:cubicBezTo>
                    <a:pt x="1168" y="5171"/>
                    <a:pt x="334" y="4170"/>
                    <a:pt x="167" y="2803"/>
                  </a:cubicBezTo>
                  <a:cubicBezTo>
                    <a:pt x="0" y="1468"/>
                    <a:pt x="601" y="234"/>
                    <a:pt x="14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6"/>
            <p:cNvSpPr/>
            <p:nvPr/>
          </p:nvSpPr>
          <p:spPr>
            <a:xfrm>
              <a:off x="1359475" y="4750500"/>
              <a:ext cx="121775" cy="107600"/>
            </a:xfrm>
            <a:custGeom>
              <a:avLst/>
              <a:gdLst/>
              <a:ahLst/>
              <a:cxnLst/>
              <a:rect l="l" t="t" r="r" b="b"/>
              <a:pathLst>
                <a:path w="4871" h="4304" extrusionOk="0">
                  <a:moveTo>
                    <a:pt x="4504" y="1102"/>
                  </a:moveTo>
                  <a:cubicBezTo>
                    <a:pt x="4871" y="1969"/>
                    <a:pt x="4237" y="3136"/>
                    <a:pt x="3103" y="3737"/>
                  </a:cubicBezTo>
                  <a:cubicBezTo>
                    <a:pt x="2002" y="4304"/>
                    <a:pt x="734" y="4104"/>
                    <a:pt x="367" y="3237"/>
                  </a:cubicBezTo>
                  <a:cubicBezTo>
                    <a:pt x="1" y="2336"/>
                    <a:pt x="601" y="1168"/>
                    <a:pt x="1735" y="601"/>
                  </a:cubicBezTo>
                  <a:cubicBezTo>
                    <a:pt x="2903" y="1"/>
                    <a:pt x="4103" y="234"/>
                    <a:pt x="4504" y="110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6"/>
            <p:cNvSpPr/>
            <p:nvPr/>
          </p:nvSpPr>
          <p:spPr>
            <a:xfrm>
              <a:off x="1350300" y="4824725"/>
              <a:ext cx="110950" cy="124275"/>
            </a:xfrm>
            <a:custGeom>
              <a:avLst/>
              <a:gdLst/>
              <a:ahLst/>
              <a:cxnLst/>
              <a:rect l="l" t="t" r="r" b="b"/>
              <a:pathLst>
                <a:path w="4438" h="4971" extrusionOk="0">
                  <a:moveTo>
                    <a:pt x="3770" y="4304"/>
                  </a:moveTo>
                  <a:cubicBezTo>
                    <a:pt x="3136" y="4971"/>
                    <a:pt x="1902" y="4671"/>
                    <a:pt x="1068" y="3670"/>
                  </a:cubicBezTo>
                  <a:cubicBezTo>
                    <a:pt x="201" y="2669"/>
                    <a:pt x="1" y="1335"/>
                    <a:pt x="634" y="668"/>
                  </a:cubicBezTo>
                  <a:cubicBezTo>
                    <a:pt x="1268" y="1"/>
                    <a:pt x="2536" y="301"/>
                    <a:pt x="3370" y="1302"/>
                  </a:cubicBezTo>
                  <a:cubicBezTo>
                    <a:pt x="4237" y="2336"/>
                    <a:pt x="4437" y="3670"/>
                    <a:pt x="3770" y="430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6"/>
            <p:cNvSpPr/>
            <p:nvPr/>
          </p:nvSpPr>
          <p:spPr>
            <a:xfrm>
              <a:off x="1277750" y="4833075"/>
              <a:ext cx="100925" cy="131775"/>
            </a:xfrm>
            <a:custGeom>
              <a:avLst/>
              <a:gdLst/>
              <a:ahLst/>
              <a:cxnLst/>
              <a:rect l="l" t="t" r="r" b="b"/>
              <a:pathLst>
                <a:path w="4037" h="5271" extrusionOk="0">
                  <a:moveTo>
                    <a:pt x="935" y="4804"/>
                  </a:moveTo>
                  <a:cubicBezTo>
                    <a:pt x="167" y="4337"/>
                    <a:pt x="1" y="3002"/>
                    <a:pt x="634" y="1802"/>
                  </a:cubicBezTo>
                  <a:cubicBezTo>
                    <a:pt x="1268" y="601"/>
                    <a:pt x="2336" y="0"/>
                    <a:pt x="3136" y="467"/>
                  </a:cubicBezTo>
                  <a:cubicBezTo>
                    <a:pt x="3870" y="934"/>
                    <a:pt x="4037" y="2269"/>
                    <a:pt x="3436" y="3469"/>
                  </a:cubicBezTo>
                  <a:cubicBezTo>
                    <a:pt x="2803" y="4637"/>
                    <a:pt x="1668" y="5271"/>
                    <a:pt x="935" y="480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6"/>
            <p:cNvSpPr/>
            <p:nvPr/>
          </p:nvSpPr>
          <p:spPr>
            <a:xfrm>
              <a:off x="1234375" y="4773025"/>
              <a:ext cx="120950" cy="97600"/>
            </a:xfrm>
            <a:custGeom>
              <a:avLst/>
              <a:gdLst/>
              <a:ahLst/>
              <a:cxnLst/>
              <a:rect l="l" t="t" r="r" b="b"/>
              <a:pathLst>
                <a:path w="4838" h="3904" extrusionOk="0">
                  <a:moveTo>
                    <a:pt x="134" y="1502"/>
                  </a:moveTo>
                  <a:cubicBezTo>
                    <a:pt x="335" y="568"/>
                    <a:pt x="1435" y="1"/>
                    <a:pt x="2703" y="234"/>
                  </a:cubicBezTo>
                  <a:cubicBezTo>
                    <a:pt x="3937" y="501"/>
                    <a:pt x="4838" y="1435"/>
                    <a:pt x="4638" y="2402"/>
                  </a:cubicBezTo>
                  <a:cubicBezTo>
                    <a:pt x="4471" y="3336"/>
                    <a:pt x="3370" y="3903"/>
                    <a:pt x="2102" y="3670"/>
                  </a:cubicBezTo>
                  <a:cubicBezTo>
                    <a:pt x="868" y="3370"/>
                    <a:pt x="1" y="2402"/>
                    <a:pt x="134" y="150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6"/>
            <p:cNvSpPr/>
            <p:nvPr/>
          </p:nvSpPr>
          <p:spPr>
            <a:xfrm>
              <a:off x="1311950" y="4783875"/>
              <a:ext cx="95075" cy="102600"/>
            </a:xfrm>
            <a:custGeom>
              <a:avLst/>
              <a:gdLst/>
              <a:ahLst/>
              <a:cxnLst/>
              <a:rect l="l" t="t" r="r" b="b"/>
              <a:pathLst>
                <a:path w="3803" h="4104" extrusionOk="0">
                  <a:moveTo>
                    <a:pt x="1668" y="134"/>
                  </a:moveTo>
                  <a:cubicBezTo>
                    <a:pt x="2635" y="0"/>
                    <a:pt x="3569" y="767"/>
                    <a:pt x="3669" y="1801"/>
                  </a:cubicBezTo>
                  <a:cubicBezTo>
                    <a:pt x="3803" y="2836"/>
                    <a:pt x="3102" y="3836"/>
                    <a:pt x="2135" y="3970"/>
                  </a:cubicBezTo>
                  <a:cubicBezTo>
                    <a:pt x="1168" y="4103"/>
                    <a:pt x="267" y="3336"/>
                    <a:pt x="134" y="2302"/>
                  </a:cubicBezTo>
                  <a:cubicBezTo>
                    <a:pt x="0" y="1234"/>
                    <a:pt x="734" y="267"/>
                    <a:pt x="1668" y="1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6"/>
            <p:cNvSpPr/>
            <p:nvPr/>
          </p:nvSpPr>
          <p:spPr>
            <a:xfrm>
              <a:off x="2458600" y="4571225"/>
              <a:ext cx="87575" cy="129275"/>
            </a:xfrm>
            <a:custGeom>
              <a:avLst/>
              <a:gdLst/>
              <a:ahLst/>
              <a:cxnLst/>
              <a:rect l="l" t="t" r="r" b="b"/>
              <a:pathLst>
                <a:path w="3503" h="5171" extrusionOk="0">
                  <a:moveTo>
                    <a:pt x="1468" y="134"/>
                  </a:moveTo>
                  <a:cubicBezTo>
                    <a:pt x="2335" y="0"/>
                    <a:pt x="3169" y="1001"/>
                    <a:pt x="3336" y="2402"/>
                  </a:cubicBezTo>
                  <a:cubicBezTo>
                    <a:pt x="3503" y="3769"/>
                    <a:pt x="2936" y="4937"/>
                    <a:pt x="2068" y="5037"/>
                  </a:cubicBezTo>
                  <a:cubicBezTo>
                    <a:pt x="1168" y="5170"/>
                    <a:pt x="334" y="4170"/>
                    <a:pt x="167" y="2802"/>
                  </a:cubicBezTo>
                  <a:cubicBezTo>
                    <a:pt x="0" y="1468"/>
                    <a:pt x="601" y="267"/>
                    <a:pt x="14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6"/>
            <p:cNvSpPr/>
            <p:nvPr/>
          </p:nvSpPr>
          <p:spPr>
            <a:xfrm>
              <a:off x="2510300" y="4623750"/>
              <a:ext cx="121775" cy="105925"/>
            </a:xfrm>
            <a:custGeom>
              <a:avLst/>
              <a:gdLst/>
              <a:ahLst/>
              <a:cxnLst/>
              <a:rect l="l" t="t" r="r" b="b"/>
              <a:pathLst>
                <a:path w="4871" h="4237" extrusionOk="0">
                  <a:moveTo>
                    <a:pt x="4504" y="1035"/>
                  </a:moveTo>
                  <a:cubicBezTo>
                    <a:pt x="4871" y="1902"/>
                    <a:pt x="4237" y="3069"/>
                    <a:pt x="3103" y="3670"/>
                  </a:cubicBezTo>
                  <a:cubicBezTo>
                    <a:pt x="2002" y="4237"/>
                    <a:pt x="734" y="4037"/>
                    <a:pt x="367" y="3170"/>
                  </a:cubicBezTo>
                  <a:cubicBezTo>
                    <a:pt x="0" y="2302"/>
                    <a:pt x="601" y="1135"/>
                    <a:pt x="1735" y="534"/>
                  </a:cubicBezTo>
                  <a:cubicBezTo>
                    <a:pt x="2902" y="1"/>
                    <a:pt x="4103" y="201"/>
                    <a:pt x="4504" y="10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6"/>
            <p:cNvSpPr/>
            <p:nvPr/>
          </p:nvSpPr>
          <p:spPr>
            <a:xfrm>
              <a:off x="2501950" y="4697975"/>
              <a:ext cx="110100" cy="123450"/>
            </a:xfrm>
            <a:custGeom>
              <a:avLst/>
              <a:gdLst/>
              <a:ahLst/>
              <a:cxnLst/>
              <a:rect l="l" t="t" r="r" b="b"/>
              <a:pathLst>
                <a:path w="4404" h="4938" extrusionOk="0">
                  <a:moveTo>
                    <a:pt x="3737" y="4270"/>
                  </a:moveTo>
                  <a:cubicBezTo>
                    <a:pt x="3103" y="4937"/>
                    <a:pt x="1869" y="4670"/>
                    <a:pt x="1035" y="3670"/>
                  </a:cubicBezTo>
                  <a:cubicBezTo>
                    <a:pt x="168" y="2669"/>
                    <a:pt x="1" y="1335"/>
                    <a:pt x="601" y="668"/>
                  </a:cubicBezTo>
                  <a:cubicBezTo>
                    <a:pt x="1235" y="0"/>
                    <a:pt x="2503" y="267"/>
                    <a:pt x="3337" y="1268"/>
                  </a:cubicBezTo>
                  <a:cubicBezTo>
                    <a:pt x="4204" y="2269"/>
                    <a:pt x="4404" y="3603"/>
                    <a:pt x="3737" y="427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6"/>
            <p:cNvSpPr/>
            <p:nvPr/>
          </p:nvSpPr>
          <p:spPr>
            <a:xfrm>
              <a:off x="2428575" y="4704650"/>
              <a:ext cx="100925" cy="131775"/>
            </a:xfrm>
            <a:custGeom>
              <a:avLst/>
              <a:gdLst/>
              <a:ahLst/>
              <a:cxnLst/>
              <a:rect l="l" t="t" r="r" b="b"/>
              <a:pathLst>
                <a:path w="4037" h="5271" extrusionOk="0">
                  <a:moveTo>
                    <a:pt x="934" y="4804"/>
                  </a:moveTo>
                  <a:cubicBezTo>
                    <a:pt x="167" y="4337"/>
                    <a:pt x="0" y="3002"/>
                    <a:pt x="634" y="1802"/>
                  </a:cubicBezTo>
                  <a:cubicBezTo>
                    <a:pt x="1268" y="601"/>
                    <a:pt x="2335" y="0"/>
                    <a:pt x="3136" y="467"/>
                  </a:cubicBezTo>
                  <a:cubicBezTo>
                    <a:pt x="3870" y="934"/>
                    <a:pt x="4037" y="2269"/>
                    <a:pt x="3436" y="3469"/>
                  </a:cubicBezTo>
                  <a:cubicBezTo>
                    <a:pt x="2802" y="4670"/>
                    <a:pt x="1668" y="5271"/>
                    <a:pt x="934" y="480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6"/>
            <p:cNvSpPr/>
            <p:nvPr/>
          </p:nvSpPr>
          <p:spPr>
            <a:xfrm>
              <a:off x="2385200" y="4645425"/>
              <a:ext cx="120125" cy="98450"/>
            </a:xfrm>
            <a:custGeom>
              <a:avLst/>
              <a:gdLst/>
              <a:ahLst/>
              <a:cxnLst/>
              <a:rect l="l" t="t" r="r" b="b"/>
              <a:pathLst>
                <a:path w="4805" h="3938" extrusionOk="0">
                  <a:moveTo>
                    <a:pt x="168" y="1502"/>
                  </a:moveTo>
                  <a:cubicBezTo>
                    <a:pt x="334" y="601"/>
                    <a:pt x="1435" y="1"/>
                    <a:pt x="2703" y="268"/>
                  </a:cubicBezTo>
                  <a:cubicBezTo>
                    <a:pt x="3937" y="501"/>
                    <a:pt x="4804" y="1469"/>
                    <a:pt x="4671" y="2436"/>
                  </a:cubicBezTo>
                  <a:cubicBezTo>
                    <a:pt x="4504" y="3337"/>
                    <a:pt x="3370" y="3937"/>
                    <a:pt x="2102" y="3670"/>
                  </a:cubicBezTo>
                  <a:cubicBezTo>
                    <a:pt x="868" y="3370"/>
                    <a:pt x="1" y="2436"/>
                    <a:pt x="168" y="150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6"/>
            <p:cNvSpPr/>
            <p:nvPr/>
          </p:nvSpPr>
          <p:spPr>
            <a:xfrm>
              <a:off x="2462775" y="4656275"/>
              <a:ext cx="95075" cy="101775"/>
            </a:xfrm>
            <a:custGeom>
              <a:avLst/>
              <a:gdLst/>
              <a:ahLst/>
              <a:cxnLst/>
              <a:rect l="l" t="t" r="r" b="b"/>
              <a:pathLst>
                <a:path w="3803" h="4071" extrusionOk="0">
                  <a:moveTo>
                    <a:pt x="1668" y="101"/>
                  </a:moveTo>
                  <a:cubicBezTo>
                    <a:pt x="2635" y="1"/>
                    <a:pt x="3569" y="734"/>
                    <a:pt x="3669" y="1768"/>
                  </a:cubicBezTo>
                  <a:cubicBezTo>
                    <a:pt x="3803" y="2836"/>
                    <a:pt x="3102" y="3837"/>
                    <a:pt x="2135" y="3937"/>
                  </a:cubicBezTo>
                  <a:cubicBezTo>
                    <a:pt x="1168" y="4070"/>
                    <a:pt x="267" y="3336"/>
                    <a:pt x="133" y="2269"/>
                  </a:cubicBezTo>
                  <a:cubicBezTo>
                    <a:pt x="0" y="1235"/>
                    <a:pt x="734" y="267"/>
                    <a:pt x="1668" y="1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1699"/>
        <p:cNvGrpSpPr/>
        <p:nvPr/>
      </p:nvGrpSpPr>
      <p:grpSpPr>
        <a:xfrm>
          <a:off x="0" y="0"/>
          <a:ext cx="0" cy="0"/>
          <a:chOff x="0" y="0"/>
          <a:chExt cx="0" cy="0"/>
        </a:xfrm>
      </p:grpSpPr>
      <p:sp>
        <p:nvSpPr>
          <p:cNvPr id="1700" name="Google Shape;1700;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01" name="Google Shape;1701;p26"/>
          <p:cNvSpPr/>
          <p:nvPr/>
        </p:nvSpPr>
        <p:spPr>
          <a:xfrm flipH="1">
            <a:off x="7951631" y="91874"/>
            <a:ext cx="1114122" cy="447617"/>
          </a:xfrm>
          <a:custGeom>
            <a:avLst/>
            <a:gdLst/>
            <a:ahLst/>
            <a:cxnLst/>
            <a:rect l="l" t="t" r="r" b="b"/>
            <a:pathLst>
              <a:path w="69050" h="27742" extrusionOk="0">
                <a:moveTo>
                  <a:pt x="27881" y="0"/>
                </a:moveTo>
                <a:cubicBezTo>
                  <a:pt x="27348" y="0"/>
                  <a:pt x="26814" y="41"/>
                  <a:pt x="26286" y="122"/>
                </a:cubicBezTo>
                <a:cubicBezTo>
                  <a:pt x="23617" y="489"/>
                  <a:pt x="20515" y="1356"/>
                  <a:pt x="18347" y="3057"/>
                </a:cubicBezTo>
                <a:cubicBezTo>
                  <a:pt x="16845" y="4291"/>
                  <a:pt x="15811" y="6126"/>
                  <a:pt x="15945" y="7994"/>
                </a:cubicBezTo>
                <a:cubicBezTo>
                  <a:pt x="15301" y="7871"/>
                  <a:pt x="14659" y="7814"/>
                  <a:pt x="14022" y="7814"/>
                </a:cubicBezTo>
                <a:cubicBezTo>
                  <a:pt x="9810" y="7814"/>
                  <a:pt x="5811" y="10334"/>
                  <a:pt x="2769" y="13231"/>
                </a:cubicBezTo>
                <a:cubicBezTo>
                  <a:pt x="1168" y="14732"/>
                  <a:pt x="0" y="16533"/>
                  <a:pt x="33" y="18802"/>
                </a:cubicBezTo>
                <a:cubicBezTo>
                  <a:pt x="133" y="20837"/>
                  <a:pt x="1134" y="22738"/>
                  <a:pt x="2602" y="24172"/>
                </a:cubicBezTo>
                <a:cubicBezTo>
                  <a:pt x="5781" y="27265"/>
                  <a:pt x="10388" y="27553"/>
                  <a:pt x="14686" y="27553"/>
                </a:cubicBezTo>
                <a:cubicBezTo>
                  <a:pt x="15349" y="27553"/>
                  <a:pt x="16004" y="27546"/>
                  <a:pt x="16645" y="27541"/>
                </a:cubicBezTo>
                <a:cubicBezTo>
                  <a:pt x="29054" y="27508"/>
                  <a:pt x="60777" y="27741"/>
                  <a:pt x="68883" y="25473"/>
                </a:cubicBezTo>
                <a:cubicBezTo>
                  <a:pt x="69049" y="25406"/>
                  <a:pt x="53939" y="22905"/>
                  <a:pt x="53972" y="22738"/>
                </a:cubicBezTo>
                <a:cubicBezTo>
                  <a:pt x="55035" y="17258"/>
                  <a:pt x="50576" y="13498"/>
                  <a:pt x="45039" y="13498"/>
                </a:cubicBezTo>
                <a:cubicBezTo>
                  <a:pt x="45014" y="13498"/>
                  <a:pt x="44990" y="13498"/>
                  <a:pt x="44966" y="13498"/>
                </a:cubicBezTo>
                <a:cubicBezTo>
                  <a:pt x="44445" y="13498"/>
                  <a:pt x="43952" y="13596"/>
                  <a:pt x="43491" y="13596"/>
                </a:cubicBezTo>
                <a:cubicBezTo>
                  <a:pt x="42948" y="13596"/>
                  <a:pt x="42448" y="13460"/>
                  <a:pt x="41997" y="12864"/>
                </a:cubicBezTo>
                <a:cubicBezTo>
                  <a:pt x="41530" y="12230"/>
                  <a:pt x="41263" y="11463"/>
                  <a:pt x="40829" y="10796"/>
                </a:cubicBezTo>
                <a:cubicBezTo>
                  <a:pt x="40029" y="9528"/>
                  <a:pt x="39028" y="8461"/>
                  <a:pt x="37927" y="7527"/>
                </a:cubicBezTo>
                <a:cubicBezTo>
                  <a:pt x="37260" y="7027"/>
                  <a:pt x="36526" y="6526"/>
                  <a:pt x="35826" y="6159"/>
                </a:cubicBezTo>
                <a:cubicBezTo>
                  <a:pt x="35759" y="4658"/>
                  <a:pt x="34925" y="3191"/>
                  <a:pt x="33691" y="2123"/>
                </a:cubicBezTo>
                <a:cubicBezTo>
                  <a:pt x="32091" y="657"/>
                  <a:pt x="30001" y="0"/>
                  <a:pt x="278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2" name="Google Shape;1702;p26"/>
          <p:cNvGrpSpPr/>
          <p:nvPr/>
        </p:nvGrpSpPr>
        <p:grpSpPr>
          <a:xfrm>
            <a:off x="-131074" y="1539769"/>
            <a:ext cx="874094" cy="3839236"/>
            <a:chOff x="1706400" y="2349775"/>
            <a:chExt cx="454500" cy="1996275"/>
          </a:xfrm>
        </p:grpSpPr>
        <p:sp>
          <p:nvSpPr>
            <p:cNvPr id="1703" name="Google Shape;1703;p26"/>
            <p:cNvSpPr/>
            <p:nvPr/>
          </p:nvSpPr>
          <p:spPr>
            <a:xfrm>
              <a:off x="1718900" y="2568125"/>
              <a:ext cx="245200" cy="1776275"/>
            </a:xfrm>
            <a:custGeom>
              <a:avLst/>
              <a:gdLst/>
              <a:ahLst/>
              <a:cxnLst/>
              <a:rect l="l" t="t" r="r" b="b"/>
              <a:pathLst>
                <a:path w="9808" h="71051" extrusionOk="0">
                  <a:moveTo>
                    <a:pt x="7372" y="0"/>
                  </a:moveTo>
                  <a:lnTo>
                    <a:pt x="7372" y="0"/>
                  </a:lnTo>
                  <a:cubicBezTo>
                    <a:pt x="7839" y="6972"/>
                    <a:pt x="2702" y="13076"/>
                    <a:pt x="1568" y="19948"/>
                  </a:cubicBezTo>
                  <a:cubicBezTo>
                    <a:pt x="0" y="29454"/>
                    <a:pt x="6172" y="38728"/>
                    <a:pt x="6071" y="48368"/>
                  </a:cubicBezTo>
                  <a:cubicBezTo>
                    <a:pt x="6071" y="52271"/>
                    <a:pt x="5004" y="56174"/>
                    <a:pt x="4704" y="60076"/>
                  </a:cubicBezTo>
                  <a:cubicBezTo>
                    <a:pt x="4404" y="64046"/>
                    <a:pt x="5137" y="68349"/>
                    <a:pt x="8006" y="71051"/>
                  </a:cubicBezTo>
                  <a:lnTo>
                    <a:pt x="7306" y="69116"/>
                  </a:lnTo>
                  <a:cubicBezTo>
                    <a:pt x="8673" y="54806"/>
                    <a:pt x="7573" y="40296"/>
                    <a:pt x="4137" y="26386"/>
                  </a:cubicBezTo>
                  <a:cubicBezTo>
                    <a:pt x="3336" y="23217"/>
                    <a:pt x="2402" y="19748"/>
                    <a:pt x="3837" y="16779"/>
                  </a:cubicBezTo>
                  <a:cubicBezTo>
                    <a:pt x="4670" y="15044"/>
                    <a:pt x="6205" y="13710"/>
                    <a:pt x="7339" y="12109"/>
                  </a:cubicBezTo>
                  <a:cubicBezTo>
                    <a:pt x="9807" y="8573"/>
                    <a:pt x="9807" y="3536"/>
                    <a:pt x="73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26"/>
            <p:cNvSpPr/>
            <p:nvPr/>
          </p:nvSpPr>
          <p:spPr>
            <a:xfrm>
              <a:off x="1706400" y="2562375"/>
              <a:ext cx="263525" cy="1783675"/>
            </a:xfrm>
            <a:custGeom>
              <a:avLst/>
              <a:gdLst/>
              <a:ahLst/>
              <a:cxnLst/>
              <a:rect l="l" t="t" r="r" b="b"/>
              <a:pathLst>
                <a:path w="10541" h="71347" extrusionOk="0">
                  <a:moveTo>
                    <a:pt x="7925" y="0"/>
                  </a:moveTo>
                  <a:cubicBezTo>
                    <a:pt x="7834" y="0"/>
                    <a:pt x="7739" y="64"/>
                    <a:pt x="7739" y="163"/>
                  </a:cubicBezTo>
                  <a:cubicBezTo>
                    <a:pt x="8006" y="6668"/>
                    <a:pt x="4003" y="12105"/>
                    <a:pt x="2368" y="18176"/>
                  </a:cubicBezTo>
                  <a:cubicBezTo>
                    <a:pt x="834" y="23980"/>
                    <a:pt x="2335" y="29751"/>
                    <a:pt x="3970" y="35355"/>
                  </a:cubicBezTo>
                  <a:cubicBezTo>
                    <a:pt x="4837" y="38357"/>
                    <a:pt x="5704" y="41359"/>
                    <a:pt x="6171" y="44495"/>
                  </a:cubicBezTo>
                  <a:cubicBezTo>
                    <a:pt x="6738" y="48498"/>
                    <a:pt x="6171" y="52367"/>
                    <a:pt x="5571" y="56337"/>
                  </a:cubicBezTo>
                  <a:cubicBezTo>
                    <a:pt x="4804" y="61507"/>
                    <a:pt x="4503" y="67311"/>
                    <a:pt x="8506" y="71281"/>
                  </a:cubicBezTo>
                  <a:cubicBezTo>
                    <a:pt x="8518" y="71329"/>
                    <a:pt x="8539" y="71347"/>
                    <a:pt x="8556" y="71347"/>
                  </a:cubicBezTo>
                  <a:cubicBezTo>
                    <a:pt x="8586" y="71347"/>
                    <a:pt x="8604" y="71290"/>
                    <a:pt x="8540" y="71248"/>
                  </a:cubicBezTo>
                  <a:cubicBezTo>
                    <a:pt x="4670" y="67278"/>
                    <a:pt x="5037" y="61507"/>
                    <a:pt x="5804" y="56437"/>
                  </a:cubicBezTo>
                  <a:cubicBezTo>
                    <a:pt x="6471" y="52134"/>
                    <a:pt x="7038" y="48064"/>
                    <a:pt x="6338" y="43728"/>
                  </a:cubicBezTo>
                  <a:cubicBezTo>
                    <a:pt x="4804" y="34455"/>
                    <a:pt x="0" y="25882"/>
                    <a:pt x="3236" y="16408"/>
                  </a:cubicBezTo>
                  <a:cubicBezTo>
                    <a:pt x="4637" y="12372"/>
                    <a:pt x="6838" y="8603"/>
                    <a:pt x="7739" y="4400"/>
                  </a:cubicBezTo>
                  <a:cubicBezTo>
                    <a:pt x="7906" y="3632"/>
                    <a:pt x="8039" y="2899"/>
                    <a:pt x="8073" y="2131"/>
                  </a:cubicBezTo>
                  <a:cubicBezTo>
                    <a:pt x="8136" y="1340"/>
                    <a:pt x="8162" y="940"/>
                    <a:pt x="8246" y="940"/>
                  </a:cubicBezTo>
                  <a:cubicBezTo>
                    <a:pt x="8339" y="940"/>
                    <a:pt x="8505" y="1432"/>
                    <a:pt x="8873" y="2432"/>
                  </a:cubicBezTo>
                  <a:cubicBezTo>
                    <a:pt x="9707" y="4700"/>
                    <a:pt x="9807" y="7268"/>
                    <a:pt x="9040" y="9570"/>
                  </a:cubicBezTo>
                  <a:cubicBezTo>
                    <a:pt x="7739" y="13506"/>
                    <a:pt x="3703" y="15608"/>
                    <a:pt x="3469" y="19978"/>
                  </a:cubicBezTo>
                  <a:cubicBezTo>
                    <a:pt x="3169" y="24514"/>
                    <a:pt x="5170" y="29251"/>
                    <a:pt x="6004" y="33654"/>
                  </a:cubicBezTo>
                  <a:cubicBezTo>
                    <a:pt x="8206" y="45429"/>
                    <a:pt x="8673" y="57438"/>
                    <a:pt x="7539" y="69313"/>
                  </a:cubicBezTo>
                  <a:cubicBezTo>
                    <a:pt x="7523" y="69492"/>
                    <a:pt x="7649" y="69576"/>
                    <a:pt x="7783" y="69576"/>
                  </a:cubicBezTo>
                  <a:cubicBezTo>
                    <a:pt x="7924" y="69576"/>
                    <a:pt x="8073" y="69484"/>
                    <a:pt x="8073" y="69313"/>
                  </a:cubicBezTo>
                  <a:cubicBezTo>
                    <a:pt x="9340" y="56337"/>
                    <a:pt x="8540" y="43161"/>
                    <a:pt x="5738" y="30418"/>
                  </a:cubicBezTo>
                  <a:cubicBezTo>
                    <a:pt x="5070" y="27316"/>
                    <a:pt x="3903" y="24147"/>
                    <a:pt x="3836" y="20978"/>
                  </a:cubicBezTo>
                  <a:cubicBezTo>
                    <a:pt x="3703" y="17142"/>
                    <a:pt x="6071" y="15308"/>
                    <a:pt x="8039" y="12405"/>
                  </a:cubicBezTo>
                  <a:cubicBezTo>
                    <a:pt x="10541" y="8669"/>
                    <a:pt x="10474" y="3799"/>
                    <a:pt x="8073" y="97"/>
                  </a:cubicBezTo>
                  <a:cubicBezTo>
                    <a:pt x="8046" y="29"/>
                    <a:pt x="7986" y="0"/>
                    <a:pt x="7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26"/>
            <p:cNvSpPr/>
            <p:nvPr/>
          </p:nvSpPr>
          <p:spPr>
            <a:xfrm>
              <a:off x="1826475" y="2676525"/>
              <a:ext cx="29225" cy="222675"/>
            </a:xfrm>
            <a:custGeom>
              <a:avLst/>
              <a:gdLst/>
              <a:ahLst/>
              <a:cxnLst/>
              <a:rect l="l" t="t" r="r" b="b"/>
              <a:pathLst>
                <a:path w="1169" h="8907" extrusionOk="0">
                  <a:moveTo>
                    <a:pt x="1" y="0"/>
                  </a:moveTo>
                  <a:lnTo>
                    <a:pt x="1" y="0"/>
                  </a:lnTo>
                  <a:cubicBezTo>
                    <a:pt x="367" y="2969"/>
                    <a:pt x="734" y="5971"/>
                    <a:pt x="1101" y="8907"/>
                  </a:cubicBezTo>
                  <a:lnTo>
                    <a:pt x="1168" y="6005"/>
                  </a:lnTo>
                  <a:cubicBezTo>
                    <a:pt x="734" y="4003"/>
                    <a:pt x="367" y="2002"/>
                    <a:pt x="1"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26"/>
            <p:cNvSpPr/>
            <p:nvPr/>
          </p:nvSpPr>
          <p:spPr>
            <a:xfrm>
              <a:off x="1823500" y="2674400"/>
              <a:ext cx="34325" cy="227350"/>
            </a:xfrm>
            <a:custGeom>
              <a:avLst/>
              <a:gdLst/>
              <a:ahLst/>
              <a:cxnLst/>
              <a:rect l="l" t="t" r="r" b="b"/>
              <a:pathLst>
                <a:path w="1373" h="9094" extrusionOk="0">
                  <a:moveTo>
                    <a:pt x="153" y="786"/>
                  </a:moveTo>
                  <a:lnTo>
                    <a:pt x="153" y="786"/>
                  </a:lnTo>
                  <a:cubicBezTo>
                    <a:pt x="156" y="787"/>
                    <a:pt x="159" y="788"/>
                    <a:pt x="162" y="789"/>
                  </a:cubicBezTo>
                  <a:lnTo>
                    <a:pt x="162" y="789"/>
                  </a:lnTo>
                  <a:cubicBezTo>
                    <a:pt x="159" y="788"/>
                    <a:pt x="156" y="787"/>
                    <a:pt x="153" y="786"/>
                  </a:cubicBezTo>
                  <a:close/>
                  <a:moveTo>
                    <a:pt x="113" y="1"/>
                  </a:moveTo>
                  <a:cubicBezTo>
                    <a:pt x="56" y="1"/>
                    <a:pt x="1" y="44"/>
                    <a:pt x="19" y="119"/>
                  </a:cubicBezTo>
                  <a:cubicBezTo>
                    <a:pt x="386" y="3088"/>
                    <a:pt x="820" y="6090"/>
                    <a:pt x="1187" y="9059"/>
                  </a:cubicBezTo>
                  <a:cubicBezTo>
                    <a:pt x="1187" y="9082"/>
                    <a:pt x="1204" y="9093"/>
                    <a:pt x="1225" y="9093"/>
                  </a:cubicBezTo>
                  <a:cubicBezTo>
                    <a:pt x="1265" y="9093"/>
                    <a:pt x="1320" y="9056"/>
                    <a:pt x="1320" y="8992"/>
                  </a:cubicBezTo>
                  <a:cubicBezTo>
                    <a:pt x="1070" y="6988"/>
                    <a:pt x="819" y="5006"/>
                    <a:pt x="588" y="2990"/>
                  </a:cubicBezTo>
                  <a:lnTo>
                    <a:pt x="588" y="2990"/>
                  </a:lnTo>
                  <a:cubicBezTo>
                    <a:pt x="781" y="4028"/>
                    <a:pt x="960" y="5100"/>
                    <a:pt x="1187" y="6123"/>
                  </a:cubicBezTo>
                  <a:cubicBezTo>
                    <a:pt x="1202" y="6182"/>
                    <a:pt x="1242" y="6208"/>
                    <a:pt x="1280" y="6208"/>
                  </a:cubicBezTo>
                  <a:cubicBezTo>
                    <a:pt x="1328" y="6208"/>
                    <a:pt x="1372" y="6165"/>
                    <a:pt x="1354" y="6090"/>
                  </a:cubicBezTo>
                  <a:cubicBezTo>
                    <a:pt x="1054" y="4088"/>
                    <a:pt x="620" y="2087"/>
                    <a:pt x="220" y="85"/>
                  </a:cubicBezTo>
                  <a:cubicBezTo>
                    <a:pt x="205" y="27"/>
                    <a:pt x="158" y="1"/>
                    <a:pt x="1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26"/>
            <p:cNvSpPr/>
            <p:nvPr/>
          </p:nvSpPr>
          <p:spPr>
            <a:xfrm>
              <a:off x="1777275" y="3143525"/>
              <a:ext cx="94250" cy="91750"/>
            </a:xfrm>
            <a:custGeom>
              <a:avLst/>
              <a:gdLst/>
              <a:ahLst/>
              <a:cxnLst/>
              <a:rect l="l" t="t" r="r" b="b"/>
              <a:pathLst>
                <a:path w="3770" h="3670" extrusionOk="0">
                  <a:moveTo>
                    <a:pt x="3770" y="1"/>
                  </a:moveTo>
                  <a:lnTo>
                    <a:pt x="3770" y="1"/>
                  </a:lnTo>
                  <a:cubicBezTo>
                    <a:pt x="3203" y="1001"/>
                    <a:pt x="2302" y="1869"/>
                    <a:pt x="1235" y="2402"/>
                  </a:cubicBezTo>
                  <a:cubicBezTo>
                    <a:pt x="834" y="1835"/>
                    <a:pt x="401" y="1268"/>
                    <a:pt x="0" y="701"/>
                  </a:cubicBezTo>
                  <a:lnTo>
                    <a:pt x="0" y="701"/>
                  </a:lnTo>
                  <a:lnTo>
                    <a:pt x="2069" y="3670"/>
                  </a:lnTo>
                  <a:cubicBezTo>
                    <a:pt x="3069" y="2702"/>
                    <a:pt x="3703" y="1368"/>
                    <a:pt x="3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6"/>
            <p:cNvSpPr/>
            <p:nvPr/>
          </p:nvSpPr>
          <p:spPr>
            <a:xfrm>
              <a:off x="1776450" y="3138425"/>
              <a:ext cx="98425" cy="97900"/>
            </a:xfrm>
            <a:custGeom>
              <a:avLst/>
              <a:gdLst/>
              <a:ahLst/>
              <a:cxnLst/>
              <a:rect l="l" t="t" r="r" b="b"/>
              <a:pathLst>
                <a:path w="3937" h="3916" extrusionOk="0">
                  <a:moveTo>
                    <a:pt x="3780" y="0"/>
                  </a:moveTo>
                  <a:cubicBezTo>
                    <a:pt x="3736" y="0"/>
                    <a:pt x="3694" y="22"/>
                    <a:pt x="3669" y="71"/>
                  </a:cubicBezTo>
                  <a:cubicBezTo>
                    <a:pt x="3169" y="872"/>
                    <a:pt x="2535" y="1572"/>
                    <a:pt x="1768" y="2106"/>
                  </a:cubicBezTo>
                  <a:cubicBezTo>
                    <a:pt x="1578" y="2239"/>
                    <a:pt x="1464" y="2318"/>
                    <a:pt x="1345" y="2318"/>
                  </a:cubicBezTo>
                  <a:cubicBezTo>
                    <a:pt x="1255" y="2318"/>
                    <a:pt x="1163" y="2273"/>
                    <a:pt x="1034" y="2173"/>
                  </a:cubicBezTo>
                  <a:cubicBezTo>
                    <a:pt x="667" y="1839"/>
                    <a:pt x="367" y="1272"/>
                    <a:pt x="0" y="905"/>
                  </a:cubicBezTo>
                  <a:lnTo>
                    <a:pt x="0" y="905"/>
                  </a:lnTo>
                  <a:cubicBezTo>
                    <a:pt x="367" y="1472"/>
                    <a:pt x="734" y="2073"/>
                    <a:pt x="1168" y="2640"/>
                  </a:cubicBezTo>
                  <a:cubicBezTo>
                    <a:pt x="1192" y="2688"/>
                    <a:pt x="1216" y="2719"/>
                    <a:pt x="1267" y="2719"/>
                  </a:cubicBezTo>
                  <a:cubicBezTo>
                    <a:pt x="1286" y="2719"/>
                    <a:pt x="1308" y="2715"/>
                    <a:pt x="1334" y="2706"/>
                  </a:cubicBezTo>
                  <a:cubicBezTo>
                    <a:pt x="2223" y="2221"/>
                    <a:pt x="2982" y="1606"/>
                    <a:pt x="3557" y="824"/>
                  </a:cubicBezTo>
                  <a:lnTo>
                    <a:pt x="3557" y="824"/>
                  </a:lnTo>
                  <a:cubicBezTo>
                    <a:pt x="3451" y="1324"/>
                    <a:pt x="3292" y="1806"/>
                    <a:pt x="3036" y="2273"/>
                  </a:cubicBezTo>
                  <a:cubicBezTo>
                    <a:pt x="2735" y="2840"/>
                    <a:pt x="2268" y="3240"/>
                    <a:pt x="2002" y="3740"/>
                  </a:cubicBezTo>
                  <a:cubicBezTo>
                    <a:pt x="1919" y="3851"/>
                    <a:pt x="2019" y="3916"/>
                    <a:pt x="2113" y="3916"/>
                  </a:cubicBezTo>
                  <a:cubicBezTo>
                    <a:pt x="2132" y="3916"/>
                    <a:pt x="2151" y="3913"/>
                    <a:pt x="2168" y="3907"/>
                  </a:cubicBezTo>
                  <a:cubicBezTo>
                    <a:pt x="3346" y="3220"/>
                    <a:pt x="3850" y="1507"/>
                    <a:pt x="3932" y="246"/>
                  </a:cubicBezTo>
                  <a:lnTo>
                    <a:pt x="3932" y="246"/>
                  </a:lnTo>
                  <a:cubicBezTo>
                    <a:pt x="3933" y="243"/>
                    <a:pt x="3935" y="240"/>
                    <a:pt x="3936" y="238"/>
                  </a:cubicBezTo>
                  <a:cubicBezTo>
                    <a:pt x="3935" y="237"/>
                    <a:pt x="3934" y="237"/>
                    <a:pt x="3932" y="236"/>
                  </a:cubicBezTo>
                  <a:lnTo>
                    <a:pt x="3932" y="236"/>
                  </a:lnTo>
                  <a:cubicBezTo>
                    <a:pt x="3934" y="214"/>
                    <a:pt x="3935" y="193"/>
                    <a:pt x="3936" y="171"/>
                  </a:cubicBezTo>
                  <a:cubicBezTo>
                    <a:pt x="3936" y="66"/>
                    <a:pt x="3856" y="0"/>
                    <a:pt x="37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26"/>
            <p:cNvSpPr/>
            <p:nvPr/>
          </p:nvSpPr>
          <p:spPr>
            <a:xfrm>
              <a:off x="1782275" y="3839850"/>
              <a:ext cx="100925" cy="105950"/>
            </a:xfrm>
            <a:custGeom>
              <a:avLst/>
              <a:gdLst/>
              <a:ahLst/>
              <a:cxnLst/>
              <a:rect l="l" t="t" r="r" b="b"/>
              <a:pathLst>
                <a:path w="4037" h="4238" extrusionOk="0">
                  <a:moveTo>
                    <a:pt x="1" y="1"/>
                  </a:moveTo>
                  <a:lnTo>
                    <a:pt x="1" y="1"/>
                  </a:lnTo>
                  <a:cubicBezTo>
                    <a:pt x="801" y="1835"/>
                    <a:pt x="2269" y="3337"/>
                    <a:pt x="4037" y="4237"/>
                  </a:cubicBezTo>
                  <a:lnTo>
                    <a:pt x="3236" y="3303"/>
                  </a:lnTo>
                  <a:cubicBezTo>
                    <a:pt x="2302" y="2069"/>
                    <a:pt x="1201" y="968"/>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26"/>
            <p:cNvSpPr/>
            <p:nvPr/>
          </p:nvSpPr>
          <p:spPr>
            <a:xfrm>
              <a:off x="1771700" y="3833684"/>
              <a:ext cx="111500" cy="114150"/>
            </a:xfrm>
            <a:custGeom>
              <a:avLst/>
              <a:gdLst/>
              <a:ahLst/>
              <a:cxnLst/>
              <a:rect l="l" t="t" r="r" b="b"/>
              <a:pathLst>
                <a:path w="4460" h="4566" extrusionOk="0">
                  <a:moveTo>
                    <a:pt x="242" y="1"/>
                  </a:moveTo>
                  <a:cubicBezTo>
                    <a:pt x="112" y="1"/>
                    <a:pt x="1" y="125"/>
                    <a:pt x="75" y="249"/>
                  </a:cubicBezTo>
                  <a:cubicBezTo>
                    <a:pt x="909" y="2050"/>
                    <a:pt x="2377" y="3785"/>
                    <a:pt x="4245" y="4552"/>
                  </a:cubicBezTo>
                  <a:cubicBezTo>
                    <a:pt x="4268" y="4562"/>
                    <a:pt x="4290" y="4566"/>
                    <a:pt x="4309" y="4566"/>
                  </a:cubicBezTo>
                  <a:cubicBezTo>
                    <a:pt x="4427" y="4566"/>
                    <a:pt x="4460" y="4409"/>
                    <a:pt x="4345" y="4352"/>
                  </a:cubicBezTo>
                  <a:cubicBezTo>
                    <a:pt x="2930" y="3409"/>
                    <a:pt x="1746" y="2397"/>
                    <a:pt x="889" y="989"/>
                  </a:cubicBezTo>
                  <a:lnTo>
                    <a:pt x="889" y="989"/>
                  </a:lnTo>
                  <a:cubicBezTo>
                    <a:pt x="1754" y="1829"/>
                    <a:pt x="2532" y="2750"/>
                    <a:pt x="3411" y="3552"/>
                  </a:cubicBezTo>
                  <a:cubicBezTo>
                    <a:pt x="3433" y="3566"/>
                    <a:pt x="3460" y="3573"/>
                    <a:pt x="3487" y="3573"/>
                  </a:cubicBezTo>
                  <a:cubicBezTo>
                    <a:pt x="3585" y="3573"/>
                    <a:pt x="3689" y="3489"/>
                    <a:pt x="3611" y="3385"/>
                  </a:cubicBezTo>
                  <a:cubicBezTo>
                    <a:pt x="2811" y="2084"/>
                    <a:pt x="1543" y="1016"/>
                    <a:pt x="376" y="49"/>
                  </a:cubicBezTo>
                  <a:cubicBezTo>
                    <a:pt x="333" y="15"/>
                    <a:pt x="286" y="1"/>
                    <a:pt x="2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6"/>
            <p:cNvSpPr/>
            <p:nvPr/>
          </p:nvSpPr>
          <p:spPr>
            <a:xfrm>
              <a:off x="1831475" y="3013825"/>
              <a:ext cx="236875" cy="190275"/>
            </a:xfrm>
            <a:custGeom>
              <a:avLst/>
              <a:gdLst/>
              <a:ahLst/>
              <a:cxnLst/>
              <a:rect l="l" t="t" r="r" b="b"/>
              <a:pathLst>
                <a:path w="9475" h="7611" extrusionOk="0">
                  <a:moveTo>
                    <a:pt x="2990" y="0"/>
                  </a:moveTo>
                  <a:cubicBezTo>
                    <a:pt x="2412" y="0"/>
                    <a:pt x="1968" y="567"/>
                    <a:pt x="1635" y="1052"/>
                  </a:cubicBezTo>
                  <a:cubicBezTo>
                    <a:pt x="1368" y="1386"/>
                    <a:pt x="1168" y="1719"/>
                    <a:pt x="901" y="2086"/>
                  </a:cubicBezTo>
                  <a:cubicBezTo>
                    <a:pt x="468" y="2820"/>
                    <a:pt x="1" y="3754"/>
                    <a:pt x="501" y="4388"/>
                  </a:cubicBezTo>
                  <a:cubicBezTo>
                    <a:pt x="776" y="4702"/>
                    <a:pt x="1190" y="4808"/>
                    <a:pt x="1627" y="4808"/>
                  </a:cubicBezTo>
                  <a:cubicBezTo>
                    <a:pt x="1932" y="4808"/>
                    <a:pt x="2248" y="4757"/>
                    <a:pt x="2536" y="4688"/>
                  </a:cubicBezTo>
                  <a:lnTo>
                    <a:pt x="2536" y="4688"/>
                  </a:lnTo>
                  <a:lnTo>
                    <a:pt x="1335" y="5455"/>
                  </a:lnTo>
                  <a:cubicBezTo>
                    <a:pt x="1468" y="6223"/>
                    <a:pt x="2002" y="6923"/>
                    <a:pt x="2669" y="7290"/>
                  </a:cubicBezTo>
                  <a:cubicBezTo>
                    <a:pt x="3115" y="7519"/>
                    <a:pt x="3592" y="7610"/>
                    <a:pt x="4082" y="7610"/>
                  </a:cubicBezTo>
                  <a:cubicBezTo>
                    <a:pt x="5021" y="7610"/>
                    <a:pt x="6007" y="7274"/>
                    <a:pt x="6906" y="6923"/>
                  </a:cubicBezTo>
                  <a:cubicBezTo>
                    <a:pt x="8073" y="6456"/>
                    <a:pt x="9474" y="5689"/>
                    <a:pt x="9307" y="4421"/>
                  </a:cubicBezTo>
                  <a:cubicBezTo>
                    <a:pt x="9241" y="4021"/>
                    <a:pt x="9007" y="3654"/>
                    <a:pt x="8740" y="3254"/>
                  </a:cubicBezTo>
                  <a:cubicBezTo>
                    <a:pt x="8307" y="2587"/>
                    <a:pt x="7806" y="1920"/>
                    <a:pt x="7306" y="1286"/>
                  </a:cubicBezTo>
                  <a:cubicBezTo>
                    <a:pt x="6841" y="759"/>
                    <a:pt x="6261" y="174"/>
                    <a:pt x="5539" y="174"/>
                  </a:cubicBezTo>
                  <a:cubicBezTo>
                    <a:pt x="5484" y="174"/>
                    <a:pt x="5428" y="178"/>
                    <a:pt x="5371" y="185"/>
                  </a:cubicBezTo>
                  <a:cubicBezTo>
                    <a:pt x="4997" y="216"/>
                    <a:pt x="4624" y="422"/>
                    <a:pt x="4250" y="422"/>
                  </a:cubicBezTo>
                  <a:cubicBezTo>
                    <a:pt x="4223" y="422"/>
                    <a:pt x="4197" y="421"/>
                    <a:pt x="4170" y="418"/>
                  </a:cubicBezTo>
                  <a:cubicBezTo>
                    <a:pt x="3803" y="385"/>
                    <a:pt x="3537" y="85"/>
                    <a:pt x="3170" y="18"/>
                  </a:cubicBezTo>
                  <a:cubicBezTo>
                    <a:pt x="3108" y="6"/>
                    <a:pt x="3049" y="0"/>
                    <a:pt x="29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6"/>
            <p:cNvSpPr/>
            <p:nvPr/>
          </p:nvSpPr>
          <p:spPr>
            <a:xfrm>
              <a:off x="1820650" y="3004750"/>
              <a:ext cx="262700" cy="206550"/>
            </a:xfrm>
            <a:custGeom>
              <a:avLst/>
              <a:gdLst/>
              <a:ahLst/>
              <a:cxnLst/>
              <a:rect l="l" t="t" r="r" b="b"/>
              <a:pathLst>
                <a:path w="10508" h="8262" extrusionOk="0">
                  <a:moveTo>
                    <a:pt x="3535" y="1"/>
                  </a:moveTo>
                  <a:cubicBezTo>
                    <a:pt x="3013" y="1"/>
                    <a:pt x="2530" y="156"/>
                    <a:pt x="2001" y="781"/>
                  </a:cubicBezTo>
                  <a:cubicBezTo>
                    <a:pt x="1301" y="1615"/>
                    <a:pt x="0" y="3250"/>
                    <a:pt x="434" y="4484"/>
                  </a:cubicBezTo>
                  <a:cubicBezTo>
                    <a:pt x="693" y="5219"/>
                    <a:pt x="1317" y="5478"/>
                    <a:pt x="1988" y="5478"/>
                  </a:cubicBezTo>
                  <a:cubicBezTo>
                    <a:pt x="2351" y="5478"/>
                    <a:pt x="2729" y="5402"/>
                    <a:pt x="3069" y="5285"/>
                  </a:cubicBezTo>
                  <a:cubicBezTo>
                    <a:pt x="3336" y="5218"/>
                    <a:pt x="3302" y="4751"/>
                    <a:pt x="2969" y="4751"/>
                  </a:cubicBezTo>
                  <a:cubicBezTo>
                    <a:pt x="2669" y="4751"/>
                    <a:pt x="2402" y="4784"/>
                    <a:pt x="2102" y="4784"/>
                  </a:cubicBezTo>
                  <a:cubicBezTo>
                    <a:pt x="1268" y="3984"/>
                    <a:pt x="1101" y="3283"/>
                    <a:pt x="1668" y="2616"/>
                  </a:cubicBezTo>
                  <a:cubicBezTo>
                    <a:pt x="2068" y="1715"/>
                    <a:pt x="3002" y="982"/>
                    <a:pt x="3970" y="982"/>
                  </a:cubicBezTo>
                  <a:cubicBezTo>
                    <a:pt x="3903" y="982"/>
                    <a:pt x="5104" y="1148"/>
                    <a:pt x="5104" y="1148"/>
                  </a:cubicBezTo>
                  <a:cubicBezTo>
                    <a:pt x="5311" y="1065"/>
                    <a:pt x="5519" y="1024"/>
                    <a:pt x="5726" y="1024"/>
                  </a:cubicBezTo>
                  <a:cubicBezTo>
                    <a:pt x="6183" y="1024"/>
                    <a:pt x="6635" y="1225"/>
                    <a:pt x="7072" y="1615"/>
                  </a:cubicBezTo>
                  <a:cubicBezTo>
                    <a:pt x="7305" y="1882"/>
                    <a:pt x="7505" y="2149"/>
                    <a:pt x="7672" y="2416"/>
                  </a:cubicBezTo>
                  <a:cubicBezTo>
                    <a:pt x="8072" y="2916"/>
                    <a:pt x="8773" y="3617"/>
                    <a:pt x="8940" y="4251"/>
                  </a:cubicBezTo>
                  <a:cubicBezTo>
                    <a:pt x="9440" y="5985"/>
                    <a:pt x="7806" y="6586"/>
                    <a:pt x="6638" y="6986"/>
                  </a:cubicBezTo>
                  <a:cubicBezTo>
                    <a:pt x="5961" y="7237"/>
                    <a:pt x="5189" y="7525"/>
                    <a:pt x="4422" y="7525"/>
                  </a:cubicBezTo>
                  <a:cubicBezTo>
                    <a:pt x="4170" y="7525"/>
                    <a:pt x="3917" y="7494"/>
                    <a:pt x="3669" y="7420"/>
                  </a:cubicBezTo>
                  <a:cubicBezTo>
                    <a:pt x="2669" y="7119"/>
                    <a:pt x="2402" y="6452"/>
                    <a:pt x="1768" y="5785"/>
                  </a:cubicBezTo>
                  <a:cubicBezTo>
                    <a:pt x="1768" y="5785"/>
                    <a:pt x="1701" y="5785"/>
                    <a:pt x="1668" y="5818"/>
                  </a:cubicBezTo>
                  <a:cubicBezTo>
                    <a:pt x="1346" y="7711"/>
                    <a:pt x="2786" y="8261"/>
                    <a:pt x="4396" y="8261"/>
                  </a:cubicBezTo>
                  <a:cubicBezTo>
                    <a:pt x="5624" y="8261"/>
                    <a:pt x="6951" y="7942"/>
                    <a:pt x="7672" y="7653"/>
                  </a:cubicBezTo>
                  <a:cubicBezTo>
                    <a:pt x="8740" y="7253"/>
                    <a:pt x="9974" y="6586"/>
                    <a:pt x="10241" y="5385"/>
                  </a:cubicBezTo>
                  <a:cubicBezTo>
                    <a:pt x="10508" y="4050"/>
                    <a:pt x="9173" y="2750"/>
                    <a:pt x="8439" y="1816"/>
                  </a:cubicBezTo>
                  <a:cubicBezTo>
                    <a:pt x="7594" y="775"/>
                    <a:pt x="6939" y="146"/>
                    <a:pt x="5577" y="146"/>
                  </a:cubicBezTo>
                  <a:cubicBezTo>
                    <a:pt x="5542" y="146"/>
                    <a:pt x="5507" y="147"/>
                    <a:pt x="5471" y="148"/>
                  </a:cubicBezTo>
                  <a:cubicBezTo>
                    <a:pt x="5404" y="151"/>
                    <a:pt x="5339" y="152"/>
                    <a:pt x="5275" y="152"/>
                  </a:cubicBezTo>
                  <a:cubicBezTo>
                    <a:pt x="4602" y="152"/>
                    <a:pt x="4050" y="1"/>
                    <a:pt x="35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26"/>
            <p:cNvSpPr/>
            <p:nvPr/>
          </p:nvSpPr>
          <p:spPr>
            <a:xfrm>
              <a:off x="1707225" y="3772850"/>
              <a:ext cx="95375" cy="84375"/>
            </a:xfrm>
            <a:custGeom>
              <a:avLst/>
              <a:gdLst/>
              <a:ahLst/>
              <a:cxnLst/>
              <a:rect l="l" t="t" r="r" b="b"/>
              <a:pathLst>
                <a:path w="3815" h="3375" extrusionOk="0">
                  <a:moveTo>
                    <a:pt x="436" y="0"/>
                  </a:moveTo>
                  <a:cubicBezTo>
                    <a:pt x="329" y="0"/>
                    <a:pt x="226" y="44"/>
                    <a:pt x="201" y="146"/>
                  </a:cubicBezTo>
                  <a:cubicBezTo>
                    <a:pt x="0" y="813"/>
                    <a:pt x="634" y="1580"/>
                    <a:pt x="1035" y="2047"/>
                  </a:cubicBezTo>
                  <a:cubicBezTo>
                    <a:pt x="1635" y="2681"/>
                    <a:pt x="2335" y="3081"/>
                    <a:pt x="3136" y="3348"/>
                  </a:cubicBezTo>
                  <a:cubicBezTo>
                    <a:pt x="3185" y="3366"/>
                    <a:pt x="3234" y="3374"/>
                    <a:pt x="3281" y="3374"/>
                  </a:cubicBezTo>
                  <a:cubicBezTo>
                    <a:pt x="3584" y="3374"/>
                    <a:pt x="3814" y="3032"/>
                    <a:pt x="3670" y="2714"/>
                  </a:cubicBezTo>
                  <a:cubicBezTo>
                    <a:pt x="3336" y="2047"/>
                    <a:pt x="2936" y="1480"/>
                    <a:pt x="2369" y="913"/>
                  </a:cubicBezTo>
                  <a:cubicBezTo>
                    <a:pt x="1835" y="413"/>
                    <a:pt x="1335" y="179"/>
                    <a:pt x="634" y="12"/>
                  </a:cubicBezTo>
                  <a:lnTo>
                    <a:pt x="534" y="12"/>
                  </a:lnTo>
                  <a:cubicBezTo>
                    <a:pt x="503" y="4"/>
                    <a:pt x="469" y="0"/>
                    <a:pt x="4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6"/>
            <p:cNvSpPr/>
            <p:nvPr/>
          </p:nvSpPr>
          <p:spPr>
            <a:xfrm>
              <a:off x="1801450" y="2590850"/>
              <a:ext cx="45900" cy="113275"/>
            </a:xfrm>
            <a:custGeom>
              <a:avLst/>
              <a:gdLst/>
              <a:ahLst/>
              <a:cxnLst/>
              <a:rect l="l" t="t" r="r" b="b"/>
              <a:pathLst>
                <a:path w="1836" h="4531" extrusionOk="0">
                  <a:moveTo>
                    <a:pt x="712" y="0"/>
                  </a:moveTo>
                  <a:cubicBezTo>
                    <a:pt x="668" y="0"/>
                    <a:pt x="621" y="19"/>
                    <a:pt x="568" y="58"/>
                  </a:cubicBezTo>
                  <a:cubicBezTo>
                    <a:pt x="1" y="425"/>
                    <a:pt x="1" y="1393"/>
                    <a:pt x="34" y="1993"/>
                  </a:cubicBezTo>
                  <a:cubicBezTo>
                    <a:pt x="68" y="2827"/>
                    <a:pt x="368" y="3628"/>
                    <a:pt x="835" y="4328"/>
                  </a:cubicBezTo>
                  <a:cubicBezTo>
                    <a:pt x="925" y="4463"/>
                    <a:pt x="1076" y="4531"/>
                    <a:pt x="1220" y="4531"/>
                  </a:cubicBezTo>
                  <a:cubicBezTo>
                    <a:pt x="1397" y="4531"/>
                    <a:pt x="1565" y="4430"/>
                    <a:pt x="1602" y="4228"/>
                  </a:cubicBezTo>
                  <a:cubicBezTo>
                    <a:pt x="1769" y="3494"/>
                    <a:pt x="1835" y="2760"/>
                    <a:pt x="1735" y="1993"/>
                  </a:cubicBezTo>
                  <a:cubicBezTo>
                    <a:pt x="1602" y="1259"/>
                    <a:pt x="1402" y="759"/>
                    <a:pt x="935" y="158"/>
                  </a:cubicBezTo>
                  <a:lnTo>
                    <a:pt x="901" y="125"/>
                  </a:lnTo>
                  <a:cubicBezTo>
                    <a:pt x="841" y="44"/>
                    <a:pt x="780" y="0"/>
                    <a:pt x="7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26"/>
            <p:cNvSpPr/>
            <p:nvPr/>
          </p:nvSpPr>
          <p:spPr>
            <a:xfrm>
              <a:off x="1800625" y="2360475"/>
              <a:ext cx="352775" cy="485075"/>
            </a:xfrm>
            <a:custGeom>
              <a:avLst/>
              <a:gdLst/>
              <a:ahLst/>
              <a:cxnLst/>
              <a:rect l="l" t="t" r="r" b="b"/>
              <a:pathLst>
                <a:path w="14111" h="19403" extrusionOk="0">
                  <a:moveTo>
                    <a:pt x="2269" y="0"/>
                  </a:moveTo>
                  <a:cubicBezTo>
                    <a:pt x="1835" y="0"/>
                    <a:pt x="1401" y="300"/>
                    <a:pt x="1268" y="701"/>
                  </a:cubicBezTo>
                  <a:cubicBezTo>
                    <a:pt x="1244" y="807"/>
                    <a:pt x="1251" y="916"/>
                    <a:pt x="1282" y="1020"/>
                  </a:cubicBezTo>
                  <a:lnTo>
                    <a:pt x="1282" y="1020"/>
                  </a:lnTo>
                  <a:cubicBezTo>
                    <a:pt x="1229" y="1013"/>
                    <a:pt x="1176" y="1009"/>
                    <a:pt x="1123" y="1009"/>
                  </a:cubicBezTo>
                  <a:cubicBezTo>
                    <a:pt x="875" y="1009"/>
                    <a:pt x="624" y="1091"/>
                    <a:pt x="434" y="1268"/>
                  </a:cubicBezTo>
                  <a:cubicBezTo>
                    <a:pt x="0" y="1701"/>
                    <a:pt x="134" y="2535"/>
                    <a:pt x="668" y="2802"/>
                  </a:cubicBezTo>
                  <a:lnTo>
                    <a:pt x="1811" y="2802"/>
                  </a:lnTo>
                  <a:cubicBezTo>
                    <a:pt x="1211" y="3008"/>
                    <a:pt x="774" y="3807"/>
                    <a:pt x="901" y="4470"/>
                  </a:cubicBezTo>
                  <a:cubicBezTo>
                    <a:pt x="1068" y="5337"/>
                    <a:pt x="1768" y="6004"/>
                    <a:pt x="2436" y="6605"/>
                  </a:cubicBezTo>
                  <a:cubicBezTo>
                    <a:pt x="1502" y="8006"/>
                    <a:pt x="2302" y="10174"/>
                    <a:pt x="3937" y="10674"/>
                  </a:cubicBezTo>
                  <a:cubicBezTo>
                    <a:pt x="3269" y="11775"/>
                    <a:pt x="3269" y="13210"/>
                    <a:pt x="3937" y="14344"/>
                  </a:cubicBezTo>
                  <a:cubicBezTo>
                    <a:pt x="4588" y="15419"/>
                    <a:pt x="5782" y="16113"/>
                    <a:pt x="7050" y="16113"/>
                  </a:cubicBezTo>
                  <a:cubicBezTo>
                    <a:pt x="7079" y="16113"/>
                    <a:pt x="7109" y="16112"/>
                    <a:pt x="7139" y="16112"/>
                  </a:cubicBezTo>
                  <a:cubicBezTo>
                    <a:pt x="7439" y="17012"/>
                    <a:pt x="7773" y="17980"/>
                    <a:pt x="8440" y="18647"/>
                  </a:cubicBezTo>
                  <a:cubicBezTo>
                    <a:pt x="8885" y="19092"/>
                    <a:pt x="9537" y="19403"/>
                    <a:pt x="10169" y="19403"/>
                  </a:cubicBezTo>
                  <a:cubicBezTo>
                    <a:pt x="10486" y="19403"/>
                    <a:pt x="10797" y="19325"/>
                    <a:pt x="11075" y="19147"/>
                  </a:cubicBezTo>
                  <a:cubicBezTo>
                    <a:pt x="11642" y="18780"/>
                    <a:pt x="11942" y="18046"/>
                    <a:pt x="12142" y="17379"/>
                  </a:cubicBezTo>
                  <a:cubicBezTo>
                    <a:pt x="12509" y="16449"/>
                    <a:pt x="12804" y="15281"/>
                    <a:pt x="12323" y="14458"/>
                  </a:cubicBezTo>
                  <a:lnTo>
                    <a:pt x="12323" y="14458"/>
                  </a:lnTo>
                  <a:cubicBezTo>
                    <a:pt x="12481" y="14415"/>
                    <a:pt x="12599" y="14306"/>
                    <a:pt x="12676" y="14177"/>
                  </a:cubicBezTo>
                  <a:cubicBezTo>
                    <a:pt x="14111" y="12676"/>
                    <a:pt x="14010" y="10041"/>
                    <a:pt x="12576" y="8606"/>
                  </a:cubicBezTo>
                  <a:cubicBezTo>
                    <a:pt x="12443" y="8473"/>
                    <a:pt x="12276" y="8339"/>
                    <a:pt x="12276" y="8139"/>
                  </a:cubicBezTo>
                  <a:cubicBezTo>
                    <a:pt x="12243" y="7939"/>
                    <a:pt x="12343" y="7772"/>
                    <a:pt x="12476" y="7606"/>
                  </a:cubicBezTo>
                  <a:cubicBezTo>
                    <a:pt x="13076" y="6538"/>
                    <a:pt x="12743" y="5170"/>
                    <a:pt x="11976" y="4270"/>
                  </a:cubicBezTo>
                  <a:cubicBezTo>
                    <a:pt x="11242" y="3336"/>
                    <a:pt x="10108" y="2769"/>
                    <a:pt x="9007" y="2302"/>
                  </a:cubicBezTo>
                  <a:cubicBezTo>
                    <a:pt x="8536" y="2066"/>
                    <a:pt x="7987" y="1857"/>
                    <a:pt x="7451" y="1857"/>
                  </a:cubicBezTo>
                  <a:cubicBezTo>
                    <a:pt x="7380" y="1857"/>
                    <a:pt x="7309" y="1860"/>
                    <a:pt x="7239" y="1868"/>
                  </a:cubicBezTo>
                  <a:cubicBezTo>
                    <a:pt x="6605" y="1968"/>
                    <a:pt x="6005" y="2535"/>
                    <a:pt x="6138" y="3136"/>
                  </a:cubicBezTo>
                  <a:cubicBezTo>
                    <a:pt x="5771" y="1868"/>
                    <a:pt x="4670" y="1001"/>
                    <a:pt x="3503" y="367"/>
                  </a:cubicBezTo>
                  <a:cubicBezTo>
                    <a:pt x="3136" y="167"/>
                    <a:pt x="2736" y="0"/>
                    <a:pt x="22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6"/>
            <p:cNvSpPr/>
            <p:nvPr/>
          </p:nvSpPr>
          <p:spPr>
            <a:xfrm>
              <a:off x="1781475" y="2349775"/>
              <a:ext cx="379425" cy="509725"/>
            </a:xfrm>
            <a:custGeom>
              <a:avLst/>
              <a:gdLst/>
              <a:ahLst/>
              <a:cxnLst/>
              <a:rect l="l" t="t" r="r" b="b"/>
              <a:pathLst>
                <a:path w="15177" h="20389" extrusionOk="0">
                  <a:moveTo>
                    <a:pt x="4090" y="1421"/>
                  </a:moveTo>
                  <a:cubicBezTo>
                    <a:pt x="4342" y="1421"/>
                    <a:pt x="4607" y="1504"/>
                    <a:pt x="5036" y="1829"/>
                  </a:cubicBezTo>
                  <a:cubicBezTo>
                    <a:pt x="5737" y="2396"/>
                    <a:pt x="6170" y="2796"/>
                    <a:pt x="6504" y="3730"/>
                  </a:cubicBezTo>
                  <a:cubicBezTo>
                    <a:pt x="6593" y="3953"/>
                    <a:pt x="6780" y="4056"/>
                    <a:pt x="6964" y="4056"/>
                  </a:cubicBezTo>
                  <a:cubicBezTo>
                    <a:pt x="7195" y="4056"/>
                    <a:pt x="7419" y="3894"/>
                    <a:pt x="7438" y="3597"/>
                  </a:cubicBezTo>
                  <a:cubicBezTo>
                    <a:pt x="7483" y="3088"/>
                    <a:pt x="7806" y="2896"/>
                    <a:pt x="8261" y="2896"/>
                  </a:cubicBezTo>
                  <a:cubicBezTo>
                    <a:pt x="9478" y="2896"/>
                    <a:pt x="11644" y="4267"/>
                    <a:pt x="12008" y="4631"/>
                  </a:cubicBezTo>
                  <a:cubicBezTo>
                    <a:pt x="12508" y="5065"/>
                    <a:pt x="12808" y="5565"/>
                    <a:pt x="12875" y="6166"/>
                  </a:cubicBezTo>
                  <a:cubicBezTo>
                    <a:pt x="13175" y="6799"/>
                    <a:pt x="13109" y="7433"/>
                    <a:pt x="12708" y="8067"/>
                  </a:cubicBezTo>
                  <a:cubicBezTo>
                    <a:pt x="12708" y="8234"/>
                    <a:pt x="12575" y="8334"/>
                    <a:pt x="12575" y="8501"/>
                  </a:cubicBezTo>
                  <a:cubicBezTo>
                    <a:pt x="12675" y="9001"/>
                    <a:pt x="13042" y="9334"/>
                    <a:pt x="13342" y="9768"/>
                  </a:cubicBezTo>
                  <a:cubicBezTo>
                    <a:pt x="13776" y="10469"/>
                    <a:pt x="14076" y="11169"/>
                    <a:pt x="14043" y="12070"/>
                  </a:cubicBezTo>
                  <a:cubicBezTo>
                    <a:pt x="14009" y="12403"/>
                    <a:pt x="13909" y="12670"/>
                    <a:pt x="13876" y="13004"/>
                  </a:cubicBezTo>
                  <a:cubicBezTo>
                    <a:pt x="13338" y="13370"/>
                    <a:pt x="13077" y="13708"/>
                    <a:pt x="13104" y="14009"/>
                  </a:cubicBezTo>
                  <a:lnTo>
                    <a:pt x="13104" y="14009"/>
                  </a:lnTo>
                  <a:cubicBezTo>
                    <a:pt x="13026" y="13957"/>
                    <a:pt x="12939" y="13933"/>
                    <a:pt x="12852" y="13933"/>
                  </a:cubicBezTo>
                  <a:cubicBezTo>
                    <a:pt x="12549" y="13933"/>
                    <a:pt x="12231" y="14211"/>
                    <a:pt x="12208" y="14538"/>
                  </a:cubicBezTo>
                  <a:cubicBezTo>
                    <a:pt x="12175" y="15188"/>
                    <a:pt x="12375" y="15444"/>
                    <a:pt x="12671" y="15465"/>
                  </a:cubicBezTo>
                  <a:lnTo>
                    <a:pt x="12671" y="15465"/>
                  </a:lnTo>
                  <a:cubicBezTo>
                    <a:pt x="12876" y="16291"/>
                    <a:pt x="12605" y="17466"/>
                    <a:pt x="12208" y="18074"/>
                  </a:cubicBezTo>
                  <a:cubicBezTo>
                    <a:pt x="11934" y="18476"/>
                    <a:pt x="11300" y="18688"/>
                    <a:pt x="10679" y="18688"/>
                  </a:cubicBezTo>
                  <a:cubicBezTo>
                    <a:pt x="10165" y="18688"/>
                    <a:pt x="9659" y="18543"/>
                    <a:pt x="9373" y="18241"/>
                  </a:cubicBezTo>
                  <a:cubicBezTo>
                    <a:pt x="8906" y="17774"/>
                    <a:pt x="8672" y="16940"/>
                    <a:pt x="8439" y="16339"/>
                  </a:cubicBezTo>
                  <a:cubicBezTo>
                    <a:pt x="8372" y="16139"/>
                    <a:pt x="8205" y="15973"/>
                    <a:pt x="7938" y="15973"/>
                  </a:cubicBezTo>
                  <a:cubicBezTo>
                    <a:pt x="5503" y="15906"/>
                    <a:pt x="4069" y="13571"/>
                    <a:pt x="5103" y="11269"/>
                  </a:cubicBezTo>
                  <a:cubicBezTo>
                    <a:pt x="5236" y="10969"/>
                    <a:pt x="5103" y="10735"/>
                    <a:pt x="4869" y="10635"/>
                  </a:cubicBezTo>
                  <a:cubicBezTo>
                    <a:pt x="3435" y="10068"/>
                    <a:pt x="2935" y="8467"/>
                    <a:pt x="3568" y="7166"/>
                  </a:cubicBezTo>
                  <a:cubicBezTo>
                    <a:pt x="3669" y="7066"/>
                    <a:pt x="3669" y="6833"/>
                    <a:pt x="3535" y="6733"/>
                  </a:cubicBezTo>
                  <a:cubicBezTo>
                    <a:pt x="3335" y="6566"/>
                    <a:pt x="3101" y="6332"/>
                    <a:pt x="2901" y="6166"/>
                  </a:cubicBezTo>
                  <a:cubicBezTo>
                    <a:pt x="2101" y="5498"/>
                    <a:pt x="2234" y="4598"/>
                    <a:pt x="3202" y="3397"/>
                  </a:cubicBezTo>
                  <a:cubicBezTo>
                    <a:pt x="3402" y="3397"/>
                    <a:pt x="3402" y="3063"/>
                    <a:pt x="3168" y="3030"/>
                  </a:cubicBezTo>
                  <a:cubicBezTo>
                    <a:pt x="3065" y="3020"/>
                    <a:pt x="2968" y="3015"/>
                    <a:pt x="2875" y="3015"/>
                  </a:cubicBezTo>
                  <a:cubicBezTo>
                    <a:pt x="2457" y="3015"/>
                    <a:pt x="2146" y="3117"/>
                    <a:pt x="1924" y="3290"/>
                  </a:cubicBezTo>
                  <a:lnTo>
                    <a:pt x="1924" y="3290"/>
                  </a:lnTo>
                  <a:cubicBezTo>
                    <a:pt x="1920" y="3238"/>
                    <a:pt x="1903" y="3183"/>
                    <a:pt x="1867" y="3130"/>
                  </a:cubicBezTo>
                  <a:cubicBezTo>
                    <a:pt x="2087" y="2848"/>
                    <a:pt x="2306" y="2625"/>
                    <a:pt x="2525" y="2350"/>
                  </a:cubicBezTo>
                  <a:lnTo>
                    <a:pt x="2525" y="2350"/>
                  </a:lnTo>
                  <a:cubicBezTo>
                    <a:pt x="2630" y="2387"/>
                    <a:pt x="2745" y="2414"/>
                    <a:pt x="2868" y="2430"/>
                  </a:cubicBezTo>
                  <a:cubicBezTo>
                    <a:pt x="2880" y="2431"/>
                    <a:pt x="2892" y="2431"/>
                    <a:pt x="2903" y="2431"/>
                  </a:cubicBezTo>
                  <a:cubicBezTo>
                    <a:pt x="3278" y="2431"/>
                    <a:pt x="3428" y="1920"/>
                    <a:pt x="3202" y="1629"/>
                  </a:cubicBezTo>
                  <a:cubicBezTo>
                    <a:pt x="3162" y="1586"/>
                    <a:pt x="3122" y="1545"/>
                    <a:pt x="3081" y="1508"/>
                  </a:cubicBezTo>
                  <a:lnTo>
                    <a:pt x="3081" y="1508"/>
                  </a:lnTo>
                  <a:cubicBezTo>
                    <a:pt x="3115" y="1509"/>
                    <a:pt x="3149" y="1509"/>
                    <a:pt x="3181" y="1509"/>
                  </a:cubicBezTo>
                  <a:cubicBezTo>
                    <a:pt x="3582" y="1509"/>
                    <a:pt x="3829" y="1421"/>
                    <a:pt x="4090" y="1421"/>
                  </a:cubicBezTo>
                  <a:close/>
                  <a:moveTo>
                    <a:pt x="3357" y="0"/>
                  </a:moveTo>
                  <a:cubicBezTo>
                    <a:pt x="3090" y="0"/>
                    <a:pt x="2825" y="50"/>
                    <a:pt x="2568" y="161"/>
                  </a:cubicBezTo>
                  <a:cubicBezTo>
                    <a:pt x="2068" y="373"/>
                    <a:pt x="1798" y="721"/>
                    <a:pt x="1725" y="1082"/>
                  </a:cubicBezTo>
                  <a:lnTo>
                    <a:pt x="1725" y="1082"/>
                  </a:lnTo>
                  <a:cubicBezTo>
                    <a:pt x="656" y="1323"/>
                    <a:pt x="1" y="2827"/>
                    <a:pt x="1400" y="3597"/>
                  </a:cubicBezTo>
                  <a:cubicBezTo>
                    <a:pt x="1456" y="3628"/>
                    <a:pt x="1514" y="3642"/>
                    <a:pt x="1570" y="3642"/>
                  </a:cubicBezTo>
                  <a:cubicBezTo>
                    <a:pt x="1591" y="3642"/>
                    <a:pt x="1613" y="3640"/>
                    <a:pt x="1634" y="3636"/>
                  </a:cubicBezTo>
                  <a:lnTo>
                    <a:pt x="1634" y="3636"/>
                  </a:lnTo>
                  <a:cubicBezTo>
                    <a:pt x="1215" y="4412"/>
                    <a:pt x="1608" y="5736"/>
                    <a:pt x="2167" y="6532"/>
                  </a:cubicBezTo>
                  <a:cubicBezTo>
                    <a:pt x="2835" y="7466"/>
                    <a:pt x="2301" y="7900"/>
                    <a:pt x="2501" y="9034"/>
                  </a:cubicBezTo>
                  <a:cubicBezTo>
                    <a:pt x="2678" y="10068"/>
                    <a:pt x="3300" y="10840"/>
                    <a:pt x="4158" y="11305"/>
                  </a:cubicBezTo>
                  <a:lnTo>
                    <a:pt x="4158" y="11305"/>
                  </a:lnTo>
                  <a:cubicBezTo>
                    <a:pt x="3447" y="13111"/>
                    <a:pt x="3796" y="15127"/>
                    <a:pt x="5503" y="16306"/>
                  </a:cubicBezTo>
                  <a:cubicBezTo>
                    <a:pt x="6104" y="16773"/>
                    <a:pt x="7071" y="16773"/>
                    <a:pt x="7605" y="17240"/>
                  </a:cubicBezTo>
                  <a:cubicBezTo>
                    <a:pt x="8238" y="17807"/>
                    <a:pt x="8339" y="19041"/>
                    <a:pt x="9072" y="19642"/>
                  </a:cubicBezTo>
                  <a:cubicBezTo>
                    <a:pt x="9690" y="20166"/>
                    <a:pt x="10297" y="20389"/>
                    <a:pt x="10863" y="20389"/>
                  </a:cubicBezTo>
                  <a:cubicBezTo>
                    <a:pt x="13016" y="20389"/>
                    <a:pt x="14564" y="17165"/>
                    <a:pt x="13726" y="14976"/>
                  </a:cubicBezTo>
                  <a:lnTo>
                    <a:pt x="13726" y="14976"/>
                  </a:lnTo>
                  <a:cubicBezTo>
                    <a:pt x="14109" y="14662"/>
                    <a:pt x="14448" y="14262"/>
                    <a:pt x="14576" y="13971"/>
                  </a:cubicBezTo>
                  <a:cubicBezTo>
                    <a:pt x="15043" y="13037"/>
                    <a:pt x="15177" y="11903"/>
                    <a:pt x="14910" y="10869"/>
                  </a:cubicBezTo>
                  <a:cubicBezTo>
                    <a:pt x="14676" y="9768"/>
                    <a:pt x="13842" y="8968"/>
                    <a:pt x="13876" y="7933"/>
                  </a:cubicBezTo>
                  <a:cubicBezTo>
                    <a:pt x="13909" y="6799"/>
                    <a:pt x="14109" y="6032"/>
                    <a:pt x="13542" y="4965"/>
                  </a:cubicBezTo>
                  <a:cubicBezTo>
                    <a:pt x="12875" y="3864"/>
                    <a:pt x="11741" y="3130"/>
                    <a:pt x="10607" y="2563"/>
                  </a:cubicBezTo>
                  <a:cubicBezTo>
                    <a:pt x="9914" y="2209"/>
                    <a:pt x="9022" y="1897"/>
                    <a:pt x="8247" y="1897"/>
                  </a:cubicBezTo>
                  <a:cubicBezTo>
                    <a:pt x="7704" y="1897"/>
                    <a:pt x="7218" y="2050"/>
                    <a:pt x="6896" y="2447"/>
                  </a:cubicBezTo>
                  <a:lnTo>
                    <a:pt x="6896" y="2447"/>
                  </a:lnTo>
                  <a:cubicBezTo>
                    <a:pt x="6097" y="1260"/>
                    <a:pt x="4697" y="0"/>
                    <a:pt x="33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6"/>
            <p:cNvSpPr/>
            <p:nvPr/>
          </p:nvSpPr>
          <p:spPr>
            <a:xfrm>
              <a:off x="1756425" y="3047575"/>
              <a:ext cx="58050" cy="292825"/>
            </a:xfrm>
            <a:custGeom>
              <a:avLst/>
              <a:gdLst/>
              <a:ahLst/>
              <a:cxnLst/>
              <a:rect l="l" t="t" r="r" b="b"/>
              <a:pathLst>
                <a:path w="2322" h="11713" extrusionOk="0">
                  <a:moveTo>
                    <a:pt x="1235" y="1"/>
                  </a:moveTo>
                  <a:cubicBezTo>
                    <a:pt x="1167" y="1"/>
                    <a:pt x="1095" y="41"/>
                    <a:pt x="1068" y="136"/>
                  </a:cubicBezTo>
                  <a:cubicBezTo>
                    <a:pt x="1" y="4005"/>
                    <a:pt x="1468" y="7741"/>
                    <a:pt x="2002" y="11577"/>
                  </a:cubicBezTo>
                  <a:cubicBezTo>
                    <a:pt x="2016" y="11673"/>
                    <a:pt x="2074" y="11712"/>
                    <a:pt x="2135" y="11712"/>
                  </a:cubicBezTo>
                  <a:cubicBezTo>
                    <a:pt x="2225" y="11712"/>
                    <a:pt x="2322" y="11629"/>
                    <a:pt x="2302" y="11511"/>
                  </a:cubicBezTo>
                  <a:cubicBezTo>
                    <a:pt x="1735" y="7708"/>
                    <a:pt x="334" y="4039"/>
                    <a:pt x="1368" y="203"/>
                  </a:cubicBezTo>
                  <a:cubicBezTo>
                    <a:pt x="1427" y="84"/>
                    <a:pt x="1335" y="1"/>
                    <a:pt x="1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26"/>
            <p:cNvSpPr/>
            <p:nvPr/>
          </p:nvSpPr>
          <p:spPr>
            <a:xfrm>
              <a:off x="1812300" y="3217300"/>
              <a:ext cx="90925" cy="935000"/>
            </a:xfrm>
            <a:custGeom>
              <a:avLst/>
              <a:gdLst/>
              <a:ahLst/>
              <a:cxnLst/>
              <a:rect l="l" t="t" r="r" b="b"/>
              <a:pathLst>
                <a:path w="3637" h="37400" extrusionOk="0">
                  <a:moveTo>
                    <a:pt x="169" y="1"/>
                  </a:moveTo>
                  <a:cubicBezTo>
                    <a:pt x="89" y="1"/>
                    <a:pt x="0" y="59"/>
                    <a:pt x="0" y="185"/>
                  </a:cubicBezTo>
                  <a:cubicBezTo>
                    <a:pt x="301" y="6590"/>
                    <a:pt x="2302" y="12761"/>
                    <a:pt x="2802" y="19132"/>
                  </a:cubicBezTo>
                  <a:cubicBezTo>
                    <a:pt x="3269" y="25236"/>
                    <a:pt x="1235" y="31274"/>
                    <a:pt x="2302" y="37278"/>
                  </a:cubicBezTo>
                  <a:cubicBezTo>
                    <a:pt x="2316" y="37362"/>
                    <a:pt x="2377" y="37399"/>
                    <a:pt x="2440" y="37399"/>
                  </a:cubicBezTo>
                  <a:cubicBezTo>
                    <a:pt x="2528" y="37399"/>
                    <a:pt x="2622" y="37328"/>
                    <a:pt x="2602" y="37212"/>
                  </a:cubicBezTo>
                  <a:cubicBezTo>
                    <a:pt x="1435" y="30940"/>
                    <a:pt x="3636" y="24636"/>
                    <a:pt x="3003" y="18365"/>
                  </a:cubicBezTo>
                  <a:cubicBezTo>
                    <a:pt x="2436" y="12227"/>
                    <a:pt x="601" y="6289"/>
                    <a:pt x="301" y="118"/>
                  </a:cubicBezTo>
                  <a:cubicBezTo>
                    <a:pt x="301" y="42"/>
                    <a:pt x="238"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26"/>
            <p:cNvSpPr/>
            <p:nvPr/>
          </p:nvSpPr>
          <p:spPr>
            <a:xfrm>
              <a:off x="1883600" y="3954475"/>
              <a:ext cx="28450" cy="135175"/>
            </a:xfrm>
            <a:custGeom>
              <a:avLst/>
              <a:gdLst/>
              <a:ahLst/>
              <a:cxnLst/>
              <a:rect l="l" t="t" r="r" b="b"/>
              <a:pathLst>
                <a:path w="1138" h="5407" extrusionOk="0">
                  <a:moveTo>
                    <a:pt x="964" y="1"/>
                  </a:moveTo>
                  <a:cubicBezTo>
                    <a:pt x="905" y="1"/>
                    <a:pt x="845" y="38"/>
                    <a:pt x="818" y="119"/>
                  </a:cubicBezTo>
                  <a:cubicBezTo>
                    <a:pt x="317" y="1787"/>
                    <a:pt x="17" y="3488"/>
                    <a:pt x="17" y="5256"/>
                  </a:cubicBezTo>
                  <a:cubicBezTo>
                    <a:pt x="0" y="5356"/>
                    <a:pt x="76" y="5406"/>
                    <a:pt x="155" y="5406"/>
                  </a:cubicBezTo>
                  <a:cubicBezTo>
                    <a:pt x="234" y="5406"/>
                    <a:pt x="317" y="5356"/>
                    <a:pt x="317" y="5256"/>
                  </a:cubicBezTo>
                  <a:cubicBezTo>
                    <a:pt x="351" y="3555"/>
                    <a:pt x="618" y="1820"/>
                    <a:pt x="1118" y="219"/>
                  </a:cubicBezTo>
                  <a:cubicBezTo>
                    <a:pt x="1138" y="81"/>
                    <a:pt x="1052" y="1"/>
                    <a:pt x="9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26"/>
            <p:cNvSpPr/>
            <p:nvPr/>
          </p:nvSpPr>
          <p:spPr>
            <a:xfrm>
              <a:off x="1808850" y="3868150"/>
              <a:ext cx="42525" cy="61025"/>
            </a:xfrm>
            <a:custGeom>
              <a:avLst/>
              <a:gdLst/>
              <a:ahLst/>
              <a:cxnLst/>
              <a:rect l="l" t="t" r="r" b="b"/>
              <a:pathLst>
                <a:path w="1701" h="2441" extrusionOk="0">
                  <a:moveTo>
                    <a:pt x="209" y="1"/>
                  </a:moveTo>
                  <a:cubicBezTo>
                    <a:pt x="114" y="1"/>
                    <a:pt x="1" y="119"/>
                    <a:pt x="72" y="236"/>
                  </a:cubicBezTo>
                  <a:cubicBezTo>
                    <a:pt x="439" y="1004"/>
                    <a:pt x="906" y="1671"/>
                    <a:pt x="1373" y="2371"/>
                  </a:cubicBezTo>
                  <a:cubicBezTo>
                    <a:pt x="1402" y="2420"/>
                    <a:pt x="1446" y="2440"/>
                    <a:pt x="1489" y="2440"/>
                  </a:cubicBezTo>
                  <a:cubicBezTo>
                    <a:pt x="1595" y="2440"/>
                    <a:pt x="1701" y="2322"/>
                    <a:pt x="1606" y="2205"/>
                  </a:cubicBezTo>
                  <a:cubicBezTo>
                    <a:pt x="1139" y="1537"/>
                    <a:pt x="706" y="837"/>
                    <a:pt x="305" y="70"/>
                  </a:cubicBezTo>
                  <a:cubicBezTo>
                    <a:pt x="286" y="21"/>
                    <a:pt x="249" y="1"/>
                    <a:pt x="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26"/>
            <p:cNvSpPr/>
            <p:nvPr/>
          </p:nvSpPr>
          <p:spPr>
            <a:xfrm>
              <a:off x="1812300" y="2869600"/>
              <a:ext cx="38475" cy="59225"/>
            </a:xfrm>
            <a:custGeom>
              <a:avLst/>
              <a:gdLst/>
              <a:ahLst/>
              <a:cxnLst/>
              <a:rect l="l" t="t" r="r" b="b"/>
              <a:pathLst>
                <a:path w="1539" h="2369" extrusionOk="0">
                  <a:moveTo>
                    <a:pt x="1061" y="0"/>
                  </a:moveTo>
                  <a:cubicBezTo>
                    <a:pt x="1007" y="0"/>
                    <a:pt x="957" y="26"/>
                    <a:pt x="934" y="83"/>
                  </a:cubicBezTo>
                  <a:cubicBezTo>
                    <a:pt x="634" y="617"/>
                    <a:pt x="0" y="1351"/>
                    <a:pt x="401" y="2018"/>
                  </a:cubicBezTo>
                  <a:cubicBezTo>
                    <a:pt x="504" y="2242"/>
                    <a:pt x="733" y="2368"/>
                    <a:pt x="958" y="2368"/>
                  </a:cubicBezTo>
                  <a:cubicBezTo>
                    <a:pt x="1167" y="2368"/>
                    <a:pt x="1372" y="2259"/>
                    <a:pt x="1468" y="2018"/>
                  </a:cubicBezTo>
                  <a:cubicBezTo>
                    <a:pt x="1539" y="1900"/>
                    <a:pt x="1410" y="1782"/>
                    <a:pt x="1316" y="1782"/>
                  </a:cubicBezTo>
                  <a:cubicBezTo>
                    <a:pt x="1277" y="1782"/>
                    <a:pt x="1244" y="1802"/>
                    <a:pt x="1235" y="1851"/>
                  </a:cubicBezTo>
                  <a:cubicBezTo>
                    <a:pt x="1182" y="1983"/>
                    <a:pt x="1092" y="2037"/>
                    <a:pt x="997" y="2037"/>
                  </a:cubicBezTo>
                  <a:cubicBezTo>
                    <a:pt x="852" y="2037"/>
                    <a:pt x="695" y="1912"/>
                    <a:pt x="634" y="1751"/>
                  </a:cubicBezTo>
                  <a:cubicBezTo>
                    <a:pt x="601" y="1517"/>
                    <a:pt x="634" y="1317"/>
                    <a:pt x="734" y="1151"/>
                  </a:cubicBezTo>
                  <a:cubicBezTo>
                    <a:pt x="834" y="817"/>
                    <a:pt x="1068" y="517"/>
                    <a:pt x="1235" y="250"/>
                  </a:cubicBezTo>
                  <a:cubicBezTo>
                    <a:pt x="1279" y="96"/>
                    <a:pt x="1163" y="0"/>
                    <a:pt x="1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26"/>
            <p:cNvSpPr/>
            <p:nvPr/>
          </p:nvSpPr>
          <p:spPr>
            <a:xfrm>
              <a:off x="1852325" y="2752725"/>
              <a:ext cx="66400" cy="100300"/>
            </a:xfrm>
            <a:custGeom>
              <a:avLst/>
              <a:gdLst/>
              <a:ahLst/>
              <a:cxnLst/>
              <a:rect l="l" t="t" r="r" b="b"/>
              <a:pathLst>
                <a:path w="2656" h="4012" extrusionOk="0">
                  <a:moveTo>
                    <a:pt x="2474" y="1"/>
                  </a:moveTo>
                  <a:cubicBezTo>
                    <a:pt x="2410" y="1"/>
                    <a:pt x="2350" y="38"/>
                    <a:pt x="2336" y="121"/>
                  </a:cubicBezTo>
                  <a:cubicBezTo>
                    <a:pt x="2169" y="789"/>
                    <a:pt x="2002" y="1422"/>
                    <a:pt x="1735" y="2023"/>
                  </a:cubicBezTo>
                  <a:cubicBezTo>
                    <a:pt x="1602" y="2356"/>
                    <a:pt x="1502" y="2823"/>
                    <a:pt x="1268" y="3090"/>
                  </a:cubicBezTo>
                  <a:cubicBezTo>
                    <a:pt x="1207" y="3314"/>
                    <a:pt x="1071" y="3427"/>
                    <a:pt x="868" y="3427"/>
                  </a:cubicBezTo>
                  <a:cubicBezTo>
                    <a:pt x="739" y="3427"/>
                    <a:pt x="582" y="3381"/>
                    <a:pt x="401" y="3290"/>
                  </a:cubicBezTo>
                  <a:cubicBezTo>
                    <a:pt x="368" y="3124"/>
                    <a:pt x="368" y="2957"/>
                    <a:pt x="368" y="2757"/>
                  </a:cubicBezTo>
                  <a:cubicBezTo>
                    <a:pt x="336" y="2694"/>
                    <a:pt x="252" y="2660"/>
                    <a:pt x="173" y="2660"/>
                  </a:cubicBezTo>
                  <a:cubicBezTo>
                    <a:pt x="84" y="2660"/>
                    <a:pt x="1" y="2702"/>
                    <a:pt x="1" y="2790"/>
                  </a:cubicBezTo>
                  <a:cubicBezTo>
                    <a:pt x="1" y="3213"/>
                    <a:pt x="251" y="4011"/>
                    <a:pt x="737" y="4011"/>
                  </a:cubicBezTo>
                  <a:cubicBezTo>
                    <a:pt x="864" y="4011"/>
                    <a:pt x="1008" y="3956"/>
                    <a:pt x="1168" y="3824"/>
                  </a:cubicBezTo>
                  <a:cubicBezTo>
                    <a:pt x="1535" y="3524"/>
                    <a:pt x="1702" y="2923"/>
                    <a:pt x="1869" y="2490"/>
                  </a:cubicBezTo>
                  <a:cubicBezTo>
                    <a:pt x="2202" y="1756"/>
                    <a:pt x="2402" y="989"/>
                    <a:pt x="2636" y="188"/>
                  </a:cubicBezTo>
                  <a:cubicBezTo>
                    <a:pt x="2655" y="72"/>
                    <a:pt x="2562" y="1"/>
                    <a:pt x="2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26"/>
            <p:cNvSpPr/>
            <p:nvPr/>
          </p:nvSpPr>
          <p:spPr>
            <a:xfrm>
              <a:off x="1879900" y="2800550"/>
              <a:ext cx="50200" cy="72975"/>
            </a:xfrm>
            <a:custGeom>
              <a:avLst/>
              <a:gdLst/>
              <a:ahLst/>
              <a:cxnLst/>
              <a:rect l="l" t="t" r="r" b="b"/>
              <a:pathLst>
                <a:path w="2008" h="2919" extrusionOk="0">
                  <a:moveTo>
                    <a:pt x="1819" y="1"/>
                  </a:moveTo>
                  <a:cubicBezTo>
                    <a:pt x="1764" y="1"/>
                    <a:pt x="1712" y="33"/>
                    <a:pt x="1700" y="110"/>
                  </a:cubicBezTo>
                  <a:cubicBezTo>
                    <a:pt x="1433" y="1111"/>
                    <a:pt x="932" y="2011"/>
                    <a:pt x="132" y="2678"/>
                  </a:cubicBezTo>
                  <a:cubicBezTo>
                    <a:pt x="0" y="2757"/>
                    <a:pt x="138" y="2919"/>
                    <a:pt x="268" y="2919"/>
                  </a:cubicBezTo>
                  <a:cubicBezTo>
                    <a:pt x="303" y="2919"/>
                    <a:pt x="337" y="2907"/>
                    <a:pt x="365" y="2878"/>
                  </a:cubicBezTo>
                  <a:cubicBezTo>
                    <a:pt x="1199" y="2178"/>
                    <a:pt x="1733" y="1244"/>
                    <a:pt x="1966" y="210"/>
                  </a:cubicBezTo>
                  <a:cubicBezTo>
                    <a:pt x="2008" y="86"/>
                    <a:pt x="1909" y="1"/>
                    <a:pt x="1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26"/>
            <p:cNvSpPr/>
            <p:nvPr/>
          </p:nvSpPr>
          <p:spPr>
            <a:xfrm>
              <a:off x="1842325" y="2407175"/>
              <a:ext cx="106775" cy="125100"/>
            </a:xfrm>
            <a:custGeom>
              <a:avLst/>
              <a:gdLst/>
              <a:ahLst/>
              <a:cxnLst/>
              <a:rect l="l" t="t" r="r" b="b"/>
              <a:pathLst>
                <a:path w="4271" h="5004" extrusionOk="0">
                  <a:moveTo>
                    <a:pt x="734" y="0"/>
                  </a:moveTo>
                  <a:cubicBezTo>
                    <a:pt x="467" y="0"/>
                    <a:pt x="301" y="167"/>
                    <a:pt x="167" y="467"/>
                  </a:cubicBezTo>
                  <a:cubicBezTo>
                    <a:pt x="67" y="934"/>
                    <a:pt x="0" y="1401"/>
                    <a:pt x="167" y="1835"/>
                  </a:cubicBezTo>
                  <a:cubicBezTo>
                    <a:pt x="267" y="2068"/>
                    <a:pt x="401" y="2135"/>
                    <a:pt x="467" y="2135"/>
                  </a:cubicBezTo>
                  <a:cubicBezTo>
                    <a:pt x="634" y="2135"/>
                    <a:pt x="768" y="2068"/>
                    <a:pt x="801" y="1901"/>
                  </a:cubicBezTo>
                  <a:cubicBezTo>
                    <a:pt x="834" y="1768"/>
                    <a:pt x="768" y="1635"/>
                    <a:pt x="634" y="1601"/>
                  </a:cubicBezTo>
                  <a:lnTo>
                    <a:pt x="567" y="1601"/>
                  </a:lnTo>
                  <a:cubicBezTo>
                    <a:pt x="467" y="1301"/>
                    <a:pt x="467" y="934"/>
                    <a:pt x="601" y="634"/>
                  </a:cubicBezTo>
                  <a:cubicBezTo>
                    <a:pt x="667" y="500"/>
                    <a:pt x="734" y="434"/>
                    <a:pt x="768" y="434"/>
                  </a:cubicBezTo>
                  <a:cubicBezTo>
                    <a:pt x="801" y="434"/>
                    <a:pt x="834" y="500"/>
                    <a:pt x="934" y="634"/>
                  </a:cubicBezTo>
                  <a:cubicBezTo>
                    <a:pt x="1134" y="1001"/>
                    <a:pt x="1235" y="1401"/>
                    <a:pt x="1268" y="1801"/>
                  </a:cubicBezTo>
                  <a:cubicBezTo>
                    <a:pt x="1168" y="1968"/>
                    <a:pt x="1168" y="2135"/>
                    <a:pt x="1268" y="2268"/>
                  </a:cubicBezTo>
                  <a:cubicBezTo>
                    <a:pt x="1301" y="2335"/>
                    <a:pt x="1401" y="2402"/>
                    <a:pt x="1468" y="2402"/>
                  </a:cubicBezTo>
                  <a:cubicBezTo>
                    <a:pt x="1568" y="2335"/>
                    <a:pt x="1635" y="2268"/>
                    <a:pt x="1635" y="2168"/>
                  </a:cubicBezTo>
                  <a:lnTo>
                    <a:pt x="1635" y="1901"/>
                  </a:lnTo>
                  <a:cubicBezTo>
                    <a:pt x="1668" y="1801"/>
                    <a:pt x="1802" y="1768"/>
                    <a:pt x="1902" y="1768"/>
                  </a:cubicBezTo>
                  <a:cubicBezTo>
                    <a:pt x="2102" y="1801"/>
                    <a:pt x="2269" y="2068"/>
                    <a:pt x="2269" y="2268"/>
                  </a:cubicBezTo>
                  <a:lnTo>
                    <a:pt x="2269" y="2335"/>
                  </a:lnTo>
                  <a:cubicBezTo>
                    <a:pt x="2068" y="2435"/>
                    <a:pt x="1902" y="2502"/>
                    <a:pt x="1802" y="2669"/>
                  </a:cubicBezTo>
                  <a:cubicBezTo>
                    <a:pt x="1735" y="2802"/>
                    <a:pt x="1735" y="3002"/>
                    <a:pt x="1802" y="3136"/>
                  </a:cubicBezTo>
                  <a:cubicBezTo>
                    <a:pt x="1868" y="3269"/>
                    <a:pt x="1968" y="3336"/>
                    <a:pt x="2102" y="3403"/>
                  </a:cubicBezTo>
                  <a:cubicBezTo>
                    <a:pt x="2202" y="3403"/>
                    <a:pt x="2269" y="3403"/>
                    <a:pt x="2302" y="3302"/>
                  </a:cubicBezTo>
                  <a:cubicBezTo>
                    <a:pt x="2435" y="3102"/>
                    <a:pt x="2569" y="2902"/>
                    <a:pt x="2602" y="2735"/>
                  </a:cubicBezTo>
                  <a:cubicBezTo>
                    <a:pt x="2644" y="2723"/>
                    <a:pt x="2688" y="2718"/>
                    <a:pt x="2734" y="2718"/>
                  </a:cubicBezTo>
                  <a:cubicBezTo>
                    <a:pt x="2941" y="2718"/>
                    <a:pt x="3172" y="2832"/>
                    <a:pt x="3336" y="2969"/>
                  </a:cubicBezTo>
                  <a:cubicBezTo>
                    <a:pt x="3603" y="3169"/>
                    <a:pt x="3736" y="3436"/>
                    <a:pt x="3736" y="3736"/>
                  </a:cubicBezTo>
                  <a:cubicBezTo>
                    <a:pt x="3736" y="4003"/>
                    <a:pt x="3570" y="4303"/>
                    <a:pt x="3269" y="4470"/>
                  </a:cubicBezTo>
                  <a:cubicBezTo>
                    <a:pt x="3146" y="4558"/>
                    <a:pt x="2995" y="4600"/>
                    <a:pt x="2845" y="4600"/>
                  </a:cubicBezTo>
                  <a:cubicBezTo>
                    <a:pt x="2712" y="4600"/>
                    <a:pt x="2579" y="4566"/>
                    <a:pt x="2469" y="4503"/>
                  </a:cubicBezTo>
                  <a:cubicBezTo>
                    <a:pt x="2444" y="4495"/>
                    <a:pt x="2417" y="4491"/>
                    <a:pt x="2390" y="4491"/>
                  </a:cubicBezTo>
                  <a:cubicBezTo>
                    <a:pt x="2308" y="4491"/>
                    <a:pt x="2227" y="4528"/>
                    <a:pt x="2202" y="4603"/>
                  </a:cubicBezTo>
                  <a:cubicBezTo>
                    <a:pt x="2135" y="4703"/>
                    <a:pt x="2202" y="4837"/>
                    <a:pt x="2269" y="4904"/>
                  </a:cubicBezTo>
                  <a:cubicBezTo>
                    <a:pt x="2435" y="4970"/>
                    <a:pt x="2636" y="5004"/>
                    <a:pt x="2802" y="5004"/>
                  </a:cubicBezTo>
                  <a:cubicBezTo>
                    <a:pt x="3036" y="5004"/>
                    <a:pt x="3269" y="4970"/>
                    <a:pt x="3603" y="4837"/>
                  </a:cubicBezTo>
                  <a:cubicBezTo>
                    <a:pt x="4003" y="4603"/>
                    <a:pt x="4270" y="4170"/>
                    <a:pt x="4270" y="3736"/>
                  </a:cubicBezTo>
                  <a:cubicBezTo>
                    <a:pt x="4270" y="3302"/>
                    <a:pt x="4070" y="2936"/>
                    <a:pt x="3736" y="2635"/>
                  </a:cubicBezTo>
                  <a:cubicBezTo>
                    <a:pt x="3436" y="2402"/>
                    <a:pt x="3103" y="2268"/>
                    <a:pt x="2769" y="2268"/>
                  </a:cubicBezTo>
                  <a:lnTo>
                    <a:pt x="2769" y="2235"/>
                  </a:lnTo>
                  <a:cubicBezTo>
                    <a:pt x="2736" y="1835"/>
                    <a:pt x="2469" y="1401"/>
                    <a:pt x="2002" y="1334"/>
                  </a:cubicBezTo>
                  <a:cubicBezTo>
                    <a:pt x="1975" y="1325"/>
                    <a:pt x="1946" y="1321"/>
                    <a:pt x="1915" y="1321"/>
                  </a:cubicBezTo>
                  <a:cubicBezTo>
                    <a:pt x="1830" y="1321"/>
                    <a:pt x="1732" y="1352"/>
                    <a:pt x="1635" y="1401"/>
                  </a:cubicBezTo>
                  <a:cubicBezTo>
                    <a:pt x="1568" y="1068"/>
                    <a:pt x="1468" y="734"/>
                    <a:pt x="1301" y="434"/>
                  </a:cubicBezTo>
                  <a:cubicBezTo>
                    <a:pt x="1101" y="67"/>
                    <a:pt x="901" y="0"/>
                    <a:pt x="7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26"/>
            <p:cNvSpPr/>
            <p:nvPr/>
          </p:nvSpPr>
          <p:spPr>
            <a:xfrm>
              <a:off x="1904025" y="2598700"/>
              <a:ext cx="102600" cy="120375"/>
            </a:xfrm>
            <a:custGeom>
              <a:avLst/>
              <a:gdLst/>
              <a:ahLst/>
              <a:cxnLst/>
              <a:rect l="l" t="t" r="r" b="b"/>
              <a:pathLst>
                <a:path w="4104" h="4815" extrusionOk="0">
                  <a:moveTo>
                    <a:pt x="1062" y="1"/>
                  </a:moveTo>
                  <a:cubicBezTo>
                    <a:pt x="973" y="1"/>
                    <a:pt x="884" y="17"/>
                    <a:pt x="801" y="45"/>
                  </a:cubicBezTo>
                  <a:cubicBezTo>
                    <a:pt x="635" y="145"/>
                    <a:pt x="501" y="311"/>
                    <a:pt x="434" y="445"/>
                  </a:cubicBezTo>
                  <a:cubicBezTo>
                    <a:pt x="101" y="879"/>
                    <a:pt x="1" y="1479"/>
                    <a:pt x="101" y="2013"/>
                  </a:cubicBezTo>
                  <a:cubicBezTo>
                    <a:pt x="128" y="2123"/>
                    <a:pt x="202" y="2188"/>
                    <a:pt x="283" y="2188"/>
                  </a:cubicBezTo>
                  <a:cubicBezTo>
                    <a:pt x="300" y="2188"/>
                    <a:pt x="317" y="2185"/>
                    <a:pt x="334" y="2179"/>
                  </a:cubicBezTo>
                  <a:cubicBezTo>
                    <a:pt x="468" y="2146"/>
                    <a:pt x="501" y="2046"/>
                    <a:pt x="501" y="1946"/>
                  </a:cubicBezTo>
                  <a:cubicBezTo>
                    <a:pt x="434" y="1479"/>
                    <a:pt x="501" y="1012"/>
                    <a:pt x="768" y="645"/>
                  </a:cubicBezTo>
                  <a:cubicBezTo>
                    <a:pt x="835" y="512"/>
                    <a:pt x="868" y="478"/>
                    <a:pt x="968" y="445"/>
                  </a:cubicBezTo>
                  <a:cubicBezTo>
                    <a:pt x="989" y="424"/>
                    <a:pt x="1013" y="416"/>
                    <a:pt x="1038" y="416"/>
                  </a:cubicBezTo>
                  <a:cubicBezTo>
                    <a:pt x="1094" y="416"/>
                    <a:pt x="1156" y="455"/>
                    <a:pt x="1202" y="478"/>
                  </a:cubicBezTo>
                  <a:cubicBezTo>
                    <a:pt x="1402" y="512"/>
                    <a:pt x="1468" y="678"/>
                    <a:pt x="1502" y="845"/>
                  </a:cubicBezTo>
                  <a:cubicBezTo>
                    <a:pt x="1535" y="1012"/>
                    <a:pt x="1502" y="1179"/>
                    <a:pt x="1435" y="1412"/>
                  </a:cubicBezTo>
                  <a:cubicBezTo>
                    <a:pt x="1402" y="1412"/>
                    <a:pt x="1335" y="1446"/>
                    <a:pt x="1302" y="1479"/>
                  </a:cubicBezTo>
                  <a:cubicBezTo>
                    <a:pt x="1168" y="1646"/>
                    <a:pt x="1135" y="1846"/>
                    <a:pt x="1202" y="2013"/>
                  </a:cubicBezTo>
                  <a:cubicBezTo>
                    <a:pt x="1202" y="2113"/>
                    <a:pt x="1302" y="2146"/>
                    <a:pt x="1402" y="2146"/>
                  </a:cubicBezTo>
                  <a:cubicBezTo>
                    <a:pt x="1435" y="2146"/>
                    <a:pt x="1502" y="2113"/>
                    <a:pt x="1569" y="2013"/>
                  </a:cubicBezTo>
                  <a:cubicBezTo>
                    <a:pt x="1635" y="1946"/>
                    <a:pt x="1669" y="1846"/>
                    <a:pt x="1735" y="1746"/>
                  </a:cubicBezTo>
                  <a:lnTo>
                    <a:pt x="1769" y="1746"/>
                  </a:lnTo>
                  <a:cubicBezTo>
                    <a:pt x="1902" y="1779"/>
                    <a:pt x="1935" y="1879"/>
                    <a:pt x="1969" y="2013"/>
                  </a:cubicBezTo>
                  <a:cubicBezTo>
                    <a:pt x="1569" y="2313"/>
                    <a:pt x="1335" y="2813"/>
                    <a:pt x="1435" y="3314"/>
                  </a:cubicBezTo>
                  <a:cubicBezTo>
                    <a:pt x="1435" y="3414"/>
                    <a:pt x="1468" y="3447"/>
                    <a:pt x="1569" y="3480"/>
                  </a:cubicBezTo>
                  <a:cubicBezTo>
                    <a:pt x="1635" y="3480"/>
                    <a:pt x="1735" y="3480"/>
                    <a:pt x="1769" y="3447"/>
                  </a:cubicBezTo>
                  <a:cubicBezTo>
                    <a:pt x="2136" y="3147"/>
                    <a:pt x="2336" y="2713"/>
                    <a:pt x="2402" y="2280"/>
                  </a:cubicBezTo>
                  <a:cubicBezTo>
                    <a:pt x="2436" y="2280"/>
                    <a:pt x="2469" y="2246"/>
                    <a:pt x="2503" y="2246"/>
                  </a:cubicBezTo>
                  <a:cubicBezTo>
                    <a:pt x="2569" y="2232"/>
                    <a:pt x="2637" y="2225"/>
                    <a:pt x="2704" y="2225"/>
                  </a:cubicBezTo>
                  <a:cubicBezTo>
                    <a:pt x="3105" y="2225"/>
                    <a:pt x="3489" y="2470"/>
                    <a:pt x="3603" y="2813"/>
                  </a:cubicBezTo>
                  <a:cubicBezTo>
                    <a:pt x="3670" y="3013"/>
                    <a:pt x="3670" y="3280"/>
                    <a:pt x="3603" y="3580"/>
                  </a:cubicBezTo>
                  <a:cubicBezTo>
                    <a:pt x="3503" y="3814"/>
                    <a:pt x="3370" y="4148"/>
                    <a:pt x="3136" y="4314"/>
                  </a:cubicBezTo>
                  <a:cubicBezTo>
                    <a:pt x="3058" y="4377"/>
                    <a:pt x="2942" y="4411"/>
                    <a:pt x="2824" y="4411"/>
                  </a:cubicBezTo>
                  <a:cubicBezTo>
                    <a:pt x="2692" y="4411"/>
                    <a:pt x="2557" y="4369"/>
                    <a:pt x="2469" y="4281"/>
                  </a:cubicBezTo>
                  <a:cubicBezTo>
                    <a:pt x="2433" y="4209"/>
                    <a:pt x="2378" y="4176"/>
                    <a:pt x="2320" y="4176"/>
                  </a:cubicBezTo>
                  <a:cubicBezTo>
                    <a:pt x="2269" y="4176"/>
                    <a:pt x="2215" y="4201"/>
                    <a:pt x="2169" y="4248"/>
                  </a:cubicBezTo>
                  <a:cubicBezTo>
                    <a:pt x="2069" y="4314"/>
                    <a:pt x="2069" y="4448"/>
                    <a:pt x="2136" y="4514"/>
                  </a:cubicBezTo>
                  <a:cubicBezTo>
                    <a:pt x="2302" y="4748"/>
                    <a:pt x="2569" y="4815"/>
                    <a:pt x="2803" y="4815"/>
                  </a:cubicBezTo>
                  <a:cubicBezTo>
                    <a:pt x="3003" y="4815"/>
                    <a:pt x="3236" y="4781"/>
                    <a:pt x="3336" y="4715"/>
                  </a:cubicBezTo>
                  <a:cubicBezTo>
                    <a:pt x="3737" y="4481"/>
                    <a:pt x="3904" y="4047"/>
                    <a:pt x="3970" y="3714"/>
                  </a:cubicBezTo>
                  <a:cubicBezTo>
                    <a:pt x="4104" y="3347"/>
                    <a:pt x="4070" y="3013"/>
                    <a:pt x="3970" y="2713"/>
                  </a:cubicBezTo>
                  <a:cubicBezTo>
                    <a:pt x="3801" y="2206"/>
                    <a:pt x="3274" y="1841"/>
                    <a:pt x="2733" y="1841"/>
                  </a:cubicBezTo>
                  <a:cubicBezTo>
                    <a:pt x="2634" y="1841"/>
                    <a:pt x="2534" y="1853"/>
                    <a:pt x="2436" y="1879"/>
                  </a:cubicBezTo>
                  <a:lnTo>
                    <a:pt x="2402" y="1879"/>
                  </a:lnTo>
                  <a:cubicBezTo>
                    <a:pt x="2302" y="1679"/>
                    <a:pt x="2169" y="1479"/>
                    <a:pt x="1969" y="1379"/>
                  </a:cubicBezTo>
                  <a:cubicBezTo>
                    <a:pt x="1935" y="1346"/>
                    <a:pt x="1935" y="1346"/>
                    <a:pt x="1902" y="1346"/>
                  </a:cubicBezTo>
                  <a:cubicBezTo>
                    <a:pt x="1935" y="1179"/>
                    <a:pt x="1969" y="979"/>
                    <a:pt x="1935" y="812"/>
                  </a:cubicBezTo>
                  <a:cubicBezTo>
                    <a:pt x="1902" y="512"/>
                    <a:pt x="1669" y="211"/>
                    <a:pt x="1435" y="111"/>
                  </a:cubicBezTo>
                  <a:cubicBezTo>
                    <a:pt x="1318" y="33"/>
                    <a:pt x="1189" y="1"/>
                    <a:pt x="10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6"/>
            <p:cNvSpPr/>
            <p:nvPr/>
          </p:nvSpPr>
          <p:spPr>
            <a:xfrm>
              <a:off x="1979925" y="2469700"/>
              <a:ext cx="115100" cy="126800"/>
            </a:xfrm>
            <a:custGeom>
              <a:avLst/>
              <a:gdLst/>
              <a:ahLst/>
              <a:cxnLst/>
              <a:rect l="l" t="t" r="r" b="b"/>
              <a:pathLst>
                <a:path w="4604" h="5072" extrusionOk="0">
                  <a:moveTo>
                    <a:pt x="2902" y="2469"/>
                  </a:moveTo>
                  <a:lnTo>
                    <a:pt x="2902" y="2469"/>
                  </a:lnTo>
                  <a:cubicBezTo>
                    <a:pt x="2802" y="2736"/>
                    <a:pt x="2702" y="3003"/>
                    <a:pt x="2569" y="3270"/>
                  </a:cubicBezTo>
                  <a:cubicBezTo>
                    <a:pt x="2535" y="3170"/>
                    <a:pt x="2535" y="3070"/>
                    <a:pt x="2535" y="3003"/>
                  </a:cubicBezTo>
                  <a:cubicBezTo>
                    <a:pt x="2535" y="2770"/>
                    <a:pt x="2702" y="2503"/>
                    <a:pt x="2902" y="2469"/>
                  </a:cubicBezTo>
                  <a:close/>
                  <a:moveTo>
                    <a:pt x="1401" y="1"/>
                  </a:moveTo>
                  <a:cubicBezTo>
                    <a:pt x="1301" y="1"/>
                    <a:pt x="1268" y="1"/>
                    <a:pt x="1234" y="68"/>
                  </a:cubicBezTo>
                  <a:cubicBezTo>
                    <a:pt x="434" y="801"/>
                    <a:pt x="0" y="1902"/>
                    <a:pt x="134" y="2970"/>
                  </a:cubicBezTo>
                  <a:cubicBezTo>
                    <a:pt x="134" y="3070"/>
                    <a:pt x="167" y="3437"/>
                    <a:pt x="434" y="3603"/>
                  </a:cubicBezTo>
                  <a:cubicBezTo>
                    <a:pt x="567" y="3670"/>
                    <a:pt x="667" y="3670"/>
                    <a:pt x="801" y="3670"/>
                  </a:cubicBezTo>
                  <a:cubicBezTo>
                    <a:pt x="901" y="3637"/>
                    <a:pt x="968" y="3570"/>
                    <a:pt x="968" y="3437"/>
                  </a:cubicBezTo>
                  <a:cubicBezTo>
                    <a:pt x="934" y="3337"/>
                    <a:pt x="834" y="3270"/>
                    <a:pt x="734" y="3270"/>
                  </a:cubicBezTo>
                  <a:lnTo>
                    <a:pt x="667" y="3270"/>
                  </a:lnTo>
                  <a:cubicBezTo>
                    <a:pt x="634" y="3237"/>
                    <a:pt x="567" y="3070"/>
                    <a:pt x="567" y="2936"/>
                  </a:cubicBezTo>
                  <a:cubicBezTo>
                    <a:pt x="467" y="2102"/>
                    <a:pt x="767" y="1168"/>
                    <a:pt x="1368" y="568"/>
                  </a:cubicBezTo>
                  <a:cubicBezTo>
                    <a:pt x="1535" y="835"/>
                    <a:pt x="1568" y="1235"/>
                    <a:pt x="1568" y="1569"/>
                  </a:cubicBezTo>
                  <a:cubicBezTo>
                    <a:pt x="1401" y="1802"/>
                    <a:pt x="1368" y="2102"/>
                    <a:pt x="1368" y="2336"/>
                  </a:cubicBezTo>
                  <a:cubicBezTo>
                    <a:pt x="1368" y="2469"/>
                    <a:pt x="1435" y="2569"/>
                    <a:pt x="1535" y="2569"/>
                  </a:cubicBezTo>
                  <a:cubicBezTo>
                    <a:pt x="1601" y="2569"/>
                    <a:pt x="1701" y="2503"/>
                    <a:pt x="1735" y="2436"/>
                  </a:cubicBezTo>
                  <a:cubicBezTo>
                    <a:pt x="1868" y="2236"/>
                    <a:pt x="1902" y="1969"/>
                    <a:pt x="1935" y="1735"/>
                  </a:cubicBezTo>
                  <a:cubicBezTo>
                    <a:pt x="1968" y="1635"/>
                    <a:pt x="2102" y="1602"/>
                    <a:pt x="2202" y="1569"/>
                  </a:cubicBezTo>
                  <a:cubicBezTo>
                    <a:pt x="2251" y="1549"/>
                    <a:pt x="2294" y="1541"/>
                    <a:pt x="2333" y="1541"/>
                  </a:cubicBezTo>
                  <a:cubicBezTo>
                    <a:pt x="2427" y="1541"/>
                    <a:pt x="2498" y="1588"/>
                    <a:pt x="2569" y="1635"/>
                  </a:cubicBezTo>
                  <a:cubicBezTo>
                    <a:pt x="2702" y="1735"/>
                    <a:pt x="2802" y="1902"/>
                    <a:pt x="2869" y="2069"/>
                  </a:cubicBezTo>
                  <a:lnTo>
                    <a:pt x="2769" y="2069"/>
                  </a:lnTo>
                  <a:cubicBezTo>
                    <a:pt x="2402" y="2136"/>
                    <a:pt x="2102" y="2503"/>
                    <a:pt x="2068" y="2936"/>
                  </a:cubicBezTo>
                  <a:cubicBezTo>
                    <a:pt x="2035" y="3270"/>
                    <a:pt x="2202" y="3603"/>
                    <a:pt x="2469" y="3737"/>
                  </a:cubicBezTo>
                  <a:cubicBezTo>
                    <a:pt x="2494" y="3745"/>
                    <a:pt x="2521" y="3749"/>
                    <a:pt x="2548" y="3749"/>
                  </a:cubicBezTo>
                  <a:cubicBezTo>
                    <a:pt x="2629" y="3749"/>
                    <a:pt x="2710" y="3712"/>
                    <a:pt x="2736" y="3637"/>
                  </a:cubicBezTo>
                  <a:cubicBezTo>
                    <a:pt x="2936" y="3337"/>
                    <a:pt x="3203" y="2936"/>
                    <a:pt x="3269" y="2469"/>
                  </a:cubicBezTo>
                  <a:cubicBezTo>
                    <a:pt x="3603" y="2569"/>
                    <a:pt x="3870" y="2903"/>
                    <a:pt x="3970" y="3170"/>
                  </a:cubicBezTo>
                  <a:cubicBezTo>
                    <a:pt x="4137" y="3570"/>
                    <a:pt x="4103" y="3970"/>
                    <a:pt x="3936" y="4271"/>
                  </a:cubicBezTo>
                  <a:cubicBezTo>
                    <a:pt x="3795" y="4507"/>
                    <a:pt x="3569" y="4643"/>
                    <a:pt x="3343" y="4643"/>
                  </a:cubicBezTo>
                  <a:cubicBezTo>
                    <a:pt x="3250" y="4643"/>
                    <a:pt x="3157" y="4620"/>
                    <a:pt x="3069" y="4571"/>
                  </a:cubicBezTo>
                  <a:cubicBezTo>
                    <a:pt x="3030" y="4551"/>
                    <a:pt x="2991" y="4543"/>
                    <a:pt x="2954" y="4543"/>
                  </a:cubicBezTo>
                  <a:cubicBezTo>
                    <a:pt x="2866" y="4543"/>
                    <a:pt x="2792" y="4590"/>
                    <a:pt x="2769" y="4638"/>
                  </a:cubicBezTo>
                  <a:cubicBezTo>
                    <a:pt x="2736" y="4771"/>
                    <a:pt x="2769" y="4904"/>
                    <a:pt x="2869" y="4938"/>
                  </a:cubicBezTo>
                  <a:cubicBezTo>
                    <a:pt x="2969" y="5004"/>
                    <a:pt x="3136" y="5071"/>
                    <a:pt x="3303" y="5071"/>
                  </a:cubicBezTo>
                  <a:cubicBezTo>
                    <a:pt x="3703" y="5071"/>
                    <a:pt x="4070" y="4838"/>
                    <a:pt x="4303" y="4571"/>
                  </a:cubicBezTo>
                  <a:cubicBezTo>
                    <a:pt x="4570" y="4137"/>
                    <a:pt x="4604" y="3603"/>
                    <a:pt x="4403" y="3103"/>
                  </a:cubicBezTo>
                  <a:cubicBezTo>
                    <a:pt x="4237" y="2636"/>
                    <a:pt x="3803" y="2236"/>
                    <a:pt x="3303" y="2102"/>
                  </a:cubicBezTo>
                  <a:cubicBezTo>
                    <a:pt x="3269" y="1802"/>
                    <a:pt x="3102" y="1469"/>
                    <a:pt x="2836" y="1302"/>
                  </a:cubicBezTo>
                  <a:cubicBezTo>
                    <a:pt x="2680" y="1173"/>
                    <a:pt x="2505" y="1123"/>
                    <a:pt x="2310" y="1123"/>
                  </a:cubicBezTo>
                  <a:cubicBezTo>
                    <a:pt x="2253" y="1123"/>
                    <a:pt x="2195" y="1128"/>
                    <a:pt x="2135" y="1135"/>
                  </a:cubicBezTo>
                  <a:cubicBezTo>
                    <a:pt x="2102" y="1135"/>
                    <a:pt x="2002" y="1135"/>
                    <a:pt x="1968" y="1168"/>
                  </a:cubicBezTo>
                  <a:cubicBezTo>
                    <a:pt x="1935" y="768"/>
                    <a:pt x="1802" y="401"/>
                    <a:pt x="1568" y="101"/>
                  </a:cubicBezTo>
                  <a:cubicBezTo>
                    <a:pt x="1501" y="68"/>
                    <a:pt x="1435" y="1"/>
                    <a:pt x="14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26"/>
            <p:cNvSpPr/>
            <p:nvPr/>
          </p:nvSpPr>
          <p:spPr>
            <a:xfrm>
              <a:off x="1994925" y="2627325"/>
              <a:ext cx="115100" cy="177650"/>
            </a:xfrm>
            <a:custGeom>
              <a:avLst/>
              <a:gdLst/>
              <a:ahLst/>
              <a:cxnLst/>
              <a:rect l="l" t="t" r="r" b="b"/>
              <a:pathLst>
                <a:path w="4604" h="7106" extrusionOk="0">
                  <a:moveTo>
                    <a:pt x="2469" y="0"/>
                  </a:moveTo>
                  <a:cubicBezTo>
                    <a:pt x="2369" y="0"/>
                    <a:pt x="2269" y="67"/>
                    <a:pt x="2269" y="201"/>
                  </a:cubicBezTo>
                  <a:cubicBezTo>
                    <a:pt x="2269" y="301"/>
                    <a:pt x="2336" y="434"/>
                    <a:pt x="2469" y="434"/>
                  </a:cubicBezTo>
                  <a:cubicBezTo>
                    <a:pt x="3103" y="467"/>
                    <a:pt x="3670" y="834"/>
                    <a:pt x="3937" y="1335"/>
                  </a:cubicBezTo>
                  <a:cubicBezTo>
                    <a:pt x="4170" y="1868"/>
                    <a:pt x="4037" y="2536"/>
                    <a:pt x="3637" y="2936"/>
                  </a:cubicBezTo>
                  <a:cubicBezTo>
                    <a:pt x="3470" y="3075"/>
                    <a:pt x="3210" y="3144"/>
                    <a:pt x="2955" y="3144"/>
                  </a:cubicBezTo>
                  <a:cubicBezTo>
                    <a:pt x="2904" y="3144"/>
                    <a:pt x="2853" y="3142"/>
                    <a:pt x="2803" y="3136"/>
                  </a:cubicBezTo>
                  <a:cubicBezTo>
                    <a:pt x="2769" y="3136"/>
                    <a:pt x="2669" y="3136"/>
                    <a:pt x="2603" y="3103"/>
                  </a:cubicBezTo>
                  <a:cubicBezTo>
                    <a:pt x="2469" y="2969"/>
                    <a:pt x="2302" y="2836"/>
                    <a:pt x="2102" y="2702"/>
                  </a:cubicBezTo>
                  <a:cubicBezTo>
                    <a:pt x="2066" y="2690"/>
                    <a:pt x="2033" y="2682"/>
                    <a:pt x="2002" y="2682"/>
                  </a:cubicBezTo>
                  <a:cubicBezTo>
                    <a:pt x="1949" y="2682"/>
                    <a:pt x="1899" y="2706"/>
                    <a:pt x="1835" y="2769"/>
                  </a:cubicBezTo>
                  <a:cubicBezTo>
                    <a:pt x="1802" y="2802"/>
                    <a:pt x="1802" y="2936"/>
                    <a:pt x="1835" y="3003"/>
                  </a:cubicBezTo>
                  <a:cubicBezTo>
                    <a:pt x="1969" y="3169"/>
                    <a:pt x="2169" y="3336"/>
                    <a:pt x="2369" y="3403"/>
                  </a:cubicBezTo>
                  <a:cubicBezTo>
                    <a:pt x="2536" y="3603"/>
                    <a:pt x="2669" y="3803"/>
                    <a:pt x="2703" y="4003"/>
                  </a:cubicBezTo>
                  <a:cubicBezTo>
                    <a:pt x="2836" y="4370"/>
                    <a:pt x="2703" y="4837"/>
                    <a:pt x="2436" y="5037"/>
                  </a:cubicBezTo>
                  <a:cubicBezTo>
                    <a:pt x="2311" y="5112"/>
                    <a:pt x="2148" y="5150"/>
                    <a:pt x="1990" y="5150"/>
                  </a:cubicBezTo>
                  <a:cubicBezTo>
                    <a:pt x="1937" y="5150"/>
                    <a:pt x="1885" y="5146"/>
                    <a:pt x="1835" y="5137"/>
                  </a:cubicBezTo>
                  <a:cubicBezTo>
                    <a:pt x="1669" y="5071"/>
                    <a:pt x="1535" y="5004"/>
                    <a:pt x="1468" y="4871"/>
                  </a:cubicBezTo>
                  <a:cubicBezTo>
                    <a:pt x="1402" y="4804"/>
                    <a:pt x="1335" y="4737"/>
                    <a:pt x="1235" y="4737"/>
                  </a:cubicBezTo>
                  <a:cubicBezTo>
                    <a:pt x="1168" y="4737"/>
                    <a:pt x="1068" y="4837"/>
                    <a:pt x="1068" y="4904"/>
                  </a:cubicBezTo>
                  <a:cubicBezTo>
                    <a:pt x="1068" y="5338"/>
                    <a:pt x="1402" y="5538"/>
                    <a:pt x="1702" y="5704"/>
                  </a:cubicBezTo>
                  <a:cubicBezTo>
                    <a:pt x="1902" y="5838"/>
                    <a:pt x="2069" y="5905"/>
                    <a:pt x="2169" y="6105"/>
                  </a:cubicBezTo>
                  <a:cubicBezTo>
                    <a:pt x="2236" y="6205"/>
                    <a:pt x="2202" y="6338"/>
                    <a:pt x="2136" y="6438"/>
                  </a:cubicBezTo>
                  <a:cubicBezTo>
                    <a:pt x="2019" y="6584"/>
                    <a:pt x="1777" y="6678"/>
                    <a:pt x="1584" y="6678"/>
                  </a:cubicBezTo>
                  <a:cubicBezTo>
                    <a:pt x="1555" y="6678"/>
                    <a:pt x="1528" y="6676"/>
                    <a:pt x="1502" y="6672"/>
                  </a:cubicBezTo>
                  <a:cubicBezTo>
                    <a:pt x="1035" y="6605"/>
                    <a:pt x="701" y="6205"/>
                    <a:pt x="401" y="5771"/>
                  </a:cubicBezTo>
                  <a:cubicBezTo>
                    <a:pt x="358" y="5707"/>
                    <a:pt x="287" y="5670"/>
                    <a:pt x="224" y="5670"/>
                  </a:cubicBezTo>
                  <a:cubicBezTo>
                    <a:pt x="190" y="5670"/>
                    <a:pt x="158" y="5681"/>
                    <a:pt x="134" y="5704"/>
                  </a:cubicBezTo>
                  <a:cubicBezTo>
                    <a:pt x="34" y="5805"/>
                    <a:pt x="1" y="5938"/>
                    <a:pt x="67" y="6005"/>
                  </a:cubicBezTo>
                  <a:cubicBezTo>
                    <a:pt x="468" y="6472"/>
                    <a:pt x="835" y="6972"/>
                    <a:pt x="1402" y="7105"/>
                  </a:cubicBezTo>
                  <a:lnTo>
                    <a:pt x="1602" y="7105"/>
                  </a:lnTo>
                  <a:cubicBezTo>
                    <a:pt x="1869" y="7105"/>
                    <a:pt x="2202" y="6939"/>
                    <a:pt x="2302" y="6805"/>
                  </a:cubicBezTo>
                  <a:cubicBezTo>
                    <a:pt x="2469" y="6538"/>
                    <a:pt x="2502" y="6272"/>
                    <a:pt x="2369" y="6005"/>
                  </a:cubicBezTo>
                  <a:cubicBezTo>
                    <a:pt x="2302" y="5838"/>
                    <a:pt x="2169" y="5704"/>
                    <a:pt x="2035" y="5638"/>
                  </a:cubicBezTo>
                  <a:cubicBezTo>
                    <a:pt x="2269" y="5604"/>
                    <a:pt x="2436" y="5504"/>
                    <a:pt x="2536" y="5438"/>
                  </a:cubicBezTo>
                  <a:cubicBezTo>
                    <a:pt x="3003" y="5137"/>
                    <a:pt x="3170" y="4504"/>
                    <a:pt x="3003" y="3937"/>
                  </a:cubicBezTo>
                  <a:cubicBezTo>
                    <a:pt x="3003" y="3803"/>
                    <a:pt x="2936" y="3703"/>
                    <a:pt x="2869" y="3603"/>
                  </a:cubicBezTo>
                  <a:cubicBezTo>
                    <a:pt x="3270" y="3603"/>
                    <a:pt x="3603" y="3470"/>
                    <a:pt x="3837" y="3269"/>
                  </a:cubicBezTo>
                  <a:cubicBezTo>
                    <a:pt x="4437" y="2802"/>
                    <a:pt x="4604" y="1868"/>
                    <a:pt x="4270" y="1168"/>
                  </a:cubicBezTo>
                  <a:cubicBezTo>
                    <a:pt x="3970" y="501"/>
                    <a:pt x="3270" y="34"/>
                    <a:pt x="24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26"/>
            <p:cNvSpPr/>
            <p:nvPr/>
          </p:nvSpPr>
          <p:spPr>
            <a:xfrm>
              <a:off x="1855675" y="3037400"/>
              <a:ext cx="89250" cy="76975"/>
            </a:xfrm>
            <a:custGeom>
              <a:avLst/>
              <a:gdLst/>
              <a:ahLst/>
              <a:cxnLst/>
              <a:rect l="l" t="t" r="r" b="b"/>
              <a:pathLst>
                <a:path w="3570" h="3079" extrusionOk="0">
                  <a:moveTo>
                    <a:pt x="2552" y="1"/>
                  </a:moveTo>
                  <a:cubicBezTo>
                    <a:pt x="2452" y="1"/>
                    <a:pt x="2352" y="26"/>
                    <a:pt x="2268" y="76"/>
                  </a:cubicBezTo>
                  <a:cubicBezTo>
                    <a:pt x="2035" y="209"/>
                    <a:pt x="1768" y="443"/>
                    <a:pt x="1701" y="743"/>
                  </a:cubicBezTo>
                  <a:lnTo>
                    <a:pt x="1701" y="776"/>
                  </a:lnTo>
                  <a:cubicBezTo>
                    <a:pt x="1568" y="543"/>
                    <a:pt x="1401" y="309"/>
                    <a:pt x="1201" y="143"/>
                  </a:cubicBezTo>
                  <a:cubicBezTo>
                    <a:pt x="1081" y="70"/>
                    <a:pt x="960" y="16"/>
                    <a:pt x="840" y="16"/>
                  </a:cubicBezTo>
                  <a:cubicBezTo>
                    <a:pt x="794" y="16"/>
                    <a:pt x="747" y="24"/>
                    <a:pt x="701" y="43"/>
                  </a:cubicBezTo>
                  <a:cubicBezTo>
                    <a:pt x="500" y="109"/>
                    <a:pt x="400" y="309"/>
                    <a:pt x="367" y="409"/>
                  </a:cubicBezTo>
                  <a:cubicBezTo>
                    <a:pt x="100" y="1177"/>
                    <a:pt x="0" y="2011"/>
                    <a:pt x="0" y="2845"/>
                  </a:cubicBezTo>
                  <a:cubicBezTo>
                    <a:pt x="0" y="2978"/>
                    <a:pt x="67" y="3078"/>
                    <a:pt x="200" y="3078"/>
                  </a:cubicBezTo>
                  <a:cubicBezTo>
                    <a:pt x="267" y="3078"/>
                    <a:pt x="400" y="2978"/>
                    <a:pt x="367" y="2911"/>
                  </a:cubicBezTo>
                  <a:cubicBezTo>
                    <a:pt x="367" y="2111"/>
                    <a:pt x="500" y="1310"/>
                    <a:pt x="734" y="576"/>
                  </a:cubicBezTo>
                  <a:cubicBezTo>
                    <a:pt x="767" y="476"/>
                    <a:pt x="767" y="443"/>
                    <a:pt x="767" y="443"/>
                  </a:cubicBezTo>
                  <a:cubicBezTo>
                    <a:pt x="834" y="443"/>
                    <a:pt x="834" y="443"/>
                    <a:pt x="901" y="476"/>
                  </a:cubicBezTo>
                  <a:cubicBezTo>
                    <a:pt x="1334" y="776"/>
                    <a:pt x="1501" y="1343"/>
                    <a:pt x="1368" y="1810"/>
                  </a:cubicBezTo>
                  <a:cubicBezTo>
                    <a:pt x="1334" y="1911"/>
                    <a:pt x="1401" y="2011"/>
                    <a:pt x="1501" y="2077"/>
                  </a:cubicBezTo>
                  <a:cubicBezTo>
                    <a:pt x="1518" y="2086"/>
                    <a:pt x="1539" y="2090"/>
                    <a:pt x="1561" y="2090"/>
                  </a:cubicBezTo>
                  <a:cubicBezTo>
                    <a:pt x="1628" y="2090"/>
                    <a:pt x="1710" y="2052"/>
                    <a:pt x="1735" y="1977"/>
                  </a:cubicBezTo>
                  <a:cubicBezTo>
                    <a:pt x="1868" y="1777"/>
                    <a:pt x="1901" y="1544"/>
                    <a:pt x="1935" y="1277"/>
                  </a:cubicBezTo>
                  <a:cubicBezTo>
                    <a:pt x="1935" y="1110"/>
                    <a:pt x="2001" y="977"/>
                    <a:pt x="2035" y="876"/>
                  </a:cubicBezTo>
                  <a:cubicBezTo>
                    <a:pt x="2102" y="710"/>
                    <a:pt x="2235" y="543"/>
                    <a:pt x="2402" y="443"/>
                  </a:cubicBezTo>
                  <a:cubicBezTo>
                    <a:pt x="2452" y="426"/>
                    <a:pt x="2485" y="418"/>
                    <a:pt x="2514" y="418"/>
                  </a:cubicBezTo>
                  <a:cubicBezTo>
                    <a:pt x="2543" y="418"/>
                    <a:pt x="2569" y="426"/>
                    <a:pt x="2602" y="443"/>
                  </a:cubicBezTo>
                  <a:cubicBezTo>
                    <a:pt x="2702" y="443"/>
                    <a:pt x="2735" y="543"/>
                    <a:pt x="2835" y="610"/>
                  </a:cubicBezTo>
                  <a:cubicBezTo>
                    <a:pt x="3069" y="977"/>
                    <a:pt x="3069" y="1544"/>
                    <a:pt x="2869" y="1911"/>
                  </a:cubicBezTo>
                  <a:cubicBezTo>
                    <a:pt x="2835" y="2044"/>
                    <a:pt x="2869" y="2144"/>
                    <a:pt x="2935" y="2211"/>
                  </a:cubicBezTo>
                  <a:cubicBezTo>
                    <a:pt x="2969" y="2219"/>
                    <a:pt x="3002" y="2223"/>
                    <a:pt x="3034" y="2223"/>
                  </a:cubicBezTo>
                  <a:cubicBezTo>
                    <a:pt x="3129" y="2223"/>
                    <a:pt x="3211" y="2186"/>
                    <a:pt x="3236" y="2111"/>
                  </a:cubicBezTo>
                  <a:cubicBezTo>
                    <a:pt x="3569" y="1610"/>
                    <a:pt x="3536" y="910"/>
                    <a:pt x="3202" y="409"/>
                  </a:cubicBezTo>
                  <a:cubicBezTo>
                    <a:pt x="3069" y="243"/>
                    <a:pt x="2935" y="109"/>
                    <a:pt x="2835" y="76"/>
                  </a:cubicBezTo>
                  <a:cubicBezTo>
                    <a:pt x="2752" y="26"/>
                    <a:pt x="2652" y="1"/>
                    <a:pt x="25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26"/>
            <p:cNvSpPr/>
            <p:nvPr/>
          </p:nvSpPr>
          <p:spPr>
            <a:xfrm>
              <a:off x="1912375" y="3094225"/>
              <a:ext cx="77575" cy="76850"/>
            </a:xfrm>
            <a:custGeom>
              <a:avLst/>
              <a:gdLst/>
              <a:ahLst/>
              <a:cxnLst/>
              <a:rect l="l" t="t" r="r" b="b"/>
              <a:pathLst>
                <a:path w="3103" h="3074" extrusionOk="0">
                  <a:moveTo>
                    <a:pt x="2117" y="0"/>
                  </a:moveTo>
                  <a:cubicBezTo>
                    <a:pt x="2035" y="0"/>
                    <a:pt x="1952" y="13"/>
                    <a:pt x="1868" y="38"/>
                  </a:cubicBezTo>
                  <a:cubicBezTo>
                    <a:pt x="1768" y="105"/>
                    <a:pt x="1702" y="171"/>
                    <a:pt x="1768" y="305"/>
                  </a:cubicBezTo>
                  <a:cubicBezTo>
                    <a:pt x="1794" y="407"/>
                    <a:pt x="1839" y="450"/>
                    <a:pt x="1918" y="450"/>
                  </a:cubicBezTo>
                  <a:cubicBezTo>
                    <a:pt x="1942" y="450"/>
                    <a:pt x="1970" y="446"/>
                    <a:pt x="2002" y="438"/>
                  </a:cubicBezTo>
                  <a:cubicBezTo>
                    <a:pt x="2041" y="419"/>
                    <a:pt x="2078" y="411"/>
                    <a:pt x="2114" y="411"/>
                  </a:cubicBezTo>
                  <a:cubicBezTo>
                    <a:pt x="2263" y="411"/>
                    <a:pt x="2382" y="551"/>
                    <a:pt x="2435" y="605"/>
                  </a:cubicBezTo>
                  <a:cubicBezTo>
                    <a:pt x="2535" y="772"/>
                    <a:pt x="2636" y="1005"/>
                    <a:pt x="2502" y="1172"/>
                  </a:cubicBezTo>
                  <a:cubicBezTo>
                    <a:pt x="2369" y="1305"/>
                    <a:pt x="2202" y="1372"/>
                    <a:pt x="2002" y="1372"/>
                  </a:cubicBezTo>
                  <a:cubicBezTo>
                    <a:pt x="1935" y="1372"/>
                    <a:pt x="1835" y="1339"/>
                    <a:pt x="1802" y="1339"/>
                  </a:cubicBezTo>
                  <a:cubicBezTo>
                    <a:pt x="1668" y="1139"/>
                    <a:pt x="1468" y="1005"/>
                    <a:pt x="1268" y="972"/>
                  </a:cubicBezTo>
                  <a:cubicBezTo>
                    <a:pt x="1241" y="963"/>
                    <a:pt x="1217" y="959"/>
                    <a:pt x="1194" y="959"/>
                  </a:cubicBezTo>
                  <a:cubicBezTo>
                    <a:pt x="1132" y="959"/>
                    <a:pt x="1083" y="990"/>
                    <a:pt x="1034" y="1039"/>
                  </a:cubicBezTo>
                  <a:cubicBezTo>
                    <a:pt x="1001" y="1139"/>
                    <a:pt x="1001" y="1205"/>
                    <a:pt x="1034" y="1305"/>
                  </a:cubicBezTo>
                  <a:cubicBezTo>
                    <a:pt x="1168" y="1506"/>
                    <a:pt x="1335" y="1639"/>
                    <a:pt x="1535" y="1706"/>
                  </a:cubicBezTo>
                  <a:cubicBezTo>
                    <a:pt x="1601" y="1806"/>
                    <a:pt x="1635" y="1872"/>
                    <a:pt x="1635" y="1939"/>
                  </a:cubicBezTo>
                  <a:cubicBezTo>
                    <a:pt x="1668" y="2139"/>
                    <a:pt x="1635" y="2373"/>
                    <a:pt x="1435" y="2540"/>
                  </a:cubicBezTo>
                  <a:cubicBezTo>
                    <a:pt x="1324" y="2618"/>
                    <a:pt x="1207" y="2653"/>
                    <a:pt x="1095" y="2653"/>
                  </a:cubicBezTo>
                  <a:cubicBezTo>
                    <a:pt x="971" y="2653"/>
                    <a:pt x="855" y="2610"/>
                    <a:pt x="768" y="2540"/>
                  </a:cubicBezTo>
                  <a:cubicBezTo>
                    <a:pt x="601" y="2473"/>
                    <a:pt x="401" y="2273"/>
                    <a:pt x="434" y="2006"/>
                  </a:cubicBezTo>
                  <a:cubicBezTo>
                    <a:pt x="467" y="1939"/>
                    <a:pt x="367" y="1806"/>
                    <a:pt x="267" y="1806"/>
                  </a:cubicBezTo>
                  <a:cubicBezTo>
                    <a:pt x="250" y="1800"/>
                    <a:pt x="232" y="1797"/>
                    <a:pt x="214" y="1797"/>
                  </a:cubicBezTo>
                  <a:cubicBezTo>
                    <a:pt x="125" y="1797"/>
                    <a:pt x="34" y="1862"/>
                    <a:pt x="34" y="1973"/>
                  </a:cubicBezTo>
                  <a:cubicBezTo>
                    <a:pt x="0" y="2339"/>
                    <a:pt x="200" y="2706"/>
                    <a:pt x="601" y="2940"/>
                  </a:cubicBezTo>
                  <a:cubicBezTo>
                    <a:pt x="801" y="3040"/>
                    <a:pt x="968" y="3073"/>
                    <a:pt x="1168" y="3073"/>
                  </a:cubicBezTo>
                  <a:cubicBezTo>
                    <a:pt x="1368" y="3073"/>
                    <a:pt x="1568" y="3040"/>
                    <a:pt x="1635" y="2873"/>
                  </a:cubicBezTo>
                  <a:cubicBezTo>
                    <a:pt x="1968" y="2673"/>
                    <a:pt x="2102" y="2273"/>
                    <a:pt x="2002" y="1839"/>
                  </a:cubicBezTo>
                  <a:cubicBezTo>
                    <a:pt x="2369" y="1806"/>
                    <a:pt x="2669" y="1672"/>
                    <a:pt x="2836" y="1439"/>
                  </a:cubicBezTo>
                  <a:cubicBezTo>
                    <a:pt x="3103" y="1039"/>
                    <a:pt x="2969" y="638"/>
                    <a:pt x="2769" y="338"/>
                  </a:cubicBezTo>
                  <a:cubicBezTo>
                    <a:pt x="2594" y="113"/>
                    <a:pt x="2362" y="0"/>
                    <a:pt x="21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26"/>
            <p:cNvSpPr/>
            <p:nvPr/>
          </p:nvSpPr>
          <p:spPr>
            <a:xfrm>
              <a:off x="1949900" y="3035300"/>
              <a:ext cx="91750" cy="118250"/>
            </a:xfrm>
            <a:custGeom>
              <a:avLst/>
              <a:gdLst/>
              <a:ahLst/>
              <a:cxnLst/>
              <a:rect l="l" t="t" r="r" b="b"/>
              <a:pathLst>
                <a:path w="3670" h="4730" extrusionOk="0">
                  <a:moveTo>
                    <a:pt x="1065" y="1"/>
                  </a:moveTo>
                  <a:cubicBezTo>
                    <a:pt x="846" y="1"/>
                    <a:pt x="628" y="71"/>
                    <a:pt x="467" y="160"/>
                  </a:cubicBezTo>
                  <a:cubicBezTo>
                    <a:pt x="167" y="327"/>
                    <a:pt x="0" y="627"/>
                    <a:pt x="100" y="894"/>
                  </a:cubicBezTo>
                  <a:cubicBezTo>
                    <a:pt x="126" y="998"/>
                    <a:pt x="173" y="1082"/>
                    <a:pt x="255" y="1082"/>
                  </a:cubicBezTo>
                  <a:cubicBezTo>
                    <a:pt x="279" y="1082"/>
                    <a:pt x="305" y="1075"/>
                    <a:pt x="334" y="1061"/>
                  </a:cubicBezTo>
                  <a:cubicBezTo>
                    <a:pt x="467" y="1027"/>
                    <a:pt x="534" y="960"/>
                    <a:pt x="501" y="827"/>
                  </a:cubicBezTo>
                  <a:cubicBezTo>
                    <a:pt x="467" y="660"/>
                    <a:pt x="601" y="527"/>
                    <a:pt x="668" y="493"/>
                  </a:cubicBezTo>
                  <a:cubicBezTo>
                    <a:pt x="755" y="423"/>
                    <a:pt x="881" y="381"/>
                    <a:pt x="1004" y="381"/>
                  </a:cubicBezTo>
                  <a:cubicBezTo>
                    <a:pt x="1114" y="381"/>
                    <a:pt x="1222" y="415"/>
                    <a:pt x="1301" y="493"/>
                  </a:cubicBezTo>
                  <a:cubicBezTo>
                    <a:pt x="1635" y="794"/>
                    <a:pt x="1635" y="1361"/>
                    <a:pt x="1468" y="1794"/>
                  </a:cubicBezTo>
                  <a:cubicBezTo>
                    <a:pt x="1468" y="1861"/>
                    <a:pt x="1468" y="1995"/>
                    <a:pt x="1535" y="2028"/>
                  </a:cubicBezTo>
                  <a:cubicBezTo>
                    <a:pt x="1585" y="2045"/>
                    <a:pt x="1627" y="2053"/>
                    <a:pt x="1668" y="2053"/>
                  </a:cubicBezTo>
                  <a:cubicBezTo>
                    <a:pt x="1710" y="2053"/>
                    <a:pt x="1752" y="2045"/>
                    <a:pt x="1802" y="2028"/>
                  </a:cubicBezTo>
                  <a:cubicBezTo>
                    <a:pt x="1885" y="1958"/>
                    <a:pt x="1997" y="1924"/>
                    <a:pt x="2112" y="1924"/>
                  </a:cubicBezTo>
                  <a:cubicBezTo>
                    <a:pt x="2273" y="1924"/>
                    <a:pt x="2438" y="1992"/>
                    <a:pt x="2536" y="2128"/>
                  </a:cubicBezTo>
                  <a:cubicBezTo>
                    <a:pt x="2636" y="2195"/>
                    <a:pt x="2669" y="2328"/>
                    <a:pt x="2669" y="2462"/>
                  </a:cubicBezTo>
                  <a:cubicBezTo>
                    <a:pt x="2602" y="2495"/>
                    <a:pt x="2469" y="2528"/>
                    <a:pt x="2369" y="2628"/>
                  </a:cubicBezTo>
                  <a:cubicBezTo>
                    <a:pt x="2269" y="2728"/>
                    <a:pt x="2269" y="2895"/>
                    <a:pt x="2335" y="3062"/>
                  </a:cubicBezTo>
                  <a:cubicBezTo>
                    <a:pt x="2414" y="3166"/>
                    <a:pt x="2532" y="3250"/>
                    <a:pt x="2628" y="3250"/>
                  </a:cubicBezTo>
                  <a:cubicBezTo>
                    <a:pt x="2655" y="3250"/>
                    <a:pt x="2680" y="3243"/>
                    <a:pt x="2702" y="3229"/>
                  </a:cubicBezTo>
                  <a:cubicBezTo>
                    <a:pt x="2769" y="3229"/>
                    <a:pt x="2769" y="3229"/>
                    <a:pt x="2802" y="3195"/>
                  </a:cubicBezTo>
                  <a:cubicBezTo>
                    <a:pt x="2902" y="3162"/>
                    <a:pt x="2936" y="3062"/>
                    <a:pt x="2969" y="2995"/>
                  </a:cubicBezTo>
                  <a:cubicBezTo>
                    <a:pt x="3103" y="3062"/>
                    <a:pt x="3136" y="3195"/>
                    <a:pt x="3169" y="3329"/>
                  </a:cubicBezTo>
                  <a:cubicBezTo>
                    <a:pt x="3269" y="3562"/>
                    <a:pt x="3169" y="3863"/>
                    <a:pt x="3003" y="4029"/>
                  </a:cubicBezTo>
                  <a:cubicBezTo>
                    <a:pt x="2821" y="4229"/>
                    <a:pt x="2560" y="4310"/>
                    <a:pt x="2290" y="4310"/>
                  </a:cubicBezTo>
                  <a:cubicBezTo>
                    <a:pt x="2064" y="4310"/>
                    <a:pt x="1832" y="4254"/>
                    <a:pt x="1635" y="4163"/>
                  </a:cubicBezTo>
                  <a:cubicBezTo>
                    <a:pt x="1599" y="4154"/>
                    <a:pt x="1563" y="4150"/>
                    <a:pt x="1530" y="4150"/>
                  </a:cubicBezTo>
                  <a:cubicBezTo>
                    <a:pt x="1437" y="4150"/>
                    <a:pt x="1359" y="4181"/>
                    <a:pt x="1335" y="4229"/>
                  </a:cubicBezTo>
                  <a:cubicBezTo>
                    <a:pt x="1301" y="4363"/>
                    <a:pt x="1335" y="4496"/>
                    <a:pt x="1435" y="4530"/>
                  </a:cubicBezTo>
                  <a:cubicBezTo>
                    <a:pt x="1668" y="4663"/>
                    <a:pt x="1968" y="4730"/>
                    <a:pt x="2269" y="4730"/>
                  </a:cubicBezTo>
                  <a:cubicBezTo>
                    <a:pt x="2669" y="4730"/>
                    <a:pt x="3069" y="4563"/>
                    <a:pt x="3303" y="4363"/>
                  </a:cubicBezTo>
                  <a:cubicBezTo>
                    <a:pt x="3536" y="4129"/>
                    <a:pt x="3670" y="3662"/>
                    <a:pt x="3603" y="3295"/>
                  </a:cubicBezTo>
                  <a:cubicBezTo>
                    <a:pt x="3536" y="2995"/>
                    <a:pt x="3369" y="2728"/>
                    <a:pt x="3136" y="2628"/>
                  </a:cubicBezTo>
                  <a:cubicBezTo>
                    <a:pt x="3169" y="2361"/>
                    <a:pt x="3103" y="2128"/>
                    <a:pt x="2936" y="1894"/>
                  </a:cubicBezTo>
                  <a:cubicBezTo>
                    <a:pt x="2696" y="1685"/>
                    <a:pt x="2403" y="1556"/>
                    <a:pt x="2104" y="1556"/>
                  </a:cubicBezTo>
                  <a:cubicBezTo>
                    <a:pt x="2070" y="1556"/>
                    <a:pt x="2036" y="1557"/>
                    <a:pt x="2002" y="1561"/>
                  </a:cubicBezTo>
                  <a:cubicBezTo>
                    <a:pt x="2102" y="1061"/>
                    <a:pt x="1968" y="527"/>
                    <a:pt x="1602" y="193"/>
                  </a:cubicBezTo>
                  <a:cubicBezTo>
                    <a:pt x="1446" y="54"/>
                    <a:pt x="1255" y="1"/>
                    <a:pt x="10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1" name="Google Shape;1731;p26"/>
          <p:cNvSpPr/>
          <p:nvPr/>
        </p:nvSpPr>
        <p:spPr>
          <a:xfrm flipH="1">
            <a:off x="189009" y="91877"/>
            <a:ext cx="1338193" cy="447629"/>
          </a:xfrm>
          <a:custGeom>
            <a:avLst/>
            <a:gdLst/>
            <a:ahLst/>
            <a:cxnLst/>
            <a:rect l="l" t="t" r="r" b="b"/>
            <a:pathLst>
              <a:path w="87264" h="29190" extrusionOk="0">
                <a:moveTo>
                  <a:pt x="57851" y="1"/>
                </a:moveTo>
                <a:cubicBezTo>
                  <a:pt x="54788" y="1"/>
                  <a:pt x="50887" y="3501"/>
                  <a:pt x="49203" y="5900"/>
                </a:cubicBezTo>
                <a:cubicBezTo>
                  <a:pt x="47771" y="4270"/>
                  <a:pt x="45715" y="3528"/>
                  <a:pt x="43600" y="3528"/>
                </a:cubicBezTo>
                <a:cubicBezTo>
                  <a:pt x="42511" y="3528"/>
                  <a:pt x="41406" y="3724"/>
                  <a:pt x="40363" y="4099"/>
                </a:cubicBezTo>
                <a:cubicBezTo>
                  <a:pt x="36160" y="5600"/>
                  <a:pt x="33391" y="9936"/>
                  <a:pt x="31657" y="13772"/>
                </a:cubicBezTo>
                <a:cubicBezTo>
                  <a:pt x="31190" y="14773"/>
                  <a:pt x="30756" y="15774"/>
                  <a:pt x="30423" y="16808"/>
                </a:cubicBezTo>
                <a:cubicBezTo>
                  <a:pt x="30133" y="17677"/>
                  <a:pt x="30123" y="19416"/>
                  <a:pt x="29042" y="19416"/>
                </a:cubicBezTo>
                <a:cubicBezTo>
                  <a:pt x="29004" y="19416"/>
                  <a:pt x="28963" y="19414"/>
                  <a:pt x="28921" y="19409"/>
                </a:cubicBezTo>
                <a:cubicBezTo>
                  <a:pt x="28188" y="19309"/>
                  <a:pt x="27420" y="18275"/>
                  <a:pt x="26653" y="18075"/>
                </a:cubicBezTo>
                <a:cubicBezTo>
                  <a:pt x="26365" y="17996"/>
                  <a:pt x="26100" y="17959"/>
                  <a:pt x="25855" y="17959"/>
                </a:cubicBezTo>
                <a:cubicBezTo>
                  <a:pt x="22891" y="17959"/>
                  <a:pt x="22849" y="23337"/>
                  <a:pt x="20816" y="24446"/>
                </a:cubicBezTo>
                <a:cubicBezTo>
                  <a:pt x="20182" y="24813"/>
                  <a:pt x="18814" y="24647"/>
                  <a:pt x="18047" y="24747"/>
                </a:cubicBezTo>
                <a:cubicBezTo>
                  <a:pt x="17046" y="24813"/>
                  <a:pt x="16046" y="24947"/>
                  <a:pt x="15045" y="25080"/>
                </a:cubicBezTo>
                <a:cubicBezTo>
                  <a:pt x="13544" y="25280"/>
                  <a:pt x="12009" y="25481"/>
                  <a:pt x="10508" y="25814"/>
                </a:cubicBezTo>
                <a:cubicBezTo>
                  <a:pt x="7373" y="26448"/>
                  <a:pt x="4037" y="27115"/>
                  <a:pt x="1068" y="28383"/>
                </a:cubicBezTo>
                <a:cubicBezTo>
                  <a:pt x="801" y="28383"/>
                  <a:pt x="535" y="28383"/>
                  <a:pt x="234" y="28416"/>
                </a:cubicBezTo>
                <a:cubicBezTo>
                  <a:pt x="1" y="28416"/>
                  <a:pt x="1" y="28783"/>
                  <a:pt x="234" y="28783"/>
                </a:cubicBezTo>
                <a:cubicBezTo>
                  <a:pt x="6887" y="29040"/>
                  <a:pt x="13556" y="29096"/>
                  <a:pt x="20229" y="29096"/>
                </a:cubicBezTo>
                <a:cubicBezTo>
                  <a:pt x="25351" y="29096"/>
                  <a:pt x="30476" y="29063"/>
                  <a:pt x="35598" y="29063"/>
                </a:cubicBezTo>
                <a:cubicBezTo>
                  <a:pt x="37654" y="29063"/>
                  <a:pt x="39709" y="29068"/>
                  <a:pt x="41764" y="29083"/>
                </a:cubicBezTo>
                <a:cubicBezTo>
                  <a:pt x="49321" y="29101"/>
                  <a:pt x="56879" y="29189"/>
                  <a:pt x="64436" y="29189"/>
                </a:cubicBezTo>
                <a:cubicBezTo>
                  <a:pt x="70722" y="29189"/>
                  <a:pt x="77008" y="29128"/>
                  <a:pt x="83294" y="28916"/>
                </a:cubicBezTo>
                <a:cubicBezTo>
                  <a:pt x="83727" y="28816"/>
                  <a:pt x="87263" y="28649"/>
                  <a:pt x="87263" y="28649"/>
                </a:cubicBezTo>
                <a:cubicBezTo>
                  <a:pt x="87263" y="28649"/>
                  <a:pt x="80658" y="27582"/>
                  <a:pt x="78857" y="27215"/>
                </a:cubicBezTo>
                <a:cubicBezTo>
                  <a:pt x="78889" y="27086"/>
                  <a:pt x="79484" y="8840"/>
                  <a:pt x="66464" y="8840"/>
                </a:cubicBezTo>
                <a:cubicBezTo>
                  <a:pt x="66029" y="8840"/>
                  <a:pt x="65580" y="8860"/>
                  <a:pt x="65114" y="8902"/>
                </a:cubicBezTo>
                <a:cubicBezTo>
                  <a:pt x="65080" y="8905"/>
                  <a:pt x="65047" y="8906"/>
                  <a:pt x="65014" y="8906"/>
                </a:cubicBezTo>
                <a:cubicBezTo>
                  <a:pt x="63135" y="8906"/>
                  <a:pt x="61899" y="4333"/>
                  <a:pt x="61178" y="2497"/>
                </a:cubicBezTo>
                <a:cubicBezTo>
                  <a:pt x="60416" y="697"/>
                  <a:pt x="59217" y="1"/>
                  <a:pt x="578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6"/>
          <p:cNvSpPr/>
          <p:nvPr/>
        </p:nvSpPr>
        <p:spPr>
          <a:xfrm>
            <a:off x="366981" y="4603999"/>
            <a:ext cx="1114122" cy="447617"/>
          </a:xfrm>
          <a:custGeom>
            <a:avLst/>
            <a:gdLst/>
            <a:ahLst/>
            <a:cxnLst/>
            <a:rect l="l" t="t" r="r" b="b"/>
            <a:pathLst>
              <a:path w="69050" h="27742" extrusionOk="0">
                <a:moveTo>
                  <a:pt x="27881" y="0"/>
                </a:moveTo>
                <a:cubicBezTo>
                  <a:pt x="27348" y="0"/>
                  <a:pt x="26814" y="41"/>
                  <a:pt x="26286" y="122"/>
                </a:cubicBezTo>
                <a:cubicBezTo>
                  <a:pt x="23617" y="489"/>
                  <a:pt x="20515" y="1356"/>
                  <a:pt x="18347" y="3057"/>
                </a:cubicBezTo>
                <a:cubicBezTo>
                  <a:pt x="16845" y="4291"/>
                  <a:pt x="15811" y="6126"/>
                  <a:pt x="15945" y="7994"/>
                </a:cubicBezTo>
                <a:cubicBezTo>
                  <a:pt x="15301" y="7871"/>
                  <a:pt x="14659" y="7814"/>
                  <a:pt x="14022" y="7814"/>
                </a:cubicBezTo>
                <a:cubicBezTo>
                  <a:pt x="9810" y="7814"/>
                  <a:pt x="5811" y="10334"/>
                  <a:pt x="2769" y="13231"/>
                </a:cubicBezTo>
                <a:cubicBezTo>
                  <a:pt x="1168" y="14732"/>
                  <a:pt x="0" y="16533"/>
                  <a:pt x="33" y="18802"/>
                </a:cubicBezTo>
                <a:cubicBezTo>
                  <a:pt x="133" y="20837"/>
                  <a:pt x="1134" y="22738"/>
                  <a:pt x="2602" y="24172"/>
                </a:cubicBezTo>
                <a:cubicBezTo>
                  <a:pt x="5781" y="27265"/>
                  <a:pt x="10388" y="27553"/>
                  <a:pt x="14686" y="27553"/>
                </a:cubicBezTo>
                <a:cubicBezTo>
                  <a:pt x="15349" y="27553"/>
                  <a:pt x="16004" y="27546"/>
                  <a:pt x="16645" y="27541"/>
                </a:cubicBezTo>
                <a:cubicBezTo>
                  <a:pt x="29054" y="27508"/>
                  <a:pt x="60777" y="27741"/>
                  <a:pt x="68883" y="25473"/>
                </a:cubicBezTo>
                <a:cubicBezTo>
                  <a:pt x="69049" y="25406"/>
                  <a:pt x="53939" y="22905"/>
                  <a:pt x="53972" y="22738"/>
                </a:cubicBezTo>
                <a:cubicBezTo>
                  <a:pt x="55035" y="17258"/>
                  <a:pt x="50576" y="13498"/>
                  <a:pt x="45039" y="13498"/>
                </a:cubicBezTo>
                <a:cubicBezTo>
                  <a:pt x="45014" y="13498"/>
                  <a:pt x="44990" y="13498"/>
                  <a:pt x="44966" y="13498"/>
                </a:cubicBezTo>
                <a:cubicBezTo>
                  <a:pt x="44445" y="13498"/>
                  <a:pt x="43952" y="13596"/>
                  <a:pt x="43491" y="13596"/>
                </a:cubicBezTo>
                <a:cubicBezTo>
                  <a:pt x="42948" y="13596"/>
                  <a:pt x="42448" y="13460"/>
                  <a:pt x="41997" y="12864"/>
                </a:cubicBezTo>
                <a:cubicBezTo>
                  <a:pt x="41530" y="12230"/>
                  <a:pt x="41263" y="11463"/>
                  <a:pt x="40829" y="10796"/>
                </a:cubicBezTo>
                <a:cubicBezTo>
                  <a:pt x="40029" y="9528"/>
                  <a:pt x="39028" y="8461"/>
                  <a:pt x="37927" y="7527"/>
                </a:cubicBezTo>
                <a:cubicBezTo>
                  <a:pt x="37260" y="7027"/>
                  <a:pt x="36526" y="6526"/>
                  <a:pt x="35826" y="6159"/>
                </a:cubicBezTo>
                <a:cubicBezTo>
                  <a:pt x="35759" y="4658"/>
                  <a:pt x="34925" y="3191"/>
                  <a:pt x="33691" y="2123"/>
                </a:cubicBezTo>
                <a:cubicBezTo>
                  <a:pt x="32091" y="657"/>
                  <a:pt x="30001" y="0"/>
                  <a:pt x="278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3" name="Google Shape;1733;p26"/>
          <p:cNvGrpSpPr/>
          <p:nvPr/>
        </p:nvGrpSpPr>
        <p:grpSpPr>
          <a:xfrm>
            <a:off x="7835339" y="4417899"/>
            <a:ext cx="1563848" cy="717459"/>
            <a:chOff x="7205425" y="135775"/>
            <a:chExt cx="1938575" cy="889375"/>
          </a:xfrm>
        </p:grpSpPr>
        <p:grpSp>
          <p:nvGrpSpPr>
            <p:cNvPr id="1734" name="Google Shape;1734;p26"/>
            <p:cNvGrpSpPr/>
            <p:nvPr/>
          </p:nvGrpSpPr>
          <p:grpSpPr>
            <a:xfrm flipH="1">
              <a:off x="7205425" y="135775"/>
              <a:ext cx="1938575" cy="881950"/>
              <a:chOff x="1190625" y="829200"/>
              <a:chExt cx="1938575" cy="881950"/>
            </a:xfrm>
          </p:grpSpPr>
          <p:sp>
            <p:nvSpPr>
              <p:cNvPr id="1735" name="Google Shape;1735;p26"/>
              <p:cNvSpPr/>
              <p:nvPr/>
            </p:nvSpPr>
            <p:spPr>
              <a:xfrm>
                <a:off x="1190625" y="1303125"/>
                <a:ext cx="1832925" cy="240125"/>
              </a:xfrm>
              <a:custGeom>
                <a:avLst/>
                <a:gdLst/>
                <a:ahLst/>
                <a:cxnLst/>
                <a:rect l="l" t="t" r="r" b="b"/>
                <a:pathLst>
                  <a:path w="73317" h="9605" extrusionOk="0">
                    <a:moveTo>
                      <a:pt x="0" y="1988"/>
                    </a:moveTo>
                    <a:cubicBezTo>
                      <a:pt x="8788" y="2030"/>
                      <a:pt x="20170" y="3034"/>
                      <a:pt x="28896" y="4855"/>
                    </a:cubicBezTo>
                    <a:cubicBezTo>
                      <a:pt x="40822" y="7324"/>
                      <a:pt x="60072" y="3537"/>
                      <a:pt x="71622" y="377"/>
                    </a:cubicBezTo>
                    <a:cubicBezTo>
                      <a:pt x="72982" y="0"/>
                      <a:pt x="73316" y="733"/>
                      <a:pt x="71747" y="1402"/>
                    </a:cubicBezTo>
                    <a:cubicBezTo>
                      <a:pt x="69048" y="2490"/>
                      <a:pt x="42977" y="9604"/>
                      <a:pt x="28017" y="7219"/>
                    </a:cubicBezTo>
                    <a:cubicBezTo>
                      <a:pt x="17785" y="5608"/>
                      <a:pt x="7407" y="5294"/>
                      <a:pt x="0" y="579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26"/>
              <p:cNvSpPr/>
              <p:nvPr/>
            </p:nvSpPr>
            <p:spPr>
              <a:xfrm>
                <a:off x="2626500" y="1373225"/>
                <a:ext cx="437325" cy="235400"/>
              </a:xfrm>
              <a:custGeom>
                <a:avLst/>
                <a:gdLst/>
                <a:ahLst/>
                <a:cxnLst/>
                <a:rect l="l" t="t" r="r" b="b"/>
                <a:pathLst>
                  <a:path w="17493" h="9416" extrusionOk="0">
                    <a:moveTo>
                      <a:pt x="1381" y="1883"/>
                    </a:moveTo>
                    <a:cubicBezTo>
                      <a:pt x="5566" y="5106"/>
                      <a:pt x="12010" y="8160"/>
                      <a:pt x="15442" y="9102"/>
                    </a:cubicBezTo>
                    <a:cubicBezTo>
                      <a:pt x="16530" y="9416"/>
                      <a:pt x="17492" y="9186"/>
                      <a:pt x="15484" y="8160"/>
                    </a:cubicBezTo>
                    <a:cubicBezTo>
                      <a:pt x="13475" y="7135"/>
                      <a:pt x="6696" y="3766"/>
                      <a:pt x="4708" y="1381"/>
                    </a:cubicBezTo>
                    <a:cubicBezTo>
                      <a:pt x="3557" y="0"/>
                      <a:pt x="0" y="816"/>
                      <a:pt x="1381" y="188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26"/>
              <p:cNvSpPr/>
              <p:nvPr/>
            </p:nvSpPr>
            <p:spPr>
              <a:xfrm>
                <a:off x="1559925" y="1393100"/>
                <a:ext cx="592675" cy="307600"/>
              </a:xfrm>
              <a:custGeom>
                <a:avLst/>
                <a:gdLst/>
                <a:ahLst/>
                <a:cxnLst/>
                <a:rect l="l" t="t" r="r" b="b"/>
                <a:pathLst>
                  <a:path w="23707" h="12304" extrusionOk="0">
                    <a:moveTo>
                      <a:pt x="1716" y="2218"/>
                    </a:moveTo>
                    <a:cubicBezTo>
                      <a:pt x="6842" y="5880"/>
                      <a:pt x="17095" y="11006"/>
                      <a:pt x="21217" y="11990"/>
                    </a:cubicBezTo>
                    <a:cubicBezTo>
                      <a:pt x="22556" y="12303"/>
                      <a:pt x="23707" y="12031"/>
                      <a:pt x="21238" y="10881"/>
                    </a:cubicBezTo>
                    <a:cubicBezTo>
                      <a:pt x="18789" y="9751"/>
                      <a:pt x="7826" y="5043"/>
                      <a:pt x="5545" y="1758"/>
                    </a:cubicBezTo>
                    <a:cubicBezTo>
                      <a:pt x="4289" y="0"/>
                      <a:pt x="0" y="1005"/>
                      <a:pt x="1716" y="221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26"/>
              <p:cNvSpPr/>
              <p:nvPr/>
            </p:nvSpPr>
            <p:spPr>
              <a:xfrm>
                <a:off x="2712800" y="1424475"/>
                <a:ext cx="306050" cy="59150"/>
              </a:xfrm>
              <a:custGeom>
                <a:avLst/>
                <a:gdLst/>
                <a:ahLst/>
                <a:cxnLst/>
                <a:rect l="l" t="t" r="r" b="b"/>
                <a:pathLst>
                  <a:path w="12242" h="2366" extrusionOk="0">
                    <a:moveTo>
                      <a:pt x="1110" y="1779"/>
                    </a:moveTo>
                    <a:cubicBezTo>
                      <a:pt x="4374" y="2365"/>
                      <a:pt x="8872" y="2219"/>
                      <a:pt x="11069" y="1737"/>
                    </a:cubicBezTo>
                    <a:cubicBezTo>
                      <a:pt x="11781" y="1591"/>
                      <a:pt x="12241" y="1193"/>
                      <a:pt x="10839" y="1193"/>
                    </a:cubicBezTo>
                    <a:cubicBezTo>
                      <a:pt x="9395" y="1214"/>
                      <a:pt x="4374" y="1591"/>
                      <a:pt x="2512" y="545"/>
                    </a:cubicBezTo>
                    <a:cubicBezTo>
                      <a:pt x="1528" y="1"/>
                      <a:pt x="1" y="1570"/>
                      <a:pt x="1110" y="177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26"/>
              <p:cNvSpPr/>
              <p:nvPr/>
            </p:nvSpPr>
            <p:spPr>
              <a:xfrm>
                <a:off x="3003650" y="1521250"/>
                <a:ext cx="68025" cy="92625"/>
              </a:xfrm>
              <a:custGeom>
                <a:avLst/>
                <a:gdLst/>
                <a:ahLst/>
                <a:cxnLst/>
                <a:rect l="l" t="t" r="r" b="b"/>
                <a:pathLst>
                  <a:path w="2721" h="3705" extrusionOk="0">
                    <a:moveTo>
                      <a:pt x="1590" y="63"/>
                    </a:moveTo>
                    <a:cubicBezTo>
                      <a:pt x="921" y="1"/>
                      <a:pt x="272" y="691"/>
                      <a:pt x="126" y="1695"/>
                    </a:cubicBezTo>
                    <a:cubicBezTo>
                      <a:pt x="0" y="2658"/>
                      <a:pt x="440" y="3516"/>
                      <a:pt x="1130" y="3620"/>
                    </a:cubicBezTo>
                    <a:cubicBezTo>
                      <a:pt x="1821" y="3704"/>
                      <a:pt x="2469" y="2993"/>
                      <a:pt x="2595" y="2009"/>
                    </a:cubicBezTo>
                    <a:cubicBezTo>
                      <a:pt x="2720" y="1005"/>
                      <a:pt x="2281" y="147"/>
                      <a:pt x="1590" y="6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26"/>
              <p:cNvSpPr/>
              <p:nvPr/>
            </p:nvSpPr>
            <p:spPr>
              <a:xfrm>
                <a:off x="2937200" y="1557875"/>
                <a:ext cx="94725" cy="76925"/>
              </a:xfrm>
              <a:custGeom>
                <a:avLst/>
                <a:gdLst/>
                <a:ahLst/>
                <a:cxnLst/>
                <a:rect l="l" t="t" r="r" b="b"/>
                <a:pathLst>
                  <a:path w="3789" h="3077" extrusionOk="0">
                    <a:moveTo>
                      <a:pt x="294" y="774"/>
                    </a:moveTo>
                    <a:cubicBezTo>
                      <a:pt x="1" y="1402"/>
                      <a:pt x="461" y="2239"/>
                      <a:pt x="1361" y="2658"/>
                    </a:cubicBezTo>
                    <a:cubicBezTo>
                      <a:pt x="2240" y="3076"/>
                      <a:pt x="3223" y="2930"/>
                      <a:pt x="3495" y="2302"/>
                    </a:cubicBezTo>
                    <a:cubicBezTo>
                      <a:pt x="3788" y="1674"/>
                      <a:pt x="3328" y="837"/>
                      <a:pt x="2428" y="419"/>
                    </a:cubicBezTo>
                    <a:cubicBezTo>
                      <a:pt x="1549" y="0"/>
                      <a:pt x="566" y="147"/>
                      <a:pt x="294" y="7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26"/>
              <p:cNvSpPr/>
              <p:nvPr/>
            </p:nvSpPr>
            <p:spPr>
              <a:xfrm>
                <a:off x="2952900" y="1611750"/>
                <a:ext cx="85825" cy="88425"/>
              </a:xfrm>
              <a:custGeom>
                <a:avLst/>
                <a:gdLst/>
                <a:ahLst/>
                <a:cxnLst/>
                <a:rect l="l" t="t" r="r" b="b"/>
                <a:pathLst>
                  <a:path w="3433" h="3537" extrusionOk="0">
                    <a:moveTo>
                      <a:pt x="482" y="3076"/>
                    </a:moveTo>
                    <a:cubicBezTo>
                      <a:pt x="984" y="3537"/>
                      <a:pt x="1926" y="3327"/>
                      <a:pt x="2616" y="2616"/>
                    </a:cubicBezTo>
                    <a:cubicBezTo>
                      <a:pt x="3286" y="1925"/>
                      <a:pt x="3432" y="942"/>
                      <a:pt x="2930" y="482"/>
                    </a:cubicBezTo>
                    <a:cubicBezTo>
                      <a:pt x="2428" y="0"/>
                      <a:pt x="1486" y="210"/>
                      <a:pt x="796" y="921"/>
                    </a:cubicBezTo>
                    <a:cubicBezTo>
                      <a:pt x="147" y="1653"/>
                      <a:pt x="1" y="2616"/>
                      <a:pt x="482" y="307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26"/>
              <p:cNvSpPr/>
              <p:nvPr/>
            </p:nvSpPr>
            <p:spPr>
              <a:xfrm>
                <a:off x="3017775" y="1616450"/>
                <a:ext cx="77425" cy="94700"/>
              </a:xfrm>
              <a:custGeom>
                <a:avLst/>
                <a:gdLst/>
                <a:ahLst/>
                <a:cxnLst/>
                <a:rect l="l" t="t" r="r" b="b"/>
                <a:pathLst>
                  <a:path w="3097" h="3788" extrusionOk="0">
                    <a:moveTo>
                      <a:pt x="2406" y="3474"/>
                    </a:moveTo>
                    <a:cubicBezTo>
                      <a:pt x="2992" y="3139"/>
                      <a:pt x="3097" y="2177"/>
                      <a:pt x="2637" y="1319"/>
                    </a:cubicBezTo>
                    <a:cubicBezTo>
                      <a:pt x="2155" y="440"/>
                      <a:pt x="1297" y="1"/>
                      <a:pt x="691" y="336"/>
                    </a:cubicBezTo>
                    <a:cubicBezTo>
                      <a:pt x="105" y="691"/>
                      <a:pt x="0" y="1654"/>
                      <a:pt x="461" y="2512"/>
                    </a:cubicBezTo>
                    <a:cubicBezTo>
                      <a:pt x="942" y="3349"/>
                      <a:pt x="1800" y="3788"/>
                      <a:pt x="2406" y="34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26"/>
              <p:cNvSpPr/>
              <p:nvPr/>
            </p:nvSpPr>
            <p:spPr>
              <a:xfrm>
                <a:off x="3035025" y="1574075"/>
                <a:ext cx="94175" cy="70125"/>
              </a:xfrm>
              <a:custGeom>
                <a:avLst/>
                <a:gdLst/>
                <a:ahLst/>
                <a:cxnLst/>
                <a:rect l="l" t="t" r="r" b="b"/>
                <a:pathLst>
                  <a:path w="3767" h="2805" extrusionOk="0">
                    <a:moveTo>
                      <a:pt x="3641" y="1068"/>
                    </a:moveTo>
                    <a:cubicBezTo>
                      <a:pt x="3516" y="398"/>
                      <a:pt x="2616" y="1"/>
                      <a:pt x="1654" y="189"/>
                    </a:cubicBezTo>
                    <a:cubicBezTo>
                      <a:pt x="691" y="357"/>
                      <a:pt x="1" y="1047"/>
                      <a:pt x="126" y="1717"/>
                    </a:cubicBezTo>
                    <a:cubicBezTo>
                      <a:pt x="273" y="2407"/>
                      <a:pt x="1151" y="2805"/>
                      <a:pt x="2135" y="2616"/>
                    </a:cubicBezTo>
                    <a:cubicBezTo>
                      <a:pt x="3097" y="2428"/>
                      <a:pt x="3767" y="1717"/>
                      <a:pt x="3641" y="106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26"/>
              <p:cNvSpPr/>
              <p:nvPr/>
            </p:nvSpPr>
            <p:spPr>
              <a:xfrm>
                <a:off x="2994225" y="1581400"/>
                <a:ext cx="74300" cy="74300"/>
              </a:xfrm>
              <a:custGeom>
                <a:avLst/>
                <a:gdLst/>
                <a:ahLst/>
                <a:cxnLst/>
                <a:rect l="l" t="t" r="r" b="b"/>
                <a:pathLst>
                  <a:path w="2972" h="2972" extrusionOk="0">
                    <a:moveTo>
                      <a:pt x="1675" y="105"/>
                    </a:moveTo>
                    <a:cubicBezTo>
                      <a:pt x="900" y="1"/>
                      <a:pt x="189" y="545"/>
                      <a:pt x="105" y="1298"/>
                    </a:cubicBezTo>
                    <a:cubicBezTo>
                      <a:pt x="1" y="2051"/>
                      <a:pt x="545" y="2763"/>
                      <a:pt x="1298" y="2867"/>
                    </a:cubicBezTo>
                    <a:cubicBezTo>
                      <a:pt x="2051" y="2972"/>
                      <a:pt x="2763" y="2428"/>
                      <a:pt x="2867" y="1675"/>
                    </a:cubicBezTo>
                    <a:cubicBezTo>
                      <a:pt x="2972" y="901"/>
                      <a:pt x="2428" y="210"/>
                      <a:pt x="1675" y="10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26"/>
              <p:cNvSpPr/>
              <p:nvPr/>
            </p:nvSpPr>
            <p:spPr>
              <a:xfrm>
                <a:off x="1448500" y="1279575"/>
                <a:ext cx="68025" cy="93150"/>
              </a:xfrm>
              <a:custGeom>
                <a:avLst/>
                <a:gdLst/>
                <a:ahLst/>
                <a:cxnLst/>
                <a:rect l="l" t="t" r="r" b="b"/>
                <a:pathLst>
                  <a:path w="2721" h="3726" extrusionOk="0">
                    <a:moveTo>
                      <a:pt x="1591" y="85"/>
                    </a:moveTo>
                    <a:cubicBezTo>
                      <a:pt x="900" y="1"/>
                      <a:pt x="251" y="712"/>
                      <a:pt x="126" y="1717"/>
                    </a:cubicBezTo>
                    <a:cubicBezTo>
                      <a:pt x="0" y="2679"/>
                      <a:pt x="440" y="3537"/>
                      <a:pt x="1109" y="3642"/>
                    </a:cubicBezTo>
                    <a:cubicBezTo>
                      <a:pt x="1800" y="3725"/>
                      <a:pt x="2448" y="3014"/>
                      <a:pt x="2574" y="2031"/>
                    </a:cubicBezTo>
                    <a:cubicBezTo>
                      <a:pt x="2720" y="1026"/>
                      <a:pt x="2260" y="168"/>
                      <a:pt x="1591" y="8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26"/>
              <p:cNvSpPr/>
              <p:nvPr/>
            </p:nvSpPr>
            <p:spPr>
              <a:xfrm>
                <a:off x="1381025" y="1316200"/>
                <a:ext cx="94700" cy="77450"/>
              </a:xfrm>
              <a:custGeom>
                <a:avLst/>
                <a:gdLst/>
                <a:ahLst/>
                <a:cxnLst/>
                <a:rect l="l" t="t" r="r" b="b"/>
                <a:pathLst>
                  <a:path w="3788" h="3098" extrusionOk="0">
                    <a:moveTo>
                      <a:pt x="293" y="796"/>
                    </a:moveTo>
                    <a:cubicBezTo>
                      <a:pt x="0" y="1423"/>
                      <a:pt x="461" y="2260"/>
                      <a:pt x="1360" y="2679"/>
                    </a:cubicBezTo>
                    <a:cubicBezTo>
                      <a:pt x="2239" y="3097"/>
                      <a:pt x="3222" y="2930"/>
                      <a:pt x="3494" y="2302"/>
                    </a:cubicBezTo>
                    <a:cubicBezTo>
                      <a:pt x="3787" y="1674"/>
                      <a:pt x="3327" y="838"/>
                      <a:pt x="2427" y="419"/>
                    </a:cubicBezTo>
                    <a:cubicBezTo>
                      <a:pt x="1549" y="1"/>
                      <a:pt x="607" y="168"/>
                      <a:pt x="293" y="79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26"/>
              <p:cNvSpPr/>
              <p:nvPr/>
            </p:nvSpPr>
            <p:spPr>
              <a:xfrm>
                <a:off x="1397225" y="1370600"/>
                <a:ext cx="85825" cy="88425"/>
              </a:xfrm>
              <a:custGeom>
                <a:avLst/>
                <a:gdLst/>
                <a:ahLst/>
                <a:cxnLst/>
                <a:rect l="l" t="t" r="r" b="b"/>
                <a:pathLst>
                  <a:path w="3433" h="3537" extrusionOk="0">
                    <a:moveTo>
                      <a:pt x="503" y="3055"/>
                    </a:moveTo>
                    <a:cubicBezTo>
                      <a:pt x="1005" y="3537"/>
                      <a:pt x="1947" y="3327"/>
                      <a:pt x="2616" y="2616"/>
                    </a:cubicBezTo>
                    <a:cubicBezTo>
                      <a:pt x="3307" y="1905"/>
                      <a:pt x="3432" y="942"/>
                      <a:pt x="2930" y="482"/>
                    </a:cubicBezTo>
                    <a:cubicBezTo>
                      <a:pt x="2428" y="1"/>
                      <a:pt x="1486" y="210"/>
                      <a:pt x="817" y="921"/>
                    </a:cubicBezTo>
                    <a:cubicBezTo>
                      <a:pt x="126" y="1654"/>
                      <a:pt x="1" y="2595"/>
                      <a:pt x="503" y="305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26"/>
              <p:cNvSpPr/>
              <p:nvPr/>
            </p:nvSpPr>
            <p:spPr>
              <a:xfrm>
                <a:off x="1462100" y="1375300"/>
                <a:ext cx="77950" cy="94725"/>
              </a:xfrm>
              <a:custGeom>
                <a:avLst/>
                <a:gdLst/>
                <a:ahLst/>
                <a:cxnLst/>
                <a:rect l="l" t="t" r="r" b="b"/>
                <a:pathLst>
                  <a:path w="3118" h="3789" extrusionOk="0">
                    <a:moveTo>
                      <a:pt x="2407" y="3474"/>
                    </a:moveTo>
                    <a:cubicBezTo>
                      <a:pt x="3013" y="3139"/>
                      <a:pt x="3118" y="2177"/>
                      <a:pt x="2637" y="1298"/>
                    </a:cubicBezTo>
                    <a:cubicBezTo>
                      <a:pt x="2176" y="440"/>
                      <a:pt x="1298" y="1"/>
                      <a:pt x="712" y="336"/>
                    </a:cubicBezTo>
                    <a:cubicBezTo>
                      <a:pt x="105" y="670"/>
                      <a:pt x="0" y="1612"/>
                      <a:pt x="461" y="2512"/>
                    </a:cubicBezTo>
                    <a:cubicBezTo>
                      <a:pt x="921" y="3349"/>
                      <a:pt x="1800" y="3788"/>
                      <a:pt x="2407" y="34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26"/>
              <p:cNvSpPr/>
              <p:nvPr/>
            </p:nvSpPr>
            <p:spPr>
              <a:xfrm>
                <a:off x="1479875" y="1332950"/>
                <a:ext cx="94200" cy="69575"/>
              </a:xfrm>
              <a:custGeom>
                <a:avLst/>
                <a:gdLst/>
                <a:ahLst/>
                <a:cxnLst/>
                <a:rect l="l" t="t" r="r" b="b"/>
                <a:pathLst>
                  <a:path w="3768" h="2783" extrusionOk="0">
                    <a:moveTo>
                      <a:pt x="3621" y="1067"/>
                    </a:moveTo>
                    <a:cubicBezTo>
                      <a:pt x="3495" y="377"/>
                      <a:pt x="2616" y="0"/>
                      <a:pt x="1633" y="168"/>
                    </a:cubicBezTo>
                    <a:cubicBezTo>
                      <a:pt x="670" y="356"/>
                      <a:pt x="1" y="1046"/>
                      <a:pt x="126" y="1716"/>
                    </a:cubicBezTo>
                    <a:cubicBezTo>
                      <a:pt x="252" y="2406"/>
                      <a:pt x="1152" y="2783"/>
                      <a:pt x="2114" y="2616"/>
                    </a:cubicBezTo>
                    <a:cubicBezTo>
                      <a:pt x="3077" y="2427"/>
                      <a:pt x="3767" y="1716"/>
                      <a:pt x="3621" y="106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26"/>
              <p:cNvSpPr/>
              <p:nvPr/>
            </p:nvSpPr>
            <p:spPr>
              <a:xfrm>
                <a:off x="1438550" y="1339750"/>
                <a:ext cx="73800" cy="74825"/>
              </a:xfrm>
              <a:custGeom>
                <a:avLst/>
                <a:gdLst/>
                <a:ahLst/>
                <a:cxnLst/>
                <a:rect l="l" t="t" r="r" b="b"/>
                <a:pathLst>
                  <a:path w="2952" h="2993" extrusionOk="0">
                    <a:moveTo>
                      <a:pt x="1675" y="105"/>
                    </a:moveTo>
                    <a:cubicBezTo>
                      <a:pt x="921" y="0"/>
                      <a:pt x="210" y="565"/>
                      <a:pt x="105" y="1318"/>
                    </a:cubicBezTo>
                    <a:cubicBezTo>
                      <a:pt x="1" y="2072"/>
                      <a:pt x="545" y="2783"/>
                      <a:pt x="1298" y="2888"/>
                    </a:cubicBezTo>
                    <a:cubicBezTo>
                      <a:pt x="2072" y="2992"/>
                      <a:pt x="2763" y="2448"/>
                      <a:pt x="2867" y="1674"/>
                    </a:cubicBezTo>
                    <a:cubicBezTo>
                      <a:pt x="2951" y="921"/>
                      <a:pt x="2428" y="209"/>
                      <a:pt x="1675" y="10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26"/>
              <p:cNvSpPr/>
              <p:nvPr/>
            </p:nvSpPr>
            <p:spPr>
              <a:xfrm>
                <a:off x="1855450" y="1102250"/>
                <a:ext cx="772650" cy="444125"/>
              </a:xfrm>
              <a:custGeom>
                <a:avLst/>
                <a:gdLst/>
                <a:ahLst/>
                <a:cxnLst/>
                <a:rect l="l" t="t" r="r" b="b"/>
                <a:pathLst>
                  <a:path w="30906" h="17765" extrusionOk="0">
                    <a:moveTo>
                      <a:pt x="524" y="10839"/>
                    </a:moveTo>
                    <a:cubicBezTo>
                      <a:pt x="984" y="17765"/>
                      <a:pt x="30905" y="16677"/>
                      <a:pt x="30591" y="8663"/>
                    </a:cubicBezTo>
                    <a:cubicBezTo>
                      <a:pt x="30236" y="1"/>
                      <a:pt x="1" y="2700"/>
                      <a:pt x="524" y="1083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26"/>
              <p:cNvSpPr/>
              <p:nvPr/>
            </p:nvSpPr>
            <p:spPr>
              <a:xfrm>
                <a:off x="1750850" y="1100175"/>
                <a:ext cx="985000" cy="474450"/>
              </a:xfrm>
              <a:custGeom>
                <a:avLst/>
                <a:gdLst/>
                <a:ahLst/>
                <a:cxnLst/>
                <a:rect l="l" t="t" r="r" b="b"/>
                <a:pathLst>
                  <a:path w="39400" h="18978" fill="none" extrusionOk="0">
                    <a:moveTo>
                      <a:pt x="6319" y="6340"/>
                    </a:moveTo>
                    <a:cubicBezTo>
                      <a:pt x="9311" y="4938"/>
                      <a:pt x="38751" y="5649"/>
                      <a:pt x="35298" y="10211"/>
                    </a:cubicBezTo>
                    <a:cubicBezTo>
                      <a:pt x="31846" y="14793"/>
                      <a:pt x="12324" y="13914"/>
                      <a:pt x="6152" y="11215"/>
                    </a:cubicBezTo>
                    <a:cubicBezTo>
                      <a:pt x="0" y="8516"/>
                      <a:pt x="17367" y="3473"/>
                      <a:pt x="25401" y="3599"/>
                    </a:cubicBezTo>
                    <a:cubicBezTo>
                      <a:pt x="33394" y="3725"/>
                      <a:pt x="39399" y="7114"/>
                      <a:pt x="31637" y="13036"/>
                    </a:cubicBezTo>
                    <a:cubicBezTo>
                      <a:pt x="23853" y="18978"/>
                      <a:pt x="2971" y="14584"/>
                      <a:pt x="6173" y="9332"/>
                    </a:cubicBezTo>
                    <a:cubicBezTo>
                      <a:pt x="9374" y="4038"/>
                      <a:pt x="31135" y="0"/>
                      <a:pt x="34378" y="7135"/>
                    </a:cubicBezTo>
                    <a:cubicBezTo>
                      <a:pt x="37621" y="14270"/>
                      <a:pt x="13873" y="16634"/>
                      <a:pt x="8056" y="12471"/>
                    </a:cubicBezTo>
                    <a:cubicBezTo>
                      <a:pt x="2260" y="8286"/>
                      <a:pt x="16342" y="3976"/>
                      <a:pt x="22953" y="2720"/>
                    </a:cubicBezTo>
                    <a:cubicBezTo>
                      <a:pt x="29544" y="1465"/>
                      <a:pt x="38981" y="8474"/>
                      <a:pt x="33060" y="12910"/>
                    </a:cubicBezTo>
                    <a:cubicBezTo>
                      <a:pt x="27159" y="17367"/>
                      <a:pt x="7742" y="15233"/>
                      <a:pt x="5398" y="13203"/>
                    </a:cubicBezTo>
                    <a:cubicBezTo>
                      <a:pt x="3034" y="11194"/>
                      <a:pt x="7700" y="3913"/>
                      <a:pt x="15735" y="3243"/>
                    </a:cubicBezTo>
                    <a:cubicBezTo>
                      <a:pt x="23748" y="2553"/>
                      <a:pt x="34148" y="3766"/>
                      <a:pt x="35298" y="8432"/>
                    </a:cubicBezTo>
                    <a:cubicBezTo>
                      <a:pt x="36449" y="13098"/>
                      <a:pt x="16990" y="14793"/>
                      <a:pt x="8788" y="12973"/>
                    </a:cubicBezTo>
                    <a:cubicBezTo>
                      <a:pt x="607" y="11131"/>
                      <a:pt x="9772" y="5273"/>
                      <a:pt x="13245" y="3913"/>
                    </a:cubicBezTo>
                    <a:cubicBezTo>
                      <a:pt x="16718" y="2553"/>
                      <a:pt x="29126" y="1486"/>
                      <a:pt x="32369" y="7365"/>
                    </a:cubicBezTo>
                    <a:cubicBezTo>
                      <a:pt x="35612" y="13245"/>
                      <a:pt x="20254" y="16655"/>
                      <a:pt x="11257" y="15002"/>
                    </a:cubicBezTo>
                    <a:cubicBezTo>
                      <a:pt x="2260" y="13391"/>
                      <a:pt x="6340" y="6110"/>
                      <a:pt x="14835" y="4352"/>
                    </a:cubicBezTo>
                    <a:cubicBezTo>
                      <a:pt x="23330" y="2616"/>
                      <a:pt x="31992" y="1276"/>
                      <a:pt x="33645" y="6758"/>
                    </a:cubicBezTo>
                    <a:cubicBezTo>
                      <a:pt x="35298" y="12261"/>
                      <a:pt x="19773" y="12889"/>
                      <a:pt x="9897" y="12931"/>
                    </a:cubicBezTo>
                    <a:cubicBezTo>
                      <a:pt x="0" y="12994"/>
                      <a:pt x="3913" y="7909"/>
                      <a:pt x="9646" y="5126"/>
                    </a:cubicBezTo>
                    <a:cubicBezTo>
                      <a:pt x="15400" y="2302"/>
                      <a:pt x="31825" y="2134"/>
                      <a:pt x="33687" y="7700"/>
                    </a:cubicBezTo>
                    <a:cubicBezTo>
                      <a:pt x="35549" y="13308"/>
                      <a:pt x="13852" y="17053"/>
                      <a:pt x="7491" y="15274"/>
                    </a:cubicBezTo>
                    <a:cubicBezTo>
                      <a:pt x="1130" y="13496"/>
                      <a:pt x="4813" y="7972"/>
                      <a:pt x="10546" y="5440"/>
                    </a:cubicBezTo>
                    <a:cubicBezTo>
                      <a:pt x="16279" y="2888"/>
                      <a:pt x="31386" y="4436"/>
                      <a:pt x="36575" y="9520"/>
                    </a:cubicBezTo>
                  </a:path>
                </a:pathLst>
              </a:custGeom>
              <a:noFill/>
              <a:ln w="109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26"/>
              <p:cNvSpPr/>
              <p:nvPr/>
            </p:nvSpPr>
            <p:spPr>
              <a:xfrm>
                <a:off x="1807850" y="1157700"/>
                <a:ext cx="885625" cy="400200"/>
              </a:xfrm>
              <a:custGeom>
                <a:avLst/>
                <a:gdLst/>
                <a:ahLst/>
                <a:cxnLst/>
                <a:rect l="l" t="t" r="r" b="b"/>
                <a:pathLst>
                  <a:path w="35425" h="16008" fill="none" extrusionOk="0">
                    <a:moveTo>
                      <a:pt x="25277" y="1"/>
                    </a:moveTo>
                    <a:cubicBezTo>
                      <a:pt x="28980" y="1382"/>
                      <a:pt x="35425" y="6613"/>
                      <a:pt x="29524" y="10191"/>
                    </a:cubicBezTo>
                    <a:cubicBezTo>
                      <a:pt x="23624" y="13768"/>
                      <a:pt x="1" y="16007"/>
                      <a:pt x="3537" y="4478"/>
                    </a:cubicBezTo>
                  </a:path>
                </a:pathLst>
              </a:custGeom>
              <a:noFill/>
              <a:ln w="109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26"/>
              <p:cNvSpPr/>
              <p:nvPr/>
            </p:nvSpPr>
            <p:spPr>
              <a:xfrm>
                <a:off x="1876375" y="1172350"/>
                <a:ext cx="724000" cy="294525"/>
              </a:xfrm>
              <a:custGeom>
                <a:avLst/>
                <a:gdLst/>
                <a:ahLst/>
                <a:cxnLst/>
                <a:rect l="l" t="t" r="r" b="b"/>
                <a:pathLst>
                  <a:path w="28960" h="11781" fill="none" extrusionOk="0">
                    <a:moveTo>
                      <a:pt x="8998" y="1"/>
                    </a:moveTo>
                    <a:cubicBezTo>
                      <a:pt x="5964" y="1047"/>
                      <a:pt x="1" y="5964"/>
                      <a:pt x="3851" y="8872"/>
                    </a:cubicBezTo>
                    <a:cubicBezTo>
                      <a:pt x="7701" y="11781"/>
                      <a:pt x="22975" y="11655"/>
                      <a:pt x="25988" y="7387"/>
                    </a:cubicBezTo>
                    <a:cubicBezTo>
                      <a:pt x="28959" y="3118"/>
                      <a:pt x="26846" y="1214"/>
                      <a:pt x="25381" y="1"/>
                    </a:cubicBezTo>
                  </a:path>
                </a:pathLst>
              </a:custGeom>
              <a:noFill/>
              <a:ln w="109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26"/>
              <p:cNvSpPr/>
              <p:nvPr/>
            </p:nvSpPr>
            <p:spPr>
              <a:xfrm>
                <a:off x="1896250" y="1234600"/>
                <a:ext cx="705675" cy="186250"/>
              </a:xfrm>
              <a:custGeom>
                <a:avLst/>
                <a:gdLst/>
                <a:ahLst/>
                <a:cxnLst/>
                <a:rect l="l" t="t" r="r" b="b"/>
                <a:pathLst>
                  <a:path w="28227" h="7450" fill="none" extrusionOk="0">
                    <a:moveTo>
                      <a:pt x="27516" y="858"/>
                    </a:moveTo>
                    <a:cubicBezTo>
                      <a:pt x="28227" y="2386"/>
                      <a:pt x="24210" y="7449"/>
                      <a:pt x="12492" y="6466"/>
                    </a:cubicBezTo>
                    <a:cubicBezTo>
                      <a:pt x="775" y="5462"/>
                      <a:pt x="1" y="2783"/>
                      <a:pt x="922" y="0"/>
                    </a:cubicBezTo>
                  </a:path>
                </a:pathLst>
              </a:custGeom>
              <a:noFill/>
              <a:ln w="109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26"/>
              <p:cNvSpPr/>
              <p:nvPr/>
            </p:nvSpPr>
            <p:spPr>
              <a:xfrm>
                <a:off x="1899925" y="1197450"/>
                <a:ext cx="694175" cy="230200"/>
              </a:xfrm>
              <a:custGeom>
                <a:avLst/>
                <a:gdLst/>
                <a:ahLst/>
                <a:cxnLst/>
                <a:rect l="l" t="t" r="r" b="b"/>
                <a:pathLst>
                  <a:path w="27767" h="9208" fill="none" extrusionOk="0">
                    <a:moveTo>
                      <a:pt x="26783" y="1"/>
                    </a:moveTo>
                    <a:cubicBezTo>
                      <a:pt x="27766" y="1382"/>
                      <a:pt x="24690" y="7052"/>
                      <a:pt x="12973" y="8140"/>
                    </a:cubicBezTo>
                    <a:cubicBezTo>
                      <a:pt x="1256" y="9207"/>
                      <a:pt x="0" y="6676"/>
                      <a:pt x="419" y="3788"/>
                    </a:cubicBezTo>
                  </a:path>
                </a:pathLst>
              </a:custGeom>
              <a:noFill/>
              <a:ln w="109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26"/>
              <p:cNvSpPr/>
              <p:nvPr/>
            </p:nvSpPr>
            <p:spPr>
              <a:xfrm>
                <a:off x="1760775" y="829200"/>
                <a:ext cx="794600" cy="568625"/>
              </a:xfrm>
              <a:custGeom>
                <a:avLst/>
                <a:gdLst/>
                <a:ahLst/>
                <a:cxnLst/>
                <a:rect l="l" t="t" r="r" b="b"/>
                <a:pathLst>
                  <a:path w="31784" h="22745" extrusionOk="0">
                    <a:moveTo>
                      <a:pt x="1" y="11802"/>
                    </a:moveTo>
                    <a:cubicBezTo>
                      <a:pt x="2365" y="15924"/>
                      <a:pt x="6487" y="19376"/>
                      <a:pt x="11007" y="21531"/>
                    </a:cubicBezTo>
                    <a:cubicBezTo>
                      <a:pt x="13078" y="22075"/>
                      <a:pt x="15861" y="22494"/>
                      <a:pt x="19439" y="22745"/>
                    </a:cubicBezTo>
                    <a:cubicBezTo>
                      <a:pt x="24879" y="22263"/>
                      <a:pt x="28017" y="20610"/>
                      <a:pt x="29880" y="19188"/>
                    </a:cubicBezTo>
                    <a:cubicBezTo>
                      <a:pt x="31093" y="17158"/>
                      <a:pt x="31784" y="14438"/>
                      <a:pt x="31658" y="10860"/>
                    </a:cubicBezTo>
                    <a:cubicBezTo>
                      <a:pt x="31302" y="1361"/>
                      <a:pt x="25235" y="1"/>
                      <a:pt x="18476" y="1675"/>
                    </a:cubicBezTo>
                    <a:cubicBezTo>
                      <a:pt x="10776" y="3579"/>
                      <a:pt x="5629" y="12115"/>
                      <a:pt x="1" y="1180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26"/>
              <p:cNvSpPr/>
              <p:nvPr/>
            </p:nvSpPr>
            <p:spPr>
              <a:xfrm>
                <a:off x="1826175" y="1108525"/>
                <a:ext cx="717175" cy="289300"/>
              </a:xfrm>
              <a:custGeom>
                <a:avLst/>
                <a:gdLst/>
                <a:ahLst/>
                <a:cxnLst/>
                <a:rect l="l" t="t" r="r" b="b"/>
                <a:pathLst>
                  <a:path w="28687" h="11572" extrusionOk="0">
                    <a:moveTo>
                      <a:pt x="0" y="4207"/>
                    </a:moveTo>
                    <a:cubicBezTo>
                      <a:pt x="2302" y="6738"/>
                      <a:pt x="5252" y="8873"/>
                      <a:pt x="8370" y="10358"/>
                    </a:cubicBezTo>
                    <a:cubicBezTo>
                      <a:pt x="10441" y="10902"/>
                      <a:pt x="13203" y="11321"/>
                      <a:pt x="16781" y="11572"/>
                    </a:cubicBezTo>
                    <a:cubicBezTo>
                      <a:pt x="22242" y="11090"/>
                      <a:pt x="25381" y="9437"/>
                      <a:pt x="27222" y="8015"/>
                    </a:cubicBezTo>
                    <a:cubicBezTo>
                      <a:pt x="27891" y="6948"/>
                      <a:pt x="28373" y="5671"/>
                      <a:pt x="28686" y="4207"/>
                    </a:cubicBezTo>
                    <a:cubicBezTo>
                      <a:pt x="26197" y="3349"/>
                      <a:pt x="26573" y="1"/>
                      <a:pt x="24460" y="168"/>
                    </a:cubicBezTo>
                    <a:cubicBezTo>
                      <a:pt x="22347" y="357"/>
                      <a:pt x="23728" y="4353"/>
                      <a:pt x="19313" y="6152"/>
                    </a:cubicBezTo>
                    <a:cubicBezTo>
                      <a:pt x="14877" y="7889"/>
                      <a:pt x="5629" y="6257"/>
                      <a:pt x="0" y="420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26"/>
              <p:cNvSpPr/>
              <p:nvPr/>
            </p:nvSpPr>
            <p:spPr>
              <a:xfrm>
                <a:off x="1580850" y="1086050"/>
                <a:ext cx="179950" cy="99400"/>
              </a:xfrm>
              <a:custGeom>
                <a:avLst/>
                <a:gdLst/>
                <a:ahLst/>
                <a:cxnLst/>
                <a:rect l="l" t="t" r="r" b="b"/>
                <a:pathLst>
                  <a:path w="7198" h="3976" extrusionOk="0">
                    <a:moveTo>
                      <a:pt x="7198" y="1528"/>
                    </a:moveTo>
                    <a:cubicBezTo>
                      <a:pt x="6570" y="1967"/>
                      <a:pt x="670" y="3976"/>
                      <a:pt x="356" y="1988"/>
                    </a:cubicBezTo>
                    <a:cubicBezTo>
                      <a:pt x="0" y="0"/>
                      <a:pt x="6277" y="1214"/>
                      <a:pt x="7198" y="15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26"/>
              <p:cNvSpPr/>
              <p:nvPr/>
            </p:nvSpPr>
            <p:spPr>
              <a:xfrm>
                <a:off x="1600725" y="970950"/>
                <a:ext cx="160075" cy="153300"/>
              </a:xfrm>
              <a:custGeom>
                <a:avLst/>
                <a:gdLst/>
                <a:ahLst/>
                <a:cxnLst/>
                <a:rect l="l" t="t" r="r" b="b"/>
                <a:pathLst>
                  <a:path w="6403" h="6132" extrusionOk="0">
                    <a:moveTo>
                      <a:pt x="6403" y="6132"/>
                    </a:moveTo>
                    <a:cubicBezTo>
                      <a:pt x="5670" y="6006"/>
                      <a:pt x="0" y="3328"/>
                      <a:pt x="1172" y="1675"/>
                    </a:cubicBezTo>
                    <a:cubicBezTo>
                      <a:pt x="2323" y="1"/>
                      <a:pt x="5963" y="5253"/>
                      <a:pt x="6403" y="61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26"/>
              <p:cNvSpPr/>
              <p:nvPr/>
            </p:nvSpPr>
            <p:spPr>
              <a:xfrm>
                <a:off x="1760775" y="829200"/>
                <a:ext cx="791475" cy="433150"/>
              </a:xfrm>
              <a:custGeom>
                <a:avLst/>
                <a:gdLst/>
                <a:ahLst/>
                <a:cxnLst/>
                <a:rect l="l" t="t" r="r" b="b"/>
                <a:pathLst>
                  <a:path w="31659" h="17326" extrusionOk="0">
                    <a:moveTo>
                      <a:pt x="31658" y="10860"/>
                    </a:moveTo>
                    <a:cubicBezTo>
                      <a:pt x="31302" y="1361"/>
                      <a:pt x="25235" y="1"/>
                      <a:pt x="18455" y="1675"/>
                    </a:cubicBezTo>
                    <a:cubicBezTo>
                      <a:pt x="10776" y="3579"/>
                      <a:pt x="5629" y="12136"/>
                      <a:pt x="1" y="11802"/>
                    </a:cubicBezTo>
                    <a:cubicBezTo>
                      <a:pt x="7052" y="16112"/>
                      <a:pt x="16426" y="17325"/>
                      <a:pt x="23498" y="15589"/>
                    </a:cubicBezTo>
                    <a:cubicBezTo>
                      <a:pt x="22996" y="14438"/>
                      <a:pt x="22703" y="13015"/>
                      <a:pt x="22682" y="11530"/>
                    </a:cubicBezTo>
                    <a:cubicBezTo>
                      <a:pt x="22619" y="7596"/>
                      <a:pt x="24481" y="4374"/>
                      <a:pt x="26846" y="4353"/>
                    </a:cubicBezTo>
                    <a:cubicBezTo>
                      <a:pt x="29168" y="4311"/>
                      <a:pt x="31135" y="7512"/>
                      <a:pt x="31177" y="11446"/>
                    </a:cubicBezTo>
                    <a:cubicBezTo>
                      <a:pt x="31344" y="11258"/>
                      <a:pt x="31491" y="11048"/>
                      <a:pt x="31658" y="108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26"/>
              <p:cNvSpPr/>
              <p:nvPr/>
            </p:nvSpPr>
            <p:spPr>
              <a:xfrm>
                <a:off x="2498350" y="1043150"/>
                <a:ext cx="182575" cy="113525"/>
              </a:xfrm>
              <a:custGeom>
                <a:avLst/>
                <a:gdLst/>
                <a:ahLst/>
                <a:cxnLst/>
                <a:rect l="l" t="t" r="r" b="b"/>
                <a:pathLst>
                  <a:path w="7303" h="4541" extrusionOk="0">
                    <a:moveTo>
                      <a:pt x="1235" y="0"/>
                    </a:moveTo>
                    <a:lnTo>
                      <a:pt x="7302" y="1904"/>
                    </a:lnTo>
                    <a:lnTo>
                      <a:pt x="2113" y="4541"/>
                    </a:lnTo>
                    <a:cubicBezTo>
                      <a:pt x="586" y="4520"/>
                      <a:pt x="0" y="1130"/>
                      <a:pt x="1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26"/>
              <p:cNvSpPr/>
              <p:nvPr/>
            </p:nvSpPr>
            <p:spPr>
              <a:xfrm>
                <a:off x="1873775" y="947425"/>
                <a:ext cx="503225" cy="492775"/>
              </a:xfrm>
              <a:custGeom>
                <a:avLst/>
                <a:gdLst/>
                <a:ahLst/>
                <a:cxnLst/>
                <a:rect l="l" t="t" r="r" b="b"/>
                <a:pathLst>
                  <a:path w="20129" h="19711" extrusionOk="0">
                    <a:moveTo>
                      <a:pt x="0" y="9186"/>
                    </a:moveTo>
                    <a:cubicBezTo>
                      <a:pt x="3243" y="13475"/>
                      <a:pt x="20129" y="19710"/>
                      <a:pt x="19145" y="9165"/>
                    </a:cubicBezTo>
                    <a:cubicBezTo>
                      <a:pt x="18350" y="0"/>
                      <a:pt x="6152" y="10316"/>
                      <a:pt x="0" y="918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26"/>
              <p:cNvSpPr/>
              <p:nvPr/>
            </p:nvSpPr>
            <p:spPr>
              <a:xfrm>
                <a:off x="2391100" y="997125"/>
                <a:ext cx="105175" cy="40300"/>
              </a:xfrm>
              <a:custGeom>
                <a:avLst/>
                <a:gdLst/>
                <a:ahLst/>
                <a:cxnLst/>
                <a:rect l="l" t="t" r="r" b="b"/>
                <a:pathLst>
                  <a:path w="4207" h="1612" extrusionOk="0">
                    <a:moveTo>
                      <a:pt x="370" y="0"/>
                    </a:moveTo>
                    <a:cubicBezTo>
                      <a:pt x="315" y="0"/>
                      <a:pt x="259" y="14"/>
                      <a:pt x="210" y="42"/>
                    </a:cubicBezTo>
                    <a:cubicBezTo>
                      <a:pt x="63" y="105"/>
                      <a:pt x="1" y="314"/>
                      <a:pt x="84" y="481"/>
                    </a:cubicBezTo>
                    <a:cubicBezTo>
                      <a:pt x="252" y="795"/>
                      <a:pt x="461" y="1025"/>
                      <a:pt x="733" y="1214"/>
                    </a:cubicBezTo>
                    <a:cubicBezTo>
                      <a:pt x="1151" y="1507"/>
                      <a:pt x="1633" y="1611"/>
                      <a:pt x="2093" y="1611"/>
                    </a:cubicBezTo>
                    <a:cubicBezTo>
                      <a:pt x="2553" y="1611"/>
                      <a:pt x="3035" y="1465"/>
                      <a:pt x="3390" y="1256"/>
                    </a:cubicBezTo>
                    <a:cubicBezTo>
                      <a:pt x="3725" y="1130"/>
                      <a:pt x="3955" y="921"/>
                      <a:pt x="4102" y="691"/>
                    </a:cubicBezTo>
                    <a:cubicBezTo>
                      <a:pt x="4206" y="523"/>
                      <a:pt x="4164" y="356"/>
                      <a:pt x="4039" y="251"/>
                    </a:cubicBezTo>
                    <a:cubicBezTo>
                      <a:pt x="3974" y="210"/>
                      <a:pt x="3905" y="192"/>
                      <a:pt x="3840" y="192"/>
                    </a:cubicBezTo>
                    <a:cubicBezTo>
                      <a:pt x="3738" y="192"/>
                      <a:pt x="3642" y="237"/>
                      <a:pt x="3579" y="314"/>
                    </a:cubicBezTo>
                    <a:cubicBezTo>
                      <a:pt x="3474" y="481"/>
                      <a:pt x="3328" y="607"/>
                      <a:pt x="3118" y="712"/>
                    </a:cubicBezTo>
                    <a:cubicBezTo>
                      <a:pt x="2825" y="879"/>
                      <a:pt x="2470" y="984"/>
                      <a:pt x="2114" y="984"/>
                    </a:cubicBezTo>
                    <a:cubicBezTo>
                      <a:pt x="1779" y="984"/>
                      <a:pt x="1424" y="900"/>
                      <a:pt x="1131" y="691"/>
                    </a:cubicBezTo>
                    <a:cubicBezTo>
                      <a:pt x="942" y="565"/>
                      <a:pt x="775" y="398"/>
                      <a:pt x="649" y="168"/>
                    </a:cubicBezTo>
                    <a:cubicBezTo>
                      <a:pt x="594" y="56"/>
                      <a:pt x="482" y="0"/>
                      <a:pt x="3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5" name="Google Shape;1765;p26"/>
            <p:cNvGrpSpPr/>
            <p:nvPr/>
          </p:nvGrpSpPr>
          <p:grpSpPr>
            <a:xfrm flipH="1">
              <a:off x="8285825" y="835250"/>
              <a:ext cx="192000" cy="189900"/>
              <a:chOff x="2937200" y="1521250"/>
              <a:chExt cx="192000" cy="189900"/>
            </a:xfrm>
          </p:grpSpPr>
          <p:sp>
            <p:nvSpPr>
              <p:cNvPr id="1766" name="Google Shape;1766;p26"/>
              <p:cNvSpPr/>
              <p:nvPr/>
            </p:nvSpPr>
            <p:spPr>
              <a:xfrm>
                <a:off x="3003650" y="1521250"/>
                <a:ext cx="68025" cy="92625"/>
              </a:xfrm>
              <a:custGeom>
                <a:avLst/>
                <a:gdLst/>
                <a:ahLst/>
                <a:cxnLst/>
                <a:rect l="l" t="t" r="r" b="b"/>
                <a:pathLst>
                  <a:path w="2721" h="3705" extrusionOk="0">
                    <a:moveTo>
                      <a:pt x="1590" y="63"/>
                    </a:moveTo>
                    <a:cubicBezTo>
                      <a:pt x="921" y="1"/>
                      <a:pt x="272" y="691"/>
                      <a:pt x="126" y="1695"/>
                    </a:cubicBezTo>
                    <a:cubicBezTo>
                      <a:pt x="0" y="2658"/>
                      <a:pt x="440" y="3516"/>
                      <a:pt x="1130" y="3620"/>
                    </a:cubicBezTo>
                    <a:cubicBezTo>
                      <a:pt x="1821" y="3704"/>
                      <a:pt x="2469" y="2993"/>
                      <a:pt x="2595" y="2009"/>
                    </a:cubicBezTo>
                    <a:cubicBezTo>
                      <a:pt x="2720" y="1005"/>
                      <a:pt x="2281" y="147"/>
                      <a:pt x="1590" y="6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26"/>
              <p:cNvSpPr/>
              <p:nvPr/>
            </p:nvSpPr>
            <p:spPr>
              <a:xfrm>
                <a:off x="2937200" y="1557875"/>
                <a:ext cx="94725" cy="76925"/>
              </a:xfrm>
              <a:custGeom>
                <a:avLst/>
                <a:gdLst/>
                <a:ahLst/>
                <a:cxnLst/>
                <a:rect l="l" t="t" r="r" b="b"/>
                <a:pathLst>
                  <a:path w="3789" h="3077" extrusionOk="0">
                    <a:moveTo>
                      <a:pt x="294" y="774"/>
                    </a:moveTo>
                    <a:cubicBezTo>
                      <a:pt x="1" y="1402"/>
                      <a:pt x="461" y="2239"/>
                      <a:pt x="1361" y="2658"/>
                    </a:cubicBezTo>
                    <a:cubicBezTo>
                      <a:pt x="2240" y="3076"/>
                      <a:pt x="3223" y="2930"/>
                      <a:pt x="3495" y="2302"/>
                    </a:cubicBezTo>
                    <a:cubicBezTo>
                      <a:pt x="3788" y="1674"/>
                      <a:pt x="3328" y="837"/>
                      <a:pt x="2428" y="419"/>
                    </a:cubicBezTo>
                    <a:cubicBezTo>
                      <a:pt x="1549" y="0"/>
                      <a:pt x="566" y="147"/>
                      <a:pt x="294" y="7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26"/>
              <p:cNvSpPr/>
              <p:nvPr/>
            </p:nvSpPr>
            <p:spPr>
              <a:xfrm>
                <a:off x="2952900" y="1611750"/>
                <a:ext cx="85825" cy="88425"/>
              </a:xfrm>
              <a:custGeom>
                <a:avLst/>
                <a:gdLst/>
                <a:ahLst/>
                <a:cxnLst/>
                <a:rect l="l" t="t" r="r" b="b"/>
                <a:pathLst>
                  <a:path w="3433" h="3537" extrusionOk="0">
                    <a:moveTo>
                      <a:pt x="482" y="3076"/>
                    </a:moveTo>
                    <a:cubicBezTo>
                      <a:pt x="984" y="3537"/>
                      <a:pt x="1926" y="3327"/>
                      <a:pt x="2616" y="2616"/>
                    </a:cubicBezTo>
                    <a:cubicBezTo>
                      <a:pt x="3286" y="1925"/>
                      <a:pt x="3432" y="942"/>
                      <a:pt x="2930" y="482"/>
                    </a:cubicBezTo>
                    <a:cubicBezTo>
                      <a:pt x="2428" y="0"/>
                      <a:pt x="1486" y="210"/>
                      <a:pt x="796" y="921"/>
                    </a:cubicBezTo>
                    <a:cubicBezTo>
                      <a:pt x="147" y="1653"/>
                      <a:pt x="1" y="2616"/>
                      <a:pt x="482" y="307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26"/>
              <p:cNvSpPr/>
              <p:nvPr/>
            </p:nvSpPr>
            <p:spPr>
              <a:xfrm>
                <a:off x="3017775" y="1616450"/>
                <a:ext cx="77425" cy="94700"/>
              </a:xfrm>
              <a:custGeom>
                <a:avLst/>
                <a:gdLst/>
                <a:ahLst/>
                <a:cxnLst/>
                <a:rect l="l" t="t" r="r" b="b"/>
                <a:pathLst>
                  <a:path w="3097" h="3788" extrusionOk="0">
                    <a:moveTo>
                      <a:pt x="2406" y="3474"/>
                    </a:moveTo>
                    <a:cubicBezTo>
                      <a:pt x="2992" y="3139"/>
                      <a:pt x="3097" y="2177"/>
                      <a:pt x="2637" y="1319"/>
                    </a:cubicBezTo>
                    <a:cubicBezTo>
                      <a:pt x="2155" y="440"/>
                      <a:pt x="1297" y="1"/>
                      <a:pt x="691" y="336"/>
                    </a:cubicBezTo>
                    <a:cubicBezTo>
                      <a:pt x="105" y="691"/>
                      <a:pt x="0" y="1654"/>
                      <a:pt x="461" y="2512"/>
                    </a:cubicBezTo>
                    <a:cubicBezTo>
                      <a:pt x="942" y="3349"/>
                      <a:pt x="1800" y="3788"/>
                      <a:pt x="2406" y="34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26"/>
              <p:cNvSpPr/>
              <p:nvPr/>
            </p:nvSpPr>
            <p:spPr>
              <a:xfrm>
                <a:off x="3035025" y="1574075"/>
                <a:ext cx="94175" cy="70125"/>
              </a:xfrm>
              <a:custGeom>
                <a:avLst/>
                <a:gdLst/>
                <a:ahLst/>
                <a:cxnLst/>
                <a:rect l="l" t="t" r="r" b="b"/>
                <a:pathLst>
                  <a:path w="3767" h="2805" extrusionOk="0">
                    <a:moveTo>
                      <a:pt x="3641" y="1068"/>
                    </a:moveTo>
                    <a:cubicBezTo>
                      <a:pt x="3516" y="398"/>
                      <a:pt x="2616" y="1"/>
                      <a:pt x="1654" y="189"/>
                    </a:cubicBezTo>
                    <a:cubicBezTo>
                      <a:pt x="691" y="357"/>
                      <a:pt x="1" y="1047"/>
                      <a:pt x="126" y="1717"/>
                    </a:cubicBezTo>
                    <a:cubicBezTo>
                      <a:pt x="273" y="2407"/>
                      <a:pt x="1151" y="2805"/>
                      <a:pt x="2135" y="2616"/>
                    </a:cubicBezTo>
                    <a:cubicBezTo>
                      <a:pt x="3097" y="2428"/>
                      <a:pt x="3767" y="1717"/>
                      <a:pt x="3641" y="106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26"/>
              <p:cNvSpPr/>
              <p:nvPr/>
            </p:nvSpPr>
            <p:spPr>
              <a:xfrm>
                <a:off x="2994225" y="1581400"/>
                <a:ext cx="74300" cy="74300"/>
              </a:xfrm>
              <a:custGeom>
                <a:avLst/>
                <a:gdLst/>
                <a:ahLst/>
                <a:cxnLst/>
                <a:rect l="l" t="t" r="r" b="b"/>
                <a:pathLst>
                  <a:path w="2972" h="2972" extrusionOk="0">
                    <a:moveTo>
                      <a:pt x="1675" y="105"/>
                    </a:moveTo>
                    <a:cubicBezTo>
                      <a:pt x="900" y="1"/>
                      <a:pt x="189" y="545"/>
                      <a:pt x="105" y="1298"/>
                    </a:cubicBezTo>
                    <a:cubicBezTo>
                      <a:pt x="1" y="2051"/>
                      <a:pt x="545" y="2763"/>
                      <a:pt x="1298" y="2867"/>
                    </a:cubicBezTo>
                    <a:cubicBezTo>
                      <a:pt x="2051" y="2972"/>
                      <a:pt x="2763" y="2428"/>
                      <a:pt x="2867" y="1675"/>
                    </a:cubicBezTo>
                    <a:cubicBezTo>
                      <a:pt x="2972" y="901"/>
                      <a:pt x="2428" y="210"/>
                      <a:pt x="1675" y="10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1898"/>
        <p:cNvGrpSpPr/>
        <p:nvPr/>
      </p:nvGrpSpPr>
      <p:grpSpPr>
        <a:xfrm>
          <a:off x="0" y="0"/>
          <a:ext cx="0" cy="0"/>
          <a:chOff x="0" y="0"/>
          <a:chExt cx="0" cy="0"/>
        </a:xfrm>
      </p:grpSpPr>
      <p:sp>
        <p:nvSpPr>
          <p:cNvPr id="1899" name="Google Shape;1899;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900" name="Google Shape;1900;p28"/>
          <p:cNvGrpSpPr/>
          <p:nvPr/>
        </p:nvGrpSpPr>
        <p:grpSpPr>
          <a:xfrm rot="5840767" flipH="1">
            <a:off x="8416621" y="4371464"/>
            <a:ext cx="565106" cy="464631"/>
            <a:chOff x="7038900" y="1632175"/>
            <a:chExt cx="741850" cy="609950"/>
          </a:xfrm>
        </p:grpSpPr>
        <p:sp>
          <p:nvSpPr>
            <p:cNvPr id="1901" name="Google Shape;1901;p28"/>
            <p:cNvSpPr/>
            <p:nvPr/>
          </p:nvSpPr>
          <p:spPr>
            <a:xfrm>
              <a:off x="7085225" y="1632175"/>
              <a:ext cx="695525" cy="609950"/>
            </a:xfrm>
            <a:custGeom>
              <a:avLst/>
              <a:gdLst/>
              <a:ahLst/>
              <a:cxnLst/>
              <a:rect l="l" t="t" r="r" b="b"/>
              <a:pathLst>
                <a:path w="27821" h="24398" extrusionOk="0">
                  <a:moveTo>
                    <a:pt x="16828" y="0"/>
                  </a:moveTo>
                  <a:cubicBezTo>
                    <a:pt x="15948" y="0"/>
                    <a:pt x="15004" y="528"/>
                    <a:pt x="14511" y="1312"/>
                  </a:cubicBezTo>
                  <a:cubicBezTo>
                    <a:pt x="13744" y="2480"/>
                    <a:pt x="13711" y="3914"/>
                    <a:pt x="13577" y="5282"/>
                  </a:cubicBezTo>
                  <a:cubicBezTo>
                    <a:pt x="13477" y="6649"/>
                    <a:pt x="13177" y="8117"/>
                    <a:pt x="12143" y="8984"/>
                  </a:cubicBezTo>
                  <a:cubicBezTo>
                    <a:pt x="11993" y="9134"/>
                    <a:pt x="11790" y="9256"/>
                    <a:pt x="11582" y="9256"/>
                  </a:cubicBezTo>
                  <a:cubicBezTo>
                    <a:pt x="11558" y="9256"/>
                    <a:pt x="11533" y="9255"/>
                    <a:pt x="11509" y="9251"/>
                  </a:cubicBezTo>
                  <a:cubicBezTo>
                    <a:pt x="10975" y="9218"/>
                    <a:pt x="10842" y="8451"/>
                    <a:pt x="10875" y="7950"/>
                  </a:cubicBezTo>
                  <a:cubicBezTo>
                    <a:pt x="10975" y="6916"/>
                    <a:pt x="11075" y="5882"/>
                    <a:pt x="10875" y="4815"/>
                  </a:cubicBezTo>
                  <a:cubicBezTo>
                    <a:pt x="10708" y="3781"/>
                    <a:pt x="10175" y="2780"/>
                    <a:pt x="9241" y="2280"/>
                  </a:cubicBezTo>
                  <a:cubicBezTo>
                    <a:pt x="8892" y="2086"/>
                    <a:pt x="8484" y="1987"/>
                    <a:pt x="8081" y="1987"/>
                  </a:cubicBezTo>
                  <a:cubicBezTo>
                    <a:pt x="7443" y="1987"/>
                    <a:pt x="6820" y="2235"/>
                    <a:pt x="6472" y="2747"/>
                  </a:cubicBezTo>
                  <a:cubicBezTo>
                    <a:pt x="6172" y="3147"/>
                    <a:pt x="6038" y="3714"/>
                    <a:pt x="6038" y="4248"/>
                  </a:cubicBezTo>
                  <a:cubicBezTo>
                    <a:pt x="5872" y="6783"/>
                    <a:pt x="6906" y="9285"/>
                    <a:pt x="6739" y="11820"/>
                  </a:cubicBezTo>
                  <a:cubicBezTo>
                    <a:pt x="6706" y="12220"/>
                    <a:pt x="6572" y="12620"/>
                    <a:pt x="6205" y="12620"/>
                  </a:cubicBezTo>
                  <a:cubicBezTo>
                    <a:pt x="5905" y="12620"/>
                    <a:pt x="5738" y="12320"/>
                    <a:pt x="5671" y="12053"/>
                  </a:cubicBezTo>
                  <a:cubicBezTo>
                    <a:pt x="5405" y="11119"/>
                    <a:pt x="5671" y="10118"/>
                    <a:pt x="5305" y="9285"/>
                  </a:cubicBezTo>
                  <a:cubicBezTo>
                    <a:pt x="4956" y="8494"/>
                    <a:pt x="4073" y="8076"/>
                    <a:pt x="3208" y="8076"/>
                  </a:cubicBezTo>
                  <a:cubicBezTo>
                    <a:pt x="2832" y="8076"/>
                    <a:pt x="2459" y="8155"/>
                    <a:pt x="2136" y="8317"/>
                  </a:cubicBezTo>
                  <a:cubicBezTo>
                    <a:pt x="1001" y="8884"/>
                    <a:pt x="334" y="10085"/>
                    <a:pt x="234" y="11319"/>
                  </a:cubicBezTo>
                  <a:cubicBezTo>
                    <a:pt x="1" y="14522"/>
                    <a:pt x="2136" y="18925"/>
                    <a:pt x="2136" y="18925"/>
                  </a:cubicBezTo>
                  <a:cubicBezTo>
                    <a:pt x="4504" y="20926"/>
                    <a:pt x="7206" y="22594"/>
                    <a:pt x="10041" y="23828"/>
                  </a:cubicBezTo>
                  <a:cubicBezTo>
                    <a:pt x="10706" y="24113"/>
                    <a:pt x="11400" y="24398"/>
                    <a:pt x="12125" y="24398"/>
                  </a:cubicBezTo>
                  <a:cubicBezTo>
                    <a:pt x="12164" y="24398"/>
                    <a:pt x="12203" y="24397"/>
                    <a:pt x="12243" y="24395"/>
                  </a:cubicBezTo>
                  <a:cubicBezTo>
                    <a:pt x="13010" y="24329"/>
                    <a:pt x="13811" y="23928"/>
                    <a:pt x="14044" y="23195"/>
                  </a:cubicBezTo>
                  <a:cubicBezTo>
                    <a:pt x="14244" y="22627"/>
                    <a:pt x="14044" y="21994"/>
                    <a:pt x="13911" y="21360"/>
                  </a:cubicBezTo>
                  <a:cubicBezTo>
                    <a:pt x="13844" y="20759"/>
                    <a:pt x="13877" y="20059"/>
                    <a:pt x="14378" y="19692"/>
                  </a:cubicBezTo>
                  <a:cubicBezTo>
                    <a:pt x="14570" y="19573"/>
                    <a:pt x="14783" y="19527"/>
                    <a:pt x="15003" y="19527"/>
                  </a:cubicBezTo>
                  <a:cubicBezTo>
                    <a:pt x="15279" y="19527"/>
                    <a:pt x="15567" y="19599"/>
                    <a:pt x="15845" y="19692"/>
                  </a:cubicBezTo>
                  <a:cubicBezTo>
                    <a:pt x="16746" y="19992"/>
                    <a:pt x="17680" y="20459"/>
                    <a:pt x="18647" y="20459"/>
                  </a:cubicBezTo>
                  <a:cubicBezTo>
                    <a:pt x="19581" y="20459"/>
                    <a:pt x="20682" y="19759"/>
                    <a:pt x="20649" y="18791"/>
                  </a:cubicBezTo>
                  <a:cubicBezTo>
                    <a:pt x="20582" y="18024"/>
                    <a:pt x="19982" y="17490"/>
                    <a:pt x="19515" y="16957"/>
                  </a:cubicBezTo>
                  <a:cubicBezTo>
                    <a:pt x="19048" y="16356"/>
                    <a:pt x="18747" y="15456"/>
                    <a:pt x="19348" y="14955"/>
                  </a:cubicBezTo>
                  <a:cubicBezTo>
                    <a:pt x="19538" y="14783"/>
                    <a:pt x="19790" y="14717"/>
                    <a:pt x="20049" y="14717"/>
                  </a:cubicBezTo>
                  <a:cubicBezTo>
                    <a:pt x="20291" y="14717"/>
                    <a:pt x="20539" y="14775"/>
                    <a:pt x="20749" y="14855"/>
                  </a:cubicBezTo>
                  <a:cubicBezTo>
                    <a:pt x="21583" y="15122"/>
                    <a:pt x="22350" y="15589"/>
                    <a:pt x="23217" y="15756"/>
                  </a:cubicBezTo>
                  <a:cubicBezTo>
                    <a:pt x="23395" y="15790"/>
                    <a:pt x="23578" y="15807"/>
                    <a:pt x="23761" y="15807"/>
                  </a:cubicBezTo>
                  <a:cubicBezTo>
                    <a:pt x="24472" y="15807"/>
                    <a:pt x="25181" y="15546"/>
                    <a:pt x="25552" y="14989"/>
                  </a:cubicBezTo>
                  <a:cubicBezTo>
                    <a:pt x="25886" y="14455"/>
                    <a:pt x="25853" y="13688"/>
                    <a:pt x="25652" y="13087"/>
                  </a:cubicBezTo>
                  <a:cubicBezTo>
                    <a:pt x="25319" y="11820"/>
                    <a:pt x="24518" y="10686"/>
                    <a:pt x="23518" y="9918"/>
                  </a:cubicBezTo>
                  <a:cubicBezTo>
                    <a:pt x="24151" y="8918"/>
                    <a:pt x="25586" y="8918"/>
                    <a:pt x="26553" y="8184"/>
                  </a:cubicBezTo>
                  <a:cubicBezTo>
                    <a:pt x="27687" y="7383"/>
                    <a:pt x="27821" y="5482"/>
                    <a:pt x="26753" y="4581"/>
                  </a:cubicBezTo>
                  <a:cubicBezTo>
                    <a:pt x="26230" y="4097"/>
                    <a:pt x="25515" y="3894"/>
                    <a:pt x="24779" y="3894"/>
                  </a:cubicBezTo>
                  <a:cubicBezTo>
                    <a:pt x="24248" y="3894"/>
                    <a:pt x="23706" y="3999"/>
                    <a:pt x="23217" y="4181"/>
                  </a:cubicBezTo>
                  <a:cubicBezTo>
                    <a:pt x="22050" y="4648"/>
                    <a:pt x="21049" y="5448"/>
                    <a:pt x="19982" y="6016"/>
                  </a:cubicBezTo>
                  <a:cubicBezTo>
                    <a:pt x="19727" y="6164"/>
                    <a:pt x="19459" y="6286"/>
                    <a:pt x="19194" y="6286"/>
                  </a:cubicBezTo>
                  <a:cubicBezTo>
                    <a:pt x="19043" y="6286"/>
                    <a:pt x="18893" y="6246"/>
                    <a:pt x="18747" y="6149"/>
                  </a:cubicBezTo>
                  <a:cubicBezTo>
                    <a:pt x="18247" y="5815"/>
                    <a:pt x="18514" y="5082"/>
                    <a:pt x="18681" y="4481"/>
                  </a:cubicBezTo>
                  <a:cubicBezTo>
                    <a:pt x="18981" y="3614"/>
                    <a:pt x="19014" y="2613"/>
                    <a:pt x="18747" y="1746"/>
                  </a:cubicBezTo>
                  <a:cubicBezTo>
                    <a:pt x="18647" y="1245"/>
                    <a:pt x="18381" y="745"/>
                    <a:pt x="18014" y="412"/>
                  </a:cubicBezTo>
                  <a:cubicBezTo>
                    <a:pt x="17674" y="127"/>
                    <a:pt x="17258" y="0"/>
                    <a:pt x="168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28"/>
            <p:cNvSpPr/>
            <p:nvPr/>
          </p:nvSpPr>
          <p:spPr>
            <a:xfrm>
              <a:off x="7038900" y="1808025"/>
              <a:ext cx="606150" cy="369775"/>
            </a:xfrm>
            <a:custGeom>
              <a:avLst/>
              <a:gdLst/>
              <a:ahLst/>
              <a:cxnLst/>
              <a:rect l="l" t="t" r="r" b="b"/>
              <a:pathLst>
                <a:path w="24246" h="14791" extrusionOk="0">
                  <a:moveTo>
                    <a:pt x="23890" y="1"/>
                  </a:moveTo>
                  <a:cubicBezTo>
                    <a:pt x="23863" y="1"/>
                    <a:pt x="23833" y="5"/>
                    <a:pt x="23803" y="16"/>
                  </a:cubicBezTo>
                  <a:cubicBezTo>
                    <a:pt x="15263" y="3351"/>
                    <a:pt x="6891" y="8522"/>
                    <a:pt x="52" y="14626"/>
                  </a:cubicBezTo>
                  <a:cubicBezTo>
                    <a:pt x="0" y="14678"/>
                    <a:pt x="50" y="14791"/>
                    <a:pt x="121" y="14791"/>
                  </a:cubicBezTo>
                  <a:cubicBezTo>
                    <a:pt x="142" y="14791"/>
                    <a:pt x="164" y="14782"/>
                    <a:pt x="186" y="14760"/>
                  </a:cubicBezTo>
                  <a:cubicBezTo>
                    <a:pt x="3889" y="11924"/>
                    <a:pt x="7591" y="9189"/>
                    <a:pt x="11594" y="6787"/>
                  </a:cubicBezTo>
                  <a:cubicBezTo>
                    <a:pt x="15597" y="4385"/>
                    <a:pt x="19767" y="2417"/>
                    <a:pt x="24036" y="449"/>
                  </a:cubicBezTo>
                  <a:cubicBezTo>
                    <a:pt x="24246" y="359"/>
                    <a:pt x="24133" y="1"/>
                    <a:pt x="238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8"/>
            <p:cNvSpPr/>
            <p:nvPr/>
          </p:nvSpPr>
          <p:spPr>
            <a:xfrm>
              <a:off x="7455500" y="1745350"/>
              <a:ext cx="192650" cy="183425"/>
            </a:xfrm>
            <a:custGeom>
              <a:avLst/>
              <a:gdLst/>
              <a:ahLst/>
              <a:cxnLst/>
              <a:rect l="l" t="t" r="r" b="b"/>
              <a:pathLst>
                <a:path w="7706" h="7337" extrusionOk="0">
                  <a:moveTo>
                    <a:pt x="1431" y="0"/>
                  </a:moveTo>
                  <a:cubicBezTo>
                    <a:pt x="1387" y="0"/>
                    <a:pt x="1347" y="25"/>
                    <a:pt x="1335" y="88"/>
                  </a:cubicBezTo>
                  <a:cubicBezTo>
                    <a:pt x="1001" y="1455"/>
                    <a:pt x="701" y="2789"/>
                    <a:pt x="401" y="4190"/>
                  </a:cubicBezTo>
                  <a:cubicBezTo>
                    <a:pt x="301" y="4624"/>
                    <a:pt x="0" y="5525"/>
                    <a:pt x="367" y="5925"/>
                  </a:cubicBezTo>
                  <a:cubicBezTo>
                    <a:pt x="901" y="6559"/>
                    <a:pt x="2702" y="6692"/>
                    <a:pt x="3436" y="6859"/>
                  </a:cubicBezTo>
                  <a:cubicBezTo>
                    <a:pt x="4600" y="7098"/>
                    <a:pt x="5790" y="7336"/>
                    <a:pt x="6959" y="7336"/>
                  </a:cubicBezTo>
                  <a:cubicBezTo>
                    <a:pt x="7097" y="7336"/>
                    <a:pt x="7235" y="7333"/>
                    <a:pt x="7372" y="7326"/>
                  </a:cubicBezTo>
                  <a:cubicBezTo>
                    <a:pt x="7606" y="7326"/>
                    <a:pt x="7706" y="6926"/>
                    <a:pt x="7406" y="6892"/>
                  </a:cubicBezTo>
                  <a:cubicBezTo>
                    <a:pt x="5571" y="6559"/>
                    <a:pt x="3536" y="6592"/>
                    <a:pt x="1835" y="5892"/>
                  </a:cubicBezTo>
                  <a:cubicBezTo>
                    <a:pt x="534" y="5325"/>
                    <a:pt x="834" y="4391"/>
                    <a:pt x="1034" y="3256"/>
                  </a:cubicBezTo>
                  <a:cubicBezTo>
                    <a:pt x="1201" y="2222"/>
                    <a:pt x="1401" y="1155"/>
                    <a:pt x="1568" y="154"/>
                  </a:cubicBezTo>
                  <a:cubicBezTo>
                    <a:pt x="1589" y="71"/>
                    <a:pt x="1505" y="0"/>
                    <a:pt x="1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8"/>
            <p:cNvSpPr/>
            <p:nvPr/>
          </p:nvSpPr>
          <p:spPr>
            <a:xfrm>
              <a:off x="7273700" y="1748250"/>
              <a:ext cx="254900" cy="327075"/>
            </a:xfrm>
            <a:custGeom>
              <a:avLst/>
              <a:gdLst/>
              <a:ahLst/>
              <a:cxnLst/>
              <a:rect l="l" t="t" r="r" b="b"/>
              <a:pathLst>
                <a:path w="10196" h="13083" extrusionOk="0">
                  <a:moveTo>
                    <a:pt x="1095" y="0"/>
                  </a:moveTo>
                  <a:cubicBezTo>
                    <a:pt x="1018" y="0"/>
                    <a:pt x="933" y="43"/>
                    <a:pt x="901" y="138"/>
                  </a:cubicBezTo>
                  <a:cubicBezTo>
                    <a:pt x="668" y="1940"/>
                    <a:pt x="534" y="3774"/>
                    <a:pt x="501" y="5609"/>
                  </a:cubicBezTo>
                  <a:cubicBezTo>
                    <a:pt x="467" y="6676"/>
                    <a:pt x="0" y="9111"/>
                    <a:pt x="668" y="10045"/>
                  </a:cubicBezTo>
                  <a:cubicBezTo>
                    <a:pt x="1201" y="10879"/>
                    <a:pt x="3069" y="11180"/>
                    <a:pt x="3970" y="11480"/>
                  </a:cubicBezTo>
                  <a:cubicBezTo>
                    <a:pt x="5838" y="12147"/>
                    <a:pt x="7739" y="12781"/>
                    <a:pt x="9707" y="13081"/>
                  </a:cubicBezTo>
                  <a:cubicBezTo>
                    <a:pt x="9719" y="13082"/>
                    <a:pt x="9730" y="13083"/>
                    <a:pt x="9741" y="13083"/>
                  </a:cubicBezTo>
                  <a:cubicBezTo>
                    <a:pt x="10052" y="13083"/>
                    <a:pt x="10195" y="12643"/>
                    <a:pt x="9841" y="12514"/>
                  </a:cubicBezTo>
                  <a:cubicBezTo>
                    <a:pt x="8406" y="12080"/>
                    <a:pt x="6972" y="11780"/>
                    <a:pt x="5538" y="11313"/>
                  </a:cubicBezTo>
                  <a:cubicBezTo>
                    <a:pt x="4170" y="10879"/>
                    <a:pt x="2335" y="10613"/>
                    <a:pt x="1502" y="9378"/>
                  </a:cubicBezTo>
                  <a:cubicBezTo>
                    <a:pt x="668" y="8144"/>
                    <a:pt x="1001" y="6276"/>
                    <a:pt x="1035" y="4775"/>
                  </a:cubicBezTo>
                  <a:cubicBezTo>
                    <a:pt x="1068" y="3241"/>
                    <a:pt x="1168" y="1673"/>
                    <a:pt x="1235" y="138"/>
                  </a:cubicBezTo>
                  <a:cubicBezTo>
                    <a:pt x="1252" y="51"/>
                    <a:pt x="1178"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28"/>
            <p:cNvSpPr/>
            <p:nvPr/>
          </p:nvSpPr>
          <p:spPr>
            <a:xfrm>
              <a:off x="7156950" y="1924000"/>
              <a:ext cx="185875" cy="216825"/>
            </a:xfrm>
            <a:custGeom>
              <a:avLst/>
              <a:gdLst/>
              <a:ahLst/>
              <a:cxnLst/>
              <a:rect l="l" t="t" r="r" b="b"/>
              <a:pathLst>
                <a:path w="7435" h="8673" extrusionOk="0">
                  <a:moveTo>
                    <a:pt x="119" y="0"/>
                  </a:moveTo>
                  <a:cubicBezTo>
                    <a:pt x="56" y="0"/>
                    <a:pt x="0" y="43"/>
                    <a:pt x="0" y="113"/>
                  </a:cubicBezTo>
                  <a:cubicBezTo>
                    <a:pt x="34" y="1414"/>
                    <a:pt x="201" y="2749"/>
                    <a:pt x="367" y="4050"/>
                  </a:cubicBezTo>
                  <a:cubicBezTo>
                    <a:pt x="467" y="4650"/>
                    <a:pt x="367" y="5584"/>
                    <a:pt x="801" y="6084"/>
                  </a:cubicBezTo>
                  <a:cubicBezTo>
                    <a:pt x="1301" y="6751"/>
                    <a:pt x="2636" y="7052"/>
                    <a:pt x="3370" y="7319"/>
                  </a:cubicBezTo>
                  <a:cubicBezTo>
                    <a:pt x="4537" y="7819"/>
                    <a:pt x="5705" y="8286"/>
                    <a:pt x="6939" y="8653"/>
                  </a:cubicBezTo>
                  <a:cubicBezTo>
                    <a:pt x="6977" y="8667"/>
                    <a:pt x="7013" y="8673"/>
                    <a:pt x="7046" y="8673"/>
                  </a:cubicBezTo>
                  <a:cubicBezTo>
                    <a:pt x="7335" y="8673"/>
                    <a:pt x="7434" y="8205"/>
                    <a:pt x="7106" y="8086"/>
                  </a:cubicBezTo>
                  <a:cubicBezTo>
                    <a:pt x="6205" y="7786"/>
                    <a:pt x="5338" y="7452"/>
                    <a:pt x="4470" y="7118"/>
                  </a:cubicBezTo>
                  <a:cubicBezTo>
                    <a:pt x="3636" y="6785"/>
                    <a:pt x="1835" y="6351"/>
                    <a:pt x="1268" y="5651"/>
                  </a:cubicBezTo>
                  <a:cubicBezTo>
                    <a:pt x="801" y="5084"/>
                    <a:pt x="801" y="3783"/>
                    <a:pt x="701" y="3082"/>
                  </a:cubicBezTo>
                  <a:cubicBezTo>
                    <a:pt x="534" y="2081"/>
                    <a:pt x="434" y="1081"/>
                    <a:pt x="267" y="113"/>
                  </a:cubicBezTo>
                  <a:cubicBezTo>
                    <a:pt x="236" y="35"/>
                    <a:pt x="174"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6" name="Google Shape;1906;p28"/>
          <p:cNvGrpSpPr/>
          <p:nvPr/>
        </p:nvGrpSpPr>
        <p:grpSpPr>
          <a:xfrm rot="-8829541" flipH="1">
            <a:off x="8596707" y="3645300"/>
            <a:ext cx="565099" cy="464625"/>
            <a:chOff x="7038900" y="1632175"/>
            <a:chExt cx="741850" cy="609950"/>
          </a:xfrm>
        </p:grpSpPr>
        <p:sp>
          <p:nvSpPr>
            <p:cNvPr id="1907" name="Google Shape;1907;p28"/>
            <p:cNvSpPr/>
            <p:nvPr/>
          </p:nvSpPr>
          <p:spPr>
            <a:xfrm>
              <a:off x="7085225" y="1632175"/>
              <a:ext cx="695525" cy="609950"/>
            </a:xfrm>
            <a:custGeom>
              <a:avLst/>
              <a:gdLst/>
              <a:ahLst/>
              <a:cxnLst/>
              <a:rect l="l" t="t" r="r" b="b"/>
              <a:pathLst>
                <a:path w="27821" h="24398" extrusionOk="0">
                  <a:moveTo>
                    <a:pt x="16828" y="0"/>
                  </a:moveTo>
                  <a:cubicBezTo>
                    <a:pt x="15948" y="0"/>
                    <a:pt x="15004" y="528"/>
                    <a:pt x="14511" y="1312"/>
                  </a:cubicBezTo>
                  <a:cubicBezTo>
                    <a:pt x="13744" y="2480"/>
                    <a:pt x="13711" y="3914"/>
                    <a:pt x="13577" y="5282"/>
                  </a:cubicBezTo>
                  <a:cubicBezTo>
                    <a:pt x="13477" y="6649"/>
                    <a:pt x="13177" y="8117"/>
                    <a:pt x="12143" y="8984"/>
                  </a:cubicBezTo>
                  <a:cubicBezTo>
                    <a:pt x="11993" y="9134"/>
                    <a:pt x="11790" y="9256"/>
                    <a:pt x="11582" y="9256"/>
                  </a:cubicBezTo>
                  <a:cubicBezTo>
                    <a:pt x="11558" y="9256"/>
                    <a:pt x="11533" y="9255"/>
                    <a:pt x="11509" y="9251"/>
                  </a:cubicBezTo>
                  <a:cubicBezTo>
                    <a:pt x="10975" y="9218"/>
                    <a:pt x="10842" y="8451"/>
                    <a:pt x="10875" y="7950"/>
                  </a:cubicBezTo>
                  <a:cubicBezTo>
                    <a:pt x="10975" y="6916"/>
                    <a:pt x="11075" y="5882"/>
                    <a:pt x="10875" y="4815"/>
                  </a:cubicBezTo>
                  <a:cubicBezTo>
                    <a:pt x="10708" y="3781"/>
                    <a:pt x="10175" y="2780"/>
                    <a:pt x="9241" y="2280"/>
                  </a:cubicBezTo>
                  <a:cubicBezTo>
                    <a:pt x="8892" y="2086"/>
                    <a:pt x="8484" y="1987"/>
                    <a:pt x="8081" y="1987"/>
                  </a:cubicBezTo>
                  <a:cubicBezTo>
                    <a:pt x="7443" y="1987"/>
                    <a:pt x="6820" y="2235"/>
                    <a:pt x="6472" y="2747"/>
                  </a:cubicBezTo>
                  <a:cubicBezTo>
                    <a:pt x="6172" y="3147"/>
                    <a:pt x="6038" y="3714"/>
                    <a:pt x="6038" y="4248"/>
                  </a:cubicBezTo>
                  <a:cubicBezTo>
                    <a:pt x="5872" y="6783"/>
                    <a:pt x="6906" y="9285"/>
                    <a:pt x="6739" y="11820"/>
                  </a:cubicBezTo>
                  <a:cubicBezTo>
                    <a:pt x="6706" y="12220"/>
                    <a:pt x="6572" y="12620"/>
                    <a:pt x="6205" y="12620"/>
                  </a:cubicBezTo>
                  <a:cubicBezTo>
                    <a:pt x="5905" y="12620"/>
                    <a:pt x="5738" y="12320"/>
                    <a:pt x="5671" y="12053"/>
                  </a:cubicBezTo>
                  <a:cubicBezTo>
                    <a:pt x="5405" y="11119"/>
                    <a:pt x="5671" y="10118"/>
                    <a:pt x="5305" y="9285"/>
                  </a:cubicBezTo>
                  <a:cubicBezTo>
                    <a:pt x="4956" y="8494"/>
                    <a:pt x="4073" y="8076"/>
                    <a:pt x="3208" y="8076"/>
                  </a:cubicBezTo>
                  <a:cubicBezTo>
                    <a:pt x="2832" y="8076"/>
                    <a:pt x="2459" y="8155"/>
                    <a:pt x="2136" y="8317"/>
                  </a:cubicBezTo>
                  <a:cubicBezTo>
                    <a:pt x="1001" y="8884"/>
                    <a:pt x="334" y="10085"/>
                    <a:pt x="234" y="11319"/>
                  </a:cubicBezTo>
                  <a:cubicBezTo>
                    <a:pt x="1" y="14522"/>
                    <a:pt x="2136" y="18925"/>
                    <a:pt x="2136" y="18925"/>
                  </a:cubicBezTo>
                  <a:cubicBezTo>
                    <a:pt x="4504" y="20926"/>
                    <a:pt x="7206" y="22594"/>
                    <a:pt x="10041" y="23828"/>
                  </a:cubicBezTo>
                  <a:cubicBezTo>
                    <a:pt x="10706" y="24113"/>
                    <a:pt x="11400" y="24398"/>
                    <a:pt x="12125" y="24398"/>
                  </a:cubicBezTo>
                  <a:cubicBezTo>
                    <a:pt x="12164" y="24398"/>
                    <a:pt x="12203" y="24397"/>
                    <a:pt x="12243" y="24395"/>
                  </a:cubicBezTo>
                  <a:cubicBezTo>
                    <a:pt x="13010" y="24329"/>
                    <a:pt x="13811" y="23928"/>
                    <a:pt x="14044" y="23195"/>
                  </a:cubicBezTo>
                  <a:cubicBezTo>
                    <a:pt x="14244" y="22627"/>
                    <a:pt x="14044" y="21994"/>
                    <a:pt x="13911" y="21360"/>
                  </a:cubicBezTo>
                  <a:cubicBezTo>
                    <a:pt x="13844" y="20759"/>
                    <a:pt x="13877" y="20059"/>
                    <a:pt x="14378" y="19692"/>
                  </a:cubicBezTo>
                  <a:cubicBezTo>
                    <a:pt x="14570" y="19573"/>
                    <a:pt x="14783" y="19527"/>
                    <a:pt x="15003" y="19527"/>
                  </a:cubicBezTo>
                  <a:cubicBezTo>
                    <a:pt x="15279" y="19527"/>
                    <a:pt x="15567" y="19599"/>
                    <a:pt x="15845" y="19692"/>
                  </a:cubicBezTo>
                  <a:cubicBezTo>
                    <a:pt x="16746" y="19992"/>
                    <a:pt x="17680" y="20459"/>
                    <a:pt x="18647" y="20459"/>
                  </a:cubicBezTo>
                  <a:cubicBezTo>
                    <a:pt x="19581" y="20459"/>
                    <a:pt x="20682" y="19759"/>
                    <a:pt x="20649" y="18791"/>
                  </a:cubicBezTo>
                  <a:cubicBezTo>
                    <a:pt x="20582" y="18024"/>
                    <a:pt x="19982" y="17490"/>
                    <a:pt x="19515" y="16957"/>
                  </a:cubicBezTo>
                  <a:cubicBezTo>
                    <a:pt x="19048" y="16356"/>
                    <a:pt x="18747" y="15456"/>
                    <a:pt x="19348" y="14955"/>
                  </a:cubicBezTo>
                  <a:cubicBezTo>
                    <a:pt x="19538" y="14783"/>
                    <a:pt x="19790" y="14717"/>
                    <a:pt x="20049" y="14717"/>
                  </a:cubicBezTo>
                  <a:cubicBezTo>
                    <a:pt x="20291" y="14717"/>
                    <a:pt x="20539" y="14775"/>
                    <a:pt x="20749" y="14855"/>
                  </a:cubicBezTo>
                  <a:cubicBezTo>
                    <a:pt x="21583" y="15122"/>
                    <a:pt x="22350" y="15589"/>
                    <a:pt x="23217" y="15756"/>
                  </a:cubicBezTo>
                  <a:cubicBezTo>
                    <a:pt x="23395" y="15790"/>
                    <a:pt x="23578" y="15807"/>
                    <a:pt x="23761" y="15807"/>
                  </a:cubicBezTo>
                  <a:cubicBezTo>
                    <a:pt x="24472" y="15807"/>
                    <a:pt x="25181" y="15546"/>
                    <a:pt x="25552" y="14989"/>
                  </a:cubicBezTo>
                  <a:cubicBezTo>
                    <a:pt x="25886" y="14455"/>
                    <a:pt x="25853" y="13688"/>
                    <a:pt x="25652" y="13087"/>
                  </a:cubicBezTo>
                  <a:cubicBezTo>
                    <a:pt x="25319" y="11820"/>
                    <a:pt x="24518" y="10686"/>
                    <a:pt x="23518" y="9918"/>
                  </a:cubicBezTo>
                  <a:cubicBezTo>
                    <a:pt x="24151" y="8918"/>
                    <a:pt x="25586" y="8918"/>
                    <a:pt x="26553" y="8184"/>
                  </a:cubicBezTo>
                  <a:cubicBezTo>
                    <a:pt x="27687" y="7383"/>
                    <a:pt x="27821" y="5482"/>
                    <a:pt x="26753" y="4581"/>
                  </a:cubicBezTo>
                  <a:cubicBezTo>
                    <a:pt x="26230" y="4097"/>
                    <a:pt x="25515" y="3894"/>
                    <a:pt x="24779" y="3894"/>
                  </a:cubicBezTo>
                  <a:cubicBezTo>
                    <a:pt x="24248" y="3894"/>
                    <a:pt x="23706" y="3999"/>
                    <a:pt x="23217" y="4181"/>
                  </a:cubicBezTo>
                  <a:cubicBezTo>
                    <a:pt x="22050" y="4648"/>
                    <a:pt x="21049" y="5448"/>
                    <a:pt x="19982" y="6016"/>
                  </a:cubicBezTo>
                  <a:cubicBezTo>
                    <a:pt x="19727" y="6164"/>
                    <a:pt x="19459" y="6286"/>
                    <a:pt x="19194" y="6286"/>
                  </a:cubicBezTo>
                  <a:cubicBezTo>
                    <a:pt x="19043" y="6286"/>
                    <a:pt x="18893" y="6246"/>
                    <a:pt x="18747" y="6149"/>
                  </a:cubicBezTo>
                  <a:cubicBezTo>
                    <a:pt x="18247" y="5815"/>
                    <a:pt x="18514" y="5082"/>
                    <a:pt x="18681" y="4481"/>
                  </a:cubicBezTo>
                  <a:cubicBezTo>
                    <a:pt x="18981" y="3614"/>
                    <a:pt x="19014" y="2613"/>
                    <a:pt x="18747" y="1746"/>
                  </a:cubicBezTo>
                  <a:cubicBezTo>
                    <a:pt x="18647" y="1245"/>
                    <a:pt x="18381" y="745"/>
                    <a:pt x="18014" y="412"/>
                  </a:cubicBezTo>
                  <a:cubicBezTo>
                    <a:pt x="17674" y="127"/>
                    <a:pt x="17258" y="0"/>
                    <a:pt x="168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28"/>
            <p:cNvSpPr/>
            <p:nvPr/>
          </p:nvSpPr>
          <p:spPr>
            <a:xfrm>
              <a:off x="7038900" y="1808025"/>
              <a:ext cx="606150" cy="369775"/>
            </a:xfrm>
            <a:custGeom>
              <a:avLst/>
              <a:gdLst/>
              <a:ahLst/>
              <a:cxnLst/>
              <a:rect l="l" t="t" r="r" b="b"/>
              <a:pathLst>
                <a:path w="24246" h="14791" extrusionOk="0">
                  <a:moveTo>
                    <a:pt x="23890" y="1"/>
                  </a:moveTo>
                  <a:cubicBezTo>
                    <a:pt x="23863" y="1"/>
                    <a:pt x="23833" y="5"/>
                    <a:pt x="23803" y="16"/>
                  </a:cubicBezTo>
                  <a:cubicBezTo>
                    <a:pt x="15263" y="3351"/>
                    <a:pt x="6891" y="8522"/>
                    <a:pt x="52" y="14626"/>
                  </a:cubicBezTo>
                  <a:cubicBezTo>
                    <a:pt x="0" y="14678"/>
                    <a:pt x="50" y="14791"/>
                    <a:pt x="121" y="14791"/>
                  </a:cubicBezTo>
                  <a:cubicBezTo>
                    <a:pt x="142" y="14791"/>
                    <a:pt x="164" y="14782"/>
                    <a:pt x="186" y="14760"/>
                  </a:cubicBezTo>
                  <a:cubicBezTo>
                    <a:pt x="3889" y="11924"/>
                    <a:pt x="7591" y="9189"/>
                    <a:pt x="11594" y="6787"/>
                  </a:cubicBezTo>
                  <a:cubicBezTo>
                    <a:pt x="15597" y="4385"/>
                    <a:pt x="19767" y="2417"/>
                    <a:pt x="24036" y="449"/>
                  </a:cubicBezTo>
                  <a:cubicBezTo>
                    <a:pt x="24246" y="359"/>
                    <a:pt x="24133" y="1"/>
                    <a:pt x="238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28"/>
            <p:cNvSpPr/>
            <p:nvPr/>
          </p:nvSpPr>
          <p:spPr>
            <a:xfrm>
              <a:off x="7455500" y="1745350"/>
              <a:ext cx="192650" cy="183425"/>
            </a:xfrm>
            <a:custGeom>
              <a:avLst/>
              <a:gdLst/>
              <a:ahLst/>
              <a:cxnLst/>
              <a:rect l="l" t="t" r="r" b="b"/>
              <a:pathLst>
                <a:path w="7706" h="7337" extrusionOk="0">
                  <a:moveTo>
                    <a:pt x="1431" y="0"/>
                  </a:moveTo>
                  <a:cubicBezTo>
                    <a:pt x="1387" y="0"/>
                    <a:pt x="1347" y="25"/>
                    <a:pt x="1335" y="88"/>
                  </a:cubicBezTo>
                  <a:cubicBezTo>
                    <a:pt x="1001" y="1455"/>
                    <a:pt x="701" y="2789"/>
                    <a:pt x="401" y="4190"/>
                  </a:cubicBezTo>
                  <a:cubicBezTo>
                    <a:pt x="301" y="4624"/>
                    <a:pt x="0" y="5525"/>
                    <a:pt x="367" y="5925"/>
                  </a:cubicBezTo>
                  <a:cubicBezTo>
                    <a:pt x="901" y="6559"/>
                    <a:pt x="2702" y="6692"/>
                    <a:pt x="3436" y="6859"/>
                  </a:cubicBezTo>
                  <a:cubicBezTo>
                    <a:pt x="4600" y="7098"/>
                    <a:pt x="5790" y="7336"/>
                    <a:pt x="6959" y="7336"/>
                  </a:cubicBezTo>
                  <a:cubicBezTo>
                    <a:pt x="7097" y="7336"/>
                    <a:pt x="7235" y="7333"/>
                    <a:pt x="7372" y="7326"/>
                  </a:cubicBezTo>
                  <a:cubicBezTo>
                    <a:pt x="7606" y="7326"/>
                    <a:pt x="7706" y="6926"/>
                    <a:pt x="7406" y="6892"/>
                  </a:cubicBezTo>
                  <a:cubicBezTo>
                    <a:pt x="5571" y="6559"/>
                    <a:pt x="3536" y="6592"/>
                    <a:pt x="1835" y="5892"/>
                  </a:cubicBezTo>
                  <a:cubicBezTo>
                    <a:pt x="534" y="5325"/>
                    <a:pt x="834" y="4391"/>
                    <a:pt x="1034" y="3256"/>
                  </a:cubicBezTo>
                  <a:cubicBezTo>
                    <a:pt x="1201" y="2222"/>
                    <a:pt x="1401" y="1155"/>
                    <a:pt x="1568" y="154"/>
                  </a:cubicBezTo>
                  <a:cubicBezTo>
                    <a:pt x="1589" y="71"/>
                    <a:pt x="1505" y="0"/>
                    <a:pt x="1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28"/>
            <p:cNvSpPr/>
            <p:nvPr/>
          </p:nvSpPr>
          <p:spPr>
            <a:xfrm>
              <a:off x="7273700" y="1748250"/>
              <a:ext cx="254900" cy="327075"/>
            </a:xfrm>
            <a:custGeom>
              <a:avLst/>
              <a:gdLst/>
              <a:ahLst/>
              <a:cxnLst/>
              <a:rect l="l" t="t" r="r" b="b"/>
              <a:pathLst>
                <a:path w="10196" h="13083" extrusionOk="0">
                  <a:moveTo>
                    <a:pt x="1095" y="0"/>
                  </a:moveTo>
                  <a:cubicBezTo>
                    <a:pt x="1018" y="0"/>
                    <a:pt x="933" y="43"/>
                    <a:pt x="901" y="138"/>
                  </a:cubicBezTo>
                  <a:cubicBezTo>
                    <a:pt x="668" y="1940"/>
                    <a:pt x="534" y="3774"/>
                    <a:pt x="501" y="5609"/>
                  </a:cubicBezTo>
                  <a:cubicBezTo>
                    <a:pt x="467" y="6676"/>
                    <a:pt x="0" y="9111"/>
                    <a:pt x="668" y="10045"/>
                  </a:cubicBezTo>
                  <a:cubicBezTo>
                    <a:pt x="1201" y="10879"/>
                    <a:pt x="3069" y="11180"/>
                    <a:pt x="3970" y="11480"/>
                  </a:cubicBezTo>
                  <a:cubicBezTo>
                    <a:pt x="5838" y="12147"/>
                    <a:pt x="7739" y="12781"/>
                    <a:pt x="9707" y="13081"/>
                  </a:cubicBezTo>
                  <a:cubicBezTo>
                    <a:pt x="9719" y="13082"/>
                    <a:pt x="9730" y="13083"/>
                    <a:pt x="9741" y="13083"/>
                  </a:cubicBezTo>
                  <a:cubicBezTo>
                    <a:pt x="10052" y="13083"/>
                    <a:pt x="10195" y="12643"/>
                    <a:pt x="9841" y="12514"/>
                  </a:cubicBezTo>
                  <a:cubicBezTo>
                    <a:pt x="8406" y="12080"/>
                    <a:pt x="6972" y="11780"/>
                    <a:pt x="5538" y="11313"/>
                  </a:cubicBezTo>
                  <a:cubicBezTo>
                    <a:pt x="4170" y="10879"/>
                    <a:pt x="2335" y="10613"/>
                    <a:pt x="1502" y="9378"/>
                  </a:cubicBezTo>
                  <a:cubicBezTo>
                    <a:pt x="668" y="8144"/>
                    <a:pt x="1001" y="6276"/>
                    <a:pt x="1035" y="4775"/>
                  </a:cubicBezTo>
                  <a:cubicBezTo>
                    <a:pt x="1068" y="3241"/>
                    <a:pt x="1168" y="1673"/>
                    <a:pt x="1235" y="138"/>
                  </a:cubicBezTo>
                  <a:cubicBezTo>
                    <a:pt x="1252" y="51"/>
                    <a:pt x="1178"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28"/>
            <p:cNvSpPr/>
            <p:nvPr/>
          </p:nvSpPr>
          <p:spPr>
            <a:xfrm>
              <a:off x="7156950" y="1924000"/>
              <a:ext cx="185875" cy="216825"/>
            </a:xfrm>
            <a:custGeom>
              <a:avLst/>
              <a:gdLst/>
              <a:ahLst/>
              <a:cxnLst/>
              <a:rect l="l" t="t" r="r" b="b"/>
              <a:pathLst>
                <a:path w="7435" h="8673" extrusionOk="0">
                  <a:moveTo>
                    <a:pt x="119" y="0"/>
                  </a:moveTo>
                  <a:cubicBezTo>
                    <a:pt x="56" y="0"/>
                    <a:pt x="0" y="43"/>
                    <a:pt x="0" y="113"/>
                  </a:cubicBezTo>
                  <a:cubicBezTo>
                    <a:pt x="34" y="1414"/>
                    <a:pt x="201" y="2749"/>
                    <a:pt x="367" y="4050"/>
                  </a:cubicBezTo>
                  <a:cubicBezTo>
                    <a:pt x="467" y="4650"/>
                    <a:pt x="367" y="5584"/>
                    <a:pt x="801" y="6084"/>
                  </a:cubicBezTo>
                  <a:cubicBezTo>
                    <a:pt x="1301" y="6751"/>
                    <a:pt x="2636" y="7052"/>
                    <a:pt x="3370" y="7319"/>
                  </a:cubicBezTo>
                  <a:cubicBezTo>
                    <a:pt x="4537" y="7819"/>
                    <a:pt x="5705" y="8286"/>
                    <a:pt x="6939" y="8653"/>
                  </a:cubicBezTo>
                  <a:cubicBezTo>
                    <a:pt x="6977" y="8667"/>
                    <a:pt x="7013" y="8673"/>
                    <a:pt x="7046" y="8673"/>
                  </a:cubicBezTo>
                  <a:cubicBezTo>
                    <a:pt x="7335" y="8673"/>
                    <a:pt x="7434" y="8205"/>
                    <a:pt x="7106" y="8086"/>
                  </a:cubicBezTo>
                  <a:cubicBezTo>
                    <a:pt x="6205" y="7786"/>
                    <a:pt x="5338" y="7452"/>
                    <a:pt x="4470" y="7118"/>
                  </a:cubicBezTo>
                  <a:cubicBezTo>
                    <a:pt x="3636" y="6785"/>
                    <a:pt x="1835" y="6351"/>
                    <a:pt x="1268" y="5651"/>
                  </a:cubicBezTo>
                  <a:cubicBezTo>
                    <a:pt x="801" y="5084"/>
                    <a:pt x="801" y="3783"/>
                    <a:pt x="701" y="3082"/>
                  </a:cubicBezTo>
                  <a:cubicBezTo>
                    <a:pt x="534" y="2081"/>
                    <a:pt x="434" y="1081"/>
                    <a:pt x="267" y="113"/>
                  </a:cubicBezTo>
                  <a:cubicBezTo>
                    <a:pt x="236" y="35"/>
                    <a:pt x="174"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2" name="Google Shape;1912;p28"/>
          <p:cNvGrpSpPr/>
          <p:nvPr/>
        </p:nvGrpSpPr>
        <p:grpSpPr>
          <a:xfrm rot="3386857" flipH="1">
            <a:off x="8416631" y="2513869"/>
            <a:ext cx="565079" cy="464609"/>
            <a:chOff x="7038900" y="1632175"/>
            <a:chExt cx="741850" cy="609950"/>
          </a:xfrm>
        </p:grpSpPr>
        <p:sp>
          <p:nvSpPr>
            <p:cNvPr id="1913" name="Google Shape;1913;p28"/>
            <p:cNvSpPr/>
            <p:nvPr/>
          </p:nvSpPr>
          <p:spPr>
            <a:xfrm>
              <a:off x="7085225" y="1632175"/>
              <a:ext cx="695525" cy="609950"/>
            </a:xfrm>
            <a:custGeom>
              <a:avLst/>
              <a:gdLst/>
              <a:ahLst/>
              <a:cxnLst/>
              <a:rect l="l" t="t" r="r" b="b"/>
              <a:pathLst>
                <a:path w="27821" h="24398" extrusionOk="0">
                  <a:moveTo>
                    <a:pt x="16828" y="0"/>
                  </a:moveTo>
                  <a:cubicBezTo>
                    <a:pt x="15948" y="0"/>
                    <a:pt x="15004" y="528"/>
                    <a:pt x="14511" y="1312"/>
                  </a:cubicBezTo>
                  <a:cubicBezTo>
                    <a:pt x="13744" y="2480"/>
                    <a:pt x="13711" y="3914"/>
                    <a:pt x="13577" y="5282"/>
                  </a:cubicBezTo>
                  <a:cubicBezTo>
                    <a:pt x="13477" y="6649"/>
                    <a:pt x="13177" y="8117"/>
                    <a:pt x="12143" y="8984"/>
                  </a:cubicBezTo>
                  <a:cubicBezTo>
                    <a:pt x="11993" y="9134"/>
                    <a:pt x="11790" y="9256"/>
                    <a:pt x="11582" y="9256"/>
                  </a:cubicBezTo>
                  <a:cubicBezTo>
                    <a:pt x="11558" y="9256"/>
                    <a:pt x="11533" y="9255"/>
                    <a:pt x="11509" y="9251"/>
                  </a:cubicBezTo>
                  <a:cubicBezTo>
                    <a:pt x="10975" y="9218"/>
                    <a:pt x="10842" y="8451"/>
                    <a:pt x="10875" y="7950"/>
                  </a:cubicBezTo>
                  <a:cubicBezTo>
                    <a:pt x="10975" y="6916"/>
                    <a:pt x="11075" y="5882"/>
                    <a:pt x="10875" y="4815"/>
                  </a:cubicBezTo>
                  <a:cubicBezTo>
                    <a:pt x="10708" y="3781"/>
                    <a:pt x="10175" y="2780"/>
                    <a:pt x="9241" y="2280"/>
                  </a:cubicBezTo>
                  <a:cubicBezTo>
                    <a:pt x="8892" y="2086"/>
                    <a:pt x="8484" y="1987"/>
                    <a:pt x="8081" y="1987"/>
                  </a:cubicBezTo>
                  <a:cubicBezTo>
                    <a:pt x="7443" y="1987"/>
                    <a:pt x="6820" y="2235"/>
                    <a:pt x="6472" y="2747"/>
                  </a:cubicBezTo>
                  <a:cubicBezTo>
                    <a:pt x="6172" y="3147"/>
                    <a:pt x="6038" y="3714"/>
                    <a:pt x="6038" y="4248"/>
                  </a:cubicBezTo>
                  <a:cubicBezTo>
                    <a:pt x="5872" y="6783"/>
                    <a:pt x="6906" y="9285"/>
                    <a:pt x="6739" y="11820"/>
                  </a:cubicBezTo>
                  <a:cubicBezTo>
                    <a:pt x="6706" y="12220"/>
                    <a:pt x="6572" y="12620"/>
                    <a:pt x="6205" y="12620"/>
                  </a:cubicBezTo>
                  <a:cubicBezTo>
                    <a:pt x="5905" y="12620"/>
                    <a:pt x="5738" y="12320"/>
                    <a:pt x="5671" y="12053"/>
                  </a:cubicBezTo>
                  <a:cubicBezTo>
                    <a:pt x="5405" y="11119"/>
                    <a:pt x="5671" y="10118"/>
                    <a:pt x="5305" y="9285"/>
                  </a:cubicBezTo>
                  <a:cubicBezTo>
                    <a:pt x="4956" y="8494"/>
                    <a:pt x="4073" y="8076"/>
                    <a:pt x="3208" y="8076"/>
                  </a:cubicBezTo>
                  <a:cubicBezTo>
                    <a:pt x="2832" y="8076"/>
                    <a:pt x="2459" y="8155"/>
                    <a:pt x="2136" y="8317"/>
                  </a:cubicBezTo>
                  <a:cubicBezTo>
                    <a:pt x="1001" y="8884"/>
                    <a:pt x="334" y="10085"/>
                    <a:pt x="234" y="11319"/>
                  </a:cubicBezTo>
                  <a:cubicBezTo>
                    <a:pt x="1" y="14522"/>
                    <a:pt x="2136" y="18925"/>
                    <a:pt x="2136" y="18925"/>
                  </a:cubicBezTo>
                  <a:cubicBezTo>
                    <a:pt x="4504" y="20926"/>
                    <a:pt x="7206" y="22594"/>
                    <a:pt x="10041" y="23828"/>
                  </a:cubicBezTo>
                  <a:cubicBezTo>
                    <a:pt x="10706" y="24113"/>
                    <a:pt x="11400" y="24398"/>
                    <a:pt x="12125" y="24398"/>
                  </a:cubicBezTo>
                  <a:cubicBezTo>
                    <a:pt x="12164" y="24398"/>
                    <a:pt x="12203" y="24397"/>
                    <a:pt x="12243" y="24395"/>
                  </a:cubicBezTo>
                  <a:cubicBezTo>
                    <a:pt x="13010" y="24329"/>
                    <a:pt x="13811" y="23928"/>
                    <a:pt x="14044" y="23195"/>
                  </a:cubicBezTo>
                  <a:cubicBezTo>
                    <a:pt x="14244" y="22627"/>
                    <a:pt x="14044" y="21994"/>
                    <a:pt x="13911" y="21360"/>
                  </a:cubicBezTo>
                  <a:cubicBezTo>
                    <a:pt x="13844" y="20759"/>
                    <a:pt x="13877" y="20059"/>
                    <a:pt x="14378" y="19692"/>
                  </a:cubicBezTo>
                  <a:cubicBezTo>
                    <a:pt x="14570" y="19573"/>
                    <a:pt x="14783" y="19527"/>
                    <a:pt x="15003" y="19527"/>
                  </a:cubicBezTo>
                  <a:cubicBezTo>
                    <a:pt x="15279" y="19527"/>
                    <a:pt x="15567" y="19599"/>
                    <a:pt x="15845" y="19692"/>
                  </a:cubicBezTo>
                  <a:cubicBezTo>
                    <a:pt x="16746" y="19992"/>
                    <a:pt x="17680" y="20459"/>
                    <a:pt x="18647" y="20459"/>
                  </a:cubicBezTo>
                  <a:cubicBezTo>
                    <a:pt x="19581" y="20459"/>
                    <a:pt x="20682" y="19759"/>
                    <a:pt x="20649" y="18791"/>
                  </a:cubicBezTo>
                  <a:cubicBezTo>
                    <a:pt x="20582" y="18024"/>
                    <a:pt x="19982" y="17490"/>
                    <a:pt x="19515" y="16957"/>
                  </a:cubicBezTo>
                  <a:cubicBezTo>
                    <a:pt x="19048" y="16356"/>
                    <a:pt x="18747" y="15456"/>
                    <a:pt x="19348" y="14955"/>
                  </a:cubicBezTo>
                  <a:cubicBezTo>
                    <a:pt x="19538" y="14783"/>
                    <a:pt x="19790" y="14717"/>
                    <a:pt x="20049" y="14717"/>
                  </a:cubicBezTo>
                  <a:cubicBezTo>
                    <a:pt x="20291" y="14717"/>
                    <a:pt x="20539" y="14775"/>
                    <a:pt x="20749" y="14855"/>
                  </a:cubicBezTo>
                  <a:cubicBezTo>
                    <a:pt x="21583" y="15122"/>
                    <a:pt x="22350" y="15589"/>
                    <a:pt x="23217" y="15756"/>
                  </a:cubicBezTo>
                  <a:cubicBezTo>
                    <a:pt x="23395" y="15790"/>
                    <a:pt x="23578" y="15807"/>
                    <a:pt x="23761" y="15807"/>
                  </a:cubicBezTo>
                  <a:cubicBezTo>
                    <a:pt x="24472" y="15807"/>
                    <a:pt x="25181" y="15546"/>
                    <a:pt x="25552" y="14989"/>
                  </a:cubicBezTo>
                  <a:cubicBezTo>
                    <a:pt x="25886" y="14455"/>
                    <a:pt x="25853" y="13688"/>
                    <a:pt x="25652" y="13087"/>
                  </a:cubicBezTo>
                  <a:cubicBezTo>
                    <a:pt x="25319" y="11820"/>
                    <a:pt x="24518" y="10686"/>
                    <a:pt x="23518" y="9918"/>
                  </a:cubicBezTo>
                  <a:cubicBezTo>
                    <a:pt x="24151" y="8918"/>
                    <a:pt x="25586" y="8918"/>
                    <a:pt x="26553" y="8184"/>
                  </a:cubicBezTo>
                  <a:cubicBezTo>
                    <a:pt x="27687" y="7383"/>
                    <a:pt x="27821" y="5482"/>
                    <a:pt x="26753" y="4581"/>
                  </a:cubicBezTo>
                  <a:cubicBezTo>
                    <a:pt x="26230" y="4097"/>
                    <a:pt x="25515" y="3894"/>
                    <a:pt x="24779" y="3894"/>
                  </a:cubicBezTo>
                  <a:cubicBezTo>
                    <a:pt x="24248" y="3894"/>
                    <a:pt x="23706" y="3999"/>
                    <a:pt x="23217" y="4181"/>
                  </a:cubicBezTo>
                  <a:cubicBezTo>
                    <a:pt x="22050" y="4648"/>
                    <a:pt x="21049" y="5448"/>
                    <a:pt x="19982" y="6016"/>
                  </a:cubicBezTo>
                  <a:cubicBezTo>
                    <a:pt x="19727" y="6164"/>
                    <a:pt x="19459" y="6286"/>
                    <a:pt x="19194" y="6286"/>
                  </a:cubicBezTo>
                  <a:cubicBezTo>
                    <a:pt x="19043" y="6286"/>
                    <a:pt x="18893" y="6246"/>
                    <a:pt x="18747" y="6149"/>
                  </a:cubicBezTo>
                  <a:cubicBezTo>
                    <a:pt x="18247" y="5815"/>
                    <a:pt x="18514" y="5082"/>
                    <a:pt x="18681" y="4481"/>
                  </a:cubicBezTo>
                  <a:cubicBezTo>
                    <a:pt x="18981" y="3614"/>
                    <a:pt x="19014" y="2613"/>
                    <a:pt x="18747" y="1746"/>
                  </a:cubicBezTo>
                  <a:cubicBezTo>
                    <a:pt x="18647" y="1245"/>
                    <a:pt x="18381" y="745"/>
                    <a:pt x="18014" y="412"/>
                  </a:cubicBezTo>
                  <a:cubicBezTo>
                    <a:pt x="17674" y="127"/>
                    <a:pt x="17258" y="0"/>
                    <a:pt x="168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28"/>
            <p:cNvSpPr/>
            <p:nvPr/>
          </p:nvSpPr>
          <p:spPr>
            <a:xfrm>
              <a:off x="7038900" y="1808025"/>
              <a:ext cx="606150" cy="369775"/>
            </a:xfrm>
            <a:custGeom>
              <a:avLst/>
              <a:gdLst/>
              <a:ahLst/>
              <a:cxnLst/>
              <a:rect l="l" t="t" r="r" b="b"/>
              <a:pathLst>
                <a:path w="24246" h="14791" extrusionOk="0">
                  <a:moveTo>
                    <a:pt x="23890" y="1"/>
                  </a:moveTo>
                  <a:cubicBezTo>
                    <a:pt x="23863" y="1"/>
                    <a:pt x="23833" y="5"/>
                    <a:pt x="23803" y="16"/>
                  </a:cubicBezTo>
                  <a:cubicBezTo>
                    <a:pt x="15263" y="3351"/>
                    <a:pt x="6891" y="8522"/>
                    <a:pt x="52" y="14626"/>
                  </a:cubicBezTo>
                  <a:cubicBezTo>
                    <a:pt x="0" y="14678"/>
                    <a:pt x="50" y="14791"/>
                    <a:pt x="121" y="14791"/>
                  </a:cubicBezTo>
                  <a:cubicBezTo>
                    <a:pt x="142" y="14791"/>
                    <a:pt x="164" y="14782"/>
                    <a:pt x="186" y="14760"/>
                  </a:cubicBezTo>
                  <a:cubicBezTo>
                    <a:pt x="3889" y="11924"/>
                    <a:pt x="7591" y="9189"/>
                    <a:pt x="11594" y="6787"/>
                  </a:cubicBezTo>
                  <a:cubicBezTo>
                    <a:pt x="15597" y="4385"/>
                    <a:pt x="19767" y="2417"/>
                    <a:pt x="24036" y="449"/>
                  </a:cubicBezTo>
                  <a:cubicBezTo>
                    <a:pt x="24246" y="359"/>
                    <a:pt x="24133" y="1"/>
                    <a:pt x="238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28"/>
            <p:cNvSpPr/>
            <p:nvPr/>
          </p:nvSpPr>
          <p:spPr>
            <a:xfrm>
              <a:off x="7455500" y="1745350"/>
              <a:ext cx="192650" cy="183425"/>
            </a:xfrm>
            <a:custGeom>
              <a:avLst/>
              <a:gdLst/>
              <a:ahLst/>
              <a:cxnLst/>
              <a:rect l="l" t="t" r="r" b="b"/>
              <a:pathLst>
                <a:path w="7706" h="7337" extrusionOk="0">
                  <a:moveTo>
                    <a:pt x="1431" y="0"/>
                  </a:moveTo>
                  <a:cubicBezTo>
                    <a:pt x="1387" y="0"/>
                    <a:pt x="1347" y="25"/>
                    <a:pt x="1335" y="88"/>
                  </a:cubicBezTo>
                  <a:cubicBezTo>
                    <a:pt x="1001" y="1455"/>
                    <a:pt x="701" y="2789"/>
                    <a:pt x="401" y="4190"/>
                  </a:cubicBezTo>
                  <a:cubicBezTo>
                    <a:pt x="301" y="4624"/>
                    <a:pt x="0" y="5525"/>
                    <a:pt x="367" y="5925"/>
                  </a:cubicBezTo>
                  <a:cubicBezTo>
                    <a:pt x="901" y="6559"/>
                    <a:pt x="2702" y="6692"/>
                    <a:pt x="3436" y="6859"/>
                  </a:cubicBezTo>
                  <a:cubicBezTo>
                    <a:pt x="4600" y="7098"/>
                    <a:pt x="5790" y="7336"/>
                    <a:pt x="6959" y="7336"/>
                  </a:cubicBezTo>
                  <a:cubicBezTo>
                    <a:pt x="7097" y="7336"/>
                    <a:pt x="7235" y="7333"/>
                    <a:pt x="7372" y="7326"/>
                  </a:cubicBezTo>
                  <a:cubicBezTo>
                    <a:pt x="7606" y="7326"/>
                    <a:pt x="7706" y="6926"/>
                    <a:pt x="7406" y="6892"/>
                  </a:cubicBezTo>
                  <a:cubicBezTo>
                    <a:pt x="5571" y="6559"/>
                    <a:pt x="3536" y="6592"/>
                    <a:pt x="1835" y="5892"/>
                  </a:cubicBezTo>
                  <a:cubicBezTo>
                    <a:pt x="534" y="5325"/>
                    <a:pt x="834" y="4391"/>
                    <a:pt x="1034" y="3256"/>
                  </a:cubicBezTo>
                  <a:cubicBezTo>
                    <a:pt x="1201" y="2222"/>
                    <a:pt x="1401" y="1155"/>
                    <a:pt x="1568" y="154"/>
                  </a:cubicBezTo>
                  <a:cubicBezTo>
                    <a:pt x="1589" y="71"/>
                    <a:pt x="1505" y="0"/>
                    <a:pt x="1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28"/>
            <p:cNvSpPr/>
            <p:nvPr/>
          </p:nvSpPr>
          <p:spPr>
            <a:xfrm>
              <a:off x="7273700" y="1748250"/>
              <a:ext cx="254900" cy="327075"/>
            </a:xfrm>
            <a:custGeom>
              <a:avLst/>
              <a:gdLst/>
              <a:ahLst/>
              <a:cxnLst/>
              <a:rect l="l" t="t" r="r" b="b"/>
              <a:pathLst>
                <a:path w="10196" h="13083" extrusionOk="0">
                  <a:moveTo>
                    <a:pt x="1095" y="0"/>
                  </a:moveTo>
                  <a:cubicBezTo>
                    <a:pt x="1018" y="0"/>
                    <a:pt x="933" y="43"/>
                    <a:pt x="901" y="138"/>
                  </a:cubicBezTo>
                  <a:cubicBezTo>
                    <a:pt x="668" y="1940"/>
                    <a:pt x="534" y="3774"/>
                    <a:pt x="501" y="5609"/>
                  </a:cubicBezTo>
                  <a:cubicBezTo>
                    <a:pt x="467" y="6676"/>
                    <a:pt x="0" y="9111"/>
                    <a:pt x="668" y="10045"/>
                  </a:cubicBezTo>
                  <a:cubicBezTo>
                    <a:pt x="1201" y="10879"/>
                    <a:pt x="3069" y="11180"/>
                    <a:pt x="3970" y="11480"/>
                  </a:cubicBezTo>
                  <a:cubicBezTo>
                    <a:pt x="5838" y="12147"/>
                    <a:pt x="7739" y="12781"/>
                    <a:pt x="9707" y="13081"/>
                  </a:cubicBezTo>
                  <a:cubicBezTo>
                    <a:pt x="9719" y="13082"/>
                    <a:pt x="9730" y="13083"/>
                    <a:pt x="9741" y="13083"/>
                  </a:cubicBezTo>
                  <a:cubicBezTo>
                    <a:pt x="10052" y="13083"/>
                    <a:pt x="10195" y="12643"/>
                    <a:pt x="9841" y="12514"/>
                  </a:cubicBezTo>
                  <a:cubicBezTo>
                    <a:pt x="8406" y="12080"/>
                    <a:pt x="6972" y="11780"/>
                    <a:pt x="5538" y="11313"/>
                  </a:cubicBezTo>
                  <a:cubicBezTo>
                    <a:pt x="4170" y="10879"/>
                    <a:pt x="2335" y="10613"/>
                    <a:pt x="1502" y="9378"/>
                  </a:cubicBezTo>
                  <a:cubicBezTo>
                    <a:pt x="668" y="8144"/>
                    <a:pt x="1001" y="6276"/>
                    <a:pt x="1035" y="4775"/>
                  </a:cubicBezTo>
                  <a:cubicBezTo>
                    <a:pt x="1068" y="3241"/>
                    <a:pt x="1168" y="1673"/>
                    <a:pt x="1235" y="138"/>
                  </a:cubicBezTo>
                  <a:cubicBezTo>
                    <a:pt x="1252" y="51"/>
                    <a:pt x="1178"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8"/>
            <p:cNvSpPr/>
            <p:nvPr/>
          </p:nvSpPr>
          <p:spPr>
            <a:xfrm>
              <a:off x="7156950" y="1924000"/>
              <a:ext cx="185875" cy="216825"/>
            </a:xfrm>
            <a:custGeom>
              <a:avLst/>
              <a:gdLst/>
              <a:ahLst/>
              <a:cxnLst/>
              <a:rect l="l" t="t" r="r" b="b"/>
              <a:pathLst>
                <a:path w="7435" h="8673" extrusionOk="0">
                  <a:moveTo>
                    <a:pt x="119" y="0"/>
                  </a:moveTo>
                  <a:cubicBezTo>
                    <a:pt x="56" y="0"/>
                    <a:pt x="0" y="43"/>
                    <a:pt x="0" y="113"/>
                  </a:cubicBezTo>
                  <a:cubicBezTo>
                    <a:pt x="34" y="1414"/>
                    <a:pt x="201" y="2749"/>
                    <a:pt x="367" y="4050"/>
                  </a:cubicBezTo>
                  <a:cubicBezTo>
                    <a:pt x="467" y="4650"/>
                    <a:pt x="367" y="5584"/>
                    <a:pt x="801" y="6084"/>
                  </a:cubicBezTo>
                  <a:cubicBezTo>
                    <a:pt x="1301" y="6751"/>
                    <a:pt x="2636" y="7052"/>
                    <a:pt x="3370" y="7319"/>
                  </a:cubicBezTo>
                  <a:cubicBezTo>
                    <a:pt x="4537" y="7819"/>
                    <a:pt x="5705" y="8286"/>
                    <a:pt x="6939" y="8653"/>
                  </a:cubicBezTo>
                  <a:cubicBezTo>
                    <a:pt x="6977" y="8667"/>
                    <a:pt x="7013" y="8673"/>
                    <a:pt x="7046" y="8673"/>
                  </a:cubicBezTo>
                  <a:cubicBezTo>
                    <a:pt x="7335" y="8673"/>
                    <a:pt x="7434" y="8205"/>
                    <a:pt x="7106" y="8086"/>
                  </a:cubicBezTo>
                  <a:cubicBezTo>
                    <a:pt x="6205" y="7786"/>
                    <a:pt x="5338" y="7452"/>
                    <a:pt x="4470" y="7118"/>
                  </a:cubicBezTo>
                  <a:cubicBezTo>
                    <a:pt x="3636" y="6785"/>
                    <a:pt x="1835" y="6351"/>
                    <a:pt x="1268" y="5651"/>
                  </a:cubicBezTo>
                  <a:cubicBezTo>
                    <a:pt x="801" y="5084"/>
                    <a:pt x="801" y="3783"/>
                    <a:pt x="701" y="3082"/>
                  </a:cubicBezTo>
                  <a:cubicBezTo>
                    <a:pt x="534" y="2081"/>
                    <a:pt x="434" y="1081"/>
                    <a:pt x="267" y="113"/>
                  </a:cubicBezTo>
                  <a:cubicBezTo>
                    <a:pt x="236" y="35"/>
                    <a:pt x="174"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8" name="Google Shape;1918;p28"/>
          <p:cNvSpPr/>
          <p:nvPr/>
        </p:nvSpPr>
        <p:spPr>
          <a:xfrm>
            <a:off x="99546" y="82400"/>
            <a:ext cx="1319375" cy="457091"/>
          </a:xfrm>
          <a:custGeom>
            <a:avLst/>
            <a:gdLst/>
            <a:ahLst/>
            <a:cxnLst/>
            <a:rect l="l" t="t" r="r" b="b"/>
            <a:pathLst>
              <a:path w="80315" h="27829" extrusionOk="0">
                <a:moveTo>
                  <a:pt x="33030" y="0"/>
                </a:moveTo>
                <a:cubicBezTo>
                  <a:pt x="30274" y="0"/>
                  <a:pt x="27617" y="1150"/>
                  <a:pt x="26543" y="3978"/>
                </a:cubicBezTo>
                <a:cubicBezTo>
                  <a:pt x="25709" y="6279"/>
                  <a:pt x="26176" y="8815"/>
                  <a:pt x="26976" y="11116"/>
                </a:cubicBezTo>
                <a:cubicBezTo>
                  <a:pt x="26747" y="11097"/>
                  <a:pt x="26518" y="11088"/>
                  <a:pt x="26288" y="11088"/>
                </a:cubicBezTo>
                <a:cubicBezTo>
                  <a:pt x="24078" y="11088"/>
                  <a:pt x="21879" y="11959"/>
                  <a:pt x="20338" y="13651"/>
                </a:cubicBezTo>
                <a:cubicBezTo>
                  <a:pt x="18337" y="15820"/>
                  <a:pt x="17870" y="18988"/>
                  <a:pt x="18837" y="21690"/>
                </a:cubicBezTo>
                <a:cubicBezTo>
                  <a:pt x="13000" y="22958"/>
                  <a:pt x="7196" y="24159"/>
                  <a:pt x="1358" y="25426"/>
                </a:cubicBezTo>
                <a:cubicBezTo>
                  <a:pt x="1" y="25691"/>
                  <a:pt x="483" y="27829"/>
                  <a:pt x="1795" y="27829"/>
                </a:cubicBezTo>
                <a:cubicBezTo>
                  <a:pt x="1805" y="27829"/>
                  <a:pt x="1815" y="27828"/>
                  <a:pt x="1825" y="27828"/>
                </a:cubicBezTo>
                <a:cubicBezTo>
                  <a:pt x="11499" y="27294"/>
                  <a:pt x="21206" y="26794"/>
                  <a:pt x="30879" y="26360"/>
                </a:cubicBezTo>
                <a:cubicBezTo>
                  <a:pt x="33614" y="26260"/>
                  <a:pt x="36350" y="26127"/>
                  <a:pt x="39052" y="26027"/>
                </a:cubicBezTo>
                <a:cubicBezTo>
                  <a:pt x="50144" y="26575"/>
                  <a:pt x="61282" y="26830"/>
                  <a:pt x="72409" y="26830"/>
                </a:cubicBezTo>
                <a:cubicBezTo>
                  <a:pt x="74834" y="26830"/>
                  <a:pt x="77258" y="26818"/>
                  <a:pt x="79681" y="26794"/>
                </a:cubicBezTo>
                <a:cubicBezTo>
                  <a:pt x="80314" y="26761"/>
                  <a:pt x="80314" y="25860"/>
                  <a:pt x="79747" y="25693"/>
                </a:cubicBezTo>
                <a:cubicBezTo>
                  <a:pt x="77479" y="25093"/>
                  <a:pt x="75144" y="24426"/>
                  <a:pt x="72842" y="23792"/>
                </a:cubicBezTo>
                <a:cubicBezTo>
                  <a:pt x="71575" y="23458"/>
                  <a:pt x="70374" y="23125"/>
                  <a:pt x="69140" y="22791"/>
                </a:cubicBezTo>
                <a:cubicBezTo>
                  <a:pt x="68172" y="22524"/>
                  <a:pt x="66638" y="22358"/>
                  <a:pt x="66004" y="21457"/>
                </a:cubicBezTo>
                <a:cubicBezTo>
                  <a:pt x="65404" y="20590"/>
                  <a:pt x="65637" y="19189"/>
                  <a:pt x="65504" y="18188"/>
                </a:cubicBezTo>
                <a:cubicBezTo>
                  <a:pt x="65370" y="17321"/>
                  <a:pt x="65237" y="16453"/>
                  <a:pt x="65003" y="15586"/>
                </a:cubicBezTo>
                <a:cubicBezTo>
                  <a:pt x="64503" y="13651"/>
                  <a:pt x="63703" y="11783"/>
                  <a:pt x="62702" y="10082"/>
                </a:cubicBezTo>
                <a:cubicBezTo>
                  <a:pt x="61148" y="7379"/>
                  <a:pt x="58524" y="3547"/>
                  <a:pt x="55071" y="3547"/>
                </a:cubicBezTo>
                <a:cubicBezTo>
                  <a:pt x="54817" y="3547"/>
                  <a:pt x="54559" y="3567"/>
                  <a:pt x="54296" y="3611"/>
                </a:cubicBezTo>
                <a:cubicBezTo>
                  <a:pt x="51194" y="4111"/>
                  <a:pt x="49793" y="6680"/>
                  <a:pt x="49125" y="9448"/>
                </a:cubicBezTo>
                <a:cubicBezTo>
                  <a:pt x="45656" y="4678"/>
                  <a:pt x="40319" y="842"/>
                  <a:pt x="34515" y="108"/>
                </a:cubicBezTo>
                <a:cubicBezTo>
                  <a:pt x="34022" y="37"/>
                  <a:pt x="33524" y="0"/>
                  <a:pt x="330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9" name="Google Shape;1919;p28"/>
          <p:cNvGrpSpPr/>
          <p:nvPr/>
        </p:nvGrpSpPr>
        <p:grpSpPr>
          <a:xfrm>
            <a:off x="20389" y="2979927"/>
            <a:ext cx="699507" cy="3322941"/>
            <a:chOff x="5077275" y="2777100"/>
            <a:chExt cx="420175" cy="1996000"/>
          </a:xfrm>
        </p:grpSpPr>
        <p:sp>
          <p:nvSpPr>
            <p:cNvPr id="1920" name="Google Shape;1920;p28"/>
            <p:cNvSpPr/>
            <p:nvPr/>
          </p:nvSpPr>
          <p:spPr>
            <a:xfrm>
              <a:off x="5227975" y="2833300"/>
              <a:ext cx="131050" cy="1939800"/>
            </a:xfrm>
            <a:custGeom>
              <a:avLst/>
              <a:gdLst/>
              <a:ahLst/>
              <a:cxnLst/>
              <a:rect l="l" t="t" r="r" b="b"/>
              <a:pathLst>
                <a:path w="5242" h="77592" extrusionOk="0">
                  <a:moveTo>
                    <a:pt x="3540" y="1"/>
                  </a:moveTo>
                  <a:cubicBezTo>
                    <a:pt x="872" y="9007"/>
                    <a:pt x="2139" y="19748"/>
                    <a:pt x="1739" y="29789"/>
                  </a:cubicBezTo>
                  <a:cubicBezTo>
                    <a:pt x="1572" y="34325"/>
                    <a:pt x="1038" y="38895"/>
                    <a:pt x="738" y="43465"/>
                  </a:cubicBezTo>
                  <a:cubicBezTo>
                    <a:pt x="71" y="53839"/>
                    <a:pt x="705" y="64180"/>
                    <a:pt x="1305" y="74454"/>
                  </a:cubicBezTo>
                  <a:lnTo>
                    <a:pt x="638" y="73820"/>
                  </a:lnTo>
                  <a:lnTo>
                    <a:pt x="638" y="73820"/>
                  </a:lnTo>
                  <a:cubicBezTo>
                    <a:pt x="0" y="75567"/>
                    <a:pt x="1046" y="77591"/>
                    <a:pt x="2106" y="77591"/>
                  </a:cubicBezTo>
                  <a:cubicBezTo>
                    <a:pt x="2322" y="77591"/>
                    <a:pt x="2537" y="77508"/>
                    <a:pt x="2740" y="77323"/>
                  </a:cubicBezTo>
                  <a:cubicBezTo>
                    <a:pt x="3940" y="76222"/>
                    <a:pt x="4441" y="73487"/>
                    <a:pt x="4608" y="71018"/>
                  </a:cubicBezTo>
                  <a:cubicBezTo>
                    <a:pt x="5241" y="61711"/>
                    <a:pt x="3207" y="52838"/>
                    <a:pt x="3207" y="43532"/>
                  </a:cubicBezTo>
                  <a:cubicBezTo>
                    <a:pt x="3207" y="35660"/>
                    <a:pt x="4641" y="27520"/>
                    <a:pt x="3874" y="19915"/>
                  </a:cubicBezTo>
                  <a:cubicBezTo>
                    <a:pt x="3574" y="17446"/>
                    <a:pt x="3107" y="15011"/>
                    <a:pt x="3140" y="12443"/>
                  </a:cubicBezTo>
                  <a:cubicBezTo>
                    <a:pt x="3240" y="8173"/>
                    <a:pt x="4808" y="3370"/>
                    <a:pt x="3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28"/>
            <p:cNvSpPr/>
            <p:nvPr/>
          </p:nvSpPr>
          <p:spPr>
            <a:xfrm>
              <a:off x="5081300" y="3301150"/>
              <a:ext cx="235200" cy="351100"/>
            </a:xfrm>
            <a:custGeom>
              <a:avLst/>
              <a:gdLst/>
              <a:ahLst/>
              <a:cxnLst/>
              <a:rect l="l" t="t" r="r" b="b"/>
              <a:pathLst>
                <a:path w="9408" h="14044" extrusionOk="0">
                  <a:moveTo>
                    <a:pt x="0" y="0"/>
                  </a:moveTo>
                  <a:cubicBezTo>
                    <a:pt x="3003" y="4770"/>
                    <a:pt x="6138" y="9440"/>
                    <a:pt x="9407" y="14043"/>
                  </a:cubicBezTo>
                  <a:lnTo>
                    <a:pt x="8607" y="10908"/>
                  </a:lnTo>
                  <a:cubicBezTo>
                    <a:pt x="5938" y="7405"/>
                    <a:pt x="3236" y="3903"/>
                    <a:pt x="568" y="400"/>
                  </a:cubicBezTo>
                  <a:cubicBezTo>
                    <a:pt x="434" y="200"/>
                    <a:pt x="26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8"/>
            <p:cNvSpPr/>
            <p:nvPr/>
          </p:nvSpPr>
          <p:spPr>
            <a:xfrm>
              <a:off x="5077275" y="3298425"/>
              <a:ext cx="240650" cy="355700"/>
            </a:xfrm>
            <a:custGeom>
              <a:avLst/>
              <a:gdLst/>
              <a:ahLst/>
              <a:cxnLst/>
              <a:rect l="l" t="t" r="r" b="b"/>
              <a:pathLst>
                <a:path w="9626" h="14228" extrusionOk="0">
                  <a:moveTo>
                    <a:pt x="156" y="0"/>
                  </a:moveTo>
                  <a:cubicBezTo>
                    <a:pt x="87" y="0"/>
                    <a:pt x="0" y="65"/>
                    <a:pt x="28" y="176"/>
                  </a:cubicBezTo>
                  <a:cubicBezTo>
                    <a:pt x="3030" y="4912"/>
                    <a:pt x="6132" y="9649"/>
                    <a:pt x="9468" y="14186"/>
                  </a:cubicBezTo>
                  <a:cubicBezTo>
                    <a:pt x="9478" y="14215"/>
                    <a:pt x="9496" y="14227"/>
                    <a:pt x="9516" y="14227"/>
                  </a:cubicBezTo>
                  <a:cubicBezTo>
                    <a:pt x="9565" y="14227"/>
                    <a:pt x="9625" y="14156"/>
                    <a:pt x="9602" y="14086"/>
                  </a:cubicBezTo>
                  <a:cubicBezTo>
                    <a:pt x="6766" y="10016"/>
                    <a:pt x="3964" y="5913"/>
                    <a:pt x="1329" y="1710"/>
                  </a:cubicBezTo>
                  <a:cubicBezTo>
                    <a:pt x="1222" y="1549"/>
                    <a:pt x="619" y="786"/>
                    <a:pt x="715" y="786"/>
                  </a:cubicBezTo>
                  <a:cubicBezTo>
                    <a:pt x="739" y="786"/>
                    <a:pt x="804" y="831"/>
                    <a:pt x="929" y="943"/>
                  </a:cubicBezTo>
                  <a:cubicBezTo>
                    <a:pt x="1396" y="1343"/>
                    <a:pt x="1763" y="2010"/>
                    <a:pt x="2130" y="2511"/>
                  </a:cubicBezTo>
                  <a:cubicBezTo>
                    <a:pt x="2863" y="3511"/>
                    <a:pt x="3631" y="4479"/>
                    <a:pt x="4364" y="5480"/>
                  </a:cubicBezTo>
                  <a:cubicBezTo>
                    <a:pt x="5799" y="7348"/>
                    <a:pt x="7200" y="9216"/>
                    <a:pt x="8668" y="11117"/>
                  </a:cubicBezTo>
                  <a:cubicBezTo>
                    <a:pt x="8687" y="11130"/>
                    <a:pt x="8708" y="11135"/>
                    <a:pt x="8730" y="11135"/>
                  </a:cubicBezTo>
                  <a:cubicBezTo>
                    <a:pt x="8822" y="11135"/>
                    <a:pt x="8915" y="11037"/>
                    <a:pt x="8834" y="10983"/>
                  </a:cubicBezTo>
                  <a:cubicBezTo>
                    <a:pt x="7166" y="8782"/>
                    <a:pt x="5499" y="6614"/>
                    <a:pt x="3797" y="4379"/>
                  </a:cubicBezTo>
                  <a:cubicBezTo>
                    <a:pt x="3030" y="3378"/>
                    <a:pt x="2296" y="2444"/>
                    <a:pt x="1529" y="1443"/>
                  </a:cubicBezTo>
                  <a:cubicBezTo>
                    <a:pt x="1129" y="876"/>
                    <a:pt x="829" y="276"/>
                    <a:pt x="195" y="9"/>
                  </a:cubicBezTo>
                  <a:cubicBezTo>
                    <a:pt x="183" y="3"/>
                    <a:pt x="170" y="0"/>
                    <a:pt x="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8"/>
            <p:cNvSpPr/>
            <p:nvPr/>
          </p:nvSpPr>
          <p:spPr>
            <a:xfrm>
              <a:off x="5289200" y="2874650"/>
              <a:ext cx="124025" cy="241625"/>
            </a:xfrm>
            <a:custGeom>
              <a:avLst/>
              <a:gdLst/>
              <a:ahLst/>
              <a:cxnLst/>
              <a:rect l="l" t="t" r="r" b="b"/>
              <a:pathLst>
                <a:path w="4961" h="9665" extrusionOk="0">
                  <a:moveTo>
                    <a:pt x="4096" y="0"/>
                  </a:moveTo>
                  <a:cubicBezTo>
                    <a:pt x="3746" y="0"/>
                    <a:pt x="3581" y="858"/>
                    <a:pt x="3526" y="1049"/>
                  </a:cubicBezTo>
                  <a:cubicBezTo>
                    <a:pt x="2859" y="3617"/>
                    <a:pt x="1458" y="5985"/>
                    <a:pt x="324" y="8421"/>
                  </a:cubicBezTo>
                  <a:cubicBezTo>
                    <a:pt x="324" y="8454"/>
                    <a:pt x="324" y="8487"/>
                    <a:pt x="357" y="8487"/>
                  </a:cubicBezTo>
                  <a:lnTo>
                    <a:pt x="124" y="9421"/>
                  </a:lnTo>
                  <a:cubicBezTo>
                    <a:pt x="90" y="9455"/>
                    <a:pt x="90" y="9488"/>
                    <a:pt x="24" y="9588"/>
                  </a:cubicBezTo>
                  <a:cubicBezTo>
                    <a:pt x="1" y="9611"/>
                    <a:pt x="40" y="9665"/>
                    <a:pt x="78" y="9665"/>
                  </a:cubicBezTo>
                  <a:cubicBezTo>
                    <a:pt x="96" y="9665"/>
                    <a:pt x="113" y="9653"/>
                    <a:pt x="124" y="9621"/>
                  </a:cubicBezTo>
                  <a:cubicBezTo>
                    <a:pt x="1458" y="7620"/>
                    <a:pt x="2993" y="5485"/>
                    <a:pt x="4027" y="3384"/>
                  </a:cubicBezTo>
                  <a:cubicBezTo>
                    <a:pt x="4360" y="2650"/>
                    <a:pt x="4961" y="782"/>
                    <a:pt x="4360" y="148"/>
                  </a:cubicBezTo>
                  <a:cubicBezTo>
                    <a:pt x="4262" y="44"/>
                    <a:pt x="4174"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8"/>
            <p:cNvSpPr/>
            <p:nvPr/>
          </p:nvSpPr>
          <p:spPr>
            <a:xfrm>
              <a:off x="5266425" y="3655550"/>
              <a:ext cx="151800" cy="222700"/>
            </a:xfrm>
            <a:custGeom>
              <a:avLst/>
              <a:gdLst/>
              <a:ahLst/>
              <a:cxnLst/>
              <a:rect l="l" t="t" r="r" b="b"/>
              <a:pathLst>
                <a:path w="6072" h="8908" extrusionOk="0">
                  <a:moveTo>
                    <a:pt x="5738" y="1"/>
                  </a:moveTo>
                  <a:cubicBezTo>
                    <a:pt x="4004" y="3036"/>
                    <a:pt x="2036" y="6039"/>
                    <a:pt x="1" y="8907"/>
                  </a:cubicBezTo>
                  <a:lnTo>
                    <a:pt x="901" y="8207"/>
                  </a:lnTo>
                  <a:cubicBezTo>
                    <a:pt x="3170" y="6172"/>
                    <a:pt x="4904" y="3570"/>
                    <a:pt x="5938" y="735"/>
                  </a:cubicBezTo>
                  <a:cubicBezTo>
                    <a:pt x="6072" y="435"/>
                    <a:pt x="6072" y="1"/>
                    <a:pt x="5738"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8"/>
            <p:cNvSpPr/>
            <p:nvPr/>
          </p:nvSpPr>
          <p:spPr>
            <a:xfrm>
              <a:off x="5264200" y="3653575"/>
              <a:ext cx="170700" cy="226575"/>
            </a:xfrm>
            <a:custGeom>
              <a:avLst/>
              <a:gdLst/>
              <a:ahLst/>
              <a:cxnLst/>
              <a:rect l="l" t="t" r="r" b="b"/>
              <a:pathLst>
                <a:path w="6828" h="9063" extrusionOk="0">
                  <a:moveTo>
                    <a:pt x="5875" y="0"/>
                  </a:moveTo>
                  <a:cubicBezTo>
                    <a:pt x="5830" y="0"/>
                    <a:pt x="5794" y="31"/>
                    <a:pt x="5794" y="80"/>
                  </a:cubicBezTo>
                  <a:cubicBezTo>
                    <a:pt x="3993" y="3115"/>
                    <a:pt x="2091" y="6118"/>
                    <a:pt x="23" y="8986"/>
                  </a:cubicBezTo>
                  <a:cubicBezTo>
                    <a:pt x="0" y="9009"/>
                    <a:pt x="40" y="9063"/>
                    <a:pt x="78" y="9063"/>
                  </a:cubicBezTo>
                  <a:cubicBezTo>
                    <a:pt x="95" y="9063"/>
                    <a:pt x="113" y="9051"/>
                    <a:pt x="123" y="9020"/>
                  </a:cubicBezTo>
                  <a:cubicBezTo>
                    <a:pt x="1157" y="7585"/>
                    <a:pt x="2158" y="6118"/>
                    <a:pt x="3125" y="4650"/>
                  </a:cubicBezTo>
                  <a:cubicBezTo>
                    <a:pt x="3492" y="4116"/>
                    <a:pt x="3826" y="3516"/>
                    <a:pt x="4193" y="2982"/>
                  </a:cubicBezTo>
                  <a:cubicBezTo>
                    <a:pt x="4359" y="2748"/>
                    <a:pt x="5360" y="747"/>
                    <a:pt x="5594" y="747"/>
                  </a:cubicBezTo>
                  <a:cubicBezTo>
                    <a:pt x="5609" y="746"/>
                    <a:pt x="5623" y="745"/>
                    <a:pt x="5637" y="745"/>
                  </a:cubicBezTo>
                  <a:cubicBezTo>
                    <a:pt x="6387" y="745"/>
                    <a:pt x="5290" y="2489"/>
                    <a:pt x="5093" y="2915"/>
                  </a:cubicBezTo>
                  <a:cubicBezTo>
                    <a:pt x="4826" y="3416"/>
                    <a:pt x="4526" y="3916"/>
                    <a:pt x="4259" y="4350"/>
                  </a:cubicBezTo>
                  <a:cubicBezTo>
                    <a:pt x="3325" y="5817"/>
                    <a:pt x="2258" y="7085"/>
                    <a:pt x="990" y="8252"/>
                  </a:cubicBezTo>
                  <a:cubicBezTo>
                    <a:pt x="942" y="8301"/>
                    <a:pt x="982" y="8403"/>
                    <a:pt x="1046" y="8403"/>
                  </a:cubicBezTo>
                  <a:cubicBezTo>
                    <a:pt x="1070" y="8403"/>
                    <a:pt x="1097" y="8389"/>
                    <a:pt x="1124" y="8352"/>
                  </a:cubicBezTo>
                  <a:cubicBezTo>
                    <a:pt x="2792" y="6818"/>
                    <a:pt x="4193" y="5017"/>
                    <a:pt x="5260" y="2982"/>
                  </a:cubicBezTo>
                  <a:cubicBezTo>
                    <a:pt x="5594" y="2315"/>
                    <a:pt x="6828" y="514"/>
                    <a:pt x="5927" y="13"/>
                  </a:cubicBezTo>
                  <a:cubicBezTo>
                    <a:pt x="5909" y="4"/>
                    <a:pt x="5892" y="0"/>
                    <a:pt x="5875"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8"/>
            <p:cNvSpPr/>
            <p:nvPr/>
          </p:nvSpPr>
          <p:spPr>
            <a:xfrm>
              <a:off x="5362325" y="2777100"/>
              <a:ext cx="45900" cy="114450"/>
            </a:xfrm>
            <a:custGeom>
              <a:avLst/>
              <a:gdLst/>
              <a:ahLst/>
              <a:cxnLst/>
              <a:rect l="l" t="t" r="r" b="b"/>
              <a:pathLst>
                <a:path w="1836" h="4578" extrusionOk="0">
                  <a:moveTo>
                    <a:pt x="728" y="0"/>
                  </a:moveTo>
                  <a:cubicBezTo>
                    <a:pt x="538" y="0"/>
                    <a:pt x="343" y="120"/>
                    <a:pt x="268" y="347"/>
                  </a:cubicBezTo>
                  <a:cubicBezTo>
                    <a:pt x="68" y="1048"/>
                    <a:pt x="1" y="1815"/>
                    <a:pt x="68" y="2516"/>
                  </a:cubicBezTo>
                  <a:cubicBezTo>
                    <a:pt x="168" y="3283"/>
                    <a:pt x="368" y="3783"/>
                    <a:pt x="768" y="4384"/>
                  </a:cubicBezTo>
                  <a:lnTo>
                    <a:pt x="835" y="4450"/>
                  </a:lnTo>
                  <a:cubicBezTo>
                    <a:pt x="859" y="4522"/>
                    <a:pt x="952" y="4577"/>
                    <a:pt x="1052" y="4577"/>
                  </a:cubicBezTo>
                  <a:cubicBezTo>
                    <a:pt x="1091" y="4577"/>
                    <a:pt x="1131" y="4569"/>
                    <a:pt x="1168" y="4550"/>
                  </a:cubicBezTo>
                  <a:cubicBezTo>
                    <a:pt x="1769" y="4150"/>
                    <a:pt x="1835" y="3183"/>
                    <a:pt x="1835" y="2549"/>
                  </a:cubicBezTo>
                  <a:cubicBezTo>
                    <a:pt x="1835" y="1715"/>
                    <a:pt x="1535" y="948"/>
                    <a:pt x="1102" y="214"/>
                  </a:cubicBezTo>
                  <a:cubicBezTo>
                    <a:pt x="1015" y="70"/>
                    <a:pt x="873" y="0"/>
                    <a:pt x="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8"/>
            <p:cNvSpPr/>
            <p:nvPr/>
          </p:nvSpPr>
          <p:spPr>
            <a:xfrm>
              <a:off x="5137175" y="3265500"/>
              <a:ext cx="50900" cy="112550"/>
            </a:xfrm>
            <a:custGeom>
              <a:avLst/>
              <a:gdLst/>
              <a:ahLst/>
              <a:cxnLst/>
              <a:rect l="l" t="t" r="r" b="b"/>
              <a:pathLst>
                <a:path w="2036" h="4502" extrusionOk="0">
                  <a:moveTo>
                    <a:pt x="1370" y="1"/>
                  </a:moveTo>
                  <a:cubicBezTo>
                    <a:pt x="1240" y="1"/>
                    <a:pt x="1114" y="60"/>
                    <a:pt x="1034" y="192"/>
                  </a:cubicBezTo>
                  <a:cubicBezTo>
                    <a:pt x="601" y="826"/>
                    <a:pt x="334" y="1493"/>
                    <a:pt x="167" y="2193"/>
                  </a:cubicBezTo>
                  <a:cubicBezTo>
                    <a:pt x="0" y="2960"/>
                    <a:pt x="34" y="3494"/>
                    <a:pt x="267" y="4195"/>
                  </a:cubicBezTo>
                  <a:cubicBezTo>
                    <a:pt x="267" y="4261"/>
                    <a:pt x="334" y="4261"/>
                    <a:pt x="334" y="4295"/>
                  </a:cubicBezTo>
                  <a:cubicBezTo>
                    <a:pt x="334" y="4411"/>
                    <a:pt x="409" y="4501"/>
                    <a:pt x="539" y="4501"/>
                  </a:cubicBezTo>
                  <a:cubicBezTo>
                    <a:pt x="558" y="4501"/>
                    <a:pt x="579" y="4499"/>
                    <a:pt x="601" y="4495"/>
                  </a:cubicBezTo>
                  <a:cubicBezTo>
                    <a:pt x="1235" y="4328"/>
                    <a:pt x="1602" y="3427"/>
                    <a:pt x="1768" y="2827"/>
                  </a:cubicBezTo>
                  <a:cubicBezTo>
                    <a:pt x="2035" y="2026"/>
                    <a:pt x="2035" y="1193"/>
                    <a:pt x="1835" y="359"/>
                  </a:cubicBezTo>
                  <a:cubicBezTo>
                    <a:pt x="1775" y="137"/>
                    <a:pt x="1568" y="1"/>
                    <a:pt x="13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8"/>
            <p:cNvSpPr/>
            <p:nvPr/>
          </p:nvSpPr>
          <p:spPr>
            <a:xfrm>
              <a:off x="5083800" y="3476475"/>
              <a:ext cx="114275" cy="50375"/>
            </a:xfrm>
            <a:custGeom>
              <a:avLst/>
              <a:gdLst/>
              <a:ahLst/>
              <a:cxnLst/>
              <a:rect l="l" t="t" r="r" b="b"/>
              <a:pathLst>
                <a:path w="4571" h="2015" extrusionOk="0">
                  <a:moveTo>
                    <a:pt x="3441" y="0"/>
                  </a:moveTo>
                  <a:cubicBezTo>
                    <a:pt x="3113" y="0"/>
                    <a:pt x="2774" y="49"/>
                    <a:pt x="2502" y="92"/>
                  </a:cubicBezTo>
                  <a:cubicBezTo>
                    <a:pt x="1668" y="259"/>
                    <a:pt x="901" y="659"/>
                    <a:pt x="301" y="1193"/>
                  </a:cubicBezTo>
                  <a:cubicBezTo>
                    <a:pt x="1" y="1426"/>
                    <a:pt x="134" y="1927"/>
                    <a:pt x="534" y="1960"/>
                  </a:cubicBezTo>
                  <a:cubicBezTo>
                    <a:pt x="810" y="1996"/>
                    <a:pt x="1076" y="2015"/>
                    <a:pt x="1338" y="2015"/>
                  </a:cubicBezTo>
                  <a:cubicBezTo>
                    <a:pt x="1804" y="2015"/>
                    <a:pt x="2253" y="1955"/>
                    <a:pt x="2702" y="1827"/>
                  </a:cubicBezTo>
                  <a:cubicBezTo>
                    <a:pt x="3470" y="1593"/>
                    <a:pt x="3903" y="1360"/>
                    <a:pt x="4404" y="826"/>
                  </a:cubicBezTo>
                  <a:cubicBezTo>
                    <a:pt x="4404" y="826"/>
                    <a:pt x="4470" y="759"/>
                    <a:pt x="4470" y="726"/>
                  </a:cubicBezTo>
                  <a:cubicBezTo>
                    <a:pt x="4570" y="659"/>
                    <a:pt x="4570" y="492"/>
                    <a:pt x="4504" y="392"/>
                  </a:cubicBezTo>
                  <a:cubicBezTo>
                    <a:pt x="4294" y="87"/>
                    <a:pt x="3877" y="0"/>
                    <a:pt x="34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28"/>
            <p:cNvSpPr/>
            <p:nvPr/>
          </p:nvSpPr>
          <p:spPr>
            <a:xfrm>
              <a:off x="5331875" y="3572975"/>
              <a:ext cx="77175" cy="100375"/>
            </a:xfrm>
            <a:custGeom>
              <a:avLst/>
              <a:gdLst/>
              <a:ahLst/>
              <a:cxnLst/>
              <a:rect l="l" t="t" r="r" b="b"/>
              <a:pathLst>
                <a:path w="3087" h="4015" extrusionOk="0">
                  <a:moveTo>
                    <a:pt x="509" y="0"/>
                  </a:moveTo>
                  <a:cubicBezTo>
                    <a:pt x="243" y="0"/>
                    <a:pt x="0" y="229"/>
                    <a:pt x="51" y="535"/>
                  </a:cubicBezTo>
                  <a:cubicBezTo>
                    <a:pt x="151" y="1302"/>
                    <a:pt x="418" y="1936"/>
                    <a:pt x="785" y="2570"/>
                  </a:cubicBezTo>
                  <a:cubicBezTo>
                    <a:pt x="1219" y="3237"/>
                    <a:pt x="1586" y="3571"/>
                    <a:pt x="2253" y="3971"/>
                  </a:cubicBezTo>
                  <a:lnTo>
                    <a:pt x="2320" y="3971"/>
                  </a:lnTo>
                  <a:cubicBezTo>
                    <a:pt x="2375" y="3999"/>
                    <a:pt x="2430" y="4015"/>
                    <a:pt x="2481" y="4015"/>
                  </a:cubicBezTo>
                  <a:cubicBezTo>
                    <a:pt x="2552" y="4015"/>
                    <a:pt x="2614" y="3982"/>
                    <a:pt x="2653" y="3904"/>
                  </a:cubicBezTo>
                  <a:cubicBezTo>
                    <a:pt x="3087" y="3337"/>
                    <a:pt x="2720" y="2403"/>
                    <a:pt x="2420" y="1869"/>
                  </a:cubicBezTo>
                  <a:cubicBezTo>
                    <a:pt x="2053" y="1102"/>
                    <a:pt x="1452" y="502"/>
                    <a:pt x="752" y="68"/>
                  </a:cubicBezTo>
                  <a:cubicBezTo>
                    <a:pt x="674" y="21"/>
                    <a:pt x="590" y="0"/>
                    <a:pt x="5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28"/>
            <p:cNvSpPr/>
            <p:nvPr/>
          </p:nvSpPr>
          <p:spPr>
            <a:xfrm>
              <a:off x="5382350" y="3711150"/>
              <a:ext cx="115100" cy="51050"/>
            </a:xfrm>
            <a:custGeom>
              <a:avLst/>
              <a:gdLst/>
              <a:ahLst/>
              <a:cxnLst/>
              <a:rect l="l" t="t" r="r" b="b"/>
              <a:pathLst>
                <a:path w="4604" h="2042" extrusionOk="0">
                  <a:moveTo>
                    <a:pt x="3583" y="1"/>
                  </a:moveTo>
                  <a:cubicBezTo>
                    <a:pt x="3001" y="1"/>
                    <a:pt x="2451" y="55"/>
                    <a:pt x="1902" y="212"/>
                  </a:cubicBezTo>
                  <a:cubicBezTo>
                    <a:pt x="1135" y="445"/>
                    <a:pt x="734" y="712"/>
                    <a:pt x="201" y="1279"/>
                  </a:cubicBezTo>
                  <a:cubicBezTo>
                    <a:pt x="201" y="1279"/>
                    <a:pt x="134" y="1313"/>
                    <a:pt x="134" y="1346"/>
                  </a:cubicBezTo>
                  <a:cubicBezTo>
                    <a:pt x="0" y="1446"/>
                    <a:pt x="0" y="1613"/>
                    <a:pt x="100" y="1680"/>
                  </a:cubicBezTo>
                  <a:cubicBezTo>
                    <a:pt x="343" y="1960"/>
                    <a:pt x="763" y="2041"/>
                    <a:pt x="1191" y="2041"/>
                  </a:cubicBezTo>
                  <a:cubicBezTo>
                    <a:pt x="1529" y="2041"/>
                    <a:pt x="1871" y="1991"/>
                    <a:pt x="2135" y="1947"/>
                  </a:cubicBezTo>
                  <a:cubicBezTo>
                    <a:pt x="2969" y="1780"/>
                    <a:pt x="3736" y="1346"/>
                    <a:pt x="4303" y="812"/>
                  </a:cubicBezTo>
                  <a:cubicBezTo>
                    <a:pt x="4604" y="546"/>
                    <a:pt x="4437" y="45"/>
                    <a:pt x="4070" y="12"/>
                  </a:cubicBezTo>
                  <a:cubicBezTo>
                    <a:pt x="3905" y="5"/>
                    <a:pt x="3743" y="1"/>
                    <a:pt x="35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8"/>
            <p:cNvSpPr/>
            <p:nvPr/>
          </p:nvSpPr>
          <p:spPr>
            <a:xfrm>
              <a:off x="5288950" y="2937025"/>
              <a:ext cx="16825" cy="56000"/>
            </a:xfrm>
            <a:custGeom>
              <a:avLst/>
              <a:gdLst/>
              <a:ahLst/>
              <a:cxnLst/>
              <a:rect l="l" t="t" r="r" b="b"/>
              <a:pathLst>
                <a:path w="673" h="2240" extrusionOk="0">
                  <a:moveTo>
                    <a:pt x="511" y="1"/>
                  </a:moveTo>
                  <a:cubicBezTo>
                    <a:pt x="447" y="1"/>
                    <a:pt x="376" y="38"/>
                    <a:pt x="334" y="121"/>
                  </a:cubicBezTo>
                  <a:cubicBezTo>
                    <a:pt x="167" y="789"/>
                    <a:pt x="34" y="1422"/>
                    <a:pt x="0" y="2089"/>
                  </a:cubicBezTo>
                  <a:cubicBezTo>
                    <a:pt x="0" y="2190"/>
                    <a:pt x="75" y="2240"/>
                    <a:pt x="155" y="2240"/>
                  </a:cubicBezTo>
                  <a:cubicBezTo>
                    <a:pt x="234" y="2240"/>
                    <a:pt x="317" y="2190"/>
                    <a:pt x="334" y="2089"/>
                  </a:cubicBezTo>
                  <a:cubicBezTo>
                    <a:pt x="367" y="1456"/>
                    <a:pt x="467" y="789"/>
                    <a:pt x="634" y="188"/>
                  </a:cubicBezTo>
                  <a:cubicBezTo>
                    <a:pt x="673" y="72"/>
                    <a:pt x="599" y="1"/>
                    <a:pt x="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28"/>
            <p:cNvSpPr/>
            <p:nvPr/>
          </p:nvSpPr>
          <p:spPr>
            <a:xfrm>
              <a:off x="5280200" y="3038250"/>
              <a:ext cx="37950" cy="664450"/>
            </a:xfrm>
            <a:custGeom>
              <a:avLst/>
              <a:gdLst/>
              <a:ahLst/>
              <a:cxnLst/>
              <a:rect l="l" t="t" r="r" b="b"/>
              <a:pathLst>
                <a:path w="1518" h="26578" extrusionOk="0">
                  <a:moveTo>
                    <a:pt x="425" y="0"/>
                  </a:moveTo>
                  <a:cubicBezTo>
                    <a:pt x="350" y="0"/>
                    <a:pt x="284" y="59"/>
                    <a:pt x="284" y="175"/>
                  </a:cubicBezTo>
                  <a:cubicBezTo>
                    <a:pt x="1151" y="8915"/>
                    <a:pt x="1051" y="17721"/>
                    <a:pt x="17" y="26427"/>
                  </a:cubicBezTo>
                  <a:cubicBezTo>
                    <a:pt x="0" y="26528"/>
                    <a:pt x="75" y="26578"/>
                    <a:pt x="159" y="26578"/>
                  </a:cubicBezTo>
                  <a:cubicBezTo>
                    <a:pt x="242" y="26578"/>
                    <a:pt x="334" y="26528"/>
                    <a:pt x="350" y="26427"/>
                  </a:cubicBezTo>
                  <a:cubicBezTo>
                    <a:pt x="1451" y="17721"/>
                    <a:pt x="1518" y="8915"/>
                    <a:pt x="617" y="175"/>
                  </a:cubicBezTo>
                  <a:cubicBezTo>
                    <a:pt x="584" y="59"/>
                    <a:pt x="501" y="0"/>
                    <a:pt x="4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28"/>
            <p:cNvSpPr/>
            <p:nvPr/>
          </p:nvSpPr>
          <p:spPr>
            <a:xfrm>
              <a:off x="5221400" y="3741825"/>
              <a:ext cx="75900" cy="819825"/>
            </a:xfrm>
            <a:custGeom>
              <a:avLst/>
              <a:gdLst/>
              <a:ahLst/>
              <a:cxnLst/>
              <a:rect l="l" t="t" r="r" b="b"/>
              <a:pathLst>
                <a:path w="3036" h="32793" extrusionOk="0">
                  <a:moveTo>
                    <a:pt x="2402" y="1"/>
                  </a:moveTo>
                  <a:cubicBezTo>
                    <a:pt x="2334" y="1"/>
                    <a:pt x="2262" y="38"/>
                    <a:pt x="2235" y="119"/>
                  </a:cubicBezTo>
                  <a:cubicBezTo>
                    <a:pt x="0" y="10893"/>
                    <a:pt x="2402" y="21801"/>
                    <a:pt x="2702" y="32642"/>
                  </a:cubicBezTo>
                  <a:cubicBezTo>
                    <a:pt x="2702" y="32742"/>
                    <a:pt x="2786" y="32792"/>
                    <a:pt x="2869" y="32792"/>
                  </a:cubicBezTo>
                  <a:cubicBezTo>
                    <a:pt x="2953" y="32792"/>
                    <a:pt x="3036" y="32742"/>
                    <a:pt x="3036" y="32642"/>
                  </a:cubicBezTo>
                  <a:cubicBezTo>
                    <a:pt x="2702" y="21835"/>
                    <a:pt x="301" y="10960"/>
                    <a:pt x="2536" y="219"/>
                  </a:cubicBezTo>
                  <a:cubicBezTo>
                    <a:pt x="2595" y="80"/>
                    <a:pt x="2501" y="1"/>
                    <a:pt x="2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28"/>
            <p:cNvSpPr/>
            <p:nvPr/>
          </p:nvSpPr>
          <p:spPr>
            <a:xfrm>
              <a:off x="5295625" y="4316000"/>
              <a:ext cx="29200" cy="50125"/>
            </a:xfrm>
            <a:custGeom>
              <a:avLst/>
              <a:gdLst/>
              <a:ahLst/>
              <a:cxnLst/>
              <a:rect l="l" t="t" r="r" b="b"/>
              <a:pathLst>
                <a:path w="1168" h="2005" extrusionOk="0">
                  <a:moveTo>
                    <a:pt x="901" y="0"/>
                  </a:moveTo>
                  <a:cubicBezTo>
                    <a:pt x="811" y="0"/>
                    <a:pt x="714" y="84"/>
                    <a:pt x="734" y="202"/>
                  </a:cubicBezTo>
                  <a:cubicBezTo>
                    <a:pt x="849" y="662"/>
                    <a:pt x="791" y="1098"/>
                    <a:pt x="622" y="1530"/>
                  </a:cubicBezTo>
                  <a:lnTo>
                    <a:pt x="622" y="1530"/>
                  </a:lnTo>
                  <a:cubicBezTo>
                    <a:pt x="405" y="1218"/>
                    <a:pt x="339" y="832"/>
                    <a:pt x="367" y="469"/>
                  </a:cubicBezTo>
                  <a:cubicBezTo>
                    <a:pt x="387" y="372"/>
                    <a:pt x="294" y="298"/>
                    <a:pt x="206" y="298"/>
                  </a:cubicBezTo>
                  <a:cubicBezTo>
                    <a:pt x="142" y="298"/>
                    <a:pt x="81" y="337"/>
                    <a:pt x="67" y="435"/>
                  </a:cubicBezTo>
                  <a:cubicBezTo>
                    <a:pt x="0" y="1002"/>
                    <a:pt x="167" y="1536"/>
                    <a:pt x="567" y="1970"/>
                  </a:cubicBezTo>
                  <a:cubicBezTo>
                    <a:pt x="603" y="1993"/>
                    <a:pt x="638" y="2005"/>
                    <a:pt x="672" y="2005"/>
                  </a:cubicBezTo>
                  <a:cubicBezTo>
                    <a:pt x="734" y="2005"/>
                    <a:pt x="791" y="1968"/>
                    <a:pt x="834" y="1903"/>
                  </a:cubicBezTo>
                  <a:cubicBezTo>
                    <a:pt x="1101" y="1336"/>
                    <a:pt x="1168" y="736"/>
                    <a:pt x="1034" y="135"/>
                  </a:cubicBezTo>
                  <a:cubicBezTo>
                    <a:pt x="1021" y="40"/>
                    <a:pt x="963"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28"/>
            <p:cNvSpPr/>
            <p:nvPr/>
          </p:nvSpPr>
          <p:spPr>
            <a:xfrm>
              <a:off x="5284775" y="3805450"/>
              <a:ext cx="20050" cy="403650"/>
            </a:xfrm>
            <a:custGeom>
              <a:avLst/>
              <a:gdLst/>
              <a:ahLst/>
              <a:cxnLst/>
              <a:rect l="l" t="t" r="r" b="b"/>
              <a:pathLst>
                <a:path w="802" h="16146" extrusionOk="0">
                  <a:moveTo>
                    <a:pt x="347" y="1"/>
                  </a:moveTo>
                  <a:cubicBezTo>
                    <a:pt x="267" y="1"/>
                    <a:pt x="184" y="59"/>
                    <a:pt x="167" y="176"/>
                  </a:cubicBezTo>
                  <a:cubicBezTo>
                    <a:pt x="1" y="5446"/>
                    <a:pt x="101" y="10717"/>
                    <a:pt x="468" y="16021"/>
                  </a:cubicBezTo>
                  <a:cubicBezTo>
                    <a:pt x="484" y="16104"/>
                    <a:pt x="568" y="16146"/>
                    <a:pt x="647" y="16146"/>
                  </a:cubicBezTo>
                  <a:cubicBezTo>
                    <a:pt x="726" y="16146"/>
                    <a:pt x="801" y="16104"/>
                    <a:pt x="801" y="16021"/>
                  </a:cubicBezTo>
                  <a:cubicBezTo>
                    <a:pt x="434" y="10717"/>
                    <a:pt x="334" y="5446"/>
                    <a:pt x="501" y="176"/>
                  </a:cubicBezTo>
                  <a:cubicBezTo>
                    <a:pt x="501" y="59"/>
                    <a:pt x="426"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28"/>
            <p:cNvSpPr/>
            <p:nvPr/>
          </p:nvSpPr>
          <p:spPr>
            <a:xfrm>
              <a:off x="5313250" y="3711150"/>
              <a:ext cx="81475" cy="102300"/>
            </a:xfrm>
            <a:custGeom>
              <a:avLst/>
              <a:gdLst/>
              <a:ahLst/>
              <a:cxnLst/>
              <a:rect l="l" t="t" r="r" b="b"/>
              <a:pathLst>
                <a:path w="3259" h="4092" extrusionOk="0">
                  <a:moveTo>
                    <a:pt x="3072" y="1"/>
                  </a:moveTo>
                  <a:cubicBezTo>
                    <a:pt x="3008" y="1"/>
                    <a:pt x="2937" y="33"/>
                    <a:pt x="2898" y="112"/>
                  </a:cubicBezTo>
                  <a:cubicBezTo>
                    <a:pt x="2297" y="1546"/>
                    <a:pt x="1330" y="2814"/>
                    <a:pt x="129" y="3815"/>
                  </a:cubicBezTo>
                  <a:cubicBezTo>
                    <a:pt x="1" y="3943"/>
                    <a:pt x="90" y="4092"/>
                    <a:pt x="214" y="4092"/>
                  </a:cubicBezTo>
                  <a:cubicBezTo>
                    <a:pt x="251" y="4092"/>
                    <a:pt x="291" y="4079"/>
                    <a:pt x="329" y="4048"/>
                  </a:cubicBezTo>
                  <a:cubicBezTo>
                    <a:pt x="1630" y="3014"/>
                    <a:pt x="2564" y="1713"/>
                    <a:pt x="3198" y="179"/>
                  </a:cubicBezTo>
                  <a:cubicBezTo>
                    <a:pt x="3259" y="77"/>
                    <a:pt x="3172" y="1"/>
                    <a:pt x="3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28"/>
            <p:cNvSpPr/>
            <p:nvPr/>
          </p:nvSpPr>
          <p:spPr>
            <a:xfrm>
              <a:off x="5107225" y="3339025"/>
              <a:ext cx="189125" cy="259550"/>
            </a:xfrm>
            <a:custGeom>
              <a:avLst/>
              <a:gdLst/>
              <a:ahLst/>
              <a:cxnLst/>
              <a:rect l="l" t="t" r="r" b="b"/>
              <a:pathLst>
                <a:path w="7565" h="10382" extrusionOk="0">
                  <a:moveTo>
                    <a:pt x="206" y="0"/>
                  </a:moveTo>
                  <a:cubicBezTo>
                    <a:pt x="100" y="0"/>
                    <a:pt x="0" y="80"/>
                    <a:pt x="64" y="186"/>
                  </a:cubicBezTo>
                  <a:cubicBezTo>
                    <a:pt x="1532" y="4122"/>
                    <a:pt x="5268" y="6624"/>
                    <a:pt x="7236" y="10327"/>
                  </a:cubicBezTo>
                  <a:cubicBezTo>
                    <a:pt x="7255" y="10365"/>
                    <a:pt x="7293" y="10381"/>
                    <a:pt x="7335" y="10381"/>
                  </a:cubicBezTo>
                  <a:cubicBezTo>
                    <a:pt x="7439" y="10381"/>
                    <a:pt x="7565" y="10279"/>
                    <a:pt x="7470" y="10160"/>
                  </a:cubicBezTo>
                  <a:cubicBezTo>
                    <a:pt x="5535" y="6491"/>
                    <a:pt x="1799" y="3989"/>
                    <a:pt x="364" y="86"/>
                  </a:cubicBezTo>
                  <a:cubicBezTo>
                    <a:pt x="328" y="26"/>
                    <a:pt x="266"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28"/>
            <p:cNvSpPr/>
            <p:nvPr/>
          </p:nvSpPr>
          <p:spPr>
            <a:xfrm>
              <a:off x="5352475" y="2934150"/>
              <a:ext cx="45250" cy="73525"/>
            </a:xfrm>
            <a:custGeom>
              <a:avLst/>
              <a:gdLst/>
              <a:ahLst/>
              <a:cxnLst/>
              <a:rect l="l" t="t" r="r" b="b"/>
              <a:pathLst>
                <a:path w="1810" h="2941" extrusionOk="0">
                  <a:moveTo>
                    <a:pt x="1607" y="0"/>
                  </a:moveTo>
                  <a:cubicBezTo>
                    <a:pt x="1566" y="0"/>
                    <a:pt x="1525" y="21"/>
                    <a:pt x="1496" y="70"/>
                  </a:cubicBezTo>
                  <a:cubicBezTo>
                    <a:pt x="1029" y="937"/>
                    <a:pt x="562" y="1838"/>
                    <a:pt x="95" y="2705"/>
                  </a:cubicBezTo>
                  <a:cubicBezTo>
                    <a:pt x="0" y="2823"/>
                    <a:pt x="123" y="2941"/>
                    <a:pt x="226" y="2941"/>
                  </a:cubicBezTo>
                  <a:cubicBezTo>
                    <a:pt x="269" y="2941"/>
                    <a:pt x="309" y="2920"/>
                    <a:pt x="328" y="2872"/>
                  </a:cubicBezTo>
                  <a:cubicBezTo>
                    <a:pt x="795" y="1971"/>
                    <a:pt x="1295" y="1104"/>
                    <a:pt x="1762" y="236"/>
                  </a:cubicBezTo>
                  <a:cubicBezTo>
                    <a:pt x="1810" y="118"/>
                    <a:pt x="1707" y="0"/>
                    <a:pt x="1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9" name="Google Shape;1939;p28"/>
          <p:cNvGrpSpPr/>
          <p:nvPr/>
        </p:nvGrpSpPr>
        <p:grpSpPr>
          <a:xfrm rot="558273">
            <a:off x="79517" y="2901944"/>
            <a:ext cx="681816" cy="333385"/>
            <a:chOff x="1052625" y="1286000"/>
            <a:chExt cx="1586150" cy="775575"/>
          </a:xfrm>
        </p:grpSpPr>
        <p:sp>
          <p:nvSpPr>
            <p:cNvPr id="1940" name="Google Shape;1940;p28"/>
            <p:cNvSpPr/>
            <p:nvPr/>
          </p:nvSpPr>
          <p:spPr>
            <a:xfrm>
              <a:off x="1196900" y="1286000"/>
              <a:ext cx="1274250" cy="770575"/>
            </a:xfrm>
            <a:custGeom>
              <a:avLst/>
              <a:gdLst/>
              <a:ahLst/>
              <a:cxnLst/>
              <a:rect l="l" t="t" r="r" b="b"/>
              <a:pathLst>
                <a:path w="50970" h="30823" extrusionOk="0">
                  <a:moveTo>
                    <a:pt x="49669" y="12943"/>
                  </a:moveTo>
                  <a:cubicBezTo>
                    <a:pt x="50970" y="23951"/>
                    <a:pt x="3736" y="30823"/>
                    <a:pt x="1935" y="18180"/>
                  </a:cubicBezTo>
                  <a:cubicBezTo>
                    <a:pt x="0" y="4470"/>
                    <a:pt x="48168" y="1"/>
                    <a:pt x="49669" y="1294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28"/>
            <p:cNvSpPr/>
            <p:nvPr/>
          </p:nvSpPr>
          <p:spPr>
            <a:xfrm>
              <a:off x="1052625" y="1347700"/>
              <a:ext cx="1586150" cy="713875"/>
            </a:xfrm>
            <a:custGeom>
              <a:avLst/>
              <a:gdLst/>
              <a:ahLst/>
              <a:cxnLst/>
              <a:rect l="l" t="t" r="r" b="b"/>
              <a:pathLst>
                <a:path w="63446" h="28555" fill="none" extrusionOk="0">
                  <a:moveTo>
                    <a:pt x="51637" y="3770"/>
                  </a:moveTo>
                  <a:cubicBezTo>
                    <a:pt x="46534" y="2436"/>
                    <a:pt x="601" y="12010"/>
                    <a:pt x="7339" y="18181"/>
                  </a:cubicBezTo>
                  <a:cubicBezTo>
                    <a:pt x="14044" y="24352"/>
                    <a:pt x="44399" y="17347"/>
                    <a:pt x="53272" y="11342"/>
                  </a:cubicBezTo>
                  <a:cubicBezTo>
                    <a:pt x="62145" y="5338"/>
                    <a:pt x="33424" y="2403"/>
                    <a:pt x="20882" y="4904"/>
                  </a:cubicBezTo>
                  <a:cubicBezTo>
                    <a:pt x="8340" y="7406"/>
                    <a:pt x="0" y="14478"/>
                    <a:pt x="13877" y="21516"/>
                  </a:cubicBezTo>
                  <a:cubicBezTo>
                    <a:pt x="27787" y="28555"/>
                    <a:pt x="59243" y="15712"/>
                    <a:pt x="52738" y="8340"/>
                  </a:cubicBezTo>
                  <a:cubicBezTo>
                    <a:pt x="46200" y="1035"/>
                    <a:pt x="10908" y="902"/>
                    <a:pt x="7906" y="13044"/>
                  </a:cubicBezTo>
                  <a:cubicBezTo>
                    <a:pt x="4871" y="25186"/>
                    <a:pt x="42764" y="22050"/>
                    <a:pt x="50703" y="13811"/>
                  </a:cubicBezTo>
                  <a:cubicBezTo>
                    <a:pt x="58576" y="5605"/>
                    <a:pt x="35226" y="2836"/>
                    <a:pt x="24551" y="2803"/>
                  </a:cubicBezTo>
                  <a:cubicBezTo>
                    <a:pt x="13877" y="2770"/>
                    <a:pt x="1068" y="16446"/>
                    <a:pt x="11609" y="21683"/>
                  </a:cubicBezTo>
                  <a:cubicBezTo>
                    <a:pt x="22150" y="26954"/>
                    <a:pt x="51971" y="18014"/>
                    <a:pt x="55073" y="14178"/>
                  </a:cubicBezTo>
                  <a:cubicBezTo>
                    <a:pt x="58209" y="10342"/>
                    <a:pt x="48769" y="301"/>
                    <a:pt x="35993" y="1535"/>
                  </a:cubicBezTo>
                  <a:cubicBezTo>
                    <a:pt x="23250" y="2803"/>
                    <a:pt x="7272" y="7673"/>
                    <a:pt x="6805" y="15345"/>
                  </a:cubicBezTo>
                  <a:cubicBezTo>
                    <a:pt x="6372" y="22984"/>
                    <a:pt x="37327" y="20015"/>
                    <a:pt x="49703" y="14812"/>
                  </a:cubicBezTo>
                  <a:cubicBezTo>
                    <a:pt x="62045" y="9575"/>
                    <a:pt x="45933" y="3036"/>
                    <a:pt x="40096" y="1902"/>
                  </a:cubicBezTo>
                  <a:cubicBezTo>
                    <a:pt x="34258" y="802"/>
                    <a:pt x="14477" y="2670"/>
                    <a:pt x="11108" y="12844"/>
                  </a:cubicBezTo>
                  <a:cubicBezTo>
                    <a:pt x="7739" y="22984"/>
                    <a:pt x="32757" y="23885"/>
                    <a:pt x="46400" y="18748"/>
                  </a:cubicBezTo>
                  <a:cubicBezTo>
                    <a:pt x="60043" y="13644"/>
                    <a:pt x="51571" y="3403"/>
                    <a:pt x="37727" y="3070"/>
                  </a:cubicBezTo>
                  <a:cubicBezTo>
                    <a:pt x="23917" y="2736"/>
                    <a:pt x="9941" y="3203"/>
                    <a:pt x="8940" y="12310"/>
                  </a:cubicBezTo>
                  <a:cubicBezTo>
                    <a:pt x="7939" y="21383"/>
                    <a:pt x="32457" y="17880"/>
                    <a:pt x="47935" y="15145"/>
                  </a:cubicBezTo>
                  <a:cubicBezTo>
                    <a:pt x="63446" y="12377"/>
                    <a:pt x="55907" y="5538"/>
                    <a:pt x="46067" y="2803"/>
                  </a:cubicBezTo>
                  <a:cubicBezTo>
                    <a:pt x="36260" y="1"/>
                    <a:pt x="10441" y="4471"/>
                    <a:pt x="9174" y="13778"/>
                  </a:cubicBezTo>
                  <a:cubicBezTo>
                    <a:pt x="7873" y="23051"/>
                    <a:pt x="42964" y="22684"/>
                    <a:pt x="52438" y="18047"/>
                  </a:cubicBezTo>
                  <a:cubicBezTo>
                    <a:pt x="61911" y="13444"/>
                    <a:pt x="54539" y="5838"/>
                    <a:pt x="44799" y="3503"/>
                  </a:cubicBezTo>
                  <a:cubicBezTo>
                    <a:pt x="35092" y="1168"/>
                    <a:pt x="11842" y="7973"/>
                    <a:pt x="5204" y="17380"/>
                  </a:cubicBezTo>
                </a:path>
              </a:pathLst>
            </a:custGeom>
            <a:noFill/>
            <a:ln w="17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28"/>
            <p:cNvSpPr/>
            <p:nvPr/>
          </p:nvSpPr>
          <p:spPr>
            <a:xfrm>
              <a:off x="1661400" y="1434450"/>
              <a:ext cx="294400" cy="319400"/>
            </a:xfrm>
            <a:custGeom>
              <a:avLst/>
              <a:gdLst/>
              <a:ahLst/>
              <a:cxnLst/>
              <a:rect l="l" t="t" r="r" b="b"/>
              <a:pathLst>
                <a:path w="11776" h="12776" extrusionOk="0">
                  <a:moveTo>
                    <a:pt x="4670" y="534"/>
                  </a:moveTo>
                  <a:cubicBezTo>
                    <a:pt x="7606" y="0"/>
                    <a:pt x="10708" y="3169"/>
                    <a:pt x="11442" y="7039"/>
                  </a:cubicBezTo>
                  <a:cubicBezTo>
                    <a:pt x="11775" y="8773"/>
                    <a:pt x="11575" y="10408"/>
                    <a:pt x="10941" y="11709"/>
                  </a:cubicBezTo>
                  <a:cubicBezTo>
                    <a:pt x="9273" y="12109"/>
                    <a:pt x="8039" y="12476"/>
                    <a:pt x="7372" y="12609"/>
                  </a:cubicBezTo>
                  <a:cubicBezTo>
                    <a:pt x="5771" y="12776"/>
                    <a:pt x="4003" y="12676"/>
                    <a:pt x="2368" y="12609"/>
                  </a:cubicBezTo>
                  <a:cubicBezTo>
                    <a:pt x="1568" y="11709"/>
                    <a:pt x="934" y="10541"/>
                    <a:pt x="701" y="9040"/>
                  </a:cubicBezTo>
                  <a:cubicBezTo>
                    <a:pt x="0" y="5171"/>
                    <a:pt x="1701" y="1068"/>
                    <a:pt x="4670" y="5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28"/>
            <p:cNvSpPr/>
            <p:nvPr/>
          </p:nvSpPr>
          <p:spPr>
            <a:xfrm>
              <a:off x="1954100" y="1371900"/>
              <a:ext cx="289400" cy="334425"/>
            </a:xfrm>
            <a:custGeom>
              <a:avLst/>
              <a:gdLst/>
              <a:ahLst/>
              <a:cxnLst/>
              <a:rect l="l" t="t" r="r" b="b"/>
              <a:pathLst>
                <a:path w="11576" h="13377" extrusionOk="0">
                  <a:moveTo>
                    <a:pt x="6639" y="367"/>
                  </a:moveTo>
                  <a:cubicBezTo>
                    <a:pt x="3636" y="0"/>
                    <a:pt x="734" y="3403"/>
                    <a:pt x="301" y="7339"/>
                  </a:cubicBezTo>
                  <a:cubicBezTo>
                    <a:pt x="0" y="9907"/>
                    <a:pt x="801" y="12076"/>
                    <a:pt x="2235" y="13377"/>
                  </a:cubicBezTo>
                  <a:cubicBezTo>
                    <a:pt x="5137" y="12509"/>
                    <a:pt x="8406" y="11208"/>
                    <a:pt x="11008" y="9541"/>
                  </a:cubicBezTo>
                  <a:cubicBezTo>
                    <a:pt x="11075" y="9240"/>
                    <a:pt x="11142" y="8973"/>
                    <a:pt x="11175" y="8673"/>
                  </a:cubicBezTo>
                  <a:cubicBezTo>
                    <a:pt x="11575" y="4704"/>
                    <a:pt x="9641" y="734"/>
                    <a:pt x="6639" y="36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28"/>
            <p:cNvSpPr/>
            <p:nvPr/>
          </p:nvSpPr>
          <p:spPr>
            <a:xfrm>
              <a:off x="1365350" y="1439450"/>
              <a:ext cx="314400" cy="308575"/>
            </a:xfrm>
            <a:custGeom>
              <a:avLst/>
              <a:gdLst/>
              <a:ahLst/>
              <a:cxnLst/>
              <a:rect l="l" t="t" r="r" b="b"/>
              <a:pathLst>
                <a:path w="12576" h="12343" extrusionOk="0">
                  <a:moveTo>
                    <a:pt x="2902" y="1401"/>
                  </a:moveTo>
                  <a:cubicBezTo>
                    <a:pt x="5571" y="0"/>
                    <a:pt x="9440" y="2168"/>
                    <a:pt x="11275" y="5671"/>
                  </a:cubicBezTo>
                  <a:cubicBezTo>
                    <a:pt x="12576" y="8139"/>
                    <a:pt x="12509" y="10608"/>
                    <a:pt x="11408" y="12342"/>
                  </a:cubicBezTo>
                  <a:cubicBezTo>
                    <a:pt x="6705" y="11742"/>
                    <a:pt x="2769" y="10208"/>
                    <a:pt x="868" y="8940"/>
                  </a:cubicBezTo>
                  <a:cubicBezTo>
                    <a:pt x="0" y="5838"/>
                    <a:pt x="667" y="2602"/>
                    <a:pt x="2902" y="14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45" name="Google Shape;1945;p28"/>
          <p:cNvSpPr/>
          <p:nvPr/>
        </p:nvSpPr>
        <p:spPr>
          <a:xfrm>
            <a:off x="6313309" y="4696301"/>
            <a:ext cx="1715117" cy="373544"/>
          </a:xfrm>
          <a:custGeom>
            <a:avLst/>
            <a:gdLst/>
            <a:ahLst/>
            <a:cxnLst/>
            <a:rect l="l" t="t" r="r" b="b"/>
            <a:pathLst>
              <a:path w="142570" h="31051" extrusionOk="0">
                <a:moveTo>
                  <a:pt x="64389" y="1"/>
                </a:moveTo>
                <a:cubicBezTo>
                  <a:pt x="63743" y="1"/>
                  <a:pt x="63094" y="42"/>
                  <a:pt x="62445" y="128"/>
                </a:cubicBezTo>
                <a:cubicBezTo>
                  <a:pt x="55207" y="1062"/>
                  <a:pt x="49503" y="7167"/>
                  <a:pt x="48235" y="14205"/>
                </a:cubicBezTo>
                <a:cubicBezTo>
                  <a:pt x="45738" y="11578"/>
                  <a:pt x="42086" y="10168"/>
                  <a:pt x="38448" y="10168"/>
                </a:cubicBezTo>
                <a:cubicBezTo>
                  <a:pt x="35572" y="10168"/>
                  <a:pt x="32705" y="11049"/>
                  <a:pt x="30422" y="12904"/>
                </a:cubicBezTo>
                <a:cubicBezTo>
                  <a:pt x="30022" y="12971"/>
                  <a:pt x="29588" y="13004"/>
                  <a:pt x="29221" y="13038"/>
                </a:cubicBezTo>
                <a:cubicBezTo>
                  <a:pt x="21983" y="14072"/>
                  <a:pt x="15478" y="18541"/>
                  <a:pt x="12243" y="25213"/>
                </a:cubicBezTo>
                <a:cubicBezTo>
                  <a:pt x="11209" y="27381"/>
                  <a:pt x="6172" y="29316"/>
                  <a:pt x="1" y="31050"/>
                </a:cubicBezTo>
                <a:lnTo>
                  <a:pt x="142569" y="31050"/>
                </a:lnTo>
                <a:cubicBezTo>
                  <a:pt x="139191" y="26246"/>
                  <a:pt x="132932" y="17381"/>
                  <a:pt x="128824" y="17381"/>
                </a:cubicBezTo>
                <a:cubicBezTo>
                  <a:pt x="128511" y="17381"/>
                  <a:pt x="128211" y="17432"/>
                  <a:pt x="127925" y="17541"/>
                </a:cubicBezTo>
                <a:cubicBezTo>
                  <a:pt x="127425" y="12304"/>
                  <a:pt x="123622" y="7400"/>
                  <a:pt x="118585" y="5699"/>
                </a:cubicBezTo>
                <a:cubicBezTo>
                  <a:pt x="117251" y="5249"/>
                  <a:pt x="115884" y="5040"/>
                  <a:pt x="114523" y="5040"/>
                </a:cubicBezTo>
                <a:cubicBezTo>
                  <a:pt x="109929" y="5040"/>
                  <a:pt x="105407" y="7426"/>
                  <a:pt x="102474" y="11003"/>
                </a:cubicBezTo>
                <a:cubicBezTo>
                  <a:pt x="100873" y="6333"/>
                  <a:pt x="97904" y="1896"/>
                  <a:pt x="92467" y="1796"/>
                </a:cubicBezTo>
                <a:cubicBezTo>
                  <a:pt x="92388" y="1794"/>
                  <a:pt x="92309" y="1793"/>
                  <a:pt x="92231" y="1793"/>
                </a:cubicBezTo>
                <a:cubicBezTo>
                  <a:pt x="86937" y="1793"/>
                  <a:pt x="82715" y="6196"/>
                  <a:pt x="79724" y="10469"/>
                </a:cubicBezTo>
                <a:cubicBezTo>
                  <a:pt x="77293" y="4390"/>
                  <a:pt x="71012" y="1"/>
                  <a:pt x="643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46" name="Google Shape;1946;p28"/>
          <p:cNvGrpSpPr/>
          <p:nvPr/>
        </p:nvGrpSpPr>
        <p:grpSpPr>
          <a:xfrm flipH="1">
            <a:off x="8196034" y="42736"/>
            <a:ext cx="908690" cy="696856"/>
            <a:chOff x="294250" y="247950"/>
            <a:chExt cx="1301475" cy="998075"/>
          </a:xfrm>
        </p:grpSpPr>
        <p:grpSp>
          <p:nvGrpSpPr>
            <p:cNvPr id="1947" name="Google Shape;1947;p28"/>
            <p:cNvGrpSpPr/>
            <p:nvPr/>
          </p:nvGrpSpPr>
          <p:grpSpPr>
            <a:xfrm>
              <a:off x="294250" y="247950"/>
              <a:ext cx="1301475" cy="998075"/>
              <a:chOff x="1599150" y="3953625"/>
              <a:chExt cx="1301475" cy="998075"/>
            </a:xfrm>
          </p:grpSpPr>
          <p:sp>
            <p:nvSpPr>
              <p:cNvPr id="1948" name="Google Shape;1948;p28"/>
              <p:cNvSpPr/>
              <p:nvPr/>
            </p:nvSpPr>
            <p:spPr>
              <a:xfrm>
                <a:off x="2036450" y="4657450"/>
                <a:ext cx="147525" cy="213800"/>
              </a:xfrm>
              <a:custGeom>
                <a:avLst/>
                <a:gdLst/>
                <a:ahLst/>
                <a:cxnLst/>
                <a:rect l="l" t="t" r="r" b="b"/>
                <a:pathLst>
                  <a:path w="5901" h="8552" extrusionOk="0">
                    <a:moveTo>
                      <a:pt x="4850" y="0"/>
                    </a:moveTo>
                    <a:cubicBezTo>
                      <a:pt x="4788" y="0"/>
                      <a:pt x="4727" y="10"/>
                      <a:pt x="4666" y="32"/>
                    </a:cubicBezTo>
                    <a:cubicBezTo>
                      <a:pt x="4374" y="136"/>
                      <a:pt x="4227" y="471"/>
                      <a:pt x="4332" y="764"/>
                    </a:cubicBezTo>
                    <a:cubicBezTo>
                      <a:pt x="4687" y="1747"/>
                      <a:pt x="4457" y="2961"/>
                      <a:pt x="3809" y="4112"/>
                    </a:cubicBezTo>
                    <a:cubicBezTo>
                      <a:pt x="3076" y="5388"/>
                      <a:pt x="1863" y="6622"/>
                      <a:pt x="377" y="7480"/>
                    </a:cubicBezTo>
                    <a:cubicBezTo>
                      <a:pt x="105" y="7648"/>
                      <a:pt x="0" y="7983"/>
                      <a:pt x="168" y="8275"/>
                    </a:cubicBezTo>
                    <a:cubicBezTo>
                      <a:pt x="269" y="8448"/>
                      <a:pt x="468" y="8552"/>
                      <a:pt x="672" y="8552"/>
                    </a:cubicBezTo>
                    <a:cubicBezTo>
                      <a:pt x="764" y="8552"/>
                      <a:pt x="857" y="8530"/>
                      <a:pt x="942" y="8485"/>
                    </a:cubicBezTo>
                    <a:cubicBezTo>
                      <a:pt x="2595" y="7501"/>
                      <a:pt x="3955" y="6141"/>
                      <a:pt x="4792" y="4677"/>
                    </a:cubicBezTo>
                    <a:cubicBezTo>
                      <a:pt x="5608" y="3233"/>
                      <a:pt x="5901" y="1685"/>
                      <a:pt x="5399" y="366"/>
                    </a:cubicBezTo>
                    <a:cubicBezTo>
                      <a:pt x="5316" y="150"/>
                      <a:pt x="5087" y="0"/>
                      <a:pt x="48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28"/>
              <p:cNvSpPr/>
              <p:nvPr/>
            </p:nvSpPr>
            <p:spPr>
              <a:xfrm>
                <a:off x="2037500" y="4843125"/>
                <a:ext cx="69075" cy="108575"/>
              </a:xfrm>
              <a:custGeom>
                <a:avLst/>
                <a:gdLst/>
                <a:ahLst/>
                <a:cxnLst/>
                <a:rect l="l" t="t" r="r" b="b"/>
                <a:pathLst>
                  <a:path w="2763" h="4343" extrusionOk="0">
                    <a:moveTo>
                      <a:pt x="625" y="1"/>
                    </a:moveTo>
                    <a:cubicBezTo>
                      <a:pt x="413" y="1"/>
                      <a:pt x="216" y="110"/>
                      <a:pt x="126" y="304"/>
                    </a:cubicBezTo>
                    <a:cubicBezTo>
                      <a:pt x="0" y="576"/>
                      <a:pt x="105" y="932"/>
                      <a:pt x="356" y="1058"/>
                    </a:cubicBezTo>
                    <a:cubicBezTo>
                      <a:pt x="879" y="1309"/>
                      <a:pt x="1172" y="1706"/>
                      <a:pt x="1360" y="2146"/>
                    </a:cubicBezTo>
                    <a:cubicBezTo>
                      <a:pt x="1570" y="2648"/>
                      <a:pt x="1591" y="3234"/>
                      <a:pt x="1611" y="3799"/>
                    </a:cubicBezTo>
                    <a:cubicBezTo>
                      <a:pt x="1632" y="4113"/>
                      <a:pt x="1904" y="4343"/>
                      <a:pt x="2218" y="4343"/>
                    </a:cubicBezTo>
                    <a:cubicBezTo>
                      <a:pt x="2532" y="4322"/>
                      <a:pt x="2762" y="4071"/>
                      <a:pt x="2762" y="3757"/>
                    </a:cubicBezTo>
                    <a:cubicBezTo>
                      <a:pt x="2741" y="3087"/>
                      <a:pt x="2679" y="2418"/>
                      <a:pt x="2427" y="1769"/>
                    </a:cubicBezTo>
                    <a:cubicBezTo>
                      <a:pt x="2155" y="1079"/>
                      <a:pt x="1716" y="472"/>
                      <a:pt x="879" y="53"/>
                    </a:cubicBezTo>
                    <a:cubicBezTo>
                      <a:pt x="796" y="18"/>
                      <a:pt x="710" y="1"/>
                      <a:pt x="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28"/>
              <p:cNvSpPr/>
              <p:nvPr/>
            </p:nvSpPr>
            <p:spPr>
              <a:xfrm>
                <a:off x="1993550" y="4841800"/>
                <a:ext cx="76400" cy="106550"/>
              </a:xfrm>
              <a:custGeom>
                <a:avLst/>
                <a:gdLst/>
                <a:ahLst/>
                <a:cxnLst/>
                <a:rect l="l" t="t" r="r" b="b"/>
                <a:pathLst>
                  <a:path w="3056" h="4262" extrusionOk="0">
                    <a:moveTo>
                      <a:pt x="2345" y="0"/>
                    </a:moveTo>
                    <a:cubicBezTo>
                      <a:pt x="2331" y="0"/>
                      <a:pt x="2317" y="1"/>
                      <a:pt x="2302" y="2"/>
                    </a:cubicBezTo>
                    <a:cubicBezTo>
                      <a:pt x="1988" y="65"/>
                      <a:pt x="1779" y="316"/>
                      <a:pt x="1800" y="629"/>
                    </a:cubicBezTo>
                    <a:cubicBezTo>
                      <a:pt x="1884" y="1215"/>
                      <a:pt x="1716" y="1676"/>
                      <a:pt x="1465" y="2073"/>
                    </a:cubicBezTo>
                    <a:cubicBezTo>
                      <a:pt x="1214" y="2554"/>
                      <a:pt x="754" y="2910"/>
                      <a:pt x="294" y="3245"/>
                    </a:cubicBezTo>
                    <a:cubicBezTo>
                      <a:pt x="22" y="3433"/>
                      <a:pt x="1" y="3810"/>
                      <a:pt x="189" y="4040"/>
                    </a:cubicBezTo>
                    <a:cubicBezTo>
                      <a:pt x="299" y="4186"/>
                      <a:pt x="466" y="4262"/>
                      <a:pt x="631" y="4262"/>
                    </a:cubicBezTo>
                    <a:cubicBezTo>
                      <a:pt x="749" y="4262"/>
                      <a:pt x="867" y="4223"/>
                      <a:pt x="963" y="4145"/>
                    </a:cubicBezTo>
                    <a:cubicBezTo>
                      <a:pt x="1486" y="3747"/>
                      <a:pt x="2051" y="3308"/>
                      <a:pt x="2407" y="2722"/>
                    </a:cubicBezTo>
                    <a:cubicBezTo>
                      <a:pt x="2825" y="2136"/>
                      <a:pt x="3056" y="1425"/>
                      <a:pt x="2930" y="504"/>
                    </a:cubicBezTo>
                    <a:cubicBezTo>
                      <a:pt x="2890" y="204"/>
                      <a:pt x="2641" y="0"/>
                      <a:pt x="23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28"/>
              <p:cNvSpPr/>
              <p:nvPr/>
            </p:nvSpPr>
            <p:spPr>
              <a:xfrm>
                <a:off x="2234175" y="3953625"/>
                <a:ext cx="666450" cy="698350"/>
              </a:xfrm>
              <a:custGeom>
                <a:avLst/>
                <a:gdLst/>
                <a:ahLst/>
                <a:cxnLst/>
                <a:rect l="l" t="t" r="r" b="b"/>
                <a:pathLst>
                  <a:path w="26658" h="27934" extrusionOk="0">
                    <a:moveTo>
                      <a:pt x="26657" y="3516"/>
                    </a:moveTo>
                    <a:cubicBezTo>
                      <a:pt x="15861" y="0"/>
                      <a:pt x="1" y="8412"/>
                      <a:pt x="5838" y="16739"/>
                    </a:cubicBezTo>
                    <a:cubicBezTo>
                      <a:pt x="13664" y="27933"/>
                      <a:pt x="17137" y="7261"/>
                      <a:pt x="26657" y="351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28"/>
              <p:cNvSpPr/>
              <p:nvPr/>
            </p:nvSpPr>
            <p:spPr>
              <a:xfrm>
                <a:off x="1751900" y="4066600"/>
                <a:ext cx="985000" cy="827050"/>
              </a:xfrm>
              <a:custGeom>
                <a:avLst/>
                <a:gdLst/>
                <a:ahLst/>
                <a:cxnLst/>
                <a:rect l="l" t="t" r="r" b="b"/>
                <a:pathLst>
                  <a:path w="39400" h="33082" extrusionOk="0">
                    <a:moveTo>
                      <a:pt x="0" y="21364"/>
                    </a:moveTo>
                    <a:cubicBezTo>
                      <a:pt x="20735" y="33081"/>
                      <a:pt x="34231" y="22326"/>
                      <a:pt x="36867" y="12764"/>
                    </a:cubicBezTo>
                    <a:cubicBezTo>
                      <a:pt x="39399" y="3495"/>
                      <a:pt x="31595" y="1"/>
                      <a:pt x="23999" y="2512"/>
                    </a:cubicBezTo>
                    <a:cubicBezTo>
                      <a:pt x="13077" y="6152"/>
                      <a:pt x="9897" y="22306"/>
                      <a:pt x="0" y="2136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28"/>
              <p:cNvSpPr/>
              <p:nvPr/>
            </p:nvSpPr>
            <p:spPr>
              <a:xfrm>
                <a:off x="1985700" y="4067125"/>
                <a:ext cx="751200" cy="510050"/>
              </a:xfrm>
              <a:custGeom>
                <a:avLst/>
                <a:gdLst/>
                <a:ahLst/>
                <a:cxnLst/>
                <a:rect l="l" t="t" r="r" b="b"/>
                <a:pathLst>
                  <a:path w="30048" h="20402" extrusionOk="0">
                    <a:moveTo>
                      <a:pt x="1" y="16426"/>
                    </a:moveTo>
                    <a:cubicBezTo>
                      <a:pt x="85" y="16949"/>
                      <a:pt x="482" y="17367"/>
                      <a:pt x="1026" y="17472"/>
                    </a:cubicBezTo>
                    <a:cubicBezTo>
                      <a:pt x="1528" y="17556"/>
                      <a:pt x="2010" y="17347"/>
                      <a:pt x="2282" y="16949"/>
                    </a:cubicBezTo>
                    <a:cubicBezTo>
                      <a:pt x="2156" y="17639"/>
                      <a:pt x="2616" y="18288"/>
                      <a:pt x="3307" y="18414"/>
                    </a:cubicBezTo>
                    <a:cubicBezTo>
                      <a:pt x="3788" y="18497"/>
                      <a:pt x="4290" y="18288"/>
                      <a:pt x="4562" y="17870"/>
                    </a:cubicBezTo>
                    <a:cubicBezTo>
                      <a:pt x="4520" y="18497"/>
                      <a:pt x="4939" y="19041"/>
                      <a:pt x="5567" y="19146"/>
                    </a:cubicBezTo>
                    <a:cubicBezTo>
                      <a:pt x="6090" y="19251"/>
                      <a:pt x="6592" y="19000"/>
                      <a:pt x="6864" y="18560"/>
                    </a:cubicBezTo>
                    <a:cubicBezTo>
                      <a:pt x="6885" y="19125"/>
                      <a:pt x="7303" y="19606"/>
                      <a:pt x="7868" y="19711"/>
                    </a:cubicBezTo>
                    <a:cubicBezTo>
                      <a:pt x="8454" y="19816"/>
                      <a:pt x="9019" y="19523"/>
                      <a:pt x="9270" y="19000"/>
                    </a:cubicBezTo>
                    <a:cubicBezTo>
                      <a:pt x="9312" y="19544"/>
                      <a:pt x="9730" y="20004"/>
                      <a:pt x="10274" y="20108"/>
                    </a:cubicBezTo>
                    <a:cubicBezTo>
                      <a:pt x="10860" y="20213"/>
                      <a:pt x="11404" y="19899"/>
                      <a:pt x="11634" y="19397"/>
                    </a:cubicBezTo>
                    <a:cubicBezTo>
                      <a:pt x="11781" y="19857"/>
                      <a:pt x="12137" y="20213"/>
                      <a:pt x="12639" y="20297"/>
                    </a:cubicBezTo>
                    <a:cubicBezTo>
                      <a:pt x="13246" y="20401"/>
                      <a:pt x="13810" y="20067"/>
                      <a:pt x="14020" y="19502"/>
                    </a:cubicBezTo>
                    <a:cubicBezTo>
                      <a:pt x="14187" y="19878"/>
                      <a:pt x="14522" y="20171"/>
                      <a:pt x="14940" y="20234"/>
                    </a:cubicBezTo>
                    <a:cubicBezTo>
                      <a:pt x="15568" y="20339"/>
                      <a:pt x="16133" y="20004"/>
                      <a:pt x="16342" y="19439"/>
                    </a:cubicBezTo>
                    <a:cubicBezTo>
                      <a:pt x="16531" y="19711"/>
                      <a:pt x="16823" y="19920"/>
                      <a:pt x="17179" y="20004"/>
                    </a:cubicBezTo>
                    <a:cubicBezTo>
                      <a:pt x="17870" y="20129"/>
                      <a:pt x="18518" y="19690"/>
                      <a:pt x="18644" y="19020"/>
                    </a:cubicBezTo>
                    <a:cubicBezTo>
                      <a:pt x="18832" y="19272"/>
                      <a:pt x="19125" y="19481"/>
                      <a:pt x="19460" y="19544"/>
                    </a:cubicBezTo>
                    <a:cubicBezTo>
                      <a:pt x="20150" y="19669"/>
                      <a:pt x="20799" y="19230"/>
                      <a:pt x="20925" y="18539"/>
                    </a:cubicBezTo>
                    <a:cubicBezTo>
                      <a:pt x="21113" y="18728"/>
                      <a:pt x="21322" y="18832"/>
                      <a:pt x="21573" y="18874"/>
                    </a:cubicBezTo>
                    <a:cubicBezTo>
                      <a:pt x="22264" y="19020"/>
                      <a:pt x="22912" y="18539"/>
                      <a:pt x="23038" y="17870"/>
                    </a:cubicBezTo>
                    <a:cubicBezTo>
                      <a:pt x="23080" y="17765"/>
                      <a:pt x="23080" y="17660"/>
                      <a:pt x="23080" y="17556"/>
                    </a:cubicBezTo>
                    <a:cubicBezTo>
                      <a:pt x="23247" y="17765"/>
                      <a:pt x="23498" y="17891"/>
                      <a:pt x="23770" y="17932"/>
                    </a:cubicBezTo>
                    <a:cubicBezTo>
                      <a:pt x="24461" y="18079"/>
                      <a:pt x="25109" y="17598"/>
                      <a:pt x="25235" y="16928"/>
                    </a:cubicBezTo>
                    <a:cubicBezTo>
                      <a:pt x="25277" y="16823"/>
                      <a:pt x="25277" y="16719"/>
                      <a:pt x="25277" y="16572"/>
                    </a:cubicBezTo>
                    <a:cubicBezTo>
                      <a:pt x="25402" y="16677"/>
                      <a:pt x="25590" y="16761"/>
                      <a:pt x="25758" y="16823"/>
                    </a:cubicBezTo>
                    <a:cubicBezTo>
                      <a:pt x="26553" y="15484"/>
                      <a:pt x="27160" y="14124"/>
                      <a:pt x="27515" y="12764"/>
                    </a:cubicBezTo>
                    <a:cubicBezTo>
                      <a:pt x="30047" y="3495"/>
                      <a:pt x="22243" y="1"/>
                      <a:pt x="14647" y="2512"/>
                    </a:cubicBezTo>
                    <a:cubicBezTo>
                      <a:pt x="7952" y="4709"/>
                      <a:pt x="4186" y="11613"/>
                      <a:pt x="1" y="1642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28"/>
              <p:cNvSpPr/>
              <p:nvPr/>
            </p:nvSpPr>
            <p:spPr>
              <a:xfrm>
                <a:off x="2041150" y="4067125"/>
                <a:ext cx="681100" cy="433675"/>
              </a:xfrm>
              <a:custGeom>
                <a:avLst/>
                <a:gdLst/>
                <a:ahLst/>
                <a:cxnLst/>
                <a:rect l="l" t="t" r="r" b="b"/>
                <a:pathLst>
                  <a:path w="27244" h="17347" extrusionOk="0">
                    <a:moveTo>
                      <a:pt x="1" y="13706"/>
                    </a:moveTo>
                    <a:lnTo>
                      <a:pt x="168" y="13559"/>
                    </a:lnTo>
                    <a:lnTo>
                      <a:pt x="168" y="13601"/>
                    </a:lnTo>
                    <a:cubicBezTo>
                      <a:pt x="64" y="14208"/>
                      <a:pt x="440" y="14752"/>
                      <a:pt x="1047" y="14857"/>
                    </a:cubicBezTo>
                    <a:cubicBezTo>
                      <a:pt x="1486" y="14940"/>
                      <a:pt x="1926" y="14752"/>
                      <a:pt x="2156" y="14396"/>
                    </a:cubicBezTo>
                    <a:cubicBezTo>
                      <a:pt x="2051" y="14982"/>
                      <a:pt x="2428" y="15547"/>
                      <a:pt x="3035" y="15652"/>
                    </a:cubicBezTo>
                    <a:cubicBezTo>
                      <a:pt x="3474" y="15715"/>
                      <a:pt x="3914" y="15505"/>
                      <a:pt x="4144" y="15170"/>
                    </a:cubicBezTo>
                    <a:cubicBezTo>
                      <a:pt x="4102" y="15715"/>
                      <a:pt x="4478" y="16196"/>
                      <a:pt x="5022" y="16300"/>
                    </a:cubicBezTo>
                    <a:cubicBezTo>
                      <a:pt x="5462" y="16363"/>
                      <a:pt x="5922" y="16175"/>
                      <a:pt x="6152" y="15798"/>
                    </a:cubicBezTo>
                    <a:cubicBezTo>
                      <a:pt x="6173" y="16300"/>
                      <a:pt x="6550" y="16719"/>
                      <a:pt x="7052" y="16782"/>
                    </a:cubicBezTo>
                    <a:cubicBezTo>
                      <a:pt x="7575" y="16886"/>
                      <a:pt x="8035" y="16614"/>
                      <a:pt x="8245" y="16133"/>
                    </a:cubicBezTo>
                    <a:cubicBezTo>
                      <a:pt x="8287" y="16614"/>
                      <a:pt x="8642" y="17033"/>
                      <a:pt x="9144" y="17116"/>
                    </a:cubicBezTo>
                    <a:cubicBezTo>
                      <a:pt x="9626" y="17179"/>
                      <a:pt x="10128" y="16928"/>
                      <a:pt x="10316" y="16489"/>
                    </a:cubicBezTo>
                    <a:cubicBezTo>
                      <a:pt x="10421" y="16865"/>
                      <a:pt x="10756" y="17179"/>
                      <a:pt x="11174" y="17242"/>
                    </a:cubicBezTo>
                    <a:cubicBezTo>
                      <a:pt x="11697" y="17347"/>
                      <a:pt x="12199" y="17033"/>
                      <a:pt x="12388" y="16551"/>
                    </a:cubicBezTo>
                    <a:cubicBezTo>
                      <a:pt x="12513" y="16865"/>
                      <a:pt x="12827" y="17137"/>
                      <a:pt x="13183" y="17179"/>
                    </a:cubicBezTo>
                    <a:cubicBezTo>
                      <a:pt x="13706" y="17284"/>
                      <a:pt x="14229" y="16970"/>
                      <a:pt x="14417" y="16468"/>
                    </a:cubicBezTo>
                    <a:cubicBezTo>
                      <a:pt x="14585" y="16740"/>
                      <a:pt x="14836" y="16928"/>
                      <a:pt x="15149" y="16970"/>
                    </a:cubicBezTo>
                    <a:cubicBezTo>
                      <a:pt x="15756" y="17075"/>
                      <a:pt x="16300" y="16677"/>
                      <a:pt x="16405" y="16112"/>
                    </a:cubicBezTo>
                    <a:cubicBezTo>
                      <a:pt x="16572" y="16342"/>
                      <a:pt x="16823" y="16510"/>
                      <a:pt x="17116" y="16551"/>
                    </a:cubicBezTo>
                    <a:cubicBezTo>
                      <a:pt x="17723" y="16656"/>
                      <a:pt x="18267" y="16259"/>
                      <a:pt x="18372" y="15694"/>
                    </a:cubicBezTo>
                    <a:cubicBezTo>
                      <a:pt x="18518" y="15861"/>
                      <a:pt x="18707" y="15966"/>
                      <a:pt x="18937" y="15987"/>
                    </a:cubicBezTo>
                    <a:cubicBezTo>
                      <a:pt x="19543" y="16091"/>
                      <a:pt x="20087" y="15694"/>
                      <a:pt x="20192" y="15087"/>
                    </a:cubicBezTo>
                    <a:cubicBezTo>
                      <a:pt x="20234" y="14982"/>
                      <a:pt x="20234" y="14919"/>
                      <a:pt x="20234" y="14815"/>
                    </a:cubicBezTo>
                    <a:cubicBezTo>
                      <a:pt x="20380" y="14982"/>
                      <a:pt x="20590" y="15129"/>
                      <a:pt x="20862" y="15150"/>
                    </a:cubicBezTo>
                    <a:cubicBezTo>
                      <a:pt x="21448" y="15254"/>
                      <a:pt x="22012" y="14857"/>
                      <a:pt x="22117" y="14250"/>
                    </a:cubicBezTo>
                    <a:cubicBezTo>
                      <a:pt x="22138" y="14145"/>
                      <a:pt x="22138" y="14082"/>
                      <a:pt x="22138" y="13978"/>
                    </a:cubicBezTo>
                    <a:cubicBezTo>
                      <a:pt x="22264" y="14082"/>
                      <a:pt x="22431" y="14145"/>
                      <a:pt x="22598" y="14166"/>
                    </a:cubicBezTo>
                    <a:cubicBezTo>
                      <a:pt x="23205" y="14271"/>
                      <a:pt x="23749" y="13894"/>
                      <a:pt x="23854" y="13287"/>
                    </a:cubicBezTo>
                    <a:cubicBezTo>
                      <a:pt x="23896" y="13120"/>
                      <a:pt x="23896" y="12994"/>
                      <a:pt x="23854" y="12869"/>
                    </a:cubicBezTo>
                    <a:cubicBezTo>
                      <a:pt x="24000" y="12953"/>
                      <a:pt x="24126" y="12994"/>
                      <a:pt x="24251" y="13036"/>
                    </a:cubicBezTo>
                    <a:cubicBezTo>
                      <a:pt x="24649" y="13099"/>
                      <a:pt x="25046" y="12953"/>
                      <a:pt x="25277" y="12660"/>
                    </a:cubicBezTo>
                    <a:lnTo>
                      <a:pt x="25507" y="11718"/>
                    </a:lnTo>
                    <a:cubicBezTo>
                      <a:pt x="25507" y="11697"/>
                      <a:pt x="25507" y="11655"/>
                      <a:pt x="25486" y="11634"/>
                    </a:cubicBezTo>
                    <a:lnTo>
                      <a:pt x="25507" y="11676"/>
                    </a:lnTo>
                    <a:cubicBezTo>
                      <a:pt x="27243" y="3160"/>
                      <a:pt x="19711" y="1"/>
                      <a:pt x="12409" y="2428"/>
                    </a:cubicBezTo>
                    <a:cubicBezTo>
                      <a:pt x="6947" y="4311"/>
                      <a:pt x="3411" y="9312"/>
                      <a:pt x="1" y="137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28"/>
              <p:cNvSpPr/>
              <p:nvPr/>
            </p:nvSpPr>
            <p:spPr>
              <a:xfrm>
                <a:off x="1898875" y="4667525"/>
                <a:ext cx="187825" cy="173100"/>
              </a:xfrm>
              <a:custGeom>
                <a:avLst/>
                <a:gdLst/>
                <a:ahLst/>
                <a:cxnLst/>
                <a:rect l="l" t="t" r="r" b="b"/>
                <a:pathLst>
                  <a:path w="7513" h="6924" extrusionOk="0">
                    <a:moveTo>
                      <a:pt x="6890" y="1"/>
                    </a:moveTo>
                    <a:cubicBezTo>
                      <a:pt x="6868" y="1"/>
                      <a:pt x="6845" y="2"/>
                      <a:pt x="6822" y="5"/>
                    </a:cubicBezTo>
                    <a:cubicBezTo>
                      <a:pt x="6508" y="26"/>
                      <a:pt x="6278" y="277"/>
                      <a:pt x="6299" y="591"/>
                    </a:cubicBezTo>
                    <a:cubicBezTo>
                      <a:pt x="6340" y="1637"/>
                      <a:pt x="5775" y="2725"/>
                      <a:pt x="4771" y="3625"/>
                    </a:cubicBezTo>
                    <a:cubicBezTo>
                      <a:pt x="3704" y="4650"/>
                      <a:pt x="2156" y="5445"/>
                      <a:pt x="482" y="5801"/>
                    </a:cubicBezTo>
                    <a:cubicBezTo>
                      <a:pt x="168" y="5885"/>
                      <a:pt x="1" y="6157"/>
                      <a:pt x="84" y="6491"/>
                    </a:cubicBezTo>
                    <a:cubicBezTo>
                      <a:pt x="138" y="6761"/>
                      <a:pt x="363" y="6923"/>
                      <a:pt x="624" y="6923"/>
                    </a:cubicBezTo>
                    <a:cubicBezTo>
                      <a:pt x="666" y="6923"/>
                      <a:pt x="710" y="6919"/>
                      <a:pt x="754" y="6910"/>
                    </a:cubicBezTo>
                    <a:cubicBezTo>
                      <a:pt x="2616" y="6491"/>
                      <a:pt x="4332" y="5592"/>
                      <a:pt x="5566" y="4441"/>
                    </a:cubicBezTo>
                    <a:cubicBezTo>
                      <a:pt x="6759" y="3311"/>
                      <a:pt x="7512" y="1930"/>
                      <a:pt x="7428" y="528"/>
                    </a:cubicBezTo>
                    <a:cubicBezTo>
                      <a:pt x="7409" y="237"/>
                      <a:pt x="7174" y="1"/>
                      <a:pt x="68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28"/>
              <p:cNvSpPr/>
              <p:nvPr/>
            </p:nvSpPr>
            <p:spPr>
              <a:xfrm>
                <a:off x="1899400" y="4813325"/>
                <a:ext cx="49725" cy="116225"/>
              </a:xfrm>
              <a:custGeom>
                <a:avLst/>
                <a:gdLst/>
                <a:ahLst/>
                <a:cxnLst/>
                <a:rect l="l" t="t" r="r" b="b"/>
                <a:pathLst>
                  <a:path w="1989" h="4649" extrusionOk="0">
                    <a:moveTo>
                      <a:pt x="618" y="0"/>
                    </a:moveTo>
                    <a:cubicBezTo>
                      <a:pt x="471" y="0"/>
                      <a:pt x="325" y="53"/>
                      <a:pt x="210" y="157"/>
                    </a:cubicBezTo>
                    <a:cubicBezTo>
                      <a:pt x="1" y="387"/>
                      <a:pt x="1" y="722"/>
                      <a:pt x="210" y="973"/>
                    </a:cubicBezTo>
                    <a:cubicBezTo>
                      <a:pt x="628" y="1392"/>
                      <a:pt x="796" y="1831"/>
                      <a:pt x="817" y="2292"/>
                    </a:cubicBezTo>
                    <a:cubicBezTo>
                      <a:pt x="837" y="2794"/>
                      <a:pt x="712" y="3338"/>
                      <a:pt x="586" y="3924"/>
                    </a:cubicBezTo>
                    <a:cubicBezTo>
                      <a:pt x="503" y="4237"/>
                      <a:pt x="691" y="4530"/>
                      <a:pt x="963" y="4635"/>
                    </a:cubicBezTo>
                    <a:cubicBezTo>
                      <a:pt x="1007" y="4644"/>
                      <a:pt x="1051" y="4648"/>
                      <a:pt x="1094" y="4648"/>
                    </a:cubicBezTo>
                    <a:cubicBezTo>
                      <a:pt x="1356" y="4648"/>
                      <a:pt x="1585" y="4489"/>
                      <a:pt x="1674" y="4237"/>
                    </a:cubicBezTo>
                    <a:cubicBezTo>
                      <a:pt x="1863" y="3589"/>
                      <a:pt x="1988" y="2919"/>
                      <a:pt x="1967" y="2250"/>
                    </a:cubicBezTo>
                    <a:cubicBezTo>
                      <a:pt x="1905" y="1517"/>
                      <a:pt x="1674" y="806"/>
                      <a:pt x="1026" y="157"/>
                    </a:cubicBezTo>
                    <a:cubicBezTo>
                      <a:pt x="911" y="53"/>
                      <a:pt x="764" y="0"/>
                      <a:pt x="6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28"/>
              <p:cNvSpPr/>
              <p:nvPr/>
            </p:nvSpPr>
            <p:spPr>
              <a:xfrm>
                <a:off x="1833500" y="4812925"/>
                <a:ext cx="96775" cy="88825"/>
              </a:xfrm>
              <a:custGeom>
                <a:avLst/>
                <a:gdLst/>
                <a:ahLst/>
                <a:cxnLst/>
                <a:rect l="l" t="t" r="r" b="b"/>
                <a:pathLst>
                  <a:path w="3871" h="3553" extrusionOk="0">
                    <a:moveTo>
                      <a:pt x="3268" y="1"/>
                    </a:moveTo>
                    <a:cubicBezTo>
                      <a:pt x="2986" y="1"/>
                      <a:pt x="2738" y="200"/>
                      <a:pt x="2699" y="487"/>
                    </a:cubicBezTo>
                    <a:cubicBezTo>
                      <a:pt x="2595" y="1052"/>
                      <a:pt x="2302" y="1450"/>
                      <a:pt x="1925" y="1743"/>
                    </a:cubicBezTo>
                    <a:cubicBezTo>
                      <a:pt x="1507" y="2036"/>
                      <a:pt x="984" y="2245"/>
                      <a:pt x="440" y="2454"/>
                    </a:cubicBezTo>
                    <a:cubicBezTo>
                      <a:pt x="147" y="2559"/>
                      <a:pt x="0" y="2872"/>
                      <a:pt x="105" y="3186"/>
                    </a:cubicBezTo>
                    <a:cubicBezTo>
                      <a:pt x="188" y="3403"/>
                      <a:pt x="403" y="3553"/>
                      <a:pt x="646" y="3553"/>
                    </a:cubicBezTo>
                    <a:cubicBezTo>
                      <a:pt x="708" y="3553"/>
                      <a:pt x="773" y="3543"/>
                      <a:pt x="837" y="3521"/>
                    </a:cubicBezTo>
                    <a:cubicBezTo>
                      <a:pt x="1465" y="3312"/>
                      <a:pt x="2092" y="3040"/>
                      <a:pt x="2637" y="2621"/>
                    </a:cubicBezTo>
                    <a:cubicBezTo>
                      <a:pt x="3222" y="2182"/>
                      <a:pt x="3662" y="1554"/>
                      <a:pt x="3808" y="675"/>
                    </a:cubicBezTo>
                    <a:cubicBezTo>
                      <a:pt x="3871" y="341"/>
                      <a:pt x="3662" y="69"/>
                      <a:pt x="3348" y="6"/>
                    </a:cubicBezTo>
                    <a:cubicBezTo>
                      <a:pt x="3321" y="2"/>
                      <a:pt x="3294" y="1"/>
                      <a:pt x="3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28"/>
              <p:cNvSpPr/>
              <p:nvPr/>
            </p:nvSpPr>
            <p:spPr>
              <a:xfrm>
                <a:off x="1736725" y="4012200"/>
                <a:ext cx="704100" cy="658075"/>
              </a:xfrm>
              <a:custGeom>
                <a:avLst/>
                <a:gdLst/>
                <a:ahLst/>
                <a:cxnLst/>
                <a:rect l="l" t="t" r="r" b="b"/>
                <a:pathLst>
                  <a:path w="28164" h="26323" extrusionOk="0">
                    <a:moveTo>
                      <a:pt x="0" y="4897"/>
                    </a:moveTo>
                    <a:cubicBezTo>
                      <a:pt x="10274" y="1"/>
                      <a:pt x="28163" y="7031"/>
                      <a:pt x="22305" y="15359"/>
                    </a:cubicBezTo>
                    <a:cubicBezTo>
                      <a:pt x="14647" y="26323"/>
                      <a:pt x="9918" y="7429"/>
                      <a:pt x="0" y="48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28"/>
              <p:cNvSpPr/>
              <p:nvPr/>
            </p:nvSpPr>
            <p:spPr>
              <a:xfrm>
                <a:off x="2587775" y="4201050"/>
                <a:ext cx="163775" cy="101500"/>
              </a:xfrm>
              <a:custGeom>
                <a:avLst/>
                <a:gdLst/>
                <a:ahLst/>
                <a:cxnLst/>
                <a:rect l="l" t="t" r="r" b="b"/>
                <a:pathLst>
                  <a:path w="6551" h="4060" extrusionOk="0">
                    <a:moveTo>
                      <a:pt x="984" y="0"/>
                    </a:moveTo>
                    <a:lnTo>
                      <a:pt x="6550" y="1026"/>
                    </a:lnTo>
                    <a:lnTo>
                      <a:pt x="2282" y="3934"/>
                    </a:lnTo>
                    <a:cubicBezTo>
                      <a:pt x="880" y="4059"/>
                      <a:pt x="1" y="1130"/>
                      <a:pt x="9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28"/>
              <p:cNvSpPr/>
              <p:nvPr/>
            </p:nvSpPr>
            <p:spPr>
              <a:xfrm>
                <a:off x="1796875" y="4114200"/>
                <a:ext cx="566000" cy="483375"/>
              </a:xfrm>
              <a:custGeom>
                <a:avLst/>
                <a:gdLst/>
                <a:ahLst/>
                <a:cxnLst/>
                <a:rect l="l" t="t" r="r" b="b"/>
                <a:pathLst>
                  <a:path w="22640" h="19335" extrusionOk="0">
                    <a:moveTo>
                      <a:pt x="18518" y="12995"/>
                    </a:moveTo>
                    <a:cubicBezTo>
                      <a:pt x="12262" y="19334"/>
                      <a:pt x="7742" y="5985"/>
                      <a:pt x="0" y="1779"/>
                    </a:cubicBezTo>
                    <a:cubicBezTo>
                      <a:pt x="9960" y="1"/>
                      <a:pt x="22640" y="5943"/>
                      <a:pt x="18518" y="1299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28"/>
              <p:cNvSpPr/>
              <p:nvPr/>
            </p:nvSpPr>
            <p:spPr>
              <a:xfrm>
                <a:off x="1612225" y="4480900"/>
                <a:ext cx="139700" cy="119800"/>
              </a:xfrm>
              <a:custGeom>
                <a:avLst/>
                <a:gdLst/>
                <a:ahLst/>
                <a:cxnLst/>
                <a:rect l="l" t="t" r="r" b="b"/>
                <a:pathLst>
                  <a:path w="5588" h="4792" extrusionOk="0">
                    <a:moveTo>
                      <a:pt x="5587" y="4792"/>
                    </a:moveTo>
                    <a:cubicBezTo>
                      <a:pt x="4959" y="4750"/>
                      <a:pt x="0" y="2930"/>
                      <a:pt x="837" y="1465"/>
                    </a:cubicBezTo>
                    <a:cubicBezTo>
                      <a:pt x="1674" y="0"/>
                      <a:pt x="5169" y="4122"/>
                      <a:pt x="5587" y="479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28"/>
              <p:cNvSpPr/>
              <p:nvPr/>
            </p:nvSpPr>
            <p:spPr>
              <a:xfrm>
                <a:off x="1682850" y="4446900"/>
                <a:ext cx="82150" cy="153800"/>
              </a:xfrm>
              <a:custGeom>
                <a:avLst/>
                <a:gdLst/>
                <a:ahLst/>
                <a:cxnLst/>
                <a:rect l="l" t="t" r="r" b="b"/>
                <a:pathLst>
                  <a:path w="3286" h="6152" extrusionOk="0">
                    <a:moveTo>
                      <a:pt x="2762" y="6152"/>
                    </a:moveTo>
                    <a:cubicBezTo>
                      <a:pt x="2344" y="5692"/>
                      <a:pt x="0" y="984"/>
                      <a:pt x="1653" y="482"/>
                    </a:cubicBezTo>
                    <a:cubicBezTo>
                      <a:pt x="3285" y="0"/>
                      <a:pt x="2929" y="5378"/>
                      <a:pt x="2762" y="615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28"/>
              <p:cNvSpPr/>
              <p:nvPr/>
            </p:nvSpPr>
            <p:spPr>
              <a:xfrm>
                <a:off x="1599150" y="4577675"/>
                <a:ext cx="152775" cy="82675"/>
              </a:xfrm>
              <a:custGeom>
                <a:avLst/>
                <a:gdLst/>
                <a:ahLst/>
                <a:cxnLst/>
                <a:rect l="l" t="t" r="r" b="b"/>
                <a:pathLst>
                  <a:path w="6111" h="3307" extrusionOk="0">
                    <a:moveTo>
                      <a:pt x="6110" y="921"/>
                    </a:moveTo>
                    <a:cubicBezTo>
                      <a:pt x="5608" y="1319"/>
                      <a:pt x="733" y="3306"/>
                      <a:pt x="377" y="1653"/>
                    </a:cubicBezTo>
                    <a:cubicBezTo>
                      <a:pt x="0" y="0"/>
                      <a:pt x="5336" y="712"/>
                      <a:pt x="6110" y="92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64" name="Google Shape;1964;p28"/>
            <p:cNvSpPr/>
            <p:nvPr/>
          </p:nvSpPr>
          <p:spPr>
            <a:xfrm rot="-1424416">
              <a:off x="1134876" y="474472"/>
              <a:ext cx="79252" cy="73977"/>
            </a:xfrm>
            <a:custGeom>
              <a:avLst/>
              <a:gdLst/>
              <a:ahLst/>
              <a:cxnLst/>
              <a:rect l="l" t="t" r="r" b="b"/>
              <a:pathLst>
                <a:path w="3170" h="2959" extrusionOk="0">
                  <a:moveTo>
                    <a:pt x="608" y="0"/>
                  </a:moveTo>
                  <a:cubicBezTo>
                    <a:pt x="552" y="0"/>
                    <a:pt x="498" y="31"/>
                    <a:pt x="467" y="103"/>
                  </a:cubicBezTo>
                  <a:cubicBezTo>
                    <a:pt x="0" y="1037"/>
                    <a:pt x="167" y="2772"/>
                    <a:pt x="1401" y="2939"/>
                  </a:cubicBezTo>
                  <a:cubicBezTo>
                    <a:pt x="1467" y="2952"/>
                    <a:pt x="1533" y="2958"/>
                    <a:pt x="1598" y="2958"/>
                  </a:cubicBezTo>
                  <a:cubicBezTo>
                    <a:pt x="2030" y="2958"/>
                    <a:pt x="2446" y="2686"/>
                    <a:pt x="2735" y="2338"/>
                  </a:cubicBezTo>
                  <a:cubicBezTo>
                    <a:pt x="3169" y="1738"/>
                    <a:pt x="3102" y="1037"/>
                    <a:pt x="3036" y="370"/>
                  </a:cubicBezTo>
                  <a:cubicBezTo>
                    <a:pt x="3022" y="264"/>
                    <a:pt x="2950" y="221"/>
                    <a:pt x="2873" y="221"/>
                  </a:cubicBezTo>
                  <a:cubicBezTo>
                    <a:pt x="2757" y="221"/>
                    <a:pt x="2629" y="317"/>
                    <a:pt x="2669" y="437"/>
                  </a:cubicBezTo>
                  <a:cubicBezTo>
                    <a:pt x="2796" y="1203"/>
                    <a:pt x="2619" y="2580"/>
                    <a:pt x="1609" y="2580"/>
                  </a:cubicBezTo>
                  <a:cubicBezTo>
                    <a:pt x="1564" y="2580"/>
                    <a:pt x="1517" y="2578"/>
                    <a:pt x="1468" y="2572"/>
                  </a:cubicBezTo>
                  <a:cubicBezTo>
                    <a:pt x="467" y="2438"/>
                    <a:pt x="400" y="1004"/>
                    <a:pt x="801" y="337"/>
                  </a:cubicBezTo>
                  <a:cubicBezTo>
                    <a:pt x="870" y="153"/>
                    <a:pt x="732" y="0"/>
                    <a:pt x="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4">
  <p:cSld name="CUSTOM_12">
    <p:spTree>
      <p:nvGrpSpPr>
        <p:cNvPr id="1" name="Shape 2266"/>
        <p:cNvGrpSpPr/>
        <p:nvPr/>
      </p:nvGrpSpPr>
      <p:grpSpPr>
        <a:xfrm>
          <a:off x="0" y="0"/>
          <a:ext cx="0" cy="0"/>
          <a:chOff x="0" y="0"/>
          <a:chExt cx="0" cy="0"/>
        </a:xfrm>
      </p:grpSpPr>
      <p:grpSp>
        <p:nvGrpSpPr>
          <p:cNvPr id="2267" name="Google Shape;2267;p32"/>
          <p:cNvGrpSpPr/>
          <p:nvPr/>
        </p:nvGrpSpPr>
        <p:grpSpPr>
          <a:xfrm rot="1173132" flipH="1">
            <a:off x="7642682" y="3611654"/>
            <a:ext cx="1443397" cy="1222789"/>
            <a:chOff x="3921300" y="633350"/>
            <a:chExt cx="1922225" cy="1764250"/>
          </a:xfrm>
        </p:grpSpPr>
        <p:sp>
          <p:nvSpPr>
            <p:cNvPr id="2268" name="Google Shape;2268;p32"/>
            <p:cNvSpPr/>
            <p:nvPr/>
          </p:nvSpPr>
          <p:spPr>
            <a:xfrm>
              <a:off x="5177200" y="1087050"/>
              <a:ext cx="143450" cy="101150"/>
            </a:xfrm>
            <a:custGeom>
              <a:avLst/>
              <a:gdLst/>
              <a:ahLst/>
              <a:cxnLst/>
              <a:rect l="l" t="t" r="r" b="b"/>
              <a:pathLst>
                <a:path w="5738" h="4046" extrusionOk="0">
                  <a:moveTo>
                    <a:pt x="5738" y="1"/>
                  </a:moveTo>
                  <a:lnTo>
                    <a:pt x="5738" y="1"/>
                  </a:lnTo>
                  <a:cubicBezTo>
                    <a:pt x="3803" y="568"/>
                    <a:pt x="1935" y="1101"/>
                    <a:pt x="1" y="1702"/>
                  </a:cubicBezTo>
                  <a:lnTo>
                    <a:pt x="134" y="2035"/>
                  </a:lnTo>
                  <a:cubicBezTo>
                    <a:pt x="901" y="2669"/>
                    <a:pt x="1602" y="3270"/>
                    <a:pt x="2302" y="3903"/>
                  </a:cubicBezTo>
                  <a:cubicBezTo>
                    <a:pt x="2402" y="4004"/>
                    <a:pt x="2436" y="4037"/>
                    <a:pt x="2502" y="4037"/>
                  </a:cubicBezTo>
                  <a:cubicBezTo>
                    <a:pt x="2526" y="4043"/>
                    <a:pt x="2549" y="4046"/>
                    <a:pt x="2570" y="4046"/>
                  </a:cubicBezTo>
                  <a:cubicBezTo>
                    <a:pt x="2670" y="4046"/>
                    <a:pt x="2748" y="3986"/>
                    <a:pt x="2803" y="3903"/>
                  </a:cubicBezTo>
                  <a:cubicBezTo>
                    <a:pt x="3470" y="3270"/>
                    <a:pt x="4003" y="2536"/>
                    <a:pt x="4504" y="1769"/>
                  </a:cubicBezTo>
                  <a:cubicBezTo>
                    <a:pt x="4904" y="1202"/>
                    <a:pt x="5304" y="568"/>
                    <a:pt x="5738" y="1"/>
                  </a:cubicBezTo>
                  <a:close/>
                </a:path>
              </a:pathLst>
            </a:custGeom>
            <a:solidFill>
              <a:srgbClr val="F45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32"/>
            <p:cNvSpPr/>
            <p:nvPr/>
          </p:nvSpPr>
          <p:spPr>
            <a:xfrm>
              <a:off x="5206400" y="1157950"/>
              <a:ext cx="147625" cy="79850"/>
            </a:xfrm>
            <a:custGeom>
              <a:avLst/>
              <a:gdLst/>
              <a:ahLst/>
              <a:cxnLst/>
              <a:rect l="l" t="t" r="r" b="b"/>
              <a:pathLst>
                <a:path w="5905" h="3194" extrusionOk="0">
                  <a:moveTo>
                    <a:pt x="0" y="0"/>
                  </a:moveTo>
                  <a:lnTo>
                    <a:pt x="0" y="334"/>
                  </a:lnTo>
                  <a:cubicBezTo>
                    <a:pt x="334" y="1201"/>
                    <a:pt x="734" y="2068"/>
                    <a:pt x="1101" y="2935"/>
                  </a:cubicBezTo>
                  <a:cubicBezTo>
                    <a:pt x="1134" y="3036"/>
                    <a:pt x="1134" y="3102"/>
                    <a:pt x="1234" y="3169"/>
                  </a:cubicBezTo>
                  <a:cubicBezTo>
                    <a:pt x="1284" y="3186"/>
                    <a:pt x="1343" y="3194"/>
                    <a:pt x="1401" y="3194"/>
                  </a:cubicBezTo>
                  <a:cubicBezTo>
                    <a:pt x="1459" y="3194"/>
                    <a:pt x="1518" y="3186"/>
                    <a:pt x="1568" y="3169"/>
                  </a:cubicBezTo>
                  <a:cubicBezTo>
                    <a:pt x="2435" y="2902"/>
                    <a:pt x="3236" y="2502"/>
                    <a:pt x="4003" y="2035"/>
                  </a:cubicBezTo>
                  <a:cubicBezTo>
                    <a:pt x="4637" y="1701"/>
                    <a:pt x="5270" y="1334"/>
                    <a:pt x="5904" y="1001"/>
                  </a:cubicBezTo>
                  <a:lnTo>
                    <a:pt x="0" y="0"/>
                  </a:lnTo>
                  <a:close/>
                </a:path>
              </a:pathLst>
            </a:custGeom>
            <a:solidFill>
              <a:srgbClr val="F45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32"/>
            <p:cNvSpPr/>
            <p:nvPr/>
          </p:nvSpPr>
          <p:spPr>
            <a:xfrm>
              <a:off x="4230700" y="644250"/>
              <a:ext cx="608775" cy="914925"/>
            </a:xfrm>
            <a:custGeom>
              <a:avLst/>
              <a:gdLst/>
              <a:ahLst/>
              <a:cxnLst/>
              <a:rect l="l" t="t" r="r" b="b"/>
              <a:pathLst>
                <a:path w="24351" h="36597" extrusionOk="0">
                  <a:moveTo>
                    <a:pt x="7359" y="0"/>
                  </a:moveTo>
                  <a:cubicBezTo>
                    <a:pt x="6439" y="0"/>
                    <a:pt x="5607" y="1057"/>
                    <a:pt x="5237" y="1968"/>
                  </a:cubicBezTo>
                  <a:cubicBezTo>
                    <a:pt x="3336" y="6405"/>
                    <a:pt x="3569" y="11642"/>
                    <a:pt x="5771" y="15911"/>
                  </a:cubicBezTo>
                  <a:cubicBezTo>
                    <a:pt x="3936" y="14844"/>
                    <a:pt x="2002" y="13977"/>
                    <a:pt x="0" y="13276"/>
                  </a:cubicBezTo>
                  <a:lnTo>
                    <a:pt x="0" y="13276"/>
                  </a:lnTo>
                  <a:cubicBezTo>
                    <a:pt x="134" y="17446"/>
                    <a:pt x="4103" y="20381"/>
                    <a:pt x="7639" y="22583"/>
                  </a:cubicBezTo>
                  <a:cubicBezTo>
                    <a:pt x="6845" y="23296"/>
                    <a:pt x="5790" y="23647"/>
                    <a:pt x="4733" y="23647"/>
                  </a:cubicBezTo>
                  <a:cubicBezTo>
                    <a:pt x="3614" y="23647"/>
                    <a:pt x="2491" y="23254"/>
                    <a:pt x="1668" y="22483"/>
                  </a:cubicBezTo>
                  <a:cubicBezTo>
                    <a:pt x="1168" y="22816"/>
                    <a:pt x="1334" y="23617"/>
                    <a:pt x="1635" y="24117"/>
                  </a:cubicBezTo>
                  <a:cubicBezTo>
                    <a:pt x="3169" y="26886"/>
                    <a:pt x="6105" y="28821"/>
                    <a:pt x="9207" y="29154"/>
                  </a:cubicBezTo>
                  <a:lnTo>
                    <a:pt x="4704" y="29921"/>
                  </a:lnTo>
                  <a:cubicBezTo>
                    <a:pt x="4437" y="29955"/>
                    <a:pt x="4136" y="29988"/>
                    <a:pt x="3970" y="30222"/>
                  </a:cubicBezTo>
                  <a:cubicBezTo>
                    <a:pt x="3503" y="30655"/>
                    <a:pt x="3936" y="31456"/>
                    <a:pt x="4370" y="31923"/>
                  </a:cubicBezTo>
                  <a:cubicBezTo>
                    <a:pt x="7139" y="34758"/>
                    <a:pt x="11041" y="36493"/>
                    <a:pt x="15011" y="36593"/>
                  </a:cubicBezTo>
                  <a:cubicBezTo>
                    <a:pt x="15106" y="36595"/>
                    <a:pt x="15202" y="36597"/>
                    <a:pt x="15298" y="36597"/>
                  </a:cubicBezTo>
                  <a:cubicBezTo>
                    <a:pt x="19095" y="36597"/>
                    <a:pt x="23304" y="34665"/>
                    <a:pt x="24117" y="30955"/>
                  </a:cubicBezTo>
                  <a:cubicBezTo>
                    <a:pt x="24351" y="29821"/>
                    <a:pt x="24217" y="28620"/>
                    <a:pt x="23684" y="27653"/>
                  </a:cubicBezTo>
                  <a:lnTo>
                    <a:pt x="22783" y="27753"/>
                  </a:lnTo>
                  <a:cubicBezTo>
                    <a:pt x="20948" y="27620"/>
                    <a:pt x="19514" y="26119"/>
                    <a:pt x="18347" y="24651"/>
                  </a:cubicBezTo>
                  <a:cubicBezTo>
                    <a:pt x="12843" y="17579"/>
                    <a:pt x="9173" y="9006"/>
                    <a:pt x="7839" y="100"/>
                  </a:cubicBezTo>
                  <a:cubicBezTo>
                    <a:pt x="7678" y="32"/>
                    <a:pt x="7517" y="0"/>
                    <a:pt x="7359" y="0"/>
                  </a:cubicBezTo>
                  <a:close/>
                </a:path>
              </a:pathLst>
            </a:custGeom>
            <a:solidFill>
              <a:srgbClr val="F45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32"/>
            <p:cNvSpPr/>
            <p:nvPr/>
          </p:nvSpPr>
          <p:spPr>
            <a:xfrm>
              <a:off x="4218175" y="633350"/>
              <a:ext cx="655650" cy="939525"/>
            </a:xfrm>
            <a:custGeom>
              <a:avLst/>
              <a:gdLst/>
              <a:ahLst/>
              <a:cxnLst/>
              <a:rect l="l" t="t" r="r" b="b"/>
              <a:pathLst>
                <a:path w="26226" h="37581" extrusionOk="0">
                  <a:moveTo>
                    <a:pt x="7769" y="891"/>
                  </a:moveTo>
                  <a:cubicBezTo>
                    <a:pt x="7789" y="891"/>
                    <a:pt x="7809" y="891"/>
                    <a:pt x="7829" y="892"/>
                  </a:cubicBezTo>
                  <a:lnTo>
                    <a:pt x="7829" y="892"/>
                  </a:lnTo>
                  <a:cubicBezTo>
                    <a:pt x="8747" y="6604"/>
                    <a:pt x="10531" y="12150"/>
                    <a:pt x="13244" y="17248"/>
                  </a:cubicBezTo>
                  <a:cubicBezTo>
                    <a:pt x="14511" y="19750"/>
                    <a:pt x="16012" y="22185"/>
                    <a:pt x="17747" y="24420"/>
                  </a:cubicBezTo>
                  <a:cubicBezTo>
                    <a:pt x="19114" y="26254"/>
                    <a:pt x="20649" y="28256"/>
                    <a:pt x="23084" y="28589"/>
                  </a:cubicBezTo>
                  <a:cubicBezTo>
                    <a:pt x="23132" y="28599"/>
                    <a:pt x="23178" y="28603"/>
                    <a:pt x="23221" y="28603"/>
                  </a:cubicBezTo>
                  <a:cubicBezTo>
                    <a:pt x="23431" y="28603"/>
                    <a:pt x="23579" y="28501"/>
                    <a:pt x="23656" y="28366"/>
                  </a:cubicBezTo>
                  <a:lnTo>
                    <a:pt x="23656" y="28366"/>
                  </a:lnTo>
                  <a:cubicBezTo>
                    <a:pt x="26226" y="33526"/>
                    <a:pt x="19791" y="36615"/>
                    <a:pt x="15549" y="36615"/>
                  </a:cubicBezTo>
                  <a:cubicBezTo>
                    <a:pt x="15354" y="36615"/>
                    <a:pt x="15163" y="36608"/>
                    <a:pt x="14978" y="36595"/>
                  </a:cubicBezTo>
                  <a:cubicBezTo>
                    <a:pt x="12510" y="36428"/>
                    <a:pt x="10108" y="35695"/>
                    <a:pt x="7973" y="34360"/>
                  </a:cubicBezTo>
                  <a:cubicBezTo>
                    <a:pt x="7306" y="33927"/>
                    <a:pt x="5171" y="32692"/>
                    <a:pt x="4938" y="31792"/>
                  </a:cubicBezTo>
                  <a:cubicBezTo>
                    <a:pt x="4563" y="30542"/>
                    <a:pt x="8431" y="30229"/>
                    <a:pt x="9498" y="30084"/>
                  </a:cubicBezTo>
                  <a:lnTo>
                    <a:pt x="9498" y="30084"/>
                  </a:lnTo>
                  <a:cubicBezTo>
                    <a:pt x="9513" y="30086"/>
                    <a:pt x="9527" y="30088"/>
                    <a:pt x="9541" y="30091"/>
                  </a:cubicBezTo>
                  <a:cubicBezTo>
                    <a:pt x="9541" y="30087"/>
                    <a:pt x="9541" y="30083"/>
                    <a:pt x="9541" y="30078"/>
                  </a:cubicBezTo>
                  <a:lnTo>
                    <a:pt x="9541" y="30078"/>
                  </a:lnTo>
                  <a:cubicBezTo>
                    <a:pt x="9594" y="30071"/>
                    <a:pt x="9639" y="30064"/>
                    <a:pt x="9674" y="30057"/>
                  </a:cubicBezTo>
                  <a:cubicBezTo>
                    <a:pt x="10175" y="29957"/>
                    <a:pt x="10275" y="29223"/>
                    <a:pt x="9708" y="29123"/>
                  </a:cubicBezTo>
                  <a:cubicBezTo>
                    <a:pt x="8040" y="28923"/>
                    <a:pt x="6505" y="28356"/>
                    <a:pt x="5171" y="27389"/>
                  </a:cubicBezTo>
                  <a:cubicBezTo>
                    <a:pt x="4547" y="26942"/>
                    <a:pt x="2091" y="24825"/>
                    <a:pt x="2277" y="23615"/>
                  </a:cubicBezTo>
                  <a:lnTo>
                    <a:pt x="2277" y="23615"/>
                  </a:lnTo>
                  <a:cubicBezTo>
                    <a:pt x="3137" y="24197"/>
                    <a:pt x="4127" y="24492"/>
                    <a:pt x="5120" y="24492"/>
                  </a:cubicBezTo>
                  <a:cubicBezTo>
                    <a:pt x="6241" y="24492"/>
                    <a:pt x="7365" y="24116"/>
                    <a:pt x="8307" y="23352"/>
                  </a:cubicBezTo>
                  <a:cubicBezTo>
                    <a:pt x="8607" y="23086"/>
                    <a:pt x="8540" y="22719"/>
                    <a:pt x="8207" y="22552"/>
                  </a:cubicBezTo>
                  <a:cubicBezTo>
                    <a:pt x="5132" y="20638"/>
                    <a:pt x="1584" y="18192"/>
                    <a:pt x="924" y="14355"/>
                  </a:cubicBezTo>
                  <a:lnTo>
                    <a:pt x="924" y="14355"/>
                  </a:lnTo>
                  <a:cubicBezTo>
                    <a:pt x="2657" y="15010"/>
                    <a:pt x="4336" y="15811"/>
                    <a:pt x="5938" y="16714"/>
                  </a:cubicBezTo>
                  <a:cubicBezTo>
                    <a:pt x="6000" y="16751"/>
                    <a:pt x="6064" y="16768"/>
                    <a:pt x="6128" y="16768"/>
                  </a:cubicBezTo>
                  <a:cubicBezTo>
                    <a:pt x="6411" y="16768"/>
                    <a:pt x="6675" y="16441"/>
                    <a:pt x="6539" y="16114"/>
                  </a:cubicBezTo>
                  <a:cubicBezTo>
                    <a:pt x="5438" y="13846"/>
                    <a:pt x="4804" y="11377"/>
                    <a:pt x="4804" y="8842"/>
                  </a:cubicBezTo>
                  <a:cubicBezTo>
                    <a:pt x="4804" y="7251"/>
                    <a:pt x="5290" y="891"/>
                    <a:pt x="7769" y="891"/>
                  </a:cubicBezTo>
                  <a:close/>
                  <a:moveTo>
                    <a:pt x="7867" y="0"/>
                  </a:moveTo>
                  <a:cubicBezTo>
                    <a:pt x="5312" y="0"/>
                    <a:pt x="4451" y="4345"/>
                    <a:pt x="4170" y="6307"/>
                  </a:cubicBezTo>
                  <a:cubicBezTo>
                    <a:pt x="3734" y="9361"/>
                    <a:pt x="4135" y="12441"/>
                    <a:pt x="5262" y="15280"/>
                  </a:cubicBezTo>
                  <a:lnTo>
                    <a:pt x="5262" y="15280"/>
                  </a:lnTo>
                  <a:cubicBezTo>
                    <a:pt x="3783" y="14520"/>
                    <a:pt x="2246" y="13864"/>
                    <a:pt x="668" y="13312"/>
                  </a:cubicBezTo>
                  <a:cubicBezTo>
                    <a:pt x="598" y="13284"/>
                    <a:pt x="527" y="13270"/>
                    <a:pt x="460" y="13270"/>
                  </a:cubicBezTo>
                  <a:cubicBezTo>
                    <a:pt x="208" y="13270"/>
                    <a:pt x="1" y="13456"/>
                    <a:pt x="1" y="13745"/>
                  </a:cubicBezTo>
                  <a:cubicBezTo>
                    <a:pt x="283" y="18075"/>
                    <a:pt x="3870" y="20840"/>
                    <a:pt x="7237" y="23013"/>
                  </a:cubicBezTo>
                  <a:lnTo>
                    <a:pt x="7237" y="23013"/>
                  </a:lnTo>
                  <a:cubicBezTo>
                    <a:pt x="6578" y="23397"/>
                    <a:pt x="5851" y="23590"/>
                    <a:pt x="5127" y="23590"/>
                  </a:cubicBezTo>
                  <a:cubicBezTo>
                    <a:pt x="4174" y="23590"/>
                    <a:pt x="3225" y="23257"/>
                    <a:pt x="2436" y="22585"/>
                  </a:cubicBezTo>
                  <a:cubicBezTo>
                    <a:pt x="2352" y="22515"/>
                    <a:pt x="2250" y="22486"/>
                    <a:pt x="2148" y="22486"/>
                  </a:cubicBezTo>
                  <a:cubicBezTo>
                    <a:pt x="2007" y="22486"/>
                    <a:pt x="1865" y="22541"/>
                    <a:pt x="1769" y="22619"/>
                  </a:cubicBezTo>
                  <a:cubicBezTo>
                    <a:pt x="468" y="23986"/>
                    <a:pt x="2436" y="26154"/>
                    <a:pt x="3370" y="27088"/>
                  </a:cubicBezTo>
                  <a:cubicBezTo>
                    <a:pt x="4502" y="28221"/>
                    <a:pt x="5865" y="29046"/>
                    <a:pt x="7355" y="29563"/>
                  </a:cubicBezTo>
                  <a:lnTo>
                    <a:pt x="7355" y="29563"/>
                  </a:lnTo>
                  <a:cubicBezTo>
                    <a:pt x="6972" y="29626"/>
                    <a:pt x="6588" y="29689"/>
                    <a:pt x="6205" y="29757"/>
                  </a:cubicBezTo>
                  <a:cubicBezTo>
                    <a:pt x="5605" y="29890"/>
                    <a:pt x="4604" y="29890"/>
                    <a:pt x="4104" y="30357"/>
                  </a:cubicBezTo>
                  <a:cubicBezTo>
                    <a:pt x="3303" y="31091"/>
                    <a:pt x="3937" y="32159"/>
                    <a:pt x="4504" y="32826"/>
                  </a:cubicBezTo>
                  <a:cubicBezTo>
                    <a:pt x="6772" y="35361"/>
                    <a:pt x="10342" y="36995"/>
                    <a:pt x="13677" y="37429"/>
                  </a:cubicBezTo>
                  <a:cubicBezTo>
                    <a:pt x="14347" y="37528"/>
                    <a:pt x="15029" y="37580"/>
                    <a:pt x="15712" y="37580"/>
                  </a:cubicBezTo>
                  <a:cubicBezTo>
                    <a:pt x="18021" y="37580"/>
                    <a:pt x="20337" y="36985"/>
                    <a:pt x="22217" y="35594"/>
                  </a:cubicBezTo>
                  <a:cubicBezTo>
                    <a:pt x="24618" y="33893"/>
                    <a:pt x="25953" y="30758"/>
                    <a:pt x="24518" y="28022"/>
                  </a:cubicBezTo>
                  <a:cubicBezTo>
                    <a:pt x="24435" y="27832"/>
                    <a:pt x="24271" y="27752"/>
                    <a:pt x="24105" y="27752"/>
                  </a:cubicBezTo>
                  <a:cubicBezTo>
                    <a:pt x="23941" y="27752"/>
                    <a:pt x="23774" y="27831"/>
                    <a:pt x="23682" y="27960"/>
                  </a:cubicBezTo>
                  <a:lnTo>
                    <a:pt x="23682" y="27960"/>
                  </a:lnTo>
                  <a:cubicBezTo>
                    <a:pt x="23630" y="27844"/>
                    <a:pt x="23522" y="27751"/>
                    <a:pt x="23351" y="27722"/>
                  </a:cubicBezTo>
                  <a:cubicBezTo>
                    <a:pt x="20682" y="27389"/>
                    <a:pt x="19081" y="24653"/>
                    <a:pt x="17647" y="22652"/>
                  </a:cubicBezTo>
                  <a:cubicBezTo>
                    <a:pt x="16079" y="20384"/>
                    <a:pt x="14678" y="18015"/>
                    <a:pt x="13477" y="15547"/>
                  </a:cubicBezTo>
                  <a:cubicBezTo>
                    <a:pt x="11175" y="10810"/>
                    <a:pt x="9608" y="5740"/>
                    <a:pt x="8807" y="503"/>
                  </a:cubicBezTo>
                  <a:cubicBezTo>
                    <a:pt x="8774" y="303"/>
                    <a:pt x="8640" y="136"/>
                    <a:pt x="8440" y="69"/>
                  </a:cubicBezTo>
                  <a:cubicBezTo>
                    <a:pt x="8240" y="22"/>
                    <a:pt x="8050" y="0"/>
                    <a:pt x="7867" y="0"/>
                  </a:cubicBezTo>
                  <a:close/>
                </a:path>
              </a:pathLst>
            </a:custGeom>
            <a:solidFill>
              <a:srgbClr val="F45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32"/>
            <p:cNvSpPr/>
            <p:nvPr/>
          </p:nvSpPr>
          <p:spPr>
            <a:xfrm>
              <a:off x="4392475" y="770150"/>
              <a:ext cx="348100" cy="528625"/>
            </a:xfrm>
            <a:custGeom>
              <a:avLst/>
              <a:gdLst/>
              <a:ahLst/>
              <a:cxnLst/>
              <a:rect l="l" t="t" r="r" b="b"/>
              <a:pathLst>
                <a:path w="13924" h="21145" extrusionOk="0">
                  <a:moveTo>
                    <a:pt x="0" y="1"/>
                  </a:moveTo>
                  <a:cubicBezTo>
                    <a:pt x="1001" y="8507"/>
                    <a:pt x="7039" y="16246"/>
                    <a:pt x="13844" y="21116"/>
                  </a:cubicBezTo>
                  <a:cubicBezTo>
                    <a:pt x="13854" y="21137"/>
                    <a:pt x="13868" y="21145"/>
                    <a:pt x="13879" y="21145"/>
                  </a:cubicBezTo>
                  <a:cubicBezTo>
                    <a:pt x="13906" y="21145"/>
                    <a:pt x="13923" y="21106"/>
                    <a:pt x="13877" y="21083"/>
                  </a:cubicBezTo>
                  <a:cubicBezTo>
                    <a:pt x="7206" y="15345"/>
                    <a:pt x="1535" y="8974"/>
                    <a:pt x="0"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32"/>
            <p:cNvSpPr/>
            <p:nvPr/>
          </p:nvSpPr>
          <p:spPr>
            <a:xfrm>
              <a:off x="4295150" y="1045850"/>
              <a:ext cx="410900" cy="239700"/>
            </a:xfrm>
            <a:custGeom>
              <a:avLst/>
              <a:gdLst/>
              <a:ahLst/>
              <a:cxnLst/>
              <a:rect l="l" t="t" r="r" b="b"/>
              <a:pathLst>
                <a:path w="16436" h="9588" extrusionOk="0">
                  <a:moveTo>
                    <a:pt x="42" y="0"/>
                  </a:moveTo>
                  <a:cubicBezTo>
                    <a:pt x="10" y="0"/>
                    <a:pt x="0" y="24"/>
                    <a:pt x="24" y="47"/>
                  </a:cubicBezTo>
                  <a:cubicBezTo>
                    <a:pt x="4394" y="4684"/>
                    <a:pt x="9564" y="9588"/>
                    <a:pt x="16402" y="9588"/>
                  </a:cubicBezTo>
                  <a:cubicBezTo>
                    <a:pt x="16436" y="9588"/>
                    <a:pt x="16402" y="9554"/>
                    <a:pt x="16402" y="9554"/>
                  </a:cubicBezTo>
                  <a:cubicBezTo>
                    <a:pt x="9598" y="9321"/>
                    <a:pt x="4561" y="4584"/>
                    <a:pt x="91" y="14"/>
                  </a:cubicBezTo>
                  <a:cubicBezTo>
                    <a:pt x="71" y="4"/>
                    <a:pt x="55" y="0"/>
                    <a:pt x="42"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32"/>
            <p:cNvSpPr/>
            <p:nvPr/>
          </p:nvSpPr>
          <p:spPr>
            <a:xfrm>
              <a:off x="4298250" y="1253300"/>
              <a:ext cx="419475" cy="119850"/>
            </a:xfrm>
            <a:custGeom>
              <a:avLst/>
              <a:gdLst/>
              <a:ahLst/>
              <a:cxnLst/>
              <a:rect l="l" t="t" r="r" b="b"/>
              <a:pathLst>
                <a:path w="16779" h="4794" extrusionOk="0">
                  <a:moveTo>
                    <a:pt x="359" y="0"/>
                  </a:moveTo>
                  <a:cubicBezTo>
                    <a:pt x="258" y="0"/>
                    <a:pt x="160" y="17"/>
                    <a:pt x="67" y="55"/>
                  </a:cubicBezTo>
                  <a:cubicBezTo>
                    <a:pt x="0" y="55"/>
                    <a:pt x="0" y="89"/>
                    <a:pt x="0" y="89"/>
                  </a:cubicBezTo>
                  <a:cubicBezTo>
                    <a:pt x="67" y="256"/>
                    <a:pt x="0" y="222"/>
                    <a:pt x="167" y="289"/>
                  </a:cubicBezTo>
                  <a:lnTo>
                    <a:pt x="234" y="289"/>
                  </a:lnTo>
                  <a:cubicBezTo>
                    <a:pt x="244" y="310"/>
                    <a:pt x="251" y="317"/>
                    <a:pt x="257" y="317"/>
                  </a:cubicBezTo>
                  <a:cubicBezTo>
                    <a:pt x="270" y="317"/>
                    <a:pt x="277" y="279"/>
                    <a:pt x="300" y="256"/>
                  </a:cubicBezTo>
                  <a:cubicBezTo>
                    <a:pt x="313" y="246"/>
                    <a:pt x="332" y="242"/>
                    <a:pt x="357" y="242"/>
                  </a:cubicBezTo>
                  <a:cubicBezTo>
                    <a:pt x="853" y="242"/>
                    <a:pt x="3653" y="2066"/>
                    <a:pt x="4003" y="2257"/>
                  </a:cubicBezTo>
                  <a:cubicBezTo>
                    <a:pt x="5304" y="2891"/>
                    <a:pt x="6605" y="3458"/>
                    <a:pt x="7972" y="3892"/>
                  </a:cubicBezTo>
                  <a:cubicBezTo>
                    <a:pt x="9757" y="4444"/>
                    <a:pt x="11636" y="4793"/>
                    <a:pt x="13507" y="4793"/>
                  </a:cubicBezTo>
                  <a:cubicBezTo>
                    <a:pt x="14573" y="4793"/>
                    <a:pt x="15637" y="4680"/>
                    <a:pt x="16679" y="4425"/>
                  </a:cubicBezTo>
                  <a:cubicBezTo>
                    <a:pt x="16779" y="4425"/>
                    <a:pt x="16745" y="4292"/>
                    <a:pt x="16645" y="4292"/>
                  </a:cubicBezTo>
                  <a:cubicBezTo>
                    <a:pt x="15668" y="4447"/>
                    <a:pt x="14701" y="4522"/>
                    <a:pt x="13742" y="4522"/>
                  </a:cubicBezTo>
                  <a:cubicBezTo>
                    <a:pt x="11200" y="4522"/>
                    <a:pt x="8718" y="3993"/>
                    <a:pt x="6271" y="3024"/>
                  </a:cubicBezTo>
                  <a:cubicBezTo>
                    <a:pt x="4937" y="2457"/>
                    <a:pt x="3669" y="1857"/>
                    <a:pt x="2435" y="1123"/>
                  </a:cubicBezTo>
                  <a:cubicBezTo>
                    <a:pt x="1882" y="803"/>
                    <a:pt x="1050" y="0"/>
                    <a:pt x="359"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32"/>
            <p:cNvSpPr/>
            <p:nvPr/>
          </p:nvSpPr>
          <p:spPr>
            <a:xfrm>
              <a:off x="4356025" y="1431300"/>
              <a:ext cx="315000" cy="67425"/>
            </a:xfrm>
            <a:custGeom>
              <a:avLst/>
              <a:gdLst/>
              <a:ahLst/>
              <a:cxnLst/>
              <a:rect l="l" t="t" r="r" b="b"/>
              <a:pathLst>
                <a:path w="12600" h="2697" extrusionOk="0">
                  <a:moveTo>
                    <a:pt x="107" y="0"/>
                  </a:moveTo>
                  <a:cubicBezTo>
                    <a:pt x="66" y="0"/>
                    <a:pt x="0" y="79"/>
                    <a:pt x="57" y="107"/>
                  </a:cubicBezTo>
                  <a:cubicBezTo>
                    <a:pt x="2434" y="2209"/>
                    <a:pt x="6049" y="2697"/>
                    <a:pt x="9383" y="2697"/>
                  </a:cubicBezTo>
                  <a:cubicBezTo>
                    <a:pt x="10494" y="2697"/>
                    <a:pt x="11574" y="2642"/>
                    <a:pt x="12566" y="2576"/>
                  </a:cubicBezTo>
                  <a:cubicBezTo>
                    <a:pt x="12600" y="2576"/>
                    <a:pt x="12600" y="2476"/>
                    <a:pt x="12566" y="2476"/>
                  </a:cubicBezTo>
                  <a:cubicBezTo>
                    <a:pt x="11743" y="2496"/>
                    <a:pt x="10866" y="2520"/>
                    <a:pt x="9965" y="2520"/>
                  </a:cubicBezTo>
                  <a:cubicBezTo>
                    <a:pt x="6521" y="2520"/>
                    <a:pt x="2715" y="2175"/>
                    <a:pt x="124" y="7"/>
                  </a:cubicBezTo>
                  <a:cubicBezTo>
                    <a:pt x="120" y="3"/>
                    <a:pt x="114" y="0"/>
                    <a:pt x="107"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32"/>
            <p:cNvSpPr/>
            <p:nvPr/>
          </p:nvSpPr>
          <p:spPr>
            <a:xfrm>
              <a:off x="4424175" y="721800"/>
              <a:ext cx="46725" cy="176725"/>
            </a:xfrm>
            <a:custGeom>
              <a:avLst/>
              <a:gdLst/>
              <a:ahLst/>
              <a:cxnLst/>
              <a:rect l="l" t="t" r="r" b="b"/>
              <a:pathLst>
                <a:path w="1869" h="7069" extrusionOk="0">
                  <a:moveTo>
                    <a:pt x="0" y="0"/>
                  </a:moveTo>
                  <a:lnTo>
                    <a:pt x="0" y="0"/>
                  </a:lnTo>
                  <a:cubicBezTo>
                    <a:pt x="400" y="2369"/>
                    <a:pt x="967" y="4804"/>
                    <a:pt x="1801" y="7039"/>
                  </a:cubicBezTo>
                  <a:cubicBezTo>
                    <a:pt x="1801" y="7061"/>
                    <a:pt x="1809" y="7068"/>
                    <a:pt x="1819" y="7068"/>
                  </a:cubicBezTo>
                  <a:cubicBezTo>
                    <a:pt x="1838" y="7068"/>
                    <a:pt x="1868" y="7039"/>
                    <a:pt x="1868" y="7039"/>
                  </a:cubicBezTo>
                  <a:cubicBezTo>
                    <a:pt x="1201" y="4704"/>
                    <a:pt x="534" y="2369"/>
                    <a:pt x="0"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32"/>
            <p:cNvSpPr/>
            <p:nvPr/>
          </p:nvSpPr>
          <p:spPr>
            <a:xfrm>
              <a:off x="4349950" y="855225"/>
              <a:ext cx="408150" cy="472475"/>
            </a:xfrm>
            <a:custGeom>
              <a:avLst/>
              <a:gdLst/>
              <a:ahLst/>
              <a:cxnLst/>
              <a:rect l="l" t="t" r="r" b="b"/>
              <a:pathLst>
                <a:path w="16326" h="18899" extrusionOk="0">
                  <a:moveTo>
                    <a:pt x="534" y="0"/>
                  </a:moveTo>
                  <a:cubicBezTo>
                    <a:pt x="0" y="1702"/>
                    <a:pt x="1368" y="4203"/>
                    <a:pt x="2135" y="5704"/>
                  </a:cubicBezTo>
                  <a:cubicBezTo>
                    <a:pt x="3036" y="7639"/>
                    <a:pt x="4203" y="9474"/>
                    <a:pt x="5571" y="11142"/>
                  </a:cubicBezTo>
                  <a:cubicBezTo>
                    <a:pt x="8373" y="14511"/>
                    <a:pt x="12076" y="17346"/>
                    <a:pt x="16212" y="18881"/>
                  </a:cubicBezTo>
                  <a:cubicBezTo>
                    <a:pt x="16231" y="18894"/>
                    <a:pt x="16248" y="18899"/>
                    <a:pt x="16262" y="18899"/>
                  </a:cubicBezTo>
                  <a:cubicBezTo>
                    <a:pt x="16320" y="18899"/>
                    <a:pt x="16326" y="18807"/>
                    <a:pt x="16245" y="18780"/>
                  </a:cubicBezTo>
                  <a:cubicBezTo>
                    <a:pt x="12376" y="17046"/>
                    <a:pt x="8973" y="14711"/>
                    <a:pt x="6171" y="11509"/>
                  </a:cubicBezTo>
                  <a:cubicBezTo>
                    <a:pt x="4904" y="10041"/>
                    <a:pt x="3836" y="8506"/>
                    <a:pt x="2869" y="6839"/>
                  </a:cubicBezTo>
                  <a:cubicBezTo>
                    <a:pt x="1968" y="5171"/>
                    <a:pt x="67" y="2002"/>
                    <a:pt x="534"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32"/>
            <p:cNvSpPr/>
            <p:nvPr/>
          </p:nvSpPr>
          <p:spPr>
            <a:xfrm>
              <a:off x="4424175" y="1258850"/>
              <a:ext cx="276050" cy="84625"/>
            </a:xfrm>
            <a:custGeom>
              <a:avLst/>
              <a:gdLst/>
              <a:ahLst/>
              <a:cxnLst/>
              <a:rect l="l" t="t" r="r" b="b"/>
              <a:pathLst>
                <a:path w="11042" h="3385" extrusionOk="0">
                  <a:moveTo>
                    <a:pt x="0" y="0"/>
                  </a:moveTo>
                  <a:cubicBezTo>
                    <a:pt x="2413" y="2264"/>
                    <a:pt x="6368" y="3384"/>
                    <a:pt x="9753" y="3384"/>
                  </a:cubicBezTo>
                  <a:cubicBezTo>
                    <a:pt x="10158" y="3384"/>
                    <a:pt x="10556" y="3368"/>
                    <a:pt x="10941" y="3336"/>
                  </a:cubicBezTo>
                  <a:cubicBezTo>
                    <a:pt x="11041" y="3336"/>
                    <a:pt x="11008" y="3236"/>
                    <a:pt x="10941" y="3236"/>
                  </a:cubicBezTo>
                  <a:cubicBezTo>
                    <a:pt x="8906" y="3203"/>
                    <a:pt x="6938" y="3002"/>
                    <a:pt x="5004" y="2369"/>
                  </a:cubicBezTo>
                  <a:cubicBezTo>
                    <a:pt x="3202" y="1802"/>
                    <a:pt x="1701" y="834"/>
                    <a:pt x="0"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32"/>
            <p:cNvSpPr/>
            <p:nvPr/>
          </p:nvSpPr>
          <p:spPr>
            <a:xfrm>
              <a:off x="4394150" y="1399775"/>
              <a:ext cx="295225" cy="33200"/>
            </a:xfrm>
            <a:custGeom>
              <a:avLst/>
              <a:gdLst/>
              <a:ahLst/>
              <a:cxnLst/>
              <a:rect l="l" t="t" r="r" b="b"/>
              <a:pathLst>
                <a:path w="11809" h="1328" extrusionOk="0">
                  <a:moveTo>
                    <a:pt x="67" y="1"/>
                  </a:moveTo>
                  <a:cubicBezTo>
                    <a:pt x="67" y="1"/>
                    <a:pt x="0" y="34"/>
                    <a:pt x="67" y="67"/>
                  </a:cubicBezTo>
                  <a:cubicBezTo>
                    <a:pt x="2117" y="906"/>
                    <a:pt x="4343" y="1328"/>
                    <a:pt x="6572" y="1328"/>
                  </a:cubicBezTo>
                  <a:cubicBezTo>
                    <a:pt x="8334" y="1328"/>
                    <a:pt x="10097" y="1064"/>
                    <a:pt x="11775" y="534"/>
                  </a:cubicBezTo>
                  <a:cubicBezTo>
                    <a:pt x="11809" y="534"/>
                    <a:pt x="11775" y="434"/>
                    <a:pt x="11742" y="434"/>
                  </a:cubicBezTo>
                  <a:cubicBezTo>
                    <a:pt x="10036" y="836"/>
                    <a:pt x="8360" y="1034"/>
                    <a:pt x="6694" y="1034"/>
                  </a:cubicBezTo>
                  <a:cubicBezTo>
                    <a:pt x="4485" y="1034"/>
                    <a:pt x="2292" y="685"/>
                    <a:pt x="67"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32"/>
            <p:cNvSpPr/>
            <p:nvPr/>
          </p:nvSpPr>
          <p:spPr>
            <a:xfrm>
              <a:off x="4373300" y="667925"/>
              <a:ext cx="34200" cy="44625"/>
            </a:xfrm>
            <a:custGeom>
              <a:avLst/>
              <a:gdLst/>
              <a:ahLst/>
              <a:cxnLst/>
              <a:rect l="l" t="t" r="r" b="b"/>
              <a:pathLst>
                <a:path w="1368" h="1785" extrusionOk="0">
                  <a:moveTo>
                    <a:pt x="24" y="0"/>
                  </a:moveTo>
                  <a:cubicBezTo>
                    <a:pt x="9" y="0"/>
                    <a:pt x="0" y="8"/>
                    <a:pt x="0" y="20"/>
                  </a:cubicBezTo>
                  <a:lnTo>
                    <a:pt x="134" y="1655"/>
                  </a:lnTo>
                  <a:cubicBezTo>
                    <a:pt x="134" y="1688"/>
                    <a:pt x="200" y="1755"/>
                    <a:pt x="234" y="1755"/>
                  </a:cubicBezTo>
                  <a:cubicBezTo>
                    <a:pt x="346" y="1774"/>
                    <a:pt x="453" y="1784"/>
                    <a:pt x="557" y="1784"/>
                  </a:cubicBezTo>
                  <a:cubicBezTo>
                    <a:pt x="821" y="1784"/>
                    <a:pt x="1061" y="1713"/>
                    <a:pt x="1301" y="1521"/>
                  </a:cubicBezTo>
                  <a:cubicBezTo>
                    <a:pt x="1368" y="1488"/>
                    <a:pt x="1301" y="1421"/>
                    <a:pt x="1268" y="1421"/>
                  </a:cubicBezTo>
                  <a:cubicBezTo>
                    <a:pt x="979" y="1508"/>
                    <a:pt x="690" y="1595"/>
                    <a:pt x="401" y="1595"/>
                  </a:cubicBezTo>
                  <a:cubicBezTo>
                    <a:pt x="386" y="1595"/>
                    <a:pt x="371" y="1594"/>
                    <a:pt x="356" y="1594"/>
                  </a:cubicBezTo>
                  <a:lnTo>
                    <a:pt x="356" y="1594"/>
                  </a:lnTo>
                  <a:cubicBezTo>
                    <a:pt x="264" y="1081"/>
                    <a:pt x="230" y="568"/>
                    <a:pt x="134" y="87"/>
                  </a:cubicBezTo>
                  <a:cubicBezTo>
                    <a:pt x="91" y="24"/>
                    <a:pt x="49" y="0"/>
                    <a:pt x="24"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32"/>
            <p:cNvSpPr/>
            <p:nvPr/>
          </p:nvSpPr>
          <p:spPr>
            <a:xfrm>
              <a:off x="4407475" y="1109525"/>
              <a:ext cx="56750" cy="31900"/>
            </a:xfrm>
            <a:custGeom>
              <a:avLst/>
              <a:gdLst/>
              <a:ahLst/>
              <a:cxnLst/>
              <a:rect l="l" t="t" r="r" b="b"/>
              <a:pathLst>
                <a:path w="2270" h="1276" extrusionOk="0">
                  <a:moveTo>
                    <a:pt x="72" y="1"/>
                  </a:moveTo>
                  <a:cubicBezTo>
                    <a:pt x="32" y="1"/>
                    <a:pt x="1" y="46"/>
                    <a:pt x="1" y="102"/>
                  </a:cubicBezTo>
                  <a:cubicBezTo>
                    <a:pt x="274" y="811"/>
                    <a:pt x="947" y="1275"/>
                    <a:pt x="1694" y="1275"/>
                  </a:cubicBezTo>
                  <a:cubicBezTo>
                    <a:pt x="1861" y="1275"/>
                    <a:pt x="2032" y="1252"/>
                    <a:pt x="2202" y="1203"/>
                  </a:cubicBezTo>
                  <a:cubicBezTo>
                    <a:pt x="2236" y="1203"/>
                    <a:pt x="2269" y="1136"/>
                    <a:pt x="2269" y="1136"/>
                  </a:cubicBezTo>
                  <a:cubicBezTo>
                    <a:pt x="2269" y="936"/>
                    <a:pt x="2236" y="703"/>
                    <a:pt x="2202" y="536"/>
                  </a:cubicBezTo>
                  <a:cubicBezTo>
                    <a:pt x="2202" y="517"/>
                    <a:pt x="2169" y="497"/>
                    <a:pt x="2141" y="497"/>
                  </a:cubicBezTo>
                  <a:cubicBezTo>
                    <a:pt x="2120" y="497"/>
                    <a:pt x="2102" y="508"/>
                    <a:pt x="2102" y="536"/>
                  </a:cubicBezTo>
                  <a:cubicBezTo>
                    <a:pt x="2102" y="770"/>
                    <a:pt x="2169" y="1036"/>
                    <a:pt x="1902" y="1136"/>
                  </a:cubicBezTo>
                  <a:cubicBezTo>
                    <a:pt x="1846" y="1155"/>
                    <a:pt x="1780" y="1163"/>
                    <a:pt x="1709" y="1163"/>
                  </a:cubicBezTo>
                  <a:cubicBezTo>
                    <a:pt x="1526" y="1163"/>
                    <a:pt x="1313" y="1108"/>
                    <a:pt x="1168" y="1036"/>
                  </a:cubicBezTo>
                  <a:cubicBezTo>
                    <a:pt x="701" y="870"/>
                    <a:pt x="334" y="536"/>
                    <a:pt x="168" y="102"/>
                  </a:cubicBezTo>
                  <a:cubicBezTo>
                    <a:pt x="138" y="29"/>
                    <a:pt x="102" y="1"/>
                    <a:pt x="72"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32"/>
            <p:cNvSpPr/>
            <p:nvPr/>
          </p:nvSpPr>
          <p:spPr>
            <a:xfrm>
              <a:off x="4405825" y="1272175"/>
              <a:ext cx="45875" cy="27375"/>
            </a:xfrm>
            <a:custGeom>
              <a:avLst/>
              <a:gdLst/>
              <a:ahLst/>
              <a:cxnLst/>
              <a:rect l="l" t="t" r="r" b="b"/>
              <a:pathLst>
                <a:path w="1835" h="1095" extrusionOk="0">
                  <a:moveTo>
                    <a:pt x="67" y="1"/>
                  </a:moveTo>
                  <a:lnTo>
                    <a:pt x="67" y="64"/>
                  </a:lnTo>
                  <a:lnTo>
                    <a:pt x="67" y="64"/>
                  </a:lnTo>
                  <a:cubicBezTo>
                    <a:pt x="99" y="22"/>
                    <a:pt x="93" y="1"/>
                    <a:pt x="67" y="1"/>
                  </a:cubicBezTo>
                  <a:close/>
                  <a:moveTo>
                    <a:pt x="67" y="64"/>
                  </a:moveTo>
                  <a:cubicBezTo>
                    <a:pt x="58" y="75"/>
                    <a:pt x="47" y="87"/>
                    <a:pt x="34" y="101"/>
                  </a:cubicBezTo>
                  <a:cubicBezTo>
                    <a:pt x="46" y="101"/>
                    <a:pt x="56" y="101"/>
                    <a:pt x="67" y="101"/>
                  </a:cubicBezTo>
                  <a:lnTo>
                    <a:pt x="67" y="101"/>
                  </a:lnTo>
                  <a:cubicBezTo>
                    <a:pt x="67" y="101"/>
                    <a:pt x="67" y="101"/>
                    <a:pt x="67" y="101"/>
                  </a:cubicBezTo>
                  <a:lnTo>
                    <a:pt x="67" y="64"/>
                  </a:lnTo>
                  <a:close/>
                  <a:moveTo>
                    <a:pt x="67" y="101"/>
                  </a:moveTo>
                  <a:cubicBezTo>
                    <a:pt x="0" y="135"/>
                    <a:pt x="0" y="168"/>
                    <a:pt x="0" y="268"/>
                  </a:cubicBezTo>
                  <a:cubicBezTo>
                    <a:pt x="167" y="601"/>
                    <a:pt x="467" y="835"/>
                    <a:pt x="834" y="968"/>
                  </a:cubicBezTo>
                  <a:cubicBezTo>
                    <a:pt x="999" y="1041"/>
                    <a:pt x="1204" y="1095"/>
                    <a:pt x="1394" y="1095"/>
                  </a:cubicBezTo>
                  <a:cubicBezTo>
                    <a:pt x="1550" y="1095"/>
                    <a:pt x="1696" y="1059"/>
                    <a:pt x="1801" y="968"/>
                  </a:cubicBezTo>
                  <a:cubicBezTo>
                    <a:pt x="1835" y="935"/>
                    <a:pt x="1835" y="835"/>
                    <a:pt x="1768" y="835"/>
                  </a:cubicBezTo>
                  <a:cubicBezTo>
                    <a:pt x="1693" y="827"/>
                    <a:pt x="1618" y="824"/>
                    <a:pt x="1543" y="824"/>
                  </a:cubicBezTo>
                  <a:cubicBezTo>
                    <a:pt x="1468" y="824"/>
                    <a:pt x="1393" y="827"/>
                    <a:pt x="1318" y="827"/>
                  </a:cubicBezTo>
                  <a:cubicBezTo>
                    <a:pt x="1168" y="827"/>
                    <a:pt x="1018" y="818"/>
                    <a:pt x="867" y="768"/>
                  </a:cubicBezTo>
                  <a:cubicBezTo>
                    <a:pt x="601" y="635"/>
                    <a:pt x="334" y="435"/>
                    <a:pt x="167" y="134"/>
                  </a:cubicBezTo>
                  <a:cubicBezTo>
                    <a:pt x="140" y="107"/>
                    <a:pt x="112" y="102"/>
                    <a:pt x="67" y="10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32"/>
            <p:cNvSpPr/>
            <p:nvPr/>
          </p:nvSpPr>
          <p:spPr>
            <a:xfrm>
              <a:off x="4491700" y="1518150"/>
              <a:ext cx="99275" cy="34100"/>
            </a:xfrm>
            <a:custGeom>
              <a:avLst/>
              <a:gdLst/>
              <a:ahLst/>
              <a:cxnLst/>
              <a:rect l="l" t="t" r="r" b="b"/>
              <a:pathLst>
                <a:path w="3971" h="1364" extrusionOk="0">
                  <a:moveTo>
                    <a:pt x="3866" y="1"/>
                  </a:moveTo>
                  <a:cubicBezTo>
                    <a:pt x="3840" y="1"/>
                    <a:pt x="3816" y="12"/>
                    <a:pt x="3804" y="36"/>
                  </a:cubicBezTo>
                  <a:cubicBezTo>
                    <a:pt x="3506" y="750"/>
                    <a:pt x="2863" y="1119"/>
                    <a:pt x="2135" y="1119"/>
                  </a:cubicBezTo>
                  <a:cubicBezTo>
                    <a:pt x="2048" y="1119"/>
                    <a:pt x="1959" y="1114"/>
                    <a:pt x="1869" y="1103"/>
                  </a:cubicBezTo>
                  <a:cubicBezTo>
                    <a:pt x="1168" y="1003"/>
                    <a:pt x="668" y="503"/>
                    <a:pt x="1" y="336"/>
                  </a:cubicBezTo>
                  <a:lnTo>
                    <a:pt x="1" y="369"/>
                  </a:lnTo>
                  <a:cubicBezTo>
                    <a:pt x="454" y="944"/>
                    <a:pt x="1442" y="1364"/>
                    <a:pt x="2322" y="1364"/>
                  </a:cubicBezTo>
                  <a:cubicBezTo>
                    <a:pt x="3128" y="1364"/>
                    <a:pt x="3843" y="1011"/>
                    <a:pt x="3970" y="102"/>
                  </a:cubicBezTo>
                  <a:cubicBezTo>
                    <a:pt x="3970" y="38"/>
                    <a:pt x="3915" y="1"/>
                    <a:pt x="3866"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32"/>
            <p:cNvSpPr/>
            <p:nvPr/>
          </p:nvSpPr>
          <p:spPr>
            <a:xfrm>
              <a:off x="4254275" y="1001600"/>
              <a:ext cx="1013850" cy="1082900"/>
            </a:xfrm>
            <a:custGeom>
              <a:avLst/>
              <a:gdLst/>
              <a:ahLst/>
              <a:cxnLst/>
              <a:rect l="l" t="t" r="r" b="b"/>
              <a:pathLst>
                <a:path w="40554" h="43316" extrusionOk="0">
                  <a:moveTo>
                    <a:pt x="30107" y="0"/>
                  </a:moveTo>
                  <a:cubicBezTo>
                    <a:pt x="23412" y="0"/>
                    <a:pt x="18810" y="6778"/>
                    <a:pt x="16903" y="12592"/>
                  </a:cubicBezTo>
                  <a:cubicBezTo>
                    <a:pt x="15402" y="17162"/>
                    <a:pt x="14535" y="21965"/>
                    <a:pt x="12567" y="26435"/>
                  </a:cubicBezTo>
                  <a:cubicBezTo>
                    <a:pt x="10732" y="30605"/>
                    <a:pt x="8230" y="34407"/>
                    <a:pt x="5195" y="37810"/>
                  </a:cubicBezTo>
                  <a:cubicBezTo>
                    <a:pt x="3560" y="39378"/>
                    <a:pt x="1959" y="40979"/>
                    <a:pt x="291" y="42547"/>
                  </a:cubicBezTo>
                  <a:cubicBezTo>
                    <a:pt x="1" y="42837"/>
                    <a:pt x="304" y="43315"/>
                    <a:pt x="657" y="43315"/>
                  </a:cubicBezTo>
                  <a:cubicBezTo>
                    <a:pt x="668" y="43315"/>
                    <a:pt x="680" y="43315"/>
                    <a:pt x="692" y="43314"/>
                  </a:cubicBezTo>
                  <a:cubicBezTo>
                    <a:pt x="5495" y="43114"/>
                    <a:pt x="10132" y="41946"/>
                    <a:pt x="14668" y="40445"/>
                  </a:cubicBezTo>
                  <a:cubicBezTo>
                    <a:pt x="18971" y="38977"/>
                    <a:pt x="23308" y="37310"/>
                    <a:pt x="27244" y="35108"/>
                  </a:cubicBezTo>
                  <a:cubicBezTo>
                    <a:pt x="34549" y="31005"/>
                    <a:pt x="39920" y="24600"/>
                    <a:pt x="40320" y="15994"/>
                  </a:cubicBezTo>
                  <a:cubicBezTo>
                    <a:pt x="40553" y="9990"/>
                    <a:pt x="39019" y="1384"/>
                    <a:pt x="31847" y="150"/>
                  </a:cubicBezTo>
                  <a:cubicBezTo>
                    <a:pt x="31253" y="48"/>
                    <a:pt x="30672" y="0"/>
                    <a:pt x="30107" y="0"/>
                  </a:cubicBezTo>
                  <a:close/>
                </a:path>
              </a:pathLst>
            </a:custGeom>
            <a:solidFill>
              <a:srgbClr val="F2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32"/>
            <p:cNvSpPr/>
            <p:nvPr/>
          </p:nvSpPr>
          <p:spPr>
            <a:xfrm>
              <a:off x="5108825" y="934325"/>
              <a:ext cx="719700" cy="826775"/>
            </a:xfrm>
            <a:custGeom>
              <a:avLst/>
              <a:gdLst/>
              <a:ahLst/>
              <a:cxnLst/>
              <a:rect l="l" t="t" r="r" b="b"/>
              <a:pathLst>
                <a:path w="28788" h="33071" extrusionOk="0">
                  <a:moveTo>
                    <a:pt x="25629" y="1"/>
                  </a:moveTo>
                  <a:cubicBezTo>
                    <a:pt x="25593" y="1"/>
                    <a:pt x="25556" y="2"/>
                    <a:pt x="25518" y="5"/>
                  </a:cubicBezTo>
                  <a:cubicBezTo>
                    <a:pt x="21482" y="8044"/>
                    <a:pt x="15311" y="15016"/>
                    <a:pt x="7839" y="20020"/>
                  </a:cubicBezTo>
                  <a:cubicBezTo>
                    <a:pt x="6557" y="20884"/>
                    <a:pt x="5065" y="21725"/>
                    <a:pt x="3558" y="21725"/>
                  </a:cubicBezTo>
                  <a:cubicBezTo>
                    <a:pt x="3262" y="21725"/>
                    <a:pt x="2965" y="21692"/>
                    <a:pt x="2669" y="21621"/>
                  </a:cubicBezTo>
                  <a:lnTo>
                    <a:pt x="1835" y="21287"/>
                  </a:lnTo>
                  <a:cubicBezTo>
                    <a:pt x="934" y="22021"/>
                    <a:pt x="501" y="23155"/>
                    <a:pt x="367" y="24289"/>
                  </a:cubicBezTo>
                  <a:cubicBezTo>
                    <a:pt x="0" y="28092"/>
                    <a:pt x="3536" y="31361"/>
                    <a:pt x="7239" y="32462"/>
                  </a:cubicBezTo>
                  <a:cubicBezTo>
                    <a:pt x="8645" y="32869"/>
                    <a:pt x="10114" y="33071"/>
                    <a:pt x="11584" y="33071"/>
                  </a:cubicBezTo>
                  <a:cubicBezTo>
                    <a:pt x="14089" y="33071"/>
                    <a:pt x="16594" y="32484"/>
                    <a:pt x="18780" y="31328"/>
                  </a:cubicBezTo>
                  <a:cubicBezTo>
                    <a:pt x="19381" y="31027"/>
                    <a:pt x="20048" y="30394"/>
                    <a:pt x="19748" y="29827"/>
                  </a:cubicBezTo>
                  <a:cubicBezTo>
                    <a:pt x="19614" y="29560"/>
                    <a:pt x="19381" y="29393"/>
                    <a:pt x="19114" y="29293"/>
                  </a:cubicBezTo>
                  <a:cubicBezTo>
                    <a:pt x="17813" y="28559"/>
                    <a:pt x="16412" y="27859"/>
                    <a:pt x="15078" y="27158"/>
                  </a:cubicBezTo>
                  <a:lnTo>
                    <a:pt x="15078" y="27158"/>
                  </a:lnTo>
                  <a:cubicBezTo>
                    <a:pt x="15733" y="27301"/>
                    <a:pt x="16404" y="27370"/>
                    <a:pt x="17076" y="27370"/>
                  </a:cubicBezTo>
                  <a:cubicBezTo>
                    <a:pt x="19550" y="27370"/>
                    <a:pt x="22041" y="26428"/>
                    <a:pt x="23851" y="24723"/>
                  </a:cubicBezTo>
                  <a:cubicBezTo>
                    <a:pt x="24251" y="24323"/>
                    <a:pt x="24685" y="23622"/>
                    <a:pt x="24318" y="23155"/>
                  </a:cubicBezTo>
                  <a:lnTo>
                    <a:pt x="24318" y="23155"/>
                  </a:lnTo>
                  <a:cubicBezTo>
                    <a:pt x="23777" y="23403"/>
                    <a:pt x="23185" y="23519"/>
                    <a:pt x="22590" y="23519"/>
                  </a:cubicBezTo>
                  <a:cubicBezTo>
                    <a:pt x="21019" y="23519"/>
                    <a:pt x="19421" y="22708"/>
                    <a:pt x="18647" y="21354"/>
                  </a:cubicBezTo>
                  <a:cubicBezTo>
                    <a:pt x="22716" y="20387"/>
                    <a:pt x="27386" y="18852"/>
                    <a:pt x="28787" y="14949"/>
                  </a:cubicBezTo>
                  <a:lnTo>
                    <a:pt x="28787" y="14949"/>
                  </a:lnTo>
                  <a:cubicBezTo>
                    <a:pt x="26719" y="14983"/>
                    <a:pt x="24584" y="15216"/>
                    <a:pt x="22550" y="15650"/>
                  </a:cubicBezTo>
                  <a:cubicBezTo>
                    <a:pt x="25985" y="12281"/>
                    <a:pt x="27753" y="7377"/>
                    <a:pt x="27386" y="2607"/>
                  </a:cubicBezTo>
                  <a:cubicBezTo>
                    <a:pt x="27322" y="1476"/>
                    <a:pt x="26756" y="1"/>
                    <a:pt x="25629" y="1"/>
                  </a:cubicBezTo>
                  <a:close/>
                </a:path>
              </a:pathLst>
            </a:custGeom>
            <a:solidFill>
              <a:srgbClr val="F45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32"/>
            <p:cNvSpPr/>
            <p:nvPr/>
          </p:nvSpPr>
          <p:spPr>
            <a:xfrm>
              <a:off x="5093800" y="924425"/>
              <a:ext cx="749725" cy="847850"/>
            </a:xfrm>
            <a:custGeom>
              <a:avLst/>
              <a:gdLst/>
              <a:ahLst/>
              <a:cxnLst/>
              <a:rect l="l" t="t" r="r" b="b"/>
              <a:pathLst>
                <a:path w="29989" h="33914" extrusionOk="0">
                  <a:moveTo>
                    <a:pt x="26370" y="863"/>
                  </a:moveTo>
                  <a:lnTo>
                    <a:pt x="26370" y="863"/>
                  </a:lnTo>
                  <a:cubicBezTo>
                    <a:pt x="28574" y="1529"/>
                    <a:pt x="27432" y="7111"/>
                    <a:pt x="26987" y="8574"/>
                  </a:cubicBezTo>
                  <a:cubicBezTo>
                    <a:pt x="26253" y="11276"/>
                    <a:pt x="24785" y="13711"/>
                    <a:pt x="22784" y="15712"/>
                  </a:cubicBezTo>
                  <a:cubicBezTo>
                    <a:pt x="22538" y="15958"/>
                    <a:pt x="22745" y="16458"/>
                    <a:pt x="23091" y="16458"/>
                  </a:cubicBezTo>
                  <a:cubicBezTo>
                    <a:pt x="23121" y="16458"/>
                    <a:pt x="23152" y="16454"/>
                    <a:pt x="23184" y="16446"/>
                  </a:cubicBezTo>
                  <a:cubicBezTo>
                    <a:pt x="25023" y="16096"/>
                    <a:pt x="26837" y="15873"/>
                    <a:pt x="28670" y="15778"/>
                  </a:cubicBezTo>
                  <a:lnTo>
                    <a:pt x="28670" y="15778"/>
                  </a:lnTo>
                  <a:cubicBezTo>
                    <a:pt x="26868" y="19230"/>
                    <a:pt x="22623" y="20374"/>
                    <a:pt x="19114" y="21283"/>
                  </a:cubicBezTo>
                  <a:cubicBezTo>
                    <a:pt x="18814" y="21383"/>
                    <a:pt x="18748" y="21750"/>
                    <a:pt x="18914" y="21983"/>
                  </a:cubicBezTo>
                  <a:cubicBezTo>
                    <a:pt x="19875" y="23496"/>
                    <a:pt x="21475" y="24352"/>
                    <a:pt x="23155" y="24352"/>
                  </a:cubicBezTo>
                  <a:cubicBezTo>
                    <a:pt x="23566" y="24352"/>
                    <a:pt x="23982" y="24301"/>
                    <a:pt x="24394" y="24195"/>
                  </a:cubicBezTo>
                  <a:lnTo>
                    <a:pt x="24394" y="24195"/>
                  </a:lnTo>
                  <a:cubicBezTo>
                    <a:pt x="24156" y="24629"/>
                    <a:pt x="23685" y="25129"/>
                    <a:pt x="23484" y="25286"/>
                  </a:cubicBezTo>
                  <a:cubicBezTo>
                    <a:pt x="23251" y="25486"/>
                    <a:pt x="22984" y="25686"/>
                    <a:pt x="22684" y="25819"/>
                  </a:cubicBezTo>
                  <a:cubicBezTo>
                    <a:pt x="21983" y="26253"/>
                    <a:pt x="21249" y="26587"/>
                    <a:pt x="20449" y="26820"/>
                  </a:cubicBezTo>
                  <a:cubicBezTo>
                    <a:pt x="19540" y="27097"/>
                    <a:pt x="18619" y="27221"/>
                    <a:pt x="17693" y="27221"/>
                  </a:cubicBezTo>
                  <a:cubicBezTo>
                    <a:pt x="17057" y="27221"/>
                    <a:pt x="16418" y="27162"/>
                    <a:pt x="15779" y="27054"/>
                  </a:cubicBezTo>
                  <a:cubicBezTo>
                    <a:pt x="15744" y="27047"/>
                    <a:pt x="15710" y="27044"/>
                    <a:pt x="15677" y="27044"/>
                  </a:cubicBezTo>
                  <a:cubicBezTo>
                    <a:pt x="15217" y="27044"/>
                    <a:pt x="15042" y="27672"/>
                    <a:pt x="15479" y="27921"/>
                  </a:cubicBezTo>
                  <a:cubicBezTo>
                    <a:pt x="16513" y="28455"/>
                    <a:pt x="18147" y="28988"/>
                    <a:pt x="19014" y="29789"/>
                  </a:cubicBezTo>
                  <a:cubicBezTo>
                    <a:pt x="19648" y="29922"/>
                    <a:pt x="19815" y="30389"/>
                    <a:pt x="19481" y="31090"/>
                  </a:cubicBezTo>
                  <a:cubicBezTo>
                    <a:pt x="19248" y="31223"/>
                    <a:pt x="18981" y="31323"/>
                    <a:pt x="18781" y="31490"/>
                  </a:cubicBezTo>
                  <a:cubicBezTo>
                    <a:pt x="18147" y="31824"/>
                    <a:pt x="17447" y="32091"/>
                    <a:pt x="16779" y="32291"/>
                  </a:cubicBezTo>
                  <a:cubicBezTo>
                    <a:pt x="15321" y="32758"/>
                    <a:pt x="13794" y="32997"/>
                    <a:pt x="12266" y="32997"/>
                  </a:cubicBezTo>
                  <a:cubicBezTo>
                    <a:pt x="11173" y="32997"/>
                    <a:pt x="10078" y="32875"/>
                    <a:pt x="9007" y="32624"/>
                  </a:cubicBezTo>
                  <a:cubicBezTo>
                    <a:pt x="6739" y="32124"/>
                    <a:pt x="4504" y="30956"/>
                    <a:pt x="3003" y="29122"/>
                  </a:cubicBezTo>
                  <a:cubicBezTo>
                    <a:pt x="1302" y="27054"/>
                    <a:pt x="768" y="23951"/>
                    <a:pt x="2803" y="21917"/>
                  </a:cubicBezTo>
                  <a:cubicBezTo>
                    <a:pt x="2819" y="21902"/>
                    <a:pt x="2833" y="21887"/>
                    <a:pt x="2845" y="21872"/>
                  </a:cubicBezTo>
                  <a:lnTo>
                    <a:pt x="2845" y="21872"/>
                  </a:lnTo>
                  <a:cubicBezTo>
                    <a:pt x="2767" y="22112"/>
                    <a:pt x="2857" y="22414"/>
                    <a:pt x="3170" y="22450"/>
                  </a:cubicBezTo>
                  <a:cubicBezTo>
                    <a:pt x="3500" y="22512"/>
                    <a:pt x="3823" y="22541"/>
                    <a:pt x="4141" y="22541"/>
                  </a:cubicBezTo>
                  <a:cubicBezTo>
                    <a:pt x="6396" y="22541"/>
                    <a:pt x="8358" y="21097"/>
                    <a:pt x="10141" y="19782"/>
                  </a:cubicBezTo>
                  <a:cubicBezTo>
                    <a:pt x="12410" y="18181"/>
                    <a:pt x="14511" y="16346"/>
                    <a:pt x="16513" y="14378"/>
                  </a:cubicBezTo>
                  <a:cubicBezTo>
                    <a:pt x="20504" y="10420"/>
                    <a:pt x="23821" y="5852"/>
                    <a:pt x="26370" y="863"/>
                  </a:cubicBezTo>
                  <a:close/>
                  <a:moveTo>
                    <a:pt x="26153" y="1"/>
                  </a:moveTo>
                  <a:cubicBezTo>
                    <a:pt x="25953" y="1"/>
                    <a:pt x="25753" y="34"/>
                    <a:pt x="25652" y="234"/>
                  </a:cubicBezTo>
                  <a:cubicBezTo>
                    <a:pt x="23317" y="4804"/>
                    <a:pt x="20349" y="9041"/>
                    <a:pt x="16813" y="12743"/>
                  </a:cubicBezTo>
                  <a:cubicBezTo>
                    <a:pt x="15012" y="14645"/>
                    <a:pt x="13077" y="16413"/>
                    <a:pt x="10975" y="18047"/>
                  </a:cubicBezTo>
                  <a:cubicBezTo>
                    <a:pt x="9036" y="19532"/>
                    <a:pt x="6656" y="21650"/>
                    <a:pt x="4110" y="21650"/>
                  </a:cubicBezTo>
                  <a:cubicBezTo>
                    <a:pt x="3854" y="21650"/>
                    <a:pt x="3596" y="21629"/>
                    <a:pt x="3337" y="21583"/>
                  </a:cubicBezTo>
                  <a:cubicBezTo>
                    <a:pt x="3299" y="21574"/>
                    <a:pt x="3263" y="21570"/>
                    <a:pt x="3229" y="21570"/>
                  </a:cubicBezTo>
                  <a:cubicBezTo>
                    <a:pt x="3099" y="21570"/>
                    <a:pt x="2996" y="21630"/>
                    <a:pt x="2926" y="21719"/>
                  </a:cubicBezTo>
                  <a:lnTo>
                    <a:pt x="2926" y="21719"/>
                  </a:lnTo>
                  <a:cubicBezTo>
                    <a:pt x="2991" y="21454"/>
                    <a:pt x="2707" y="21184"/>
                    <a:pt x="2417" y="21184"/>
                  </a:cubicBezTo>
                  <a:cubicBezTo>
                    <a:pt x="2306" y="21184"/>
                    <a:pt x="2195" y="21223"/>
                    <a:pt x="2102" y="21316"/>
                  </a:cubicBezTo>
                  <a:cubicBezTo>
                    <a:pt x="1" y="23418"/>
                    <a:pt x="168" y="26620"/>
                    <a:pt x="1735" y="28955"/>
                  </a:cubicBezTo>
                  <a:cubicBezTo>
                    <a:pt x="3470" y="31624"/>
                    <a:pt x="6572" y="33158"/>
                    <a:pt x="9641" y="33692"/>
                  </a:cubicBezTo>
                  <a:cubicBezTo>
                    <a:pt x="10531" y="33836"/>
                    <a:pt x="11476" y="33914"/>
                    <a:pt x="12438" y="33914"/>
                  </a:cubicBezTo>
                  <a:cubicBezTo>
                    <a:pt x="15047" y="33914"/>
                    <a:pt x="17777" y="33337"/>
                    <a:pt x="19848" y="31924"/>
                  </a:cubicBezTo>
                  <a:cubicBezTo>
                    <a:pt x="22048" y="30450"/>
                    <a:pt x="20100" y="29099"/>
                    <a:pt x="18176" y="28144"/>
                  </a:cubicBezTo>
                  <a:lnTo>
                    <a:pt x="18176" y="28144"/>
                  </a:lnTo>
                  <a:cubicBezTo>
                    <a:pt x="19582" y="28081"/>
                    <a:pt x="20978" y="27742"/>
                    <a:pt x="22283" y="27120"/>
                  </a:cubicBezTo>
                  <a:cubicBezTo>
                    <a:pt x="23584" y="26520"/>
                    <a:pt x="26086" y="25119"/>
                    <a:pt x="25352" y="23384"/>
                  </a:cubicBezTo>
                  <a:cubicBezTo>
                    <a:pt x="25296" y="23215"/>
                    <a:pt x="25072" y="23069"/>
                    <a:pt x="24883" y="23069"/>
                  </a:cubicBezTo>
                  <a:cubicBezTo>
                    <a:pt x="24849" y="23069"/>
                    <a:pt x="24816" y="23074"/>
                    <a:pt x="24785" y="23084"/>
                  </a:cubicBezTo>
                  <a:cubicBezTo>
                    <a:pt x="24238" y="23311"/>
                    <a:pt x="23681" y="23420"/>
                    <a:pt x="23136" y="23420"/>
                  </a:cubicBezTo>
                  <a:cubicBezTo>
                    <a:pt x="21981" y="23420"/>
                    <a:pt x="20885" y="22928"/>
                    <a:pt x="20082" y="22023"/>
                  </a:cubicBezTo>
                  <a:lnTo>
                    <a:pt x="20082" y="22023"/>
                  </a:lnTo>
                  <a:cubicBezTo>
                    <a:pt x="23965" y="21023"/>
                    <a:pt x="28274" y="19497"/>
                    <a:pt x="29855" y="15512"/>
                  </a:cubicBezTo>
                  <a:cubicBezTo>
                    <a:pt x="29989" y="15179"/>
                    <a:pt x="29789" y="14845"/>
                    <a:pt x="29422" y="14845"/>
                  </a:cubicBezTo>
                  <a:cubicBezTo>
                    <a:pt x="27753" y="14871"/>
                    <a:pt x="26105" y="15019"/>
                    <a:pt x="24494" y="15290"/>
                  </a:cubicBezTo>
                  <a:lnTo>
                    <a:pt x="24494" y="15290"/>
                  </a:lnTo>
                  <a:cubicBezTo>
                    <a:pt x="26448" y="12977"/>
                    <a:pt x="27823" y="10046"/>
                    <a:pt x="28288" y="6939"/>
                  </a:cubicBezTo>
                  <a:cubicBezTo>
                    <a:pt x="28588" y="5038"/>
                    <a:pt x="29122" y="168"/>
                    <a:pt x="26153" y="1"/>
                  </a:cubicBezTo>
                  <a:close/>
                </a:path>
              </a:pathLst>
            </a:custGeom>
            <a:solidFill>
              <a:srgbClr val="F45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32"/>
            <p:cNvSpPr/>
            <p:nvPr/>
          </p:nvSpPr>
          <p:spPr>
            <a:xfrm>
              <a:off x="5244075" y="1062875"/>
              <a:ext cx="495225" cy="393025"/>
            </a:xfrm>
            <a:custGeom>
              <a:avLst/>
              <a:gdLst/>
              <a:ahLst/>
              <a:cxnLst/>
              <a:rect l="l" t="t" r="r" b="b"/>
              <a:pathLst>
                <a:path w="19809" h="15721" extrusionOk="0">
                  <a:moveTo>
                    <a:pt x="19808" y="0"/>
                  </a:moveTo>
                  <a:cubicBezTo>
                    <a:pt x="17773" y="3870"/>
                    <a:pt x="14905" y="7172"/>
                    <a:pt x="11336" y="9741"/>
                  </a:cubicBezTo>
                  <a:cubicBezTo>
                    <a:pt x="7833" y="12342"/>
                    <a:pt x="3997" y="14010"/>
                    <a:pt x="27" y="15678"/>
                  </a:cubicBezTo>
                  <a:cubicBezTo>
                    <a:pt x="1" y="15678"/>
                    <a:pt x="17" y="15721"/>
                    <a:pt x="24" y="15721"/>
                  </a:cubicBezTo>
                  <a:cubicBezTo>
                    <a:pt x="26" y="15721"/>
                    <a:pt x="27" y="15718"/>
                    <a:pt x="27" y="15712"/>
                  </a:cubicBezTo>
                  <a:cubicBezTo>
                    <a:pt x="8067" y="13243"/>
                    <a:pt x="16239" y="7739"/>
                    <a:pt x="19808"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32"/>
            <p:cNvSpPr/>
            <p:nvPr/>
          </p:nvSpPr>
          <p:spPr>
            <a:xfrm>
              <a:off x="5280600" y="1354500"/>
              <a:ext cx="466025" cy="117775"/>
            </a:xfrm>
            <a:custGeom>
              <a:avLst/>
              <a:gdLst/>
              <a:ahLst/>
              <a:cxnLst/>
              <a:rect l="l" t="t" r="r" b="b"/>
              <a:pathLst>
                <a:path w="18641" h="4711" extrusionOk="0">
                  <a:moveTo>
                    <a:pt x="18583" y="1"/>
                  </a:moveTo>
                  <a:cubicBezTo>
                    <a:pt x="18573" y="1"/>
                    <a:pt x="18561" y="4"/>
                    <a:pt x="18547" y="10"/>
                  </a:cubicBezTo>
                  <a:cubicBezTo>
                    <a:pt x="14097" y="2301"/>
                    <a:pt x="9322" y="4571"/>
                    <a:pt x="4317" y="4571"/>
                  </a:cubicBezTo>
                  <a:cubicBezTo>
                    <a:pt x="2907" y="4571"/>
                    <a:pt x="1479" y="4390"/>
                    <a:pt x="34" y="3980"/>
                  </a:cubicBezTo>
                  <a:cubicBezTo>
                    <a:pt x="34" y="3980"/>
                    <a:pt x="1" y="4013"/>
                    <a:pt x="34" y="4013"/>
                  </a:cubicBezTo>
                  <a:cubicBezTo>
                    <a:pt x="1539" y="4499"/>
                    <a:pt x="3038" y="4710"/>
                    <a:pt x="4524" y="4710"/>
                  </a:cubicBezTo>
                  <a:cubicBezTo>
                    <a:pt x="9462" y="4710"/>
                    <a:pt x="14255" y="2377"/>
                    <a:pt x="18614" y="44"/>
                  </a:cubicBezTo>
                  <a:cubicBezTo>
                    <a:pt x="18641" y="44"/>
                    <a:pt x="18625" y="1"/>
                    <a:pt x="18583"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32"/>
            <p:cNvSpPr/>
            <p:nvPr/>
          </p:nvSpPr>
          <p:spPr>
            <a:xfrm>
              <a:off x="5245775" y="1523075"/>
              <a:ext cx="430150" cy="59500"/>
            </a:xfrm>
            <a:custGeom>
              <a:avLst/>
              <a:gdLst/>
              <a:ahLst/>
              <a:cxnLst/>
              <a:rect l="l" t="t" r="r" b="b"/>
              <a:pathLst>
                <a:path w="17206" h="2380" extrusionOk="0">
                  <a:moveTo>
                    <a:pt x="72" y="0"/>
                  </a:moveTo>
                  <a:cubicBezTo>
                    <a:pt x="20" y="0"/>
                    <a:pt x="0" y="109"/>
                    <a:pt x="60" y="139"/>
                  </a:cubicBezTo>
                  <a:cubicBezTo>
                    <a:pt x="2361" y="1607"/>
                    <a:pt x="5030" y="2207"/>
                    <a:pt x="7732" y="2340"/>
                  </a:cubicBezTo>
                  <a:cubicBezTo>
                    <a:pt x="8134" y="2367"/>
                    <a:pt x="8536" y="2380"/>
                    <a:pt x="8938" y="2380"/>
                  </a:cubicBezTo>
                  <a:cubicBezTo>
                    <a:pt x="10037" y="2380"/>
                    <a:pt x="11136" y="2287"/>
                    <a:pt x="12235" y="2140"/>
                  </a:cubicBezTo>
                  <a:cubicBezTo>
                    <a:pt x="12503" y="2051"/>
                    <a:pt x="15909" y="1270"/>
                    <a:pt x="16754" y="1270"/>
                  </a:cubicBezTo>
                  <a:cubicBezTo>
                    <a:pt x="16856" y="1270"/>
                    <a:pt x="16920" y="1281"/>
                    <a:pt x="16938" y="1306"/>
                  </a:cubicBezTo>
                  <a:lnTo>
                    <a:pt x="16938" y="1406"/>
                  </a:lnTo>
                  <a:cubicBezTo>
                    <a:pt x="17172" y="1406"/>
                    <a:pt x="17105" y="1406"/>
                    <a:pt x="17205" y="1273"/>
                  </a:cubicBezTo>
                  <a:lnTo>
                    <a:pt x="17205" y="1173"/>
                  </a:lnTo>
                  <a:cubicBezTo>
                    <a:pt x="17031" y="1035"/>
                    <a:pt x="16819" y="983"/>
                    <a:pt x="16588" y="983"/>
                  </a:cubicBezTo>
                  <a:cubicBezTo>
                    <a:pt x="15980" y="983"/>
                    <a:pt x="15244" y="1343"/>
                    <a:pt x="14737" y="1440"/>
                  </a:cubicBezTo>
                  <a:cubicBezTo>
                    <a:pt x="13169" y="1740"/>
                    <a:pt x="11568" y="1974"/>
                    <a:pt x="9933" y="2040"/>
                  </a:cubicBezTo>
                  <a:cubicBezTo>
                    <a:pt x="9525" y="2064"/>
                    <a:pt x="9119" y="2076"/>
                    <a:pt x="8715" y="2076"/>
                  </a:cubicBezTo>
                  <a:cubicBezTo>
                    <a:pt x="5722" y="2076"/>
                    <a:pt x="2856" y="1416"/>
                    <a:pt x="93" y="5"/>
                  </a:cubicBezTo>
                  <a:cubicBezTo>
                    <a:pt x="86" y="2"/>
                    <a:pt x="79" y="0"/>
                    <a:pt x="72"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32"/>
            <p:cNvSpPr/>
            <p:nvPr/>
          </p:nvSpPr>
          <p:spPr>
            <a:xfrm>
              <a:off x="5248075" y="1662475"/>
              <a:ext cx="319250" cy="58725"/>
            </a:xfrm>
            <a:custGeom>
              <a:avLst/>
              <a:gdLst/>
              <a:ahLst/>
              <a:cxnLst/>
              <a:rect l="l" t="t" r="r" b="b"/>
              <a:pathLst>
                <a:path w="12770" h="2349" extrusionOk="0">
                  <a:moveTo>
                    <a:pt x="101" y="0"/>
                  </a:moveTo>
                  <a:cubicBezTo>
                    <a:pt x="68" y="0"/>
                    <a:pt x="1" y="33"/>
                    <a:pt x="68" y="67"/>
                  </a:cubicBezTo>
                  <a:cubicBezTo>
                    <a:pt x="2699" y="1157"/>
                    <a:pt x="6003" y="2348"/>
                    <a:pt x="9096" y="2348"/>
                  </a:cubicBezTo>
                  <a:cubicBezTo>
                    <a:pt x="10356" y="2348"/>
                    <a:pt x="11580" y="2151"/>
                    <a:pt x="12710" y="1668"/>
                  </a:cubicBezTo>
                  <a:cubicBezTo>
                    <a:pt x="12769" y="1668"/>
                    <a:pt x="12750" y="1563"/>
                    <a:pt x="12698" y="1563"/>
                  </a:cubicBezTo>
                  <a:cubicBezTo>
                    <a:pt x="12691" y="1563"/>
                    <a:pt x="12684" y="1564"/>
                    <a:pt x="12677" y="1568"/>
                  </a:cubicBezTo>
                  <a:cubicBezTo>
                    <a:pt x="11606" y="1980"/>
                    <a:pt x="10464" y="2148"/>
                    <a:pt x="9290" y="2148"/>
                  </a:cubicBezTo>
                  <a:cubicBezTo>
                    <a:pt x="6183" y="2148"/>
                    <a:pt x="2861" y="969"/>
                    <a:pt x="101"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32"/>
            <p:cNvSpPr/>
            <p:nvPr/>
          </p:nvSpPr>
          <p:spPr>
            <a:xfrm>
              <a:off x="5626700" y="1007825"/>
              <a:ext cx="99250" cy="154300"/>
            </a:xfrm>
            <a:custGeom>
              <a:avLst/>
              <a:gdLst/>
              <a:ahLst/>
              <a:cxnLst/>
              <a:rect l="l" t="t" r="r" b="b"/>
              <a:pathLst>
                <a:path w="3970" h="6172" extrusionOk="0">
                  <a:moveTo>
                    <a:pt x="3970" y="1"/>
                  </a:moveTo>
                  <a:lnTo>
                    <a:pt x="3970" y="1"/>
                  </a:lnTo>
                  <a:cubicBezTo>
                    <a:pt x="2702" y="2069"/>
                    <a:pt x="1334" y="4070"/>
                    <a:pt x="0" y="6105"/>
                  </a:cubicBezTo>
                  <a:cubicBezTo>
                    <a:pt x="0" y="6172"/>
                    <a:pt x="0" y="6172"/>
                    <a:pt x="33" y="6172"/>
                  </a:cubicBezTo>
                  <a:cubicBezTo>
                    <a:pt x="1501" y="4237"/>
                    <a:pt x="2835" y="2102"/>
                    <a:pt x="3970"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32"/>
            <p:cNvSpPr/>
            <p:nvPr/>
          </p:nvSpPr>
          <p:spPr>
            <a:xfrm>
              <a:off x="5220575" y="1151275"/>
              <a:ext cx="521225" cy="326075"/>
            </a:xfrm>
            <a:custGeom>
              <a:avLst/>
              <a:gdLst/>
              <a:ahLst/>
              <a:cxnLst/>
              <a:rect l="l" t="t" r="r" b="b"/>
              <a:pathLst>
                <a:path w="20849" h="13043" extrusionOk="0">
                  <a:moveTo>
                    <a:pt x="20848" y="0"/>
                  </a:moveTo>
                  <a:lnTo>
                    <a:pt x="20848" y="0"/>
                  </a:lnTo>
                  <a:cubicBezTo>
                    <a:pt x="20848" y="34"/>
                    <a:pt x="20782" y="34"/>
                    <a:pt x="20782" y="34"/>
                  </a:cubicBezTo>
                  <a:cubicBezTo>
                    <a:pt x="20682" y="1968"/>
                    <a:pt x="18213" y="4170"/>
                    <a:pt x="16912" y="5437"/>
                  </a:cubicBezTo>
                  <a:cubicBezTo>
                    <a:pt x="15411" y="6872"/>
                    <a:pt x="13743" y="8173"/>
                    <a:pt x="11942" y="9207"/>
                  </a:cubicBezTo>
                  <a:cubicBezTo>
                    <a:pt x="8273" y="11375"/>
                    <a:pt x="4270" y="12542"/>
                    <a:pt x="67" y="12943"/>
                  </a:cubicBezTo>
                  <a:cubicBezTo>
                    <a:pt x="0" y="12943"/>
                    <a:pt x="0" y="13043"/>
                    <a:pt x="67" y="13043"/>
                  </a:cubicBezTo>
                  <a:cubicBezTo>
                    <a:pt x="4537" y="12876"/>
                    <a:pt x="8906" y="11342"/>
                    <a:pt x="12676" y="8973"/>
                  </a:cubicBezTo>
                  <a:cubicBezTo>
                    <a:pt x="14510" y="7806"/>
                    <a:pt x="16212" y="6371"/>
                    <a:pt x="17713" y="4804"/>
                  </a:cubicBezTo>
                  <a:cubicBezTo>
                    <a:pt x="18847" y="3603"/>
                    <a:pt x="20848" y="1768"/>
                    <a:pt x="20848"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32"/>
            <p:cNvSpPr/>
            <p:nvPr/>
          </p:nvSpPr>
          <p:spPr>
            <a:xfrm>
              <a:off x="5268925" y="1508200"/>
              <a:ext cx="287750" cy="33175"/>
            </a:xfrm>
            <a:custGeom>
              <a:avLst/>
              <a:gdLst/>
              <a:ahLst/>
              <a:cxnLst/>
              <a:rect l="l" t="t" r="r" b="b"/>
              <a:pathLst>
                <a:path w="11510" h="1327" extrusionOk="0">
                  <a:moveTo>
                    <a:pt x="101" y="0"/>
                  </a:moveTo>
                  <a:cubicBezTo>
                    <a:pt x="34" y="0"/>
                    <a:pt x="1" y="67"/>
                    <a:pt x="34" y="67"/>
                  </a:cubicBezTo>
                  <a:cubicBezTo>
                    <a:pt x="1933" y="859"/>
                    <a:pt x="4208" y="1326"/>
                    <a:pt x="6433" y="1326"/>
                  </a:cubicBezTo>
                  <a:cubicBezTo>
                    <a:pt x="8234" y="1326"/>
                    <a:pt x="10002" y="1020"/>
                    <a:pt x="11509" y="334"/>
                  </a:cubicBezTo>
                  <a:lnTo>
                    <a:pt x="11509" y="334"/>
                  </a:lnTo>
                  <a:cubicBezTo>
                    <a:pt x="9650" y="654"/>
                    <a:pt x="7915" y="1036"/>
                    <a:pt x="6007" y="1036"/>
                  </a:cubicBezTo>
                  <a:cubicBezTo>
                    <a:pt x="5929" y="1036"/>
                    <a:pt x="5850" y="1035"/>
                    <a:pt x="5772" y="1034"/>
                  </a:cubicBezTo>
                  <a:cubicBezTo>
                    <a:pt x="3804" y="1001"/>
                    <a:pt x="1936" y="567"/>
                    <a:pt x="101"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32"/>
            <p:cNvSpPr/>
            <p:nvPr/>
          </p:nvSpPr>
          <p:spPr>
            <a:xfrm>
              <a:off x="5256825" y="1578500"/>
              <a:ext cx="283150" cy="84725"/>
            </a:xfrm>
            <a:custGeom>
              <a:avLst/>
              <a:gdLst/>
              <a:ahLst/>
              <a:cxnLst/>
              <a:rect l="l" t="t" r="r" b="b"/>
              <a:pathLst>
                <a:path w="11326" h="3389" extrusionOk="0">
                  <a:moveTo>
                    <a:pt x="57" y="1"/>
                  </a:moveTo>
                  <a:cubicBezTo>
                    <a:pt x="27" y="1"/>
                    <a:pt x="1" y="65"/>
                    <a:pt x="51" y="90"/>
                  </a:cubicBezTo>
                  <a:cubicBezTo>
                    <a:pt x="2985" y="2229"/>
                    <a:pt x="6702" y="3388"/>
                    <a:pt x="10306" y="3388"/>
                  </a:cubicBezTo>
                  <a:cubicBezTo>
                    <a:pt x="10636" y="3388"/>
                    <a:pt x="10965" y="3379"/>
                    <a:pt x="11293" y="3359"/>
                  </a:cubicBezTo>
                  <a:cubicBezTo>
                    <a:pt x="11326" y="3292"/>
                    <a:pt x="11326" y="3226"/>
                    <a:pt x="11293" y="3226"/>
                  </a:cubicBezTo>
                  <a:cubicBezTo>
                    <a:pt x="7223" y="3192"/>
                    <a:pt x="3587" y="2092"/>
                    <a:pt x="85" y="23"/>
                  </a:cubicBezTo>
                  <a:cubicBezTo>
                    <a:pt x="77" y="7"/>
                    <a:pt x="67" y="1"/>
                    <a:pt x="57"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32"/>
            <p:cNvSpPr/>
            <p:nvPr/>
          </p:nvSpPr>
          <p:spPr>
            <a:xfrm>
              <a:off x="5746925" y="971625"/>
              <a:ext cx="43000" cy="40400"/>
            </a:xfrm>
            <a:custGeom>
              <a:avLst/>
              <a:gdLst/>
              <a:ahLst/>
              <a:cxnLst/>
              <a:rect l="l" t="t" r="r" b="b"/>
              <a:pathLst>
                <a:path w="1720" h="1616" extrusionOk="0">
                  <a:moveTo>
                    <a:pt x="1675" y="1"/>
                  </a:moveTo>
                  <a:cubicBezTo>
                    <a:pt x="1668" y="1"/>
                    <a:pt x="1662" y="5"/>
                    <a:pt x="1662" y="14"/>
                  </a:cubicBezTo>
                  <a:cubicBezTo>
                    <a:pt x="1403" y="500"/>
                    <a:pt x="1176" y="954"/>
                    <a:pt x="980" y="1438"/>
                  </a:cubicBezTo>
                  <a:lnTo>
                    <a:pt x="980" y="1438"/>
                  </a:lnTo>
                  <a:cubicBezTo>
                    <a:pt x="663" y="1365"/>
                    <a:pt x="350" y="1204"/>
                    <a:pt x="128" y="982"/>
                  </a:cubicBezTo>
                  <a:cubicBezTo>
                    <a:pt x="115" y="975"/>
                    <a:pt x="102" y="973"/>
                    <a:pt x="90" y="973"/>
                  </a:cubicBezTo>
                  <a:cubicBezTo>
                    <a:pt x="39" y="973"/>
                    <a:pt x="1" y="1021"/>
                    <a:pt x="28" y="1048"/>
                  </a:cubicBezTo>
                  <a:cubicBezTo>
                    <a:pt x="228" y="1382"/>
                    <a:pt x="562" y="1549"/>
                    <a:pt x="995" y="1615"/>
                  </a:cubicBezTo>
                  <a:cubicBezTo>
                    <a:pt x="1029" y="1615"/>
                    <a:pt x="1062" y="1615"/>
                    <a:pt x="1062" y="1549"/>
                  </a:cubicBezTo>
                  <a:lnTo>
                    <a:pt x="1696" y="48"/>
                  </a:lnTo>
                  <a:cubicBezTo>
                    <a:pt x="1719" y="24"/>
                    <a:pt x="1693" y="1"/>
                    <a:pt x="1675"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32"/>
            <p:cNvSpPr/>
            <p:nvPr/>
          </p:nvSpPr>
          <p:spPr>
            <a:xfrm>
              <a:off x="5555800" y="1374050"/>
              <a:ext cx="64750" cy="24575"/>
            </a:xfrm>
            <a:custGeom>
              <a:avLst/>
              <a:gdLst/>
              <a:ahLst/>
              <a:cxnLst/>
              <a:rect l="l" t="t" r="r" b="b"/>
              <a:pathLst>
                <a:path w="2590" h="983" extrusionOk="0">
                  <a:moveTo>
                    <a:pt x="316" y="0"/>
                  </a:moveTo>
                  <a:cubicBezTo>
                    <a:pt x="307" y="0"/>
                    <a:pt x="301" y="8"/>
                    <a:pt x="301" y="29"/>
                  </a:cubicBezTo>
                  <a:cubicBezTo>
                    <a:pt x="201" y="196"/>
                    <a:pt x="134" y="396"/>
                    <a:pt x="34" y="563"/>
                  </a:cubicBezTo>
                  <a:cubicBezTo>
                    <a:pt x="1" y="596"/>
                    <a:pt x="34" y="696"/>
                    <a:pt x="101" y="696"/>
                  </a:cubicBezTo>
                  <a:cubicBezTo>
                    <a:pt x="397" y="889"/>
                    <a:pt x="738" y="983"/>
                    <a:pt x="1080" y="983"/>
                  </a:cubicBezTo>
                  <a:cubicBezTo>
                    <a:pt x="1623" y="983"/>
                    <a:pt x="2167" y="746"/>
                    <a:pt x="2536" y="296"/>
                  </a:cubicBezTo>
                  <a:cubicBezTo>
                    <a:pt x="2590" y="269"/>
                    <a:pt x="2513" y="220"/>
                    <a:pt x="2428" y="220"/>
                  </a:cubicBezTo>
                  <a:cubicBezTo>
                    <a:pt x="2409" y="220"/>
                    <a:pt x="2388" y="223"/>
                    <a:pt x="2369" y="229"/>
                  </a:cubicBezTo>
                  <a:cubicBezTo>
                    <a:pt x="2070" y="558"/>
                    <a:pt x="1637" y="806"/>
                    <a:pt x="1190" y="806"/>
                  </a:cubicBezTo>
                  <a:cubicBezTo>
                    <a:pt x="1139" y="806"/>
                    <a:pt x="1087" y="803"/>
                    <a:pt x="1035" y="796"/>
                  </a:cubicBezTo>
                  <a:cubicBezTo>
                    <a:pt x="835" y="796"/>
                    <a:pt x="501" y="763"/>
                    <a:pt x="368" y="629"/>
                  </a:cubicBezTo>
                  <a:cubicBezTo>
                    <a:pt x="201" y="463"/>
                    <a:pt x="334" y="262"/>
                    <a:pt x="368" y="62"/>
                  </a:cubicBezTo>
                  <a:cubicBezTo>
                    <a:pt x="368" y="39"/>
                    <a:pt x="336" y="0"/>
                    <a:pt x="316"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32"/>
            <p:cNvSpPr/>
            <p:nvPr/>
          </p:nvSpPr>
          <p:spPr>
            <a:xfrm>
              <a:off x="5519100" y="1534875"/>
              <a:ext cx="49250" cy="15650"/>
            </a:xfrm>
            <a:custGeom>
              <a:avLst/>
              <a:gdLst/>
              <a:ahLst/>
              <a:cxnLst/>
              <a:rect l="l" t="t" r="r" b="b"/>
              <a:pathLst>
                <a:path w="1970" h="626" extrusionOk="0">
                  <a:moveTo>
                    <a:pt x="1969" y="0"/>
                  </a:moveTo>
                  <a:cubicBezTo>
                    <a:pt x="1936" y="34"/>
                    <a:pt x="1769" y="101"/>
                    <a:pt x="1736" y="134"/>
                  </a:cubicBezTo>
                  <a:cubicBezTo>
                    <a:pt x="1569" y="267"/>
                    <a:pt x="1335" y="334"/>
                    <a:pt x="1135" y="367"/>
                  </a:cubicBezTo>
                  <a:cubicBezTo>
                    <a:pt x="1056" y="389"/>
                    <a:pt x="979" y="398"/>
                    <a:pt x="904" y="398"/>
                  </a:cubicBezTo>
                  <a:cubicBezTo>
                    <a:pt x="635" y="398"/>
                    <a:pt x="388" y="279"/>
                    <a:pt x="101" y="201"/>
                  </a:cubicBezTo>
                  <a:cubicBezTo>
                    <a:pt x="68" y="201"/>
                    <a:pt x="1" y="234"/>
                    <a:pt x="1" y="301"/>
                  </a:cubicBezTo>
                  <a:cubicBezTo>
                    <a:pt x="179" y="534"/>
                    <a:pt x="459" y="626"/>
                    <a:pt x="756" y="626"/>
                  </a:cubicBezTo>
                  <a:cubicBezTo>
                    <a:pt x="1183" y="626"/>
                    <a:pt x="1647" y="436"/>
                    <a:pt x="1902" y="201"/>
                  </a:cubicBezTo>
                  <a:cubicBezTo>
                    <a:pt x="1936" y="167"/>
                    <a:pt x="1936" y="134"/>
                    <a:pt x="1936" y="101"/>
                  </a:cubicBezTo>
                  <a:cubicBezTo>
                    <a:pt x="1969" y="101"/>
                    <a:pt x="1969" y="34"/>
                    <a:pt x="1969"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32"/>
            <p:cNvSpPr/>
            <p:nvPr/>
          </p:nvSpPr>
          <p:spPr>
            <a:xfrm>
              <a:off x="5311550" y="1710625"/>
              <a:ext cx="97500" cy="49650"/>
            </a:xfrm>
            <a:custGeom>
              <a:avLst/>
              <a:gdLst/>
              <a:ahLst/>
              <a:cxnLst/>
              <a:rect l="l" t="t" r="r" b="b"/>
              <a:pathLst>
                <a:path w="3900" h="1986" extrusionOk="0">
                  <a:moveTo>
                    <a:pt x="326" y="0"/>
                  </a:moveTo>
                  <a:cubicBezTo>
                    <a:pt x="289" y="0"/>
                    <a:pt x="247" y="26"/>
                    <a:pt x="231" y="76"/>
                  </a:cubicBezTo>
                  <a:cubicBezTo>
                    <a:pt x="1" y="1363"/>
                    <a:pt x="1292" y="1985"/>
                    <a:pt x="2488" y="1985"/>
                  </a:cubicBezTo>
                  <a:cubicBezTo>
                    <a:pt x="3028" y="1985"/>
                    <a:pt x="3547" y="1859"/>
                    <a:pt x="3900" y="1610"/>
                  </a:cubicBezTo>
                  <a:lnTo>
                    <a:pt x="3900" y="1577"/>
                  </a:lnTo>
                  <a:cubicBezTo>
                    <a:pt x="3832" y="1570"/>
                    <a:pt x="3764" y="1567"/>
                    <a:pt x="3697" y="1567"/>
                  </a:cubicBezTo>
                  <a:cubicBezTo>
                    <a:pt x="3231" y="1567"/>
                    <a:pt x="2791" y="1711"/>
                    <a:pt x="2331" y="1711"/>
                  </a:cubicBezTo>
                  <a:cubicBezTo>
                    <a:pt x="2211" y="1711"/>
                    <a:pt x="2089" y="1701"/>
                    <a:pt x="1965" y="1677"/>
                  </a:cubicBezTo>
                  <a:cubicBezTo>
                    <a:pt x="1098" y="1577"/>
                    <a:pt x="464" y="976"/>
                    <a:pt x="397" y="76"/>
                  </a:cubicBezTo>
                  <a:cubicBezTo>
                    <a:pt x="397" y="26"/>
                    <a:pt x="364" y="0"/>
                    <a:pt x="326"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32"/>
            <p:cNvSpPr/>
            <p:nvPr/>
          </p:nvSpPr>
          <p:spPr>
            <a:xfrm>
              <a:off x="5070450" y="1176475"/>
              <a:ext cx="67575" cy="54125"/>
            </a:xfrm>
            <a:custGeom>
              <a:avLst/>
              <a:gdLst/>
              <a:ahLst/>
              <a:cxnLst/>
              <a:rect l="l" t="t" r="r" b="b"/>
              <a:pathLst>
                <a:path w="2703" h="2165" extrusionOk="0">
                  <a:moveTo>
                    <a:pt x="2381" y="0"/>
                  </a:moveTo>
                  <a:cubicBezTo>
                    <a:pt x="2281" y="0"/>
                    <a:pt x="2185" y="68"/>
                    <a:pt x="2202" y="193"/>
                  </a:cubicBezTo>
                  <a:cubicBezTo>
                    <a:pt x="2261" y="751"/>
                    <a:pt x="2242" y="1825"/>
                    <a:pt x="1555" y="1825"/>
                  </a:cubicBezTo>
                  <a:cubicBezTo>
                    <a:pt x="1461" y="1825"/>
                    <a:pt x="1355" y="1805"/>
                    <a:pt x="1235" y="1761"/>
                  </a:cubicBezTo>
                  <a:cubicBezTo>
                    <a:pt x="701" y="1527"/>
                    <a:pt x="368" y="927"/>
                    <a:pt x="434" y="326"/>
                  </a:cubicBezTo>
                  <a:cubicBezTo>
                    <a:pt x="491" y="213"/>
                    <a:pt x="397" y="131"/>
                    <a:pt x="293" y="131"/>
                  </a:cubicBezTo>
                  <a:cubicBezTo>
                    <a:pt x="214" y="131"/>
                    <a:pt x="130" y="178"/>
                    <a:pt x="101" y="293"/>
                  </a:cubicBezTo>
                  <a:cubicBezTo>
                    <a:pt x="1" y="1127"/>
                    <a:pt x="535" y="2028"/>
                    <a:pt x="1402" y="2161"/>
                  </a:cubicBezTo>
                  <a:cubicBezTo>
                    <a:pt x="1433" y="2164"/>
                    <a:pt x="1464" y="2165"/>
                    <a:pt x="1495" y="2165"/>
                  </a:cubicBezTo>
                  <a:cubicBezTo>
                    <a:pt x="1888" y="2165"/>
                    <a:pt x="2217" y="1970"/>
                    <a:pt x="2403" y="1661"/>
                  </a:cubicBezTo>
                  <a:cubicBezTo>
                    <a:pt x="2703" y="1194"/>
                    <a:pt x="2669" y="660"/>
                    <a:pt x="2569" y="160"/>
                  </a:cubicBezTo>
                  <a:cubicBezTo>
                    <a:pt x="2554" y="51"/>
                    <a:pt x="2466" y="0"/>
                    <a:pt x="2381" y="0"/>
                  </a:cubicBezTo>
                  <a:close/>
                </a:path>
              </a:pathLst>
            </a:custGeom>
            <a:solidFill>
              <a:srgbClr val="0C0C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32"/>
            <p:cNvSpPr/>
            <p:nvPr/>
          </p:nvSpPr>
          <p:spPr>
            <a:xfrm>
              <a:off x="3977175" y="1876425"/>
              <a:ext cx="572925" cy="132150"/>
            </a:xfrm>
            <a:custGeom>
              <a:avLst/>
              <a:gdLst/>
              <a:ahLst/>
              <a:cxnLst/>
              <a:rect l="l" t="t" r="r" b="b"/>
              <a:pathLst>
                <a:path w="22917" h="5286" extrusionOk="0">
                  <a:moveTo>
                    <a:pt x="2311" y="0"/>
                  </a:moveTo>
                  <a:cubicBezTo>
                    <a:pt x="2095" y="0"/>
                    <a:pt x="1880" y="15"/>
                    <a:pt x="1668" y="48"/>
                  </a:cubicBezTo>
                  <a:cubicBezTo>
                    <a:pt x="1068" y="182"/>
                    <a:pt x="434" y="649"/>
                    <a:pt x="301" y="1282"/>
                  </a:cubicBezTo>
                  <a:cubicBezTo>
                    <a:pt x="1" y="2483"/>
                    <a:pt x="1335" y="3351"/>
                    <a:pt x="2502" y="3784"/>
                  </a:cubicBezTo>
                  <a:cubicBezTo>
                    <a:pt x="5238" y="4785"/>
                    <a:pt x="8148" y="5285"/>
                    <a:pt x="11054" y="5285"/>
                  </a:cubicBezTo>
                  <a:cubicBezTo>
                    <a:pt x="13961" y="5285"/>
                    <a:pt x="16863" y="4785"/>
                    <a:pt x="19581" y="3784"/>
                  </a:cubicBezTo>
                  <a:lnTo>
                    <a:pt x="22917" y="1449"/>
                  </a:lnTo>
                  <a:lnTo>
                    <a:pt x="22917" y="1449"/>
                  </a:lnTo>
                  <a:cubicBezTo>
                    <a:pt x="20315" y="2483"/>
                    <a:pt x="17546" y="3117"/>
                    <a:pt x="14744" y="3317"/>
                  </a:cubicBezTo>
                  <a:cubicBezTo>
                    <a:pt x="14496" y="3331"/>
                    <a:pt x="14259" y="3339"/>
                    <a:pt x="14028" y="3339"/>
                  </a:cubicBezTo>
                  <a:cubicBezTo>
                    <a:pt x="13702" y="3339"/>
                    <a:pt x="13389" y="3323"/>
                    <a:pt x="13077" y="3284"/>
                  </a:cubicBezTo>
                  <a:cubicBezTo>
                    <a:pt x="12309" y="3151"/>
                    <a:pt x="11609" y="2784"/>
                    <a:pt x="10942" y="2483"/>
                  </a:cubicBezTo>
                  <a:cubicBezTo>
                    <a:pt x="8607" y="1383"/>
                    <a:pt x="6138" y="615"/>
                    <a:pt x="3603" y="148"/>
                  </a:cubicBezTo>
                  <a:cubicBezTo>
                    <a:pt x="3181" y="59"/>
                    <a:pt x="2743" y="0"/>
                    <a:pt x="2311" y="0"/>
                  </a:cubicBezTo>
                  <a:close/>
                </a:path>
              </a:pathLst>
            </a:custGeom>
            <a:solidFill>
              <a:srgbClr val="F2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32"/>
            <p:cNvSpPr/>
            <p:nvPr/>
          </p:nvSpPr>
          <p:spPr>
            <a:xfrm>
              <a:off x="3951325" y="1858875"/>
              <a:ext cx="618925" cy="162725"/>
            </a:xfrm>
            <a:custGeom>
              <a:avLst/>
              <a:gdLst/>
              <a:ahLst/>
              <a:cxnLst/>
              <a:rect l="l" t="t" r="r" b="b"/>
              <a:pathLst>
                <a:path w="24757" h="6509" extrusionOk="0">
                  <a:moveTo>
                    <a:pt x="4090" y="1227"/>
                  </a:moveTo>
                  <a:cubicBezTo>
                    <a:pt x="4740" y="1227"/>
                    <a:pt x="5682" y="1605"/>
                    <a:pt x="6238" y="1751"/>
                  </a:cubicBezTo>
                  <a:cubicBezTo>
                    <a:pt x="8106" y="2218"/>
                    <a:pt x="9941" y="2885"/>
                    <a:pt x="11742" y="3686"/>
                  </a:cubicBezTo>
                  <a:cubicBezTo>
                    <a:pt x="12743" y="4119"/>
                    <a:pt x="13644" y="4520"/>
                    <a:pt x="14744" y="4586"/>
                  </a:cubicBezTo>
                  <a:cubicBezTo>
                    <a:pt x="15007" y="4603"/>
                    <a:pt x="15272" y="4611"/>
                    <a:pt x="15539" y="4611"/>
                  </a:cubicBezTo>
                  <a:cubicBezTo>
                    <a:pt x="16988" y="4611"/>
                    <a:pt x="18497" y="4373"/>
                    <a:pt x="19973" y="4012"/>
                  </a:cubicBezTo>
                  <a:lnTo>
                    <a:pt x="19973" y="4012"/>
                  </a:lnTo>
                  <a:cubicBezTo>
                    <a:pt x="17342" y="4873"/>
                    <a:pt x="14602" y="5338"/>
                    <a:pt x="11838" y="5338"/>
                  </a:cubicBezTo>
                  <a:cubicBezTo>
                    <a:pt x="11040" y="5338"/>
                    <a:pt x="10240" y="5299"/>
                    <a:pt x="9441" y="5220"/>
                  </a:cubicBezTo>
                  <a:cubicBezTo>
                    <a:pt x="7906" y="5053"/>
                    <a:pt x="6338" y="4753"/>
                    <a:pt x="4837" y="4320"/>
                  </a:cubicBezTo>
                  <a:cubicBezTo>
                    <a:pt x="4304" y="4153"/>
                    <a:pt x="3770" y="3986"/>
                    <a:pt x="3236" y="3719"/>
                  </a:cubicBezTo>
                  <a:cubicBezTo>
                    <a:pt x="1802" y="3219"/>
                    <a:pt x="2002" y="2385"/>
                    <a:pt x="3837" y="1251"/>
                  </a:cubicBezTo>
                  <a:cubicBezTo>
                    <a:pt x="3914" y="1234"/>
                    <a:pt x="3999" y="1227"/>
                    <a:pt x="4090" y="1227"/>
                  </a:cubicBezTo>
                  <a:close/>
                  <a:moveTo>
                    <a:pt x="3522" y="0"/>
                  </a:moveTo>
                  <a:cubicBezTo>
                    <a:pt x="2163" y="0"/>
                    <a:pt x="1040" y="447"/>
                    <a:pt x="734" y="1818"/>
                  </a:cubicBezTo>
                  <a:cubicBezTo>
                    <a:pt x="1" y="4987"/>
                    <a:pt x="5971" y="5887"/>
                    <a:pt x="7940" y="6188"/>
                  </a:cubicBezTo>
                  <a:cubicBezTo>
                    <a:pt x="9276" y="6403"/>
                    <a:pt x="10615" y="6508"/>
                    <a:pt x="11950" y="6508"/>
                  </a:cubicBezTo>
                  <a:cubicBezTo>
                    <a:pt x="14947" y="6508"/>
                    <a:pt x="17920" y="5979"/>
                    <a:pt x="20782" y="4987"/>
                  </a:cubicBezTo>
                  <a:cubicBezTo>
                    <a:pt x="21402" y="4751"/>
                    <a:pt x="21160" y="3888"/>
                    <a:pt x="20588" y="3854"/>
                  </a:cubicBezTo>
                  <a:lnTo>
                    <a:pt x="20588" y="3854"/>
                  </a:lnTo>
                  <a:cubicBezTo>
                    <a:pt x="21840" y="3518"/>
                    <a:pt x="23059" y="3104"/>
                    <a:pt x="24184" y="2685"/>
                  </a:cubicBezTo>
                  <a:cubicBezTo>
                    <a:pt x="24757" y="2414"/>
                    <a:pt x="24513" y="1518"/>
                    <a:pt x="23945" y="1518"/>
                  </a:cubicBezTo>
                  <a:cubicBezTo>
                    <a:pt x="23884" y="1518"/>
                    <a:pt x="23819" y="1528"/>
                    <a:pt x="23751" y="1551"/>
                  </a:cubicBezTo>
                  <a:cubicBezTo>
                    <a:pt x="21349" y="2451"/>
                    <a:pt x="18947" y="3085"/>
                    <a:pt x="16446" y="3352"/>
                  </a:cubicBezTo>
                  <a:cubicBezTo>
                    <a:pt x="16233" y="3370"/>
                    <a:pt x="16026" y="3379"/>
                    <a:pt x="15821" y="3379"/>
                  </a:cubicBezTo>
                  <a:cubicBezTo>
                    <a:pt x="13426" y="3379"/>
                    <a:pt x="11548" y="2186"/>
                    <a:pt x="9274" y="1417"/>
                  </a:cubicBezTo>
                  <a:cubicBezTo>
                    <a:pt x="8151" y="1016"/>
                    <a:pt x="5569" y="0"/>
                    <a:pt x="3522" y="0"/>
                  </a:cubicBezTo>
                  <a:close/>
                </a:path>
              </a:pathLst>
            </a:custGeom>
            <a:solidFill>
              <a:srgbClr val="F2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32"/>
            <p:cNvSpPr/>
            <p:nvPr/>
          </p:nvSpPr>
          <p:spPr>
            <a:xfrm>
              <a:off x="3949650" y="1967675"/>
              <a:ext cx="479550" cy="207850"/>
            </a:xfrm>
            <a:custGeom>
              <a:avLst/>
              <a:gdLst/>
              <a:ahLst/>
              <a:cxnLst/>
              <a:rect l="l" t="t" r="r" b="b"/>
              <a:pathLst>
                <a:path w="19182" h="8314" extrusionOk="0">
                  <a:moveTo>
                    <a:pt x="18180" y="1"/>
                  </a:moveTo>
                  <a:cubicBezTo>
                    <a:pt x="15512" y="1902"/>
                    <a:pt x="12310" y="2636"/>
                    <a:pt x="9041" y="2703"/>
                  </a:cubicBezTo>
                  <a:cubicBezTo>
                    <a:pt x="8714" y="2716"/>
                    <a:pt x="8380" y="2719"/>
                    <a:pt x="8044" y="2719"/>
                  </a:cubicBezTo>
                  <a:cubicBezTo>
                    <a:pt x="7622" y="2719"/>
                    <a:pt x="7194" y="2713"/>
                    <a:pt x="6767" y="2713"/>
                  </a:cubicBezTo>
                  <a:cubicBezTo>
                    <a:pt x="4863" y="2713"/>
                    <a:pt x="2962" y="2825"/>
                    <a:pt x="1535" y="4037"/>
                  </a:cubicBezTo>
                  <a:cubicBezTo>
                    <a:pt x="535" y="4871"/>
                    <a:pt x="1" y="6405"/>
                    <a:pt x="801" y="7473"/>
                  </a:cubicBezTo>
                  <a:cubicBezTo>
                    <a:pt x="1293" y="8102"/>
                    <a:pt x="2050" y="8314"/>
                    <a:pt x="2862" y="8314"/>
                  </a:cubicBezTo>
                  <a:cubicBezTo>
                    <a:pt x="3429" y="8314"/>
                    <a:pt x="4022" y="8210"/>
                    <a:pt x="4571" y="8073"/>
                  </a:cubicBezTo>
                  <a:cubicBezTo>
                    <a:pt x="9875" y="6806"/>
                    <a:pt x="14911" y="3904"/>
                    <a:pt x="19181" y="435"/>
                  </a:cubicBezTo>
                  <a:lnTo>
                    <a:pt x="18180" y="1"/>
                  </a:lnTo>
                  <a:close/>
                </a:path>
              </a:pathLst>
            </a:custGeom>
            <a:solidFill>
              <a:srgbClr val="F2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32"/>
            <p:cNvSpPr/>
            <p:nvPr/>
          </p:nvSpPr>
          <p:spPr>
            <a:xfrm>
              <a:off x="3921300" y="1952450"/>
              <a:ext cx="529275" cy="238425"/>
            </a:xfrm>
            <a:custGeom>
              <a:avLst/>
              <a:gdLst/>
              <a:ahLst/>
              <a:cxnLst/>
              <a:rect l="l" t="t" r="r" b="b"/>
              <a:pathLst>
                <a:path w="21171" h="9537" extrusionOk="0">
                  <a:moveTo>
                    <a:pt x="18120" y="2049"/>
                  </a:moveTo>
                  <a:cubicBezTo>
                    <a:pt x="16008" y="3588"/>
                    <a:pt x="13780" y="4988"/>
                    <a:pt x="11375" y="6114"/>
                  </a:cubicBezTo>
                  <a:cubicBezTo>
                    <a:pt x="9941" y="6781"/>
                    <a:pt x="8440" y="7348"/>
                    <a:pt x="6872" y="7815"/>
                  </a:cubicBezTo>
                  <a:cubicBezTo>
                    <a:pt x="6105" y="8049"/>
                    <a:pt x="5271" y="8315"/>
                    <a:pt x="4437" y="8349"/>
                  </a:cubicBezTo>
                  <a:cubicBezTo>
                    <a:pt x="4325" y="8356"/>
                    <a:pt x="4214" y="8360"/>
                    <a:pt x="4104" y="8360"/>
                  </a:cubicBezTo>
                  <a:cubicBezTo>
                    <a:pt x="3725" y="8360"/>
                    <a:pt x="3357" y="8311"/>
                    <a:pt x="2969" y="8182"/>
                  </a:cubicBezTo>
                  <a:cubicBezTo>
                    <a:pt x="2136" y="7148"/>
                    <a:pt x="2035" y="6181"/>
                    <a:pt x="2836" y="5380"/>
                  </a:cubicBezTo>
                  <a:cubicBezTo>
                    <a:pt x="3982" y="4047"/>
                    <a:pt x="5952" y="3823"/>
                    <a:pt x="7937" y="3823"/>
                  </a:cubicBezTo>
                  <a:cubicBezTo>
                    <a:pt x="8937" y="3823"/>
                    <a:pt x="9940" y="3880"/>
                    <a:pt x="10844" y="3880"/>
                  </a:cubicBezTo>
                  <a:cubicBezTo>
                    <a:pt x="11334" y="3880"/>
                    <a:pt x="11794" y="3863"/>
                    <a:pt x="12209" y="3812"/>
                  </a:cubicBezTo>
                  <a:cubicBezTo>
                    <a:pt x="14324" y="3554"/>
                    <a:pt x="16300" y="2997"/>
                    <a:pt x="18120" y="2049"/>
                  </a:cubicBezTo>
                  <a:close/>
                  <a:moveTo>
                    <a:pt x="19287" y="0"/>
                  </a:moveTo>
                  <a:cubicBezTo>
                    <a:pt x="19185" y="0"/>
                    <a:pt x="19081" y="33"/>
                    <a:pt x="18981" y="110"/>
                  </a:cubicBezTo>
                  <a:cubicBezTo>
                    <a:pt x="16879" y="1511"/>
                    <a:pt x="14544" y="2311"/>
                    <a:pt x="12109" y="2611"/>
                  </a:cubicBezTo>
                  <a:cubicBezTo>
                    <a:pt x="11330" y="2698"/>
                    <a:pt x="10555" y="2716"/>
                    <a:pt x="9783" y="2716"/>
                  </a:cubicBezTo>
                  <a:cubicBezTo>
                    <a:pt x="9246" y="2716"/>
                    <a:pt x="8710" y="2707"/>
                    <a:pt x="8174" y="2707"/>
                  </a:cubicBezTo>
                  <a:cubicBezTo>
                    <a:pt x="7406" y="2707"/>
                    <a:pt x="6639" y="2725"/>
                    <a:pt x="5872" y="2811"/>
                  </a:cubicBezTo>
                  <a:cubicBezTo>
                    <a:pt x="3603" y="3112"/>
                    <a:pt x="1" y="4946"/>
                    <a:pt x="1168" y="7848"/>
                  </a:cubicBezTo>
                  <a:cubicBezTo>
                    <a:pt x="1663" y="9122"/>
                    <a:pt x="2765" y="9537"/>
                    <a:pt x="4026" y="9537"/>
                  </a:cubicBezTo>
                  <a:cubicBezTo>
                    <a:pt x="5740" y="9537"/>
                    <a:pt x="7749" y="8771"/>
                    <a:pt x="8940" y="8349"/>
                  </a:cubicBezTo>
                  <a:cubicBezTo>
                    <a:pt x="13210" y="6814"/>
                    <a:pt x="17146" y="4379"/>
                    <a:pt x="20682" y="1544"/>
                  </a:cubicBezTo>
                  <a:cubicBezTo>
                    <a:pt x="21170" y="1191"/>
                    <a:pt x="20820" y="485"/>
                    <a:pt x="20350" y="485"/>
                  </a:cubicBezTo>
                  <a:cubicBezTo>
                    <a:pt x="20242" y="485"/>
                    <a:pt x="20127" y="523"/>
                    <a:pt x="20015" y="610"/>
                  </a:cubicBezTo>
                  <a:cubicBezTo>
                    <a:pt x="19978" y="639"/>
                    <a:pt x="19942" y="668"/>
                    <a:pt x="19905" y="696"/>
                  </a:cubicBezTo>
                  <a:lnTo>
                    <a:pt x="19905" y="696"/>
                  </a:lnTo>
                  <a:cubicBezTo>
                    <a:pt x="19921" y="353"/>
                    <a:pt x="19620" y="0"/>
                    <a:pt x="19287" y="0"/>
                  </a:cubicBezTo>
                  <a:close/>
                </a:path>
              </a:pathLst>
            </a:custGeom>
            <a:solidFill>
              <a:srgbClr val="F2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32"/>
            <p:cNvSpPr/>
            <p:nvPr/>
          </p:nvSpPr>
          <p:spPr>
            <a:xfrm>
              <a:off x="4141450" y="1981025"/>
              <a:ext cx="251050" cy="401650"/>
            </a:xfrm>
            <a:custGeom>
              <a:avLst/>
              <a:gdLst/>
              <a:ahLst/>
              <a:cxnLst/>
              <a:rect l="l" t="t" r="r" b="b"/>
              <a:pathLst>
                <a:path w="10042" h="16066" extrusionOk="0">
                  <a:moveTo>
                    <a:pt x="10041" y="1"/>
                  </a:moveTo>
                  <a:lnTo>
                    <a:pt x="10041" y="1"/>
                  </a:lnTo>
                  <a:cubicBezTo>
                    <a:pt x="9871" y="297"/>
                    <a:pt x="9717" y="573"/>
                    <a:pt x="9576" y="835"/>
                  </a:cubicBezTo>
                  <a:lnTo>
                    <a:pt x="9576" y="835"/>
                  </a:lnTo>
                  <a:cubicBezTo>
                    <a:pt x="9597" y="824"/>
                    <a:pt x="9619" y="812"/>
                    <a:pt x="9641" y="801"/>
                  </a:cubicBezTo>
                  <a:lnTo>
                    <a:pt x="9641" y="801"/>
                  </a:lnTo>
                  <a:cubicBezTo>
                    <a:pt x="9541" y="1001"/>
                    <a:pt x="9408" y="1201"/>
                    <a:pt x="9341" y="1435"/>
                  </a:cubicBezTo>
                  <a:lnTo>
                    <a:pt x="10041" y="1"/>
                  </a:lnTo>
                  <a:close/>
                  <a:moveTo>
                    <a:pt x="9576" y="835"/>
                  </a:moveTo>
                  <a:cubicBezTo>
                    <a:pt x="5804" y="2807"/>
                    <a:pt x="2793" y="6061"/>
                    <a:pt x="1135" y="9974"/>
                  </a:cubicBezTo>
                  <a:cubicBezTo>
                    <a:pt x="468" y="11509"/>
                    <a:pt x="1" y="13210"/>
                    <a:pt x="168" y="14878"/>
                  </a:cubicBezTo>
                  <a:cubicBezTo>
                    <a:pt x="201" y="15178"/>
                    <a:pt x="234" y="15512"/>
                    <a:pt x="401" y="15712"/>
                  </a:cubicBezTo>
                  <a:cubicBezTo>
                    <a:pt x="586" y="15958"/>
                    <a:pt x="883" y="16065"/>
                    <a:pt x="1186" y="16065"/>
                  </a:cubicBezTo>
                  <a:cubicBezTo>
                    <a:pt x="1376" y="16065"/>
                    <a:pt x="1568" y="16023"/>
                    <a:pt x="1736" y="15945"/>
                  </a:cubicBezTo>
                  <a:cubicBezTo>
                    <a:pt x="2169" y="15712"/>
                    <a:pt x="2503" y="15345"/>
                    <a:pt x="2803" y="14945"/>
                  </a:cubicBezTo>
                  <a:cubicBezTo>
                    <a:pt x="5005" y="12009"/>
                    <a:pt x="6706" y="8707"/>
                    <a:pt x="7840" y="5204"/>
                  </a:cubicBezTo>
                  <a:cubicBezTo>
                    <a:pt x="8407" y="3363"/>
                    <a:pt x="8781" y="2315"/>
                    <a:pt x="9576" y="835"/>
                  </a:cubicBezTo>
                  <a:close/>
                </a:path>
              </a:pathLst>
            </a:custGeom>
            <a:solidFill>
              <a:srgbClr val="F2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32"/>
            <p:cNvSpPr/>
            <p:nvPr/>
          </p:nvSpPr>
          <p:spPr>
            <a:xfrm>
              <a:off x="4120625" y="1968525"/>
              <a:ext cx="291325" cy="429075"/>
            </a:xfrm>
            <a:custGeom>
              <a:avLst/>
              <a:gdLst/>
              <a:ahLst/>
              <a:cxnLst/>
              <a:rect l="l" t="t" r="r" b="b"/>
              <a:pathLst>
                <a:path w="11653" h="17163" extrusionOk="0">
                  <a:moveTo>
                    <a:pt x="9156" y="2833"/>
                  </a:moveTo>
                  <a:lnTo>
                    <a:pt x="9156" y="2833"/>
                  </a:lnTo>
                  <a:cubicBezTo>
                    <a:pt x="8481" y="4508"/>
                    <a:pt x="7979" y="6216"/>
                    <a:pt x="7272" y="7939"/>
                  </a:cubicBezTo>
                  <a:cubicBezTo>
                    <a:pt x="6772" y="9140"/>
                    <a:pt x="6238" y="10308"/>
                    <a:pt x="5604" y="11442"/>
                  </a:cubicBezTo>
                  <a:cubicBezTo>
                    <a:pt x="5104" y="12342"/>
                    <a:pt x="4570" y="13176"/>
                    <a:pt x="4003" y="14044"/>
                  </a:cubicBezTo>
                  <a:cubicBezTo>
                    <a:pt x="3703" y="14444"/>
                    <a:pt x="3336" y="15278"/>
                    <a:pt x="2902" y="15478"/>
                  </a:cubicBezTo>
                  <a:cubicBezTo>
                    <a:pt x="2631" y="15608"/>
                    <a:pt x="2410" y="15666"/>
                    <a:pt x="2232" y="15666"/>
                  </a:cubicBezTo>
                  <a:cubicBezTo>
                    <a:pt x="759" y="15666"/>
                    <a:pt x="2164" y="11696"/>
                    <a:pt x="2402" y="11041"/>
                  </a:cubicBezTo>
                  <a:cubicBezTo>
                    <a:pt x="2902" y="9774"/>
                    <a:pt x="3603" y="8506"/>
                    <a:pt x="4437" y="7339"/>
                  </a:cubicBezTo>
                  <a:cubicBezTo>
                    <a:pt x="5716" y="5547"/>
                    <a:pt x="7329" y="4050"/>
                    <a:pt x="9156" y="2833"/>
                  </a:cubicBezTo>
                  <a:close/>
                  <a:moveTo>
                    <a:pt x="10887" y="0"/>
                  </a:moveTo>
                  <a:cubicBezTo>
                    <a:pt x="10693" y="0"/>
                    <a:pt x="10496" y="89"/>
                    <a:pt x="10374" y="300"/>
                  </a:cubicBezTo>
                  <a:cubicBezTo>
                    <a:pt x="10272" y="477"/>
                    <a:pt x="10173" y="654"/>
                    <a:pt x="10079" y="832"/>
                  </a:cubicBezTo>
                  <a:lnTo>
                    <a:pt x="10079" y="832"/>
                  </a:lnTo>
                  <a:cubicBezTo>
                    <a:pt x="10077" y="832"/>
                    <a:pt x="10075" y="833"/>
                    <a:pt x="10074" y="834"/>
                  </a:cubicBezTo>
                  <a:cubicBezTo>
                    <a:pt x="6905" y="2535"/>
                    <a:pt x="4236" y="5037"/>
                    <a:pt x="2402" y="8173"/>
                  </a:cubicBezTo>
                  <a:cubicBezTo>
                    <a:pt x="1534" y="9707"/>
                    <a:pt x="801" y="11375"/>
                    <a:pt x="500" y="13110"/>
                  </a:cubicBezTo>
                  <a:cubicBezTo>
                    <a:pt x="267" y="14210"/>
                    <a:pt x="0" y="16012"/>
                    <a:pt x="1034" y="16812"/>
                  </a:cubicBezTo>
                  <a:cubicBezTo>
                    <a:pt x="1362" y="17055"/>
                    <a:pt x="1690" y="17162"/>
                    <a:pt x="2016" y="17162"/>
                  </a:cubicBezTo>
                  <a:cubicBezTo>
                    <a:pt x="4012" y="17162"/>
                    <a:pt x="5888" y="13147"/>
                    <a:pt x="6605" y="11942"/>
                  </a:cubicBezTo>
                  <a:cubicBezTo>
                    <a:pt x="8417" y="8680"/>
                    <a:pt x="9217" y="5063"/>
                    <a:pt x="10863" y="1808"/>
                  </a:cubicBezTo>
                  <a:lnTo>
                    <a:pt x="10863" y="1808"/>
                  </a:lnTo>
                  <a:cubicBezTo>
                    <a:pt x="10867" y="1806"/>
                    <a:pt x="10871" y="1804"/>
                    <a:pt x="10874" y="1802"/>
                  </a:cubicBezTo>
                  <a:cubicBezTo>
                    <a:pt x="10873" y="1800"/>
                    <a:pt x="10871" y="1798"/>
                    <a:pt x="10869" y="1796"/>
                  </a:cubicBezTo>
                  <a:lnTo>
                    <a:pt x="10869" y="1796"/>
                  </a:lnTo>
                  <a:cubicBezTo>
                    <a:pt x="11039" y="1460"/>
                    <a:pt x="11218" y="1128"/>
                    <a:pt x="11408" y="801"/>
                  </a:cubicBezTo>
                  <a:cubicBezTo>
                    <a:pt x="11653" y="356"/>
                    <a:pt x="11275" y="0"/>
                    <a:pt x="10887" y="0"/>
                  </a:cubicBezTo>
                  <a:close/>
                </a:path>
              </a:pathLst>
            </a:custGeom>
            <a:solidFill>
              <a:srgbClr val="F2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32"/>
            <p:cNvSpPr/>
            <p:nvPr/>
          </p:nvSpPr>
          <p:spPr>
            <a:xfrm>
              <a:off x="4015550" y="1896800"/>
              <a:ext cx="327750" cy="107700"/>
            </a:xfrm>
            <a:custGeom>
              <a:avLst/>
              <a:gdLst/>
              <a:ahLst/>
              <a:cxnLst/>
              <a:rect l="l" t="t" r="r" b="b"/>
              <a:pathLst>
                <a:path w="13110" h="4308" extrusionOk="0">
                  <a:moveTo>
                    <a:pt x="0" y="0"/>
                  </a:moveTo>
                  <a:lnTo>
                    <a:pt x="0" y="0"/>
                  </a:lnTo>
                  <a:cubicBezTo>
                    <a:pt x="2402" y="1001"/>
                    <a:pt x="4904" y="1902"/>
                    <a:pt x="7372" y="2836"/>
                  </a:cubicBezTo>
                  <a:cubicBezTo>
                    <a:pt x="9140" y="3479"/>
                    <a:pt x="10907" y="4307"/>
                    <a:pt x="12824" y="4307"/>
                  </a:cubicBezTo>
                  <a:cubicBezTo>
                    <a:pt x="12897" y="4307"/>
                    <a:pt x="12970" y="4306"/>
                    <a:pt x="13043" y="4304"/>
                  </a:cubicBezTo>
                  <a:cubicBezTo>
                    <a:pt x="13109" y="4304"/>
                    <a:pt x="13109" y="4137"/>
                    <a:pt x="13043" y="4137"/>
                  </a:cubicBezTo>
                  <a:cubicBezTo>
                    <a:pt x="12951" y="4141"/>
                    <a:pt x="12858" y="4143"/>
                    <a:pt x="12766" y="4143"/>
                  </a:cubicBezTo>
                  <a:cubicBezTo>
                    <a:pt x="10529" y="4143"/>
                    <a:pt x="8356" y="3004"/>
                    <a:pt x="6338" y="2235"/>
                  </a:cubicBezTo>
                  <a:cubicBezTo>
                    <a:pt x="4203" y="1502"/>
                    <a:pt x="2168" y="668"/>
                    <a:pt x="0"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32"/>
            <p:cNvSpPr/>
            <p:nvPr/>
          </p:nvSpPr>
          <p:spPr>
            <a:xfrm>
              <a:off x="3965500" y="2002575"/>
              <a:ext cx="382625" cy="112050"/>
            </a:xfrm>
            <a:custGeom>
              <a:avLst/>
              <a:gdLst/>
              <a:ahLst/>
              <a:cxnLst/>
              <a:rect l="l" t="t" r="r" b="b"/>
              <a:pathLst>
                <a:path w="15305" h="4482" extrusionOk="0">
                  <a:moveTo>
                    <a:pt x="15176" y="1"/>
                  </a:moveTo>
                  <a:cubicBezTo>
                    <a:pt x="15166" y="1"/>
                    <a:pt x="15156" y="2"/>
                    <a:pt x="15145" y="6"/>
                  </a:cubicBezTo>
                  <a:cubicBezTo>
                    <a:pt x="13077" y="1640"/>
                    <a:pt x="10775" y="2674"/>
                    <a:pt x="8206" y="3308"/>
                  </a:cubicBezTo>
                  <a:cubicBezTo>
                    <a:pt x="6872" y="3642"/>
                    <a:pt x="5538" y="3842"/>
                    <a:pt x="4204" y="4009"/>
                  </a:cubicBezTo>
                  <a:cubicBezTo>
                    <a:pt x="3288" y="4123"/>
                    <a:pt x="2261" y="4348"/>
                    <a:pt x="1287" y="4348"/>
                  </a:cubicBezTo>
                  <a:cubicBezTo>
                    <a:pt x="842" y="4348"/>
                    <a:pt x="408" y="4301"/>
                    <a:pt x="1" y="4176"/>
                  </a:cubicBezTo>
                  <a:lnTo>
                    <a:pt x="1" y="4176"/>
                  </a:lnTo>
                  <a:cubicBezTo>
                    <a:pt x="494" y="4407"/>
                    <a:pt x="1031" y="4481"/>
                    <a:pt x="1577" y="4481"/>
                  </a:cubicBezTo>
                  <a:cubicBezTo>
                    <a:pt x="2212" y="4481"/>
                    <a:pt x="2860" y="4381"/>
                    <a:pt x="3470" y="4309"/>
                  </a:cubicBezTo>
                  <a:cubicBezTo>
                    <a:pt x="5038" y="4142"/>
                    <a:pt x="6539" y="3942"/>
                    <a:pt x="8040" y="3575"/>
                  </a:cubicBezTo>
                  <a:cubicBezTo>
                    <a:pt x="10642" y="2941"/>
                    <a:pt x="13210" y="1907"/>
                    <a:pt x="15245" y="139"/>
                  </a:cubicBezTo>
                  <a:cubicBezTo>
                    <a:pt x="15304" y="110"/>
                    <a:pt x="15258" y="1"/>
                    <a:pt x="15176"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32"/>
            <p:cNvSpPr/>
            <p:nvPr/>
          </p:nvSpPr>
          <p:spPr>
            <a:xfrm>
              <a:off x="4168150" y="2002000"/>
              <a:ext cx="179600" cy="359325"/>
            </a:xfrm>
            <a:custGeom>
              <a:avLst/>
              <a:gdLst/>
              <a:ahLst/>
              <a:cxnLst/>
              <a:rect l="l" t="t" r="r" b="b"/>
              <a:pathLst>
                <a:path w="7184" h="14373" extrusionOk="0">
                  <a:moveTo>
                    <a:pt x="6996" y="0"/>
                  </a:moveTo>
                  <a:cubicBezTo>
                    <a:pt x="6951" y="0"/>
                    <a:pt x="6904" y="19"/>
                    <a:pt x="6872" y="62"/>
                  </a:cubicBezTo>
                  <a:cubicBezTo>
                    <a:pt x="5604" y="2497"/>
                    <a:pt x="4370" y="4966"/>
                    <a:pt x="3136" y="7401"/>
                  </a:cubicBezTo>
                  <a:cubicBezTo>
                    <a:pt x="2102" y="9636"/>
                    <a:pt x="567" y="12004"/>
                    <a:pt x="0" y="14372"/>
                  </a:cubicBezTo>
                  <a:cubicBezTo>
                    <a:pt x="1468" y="12438"/>
                    <a:pt x="2335" y="9769"/>
                    <a:pt x="3436" y="7534"/>
                  </a:cubicBezTo>
                  <a:cubicBezTo>
                    <a:pt x="4637" y="5066"/>
                    <a:pt x="5871" y="2631"/>
                    <a:pt x="7139" y="196"/>
                  </a:cubicBezTo>
                  <a:cubicBezTo>
                    <a:pt x="7184" y="83"/>
                    <a:pt x="7092" y="0"/>
                    <a:pt x="6996"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32"/>
            <p:cNvSpPr/>
            <p:nvPr/>
          </p:nvSpPr>
          <p:spPr>
            <a:xfrm>
              <a:off x="4187325" y="2009300"/>
              <a:ext cx="170975" cy="350350"/>
            </a:xfrm>
            <a:custGeom>
              <a:avLst/>
              <a:gdLst/>
              <a:ahLst/>
              <a:cxnLst/>
              <a:rect l="l" t="t" r="r" b="b"/>
              <a:pathLst>
                <a:path w="6839" h="14014" extrusionOk="0">
                  <a:moveTo>
                    <a:pt x="6749" y="1"/>
                  </a:moveTo>
                  <a:cubicBezTo>
                    <a:pt x="6725" y="1"/>
                    <a:pt x="6705" y="12"/>
                    <a:pt x="6705" y="37"/>
                  </a:cubicBezTo>
                  <a:cubicBezTo>
                    <a:pt x="5238" y="5241"/>
                    <a:pt x="3069" y="9644"/>
                    <a:pt x="1" y="14014"/>
                  </a:cubicBezTo>
                  <a:cubicBezTo>
                    <a:pt x="3336" y="10178"/>
                    <a:pt x="5771" y="5041"/>
                    <a:pt x="6839" y="70"/>
                  </a:cubicBezTo>
                  <a:cubicBezTo>
                    <a:pt x="6839" y="29"/>
                    <a:pt x="6788" y="1"/>
                    <a:pt x="6749"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32"/>
            <p:cNvSpPr/>
            <p:nvPr/>
          </p:nvSpPr>
          <p:spPr>
            <a:xfrm>
              <a:off x="4179825" y="2006875"/>
              <a:ext cx="161800" cy="208500"/>
            </a:xfrm>
            <a:custGeom>
              <a:avLst/>
              <a:gdLst/>
              <a:ahLst/>
              <a:cxnLst/>
              <a:rect l="l" t="t" r="r" b="b"/>
              <a:pathLst>
                <a:path w="6472" h="8340" extrusionOk="0">
                  <a:moveTo>
                    <a:pt x="6438" y="1"/>
                  </a:moveTo>
                  <a:cubicBezTo>
                    <a:pt x="3803" y="2236"/>
                    <a:pt x="1802" y="5405"/>
                    <a:pt x="0" y="8340"/>
                  </a:cubicBezTo>
                  <a:cubicBezTo>
                    <a:pt x="2035" y="5438"/>
                    <a:pt x="4103" y="2736"/>
                    <a:pt x="6472" y="67"/>
                  </a:cubicBezTo>
                  <a:cubicBezTo>
                    <a:pt x="6472" y="1"/>
                    <a:pt x="6472" y="1"/>
                    <a:pt x="6438"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32"/>
            <p:cNvSpPr/>
            <p:nvPr/>
          </p:nvSpPr>
          <p:spPr>
            <a:xfrm>
              <a:off x="4015550" y="2014375"/>
              <a:ext cx="321075" cy="41725"/>
            </a:xfrm>
            <a:custGeom>
              <a:avLst/>
              <a:gdLst/>
              <a:ahLst/>
              <a:cxnLst/>
              <a:rect l="l" t="t" r="r" b="b"/>
              <a:pathLst>
                <a:path w="12843" h="1669" extrusionOk="0">
                  <a:moveTo>
                    <a:pt x="12709" y="1"/>
                  </a:moveTo>
                  <a:cubicBezTo>
                    <a:pt x="8439" y="101"/>
                    <a:pt x="4170" y="334"/>
                    <a:pt x="67" y="1602"/>
                  </a:cubicBezTo>
                  <a:cubicBezTo>
                    <a:pt x="0" y="1635"/>
                    <a:pt x="33" y="1669"/>
                    <a:pt x="67" y="1669"/>
                  </a:cubicBezTo>
                  <a:cubicBezTo>
                    <a:pt x="4236" y="635"/>
                    <a:pt x="8439" y="468"/>
                    <a:pt x="12709" y="168"/>
                  </a:cubicBezTo>
                  <a:cubicBezTo>
                    <a:pt x="12843" y="168"/>
                    <a:pt x="12776" y="1"/>
                    <a:pt x="12709"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32"/>
            <p:cNvSpPr/>
            <p:nvPr/>
          </p:nvSpPr>
          <p:spPr>
            <a:xfrm>
              <a:off x="4030575" y="2018475"/>
              <a:ext cx="295725" cy="140200"/>
            </a:xfrm>
            <a:custGeom>
              <a:avLst/>
              <a:gdLst/>
              <a:ahLst/>
              <a:cxnLst/>
              <a:rect l="l" t="t" r="r" b="b"/>
              <a:pathLst>
                <a:path w="11829" h="5608" extrusionOk="0">
                  <a:moveTo>
                    <a:pt x="11756" y="1"/>
                  </a:moveTo>
                  <a:cubicBezTo>
                    <a:pt x="11730" y="1"/>
                    <a:pt x="11700" y="12"/>
                    <a:pt x="11674" y="37"/>
                  </a:cubicBezTo>
                  <a:cubicBezTo>
                    <a:pt x="10474" y="1905"/>
                    <a:pt x="8072" y="3006"/>
                    <a:pt x="6104" y="3873"/>
                  </a:cubicBezTo>
                  <a:cubicBezTo>
                    <a:pt x="4136" y="4707"/>
                    <a:pt x="2134" y="5241"/>
                    <a:pt x="66" y="5508"/>
                  </a:cubicBezTo>
                  <a:cubicBezTo>
                    <a:pt x="59" y="5504"/>
                    <a:pt x="52" y="5502"/>
                    <a:pt x="46" y="5502"/>
                  </a:cubicBezTo>
                  <a:cubicBezTo>
                    <a:pt x="1" y="5502"/>
                    <a:pt x="11" y="5608"/>
                    <a:pt x="100" y="5608"/>
                  </a:cubicBezTo>
                  <a:cubicBezTo>
                    <a:pt x="2601" y="5441"/>
                    <a:pt x="4970" y="4640"/>
                    <a:pt x="7171" y="3540"/>
                  </a:cubicBezTo>
                  <a:cubicBezTo>
                    <a:pt x="8839" y="2706"/>
                    <a:pt x="10874" y="1805"/>
                    <a:pt x="11808" y="70"/>
                  </a:cubicBezTo>
                  <a:cubicBezTo>
                    <a:pt x="11829" y="29"/>
                    <a:pt x="11798" y="1"/>
                    <a:pt x="11756"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32"/>
            <p:cNvSpPr/>
            <p:nvPr/>
          </p:nvSpPr>
          <p:spPr>
            <a:xfrm>
              <a:off x="4015775" y="1926475"/>
              <a:ext cx="326700" cy="90425"/>
            </a:xfrm>
            <a:custGeom>
              <a:avLst/>
              <a:gdLst/>
              <a:ahLst/>
              <a:cxnLst/>
              <a:rect l="l" t="t" r="r" b="b"/>
              <a:pathLst>
                <a:path w="13068" h="3617" extrusionOk="0">
                  <a:moveTo>
                    <a:pt x="30" y="1"/>
                  </a:moveTo>
                  <a:cubicBezTo>
                    <a:pt x="11" y="1"/>
                    <a:pt x="1" y="24"/>
                    <a:pt x="24" y="48"/>
                  </a:cubicBezTo>
                  <a:cubicBezTo>
                    <a:pt x="3594" y="2850"/>
                    <a:pt x="8597" y="3484"/>
                    <a:pt x="13034" y="3617"/>
                  </a:cubicBezTo>
                  <a:cubicBezTo>
                    <a:pt x="13067" y="3617"/>
                    <a:pt x="13067" y="3517"/>
                    <a:pt x="13034" y="3517"/>
                  </a:cubicBezTo>
                  <a:cubicBezTo>
                    <a:pt x="8397" y="2950"/>
                    <a:pt x="4061" y="2783"/>
                    <a:pt x="58" y="14"/>
                  </a:cubicBezTo>
                  <a:cubicBezTo>
                    <a:pt x="48" y="5"/>
                    <a:pt x="38" y="1"/>
                    <a:pt x="30"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32"/>
            <p:cNvSpPr/>
            <p:nvPr/>
          </p:nvSpPr>
          <p:spPr>
            <a:xfrm>
              <a:off x="4079750" y="1885125"/>
              <a:ext cx="266650" cy="120225"/>
            </a:xfrm>
            <a:custGeom>
              <a:avLst/>
              <a:gdLst/>
              <a:ahLst/>
              <a:cxnLst/>
              <a:rect l="l" t="t" r="r" b="b"/>
              <a:pathLst>
                <a:path w="10666" h="4809" extrusionOk="0">
                  <a:moveTo>
                    <a:pt x="1" y="0"/>
                  </a:moveTo>
                  <a:lnTo>
                    <a:pt x="1" y="0"/>
                  </a:lnTo>
                  <a:cubicBezTo>
                    <a:pt x="3837" y="1101"/>
                    <a:pt x="7039" y="2869"/>
                    <a:pt x="10508" y="4804"/>
                  </a:cubicBezTo>
                  <a:cubicBezTo>
                    <a:pt x="10514" y="4807"/>
                    <a:pt x="10520" y="4808"/>
                    <a:pt x="10527" y="4808"/>
                  </a:cubicBezTo>
                  <a:cubicBezTo>
                    <a:pt x="10591" y="4808"/>
                    <a:pt x="10666" y="4667"/>
                    <a:pt x="10575" y="4637"/>
                  </a:cubicBezTo>
                  <a:cubicBezTo>
                    <a:pt x="7206" y="2769"/>
                    <a:pt x="3870" y="634"/>
                    <a:pt x="1"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32"/>
            <p:cNvSpPr/>
            <p:nvPr/>
          </p:nvSpPr>
          <p:spPr>
            <a:xfrm>
              <a:off x="5162200" y="1338900"/>
              <a:ext cx="30625" cy="34650"/>
            </a:xfrm>
            <a:custGeom>
              <a:avLst/>
              <a:gdLst/>
              <a:ahLst/>
              <a:cxnLst/>
              <a:rect l="l" t="t" r="r" b="b"/>
              <a:pathLst>
                <a:path w="1225" h="1386" extrusionOk="0">
                  <a:moveTo>
                    <a:pt x="334" y="1"/>
                  </a:moveTo>
                  <a:lnTo>
                    <a:pt x="334" y="1"/>
                  </a:lnTo>
                  <a:cubicBezTo>
                    <a:pt x="100" y="434"/>
                    <a:pt x="0" y="1001"/>
                    <a:pt x="434" y="1301"/>
                  </a:cubicBezTo>
                  <a:cubicBezTo>
                    <a:pt x="528" y="1358"/>
                    <a:pt x="634" y="1385"/>
                    <a:pt x="735" y="1385"/>
                  </a:cubicBezTo>
                  <a:cubicBezTo>
                    <a:pt x="992" y="1385"/>
                    <a:pt x="1225" y="1212"/>
                    <a:pt x="1201" y="901"/>
                  </a:cubicBezTo>
                  <a:cubicBezTo>
                    <a:pt x="1201" y="860"/>
                    <a:pt x="1150" y="831"/>
                    <a:pt x="1103" y="831"/>
                  </a:cubicBezTo>
                  <a:cubicBezTo>
                    <a:pt x="1074" y="831"/>
                    <a:pt x="1047" y="842"/>
                    <a:pt x="1034" y="868"/>
                  </a:cubicBezTo>
                  <a:cubicBezTo>
                    <a:pt x="978" y="994"/>
                    <a:pt x="880" y="1044"/>
                    <a:pt x="779" y="1044"/>
                  </a:cubicBezTo>
                  <a:cubicBezTo>
                    <a:pt x="639" y="1044"/>
                    <a:pt x="492" y="950"/>
                    <a:pt x="434" y="834"/>
                  </a:cubicBezTo>
                  <a:cubicBezTo>
                    <a:pt x="367" y="601"/>
                    <a:pt x="367" y="267"/>
                    <a:pt x="334"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32"/>
            <p:cNvSpPr/>
            <p:nvPr/>
          </p:nvSpPr>
          <p:spPr>
            <a:xfrm>
              <a:off x="4751075" y="1291900"/>
              <a:ext cx="41700" cy="43400"/>
            </a:xfrm>
            <a:custGeom>
              <a:avLst/>
              <a:gdLst/>
              <a:ahLst/>
              <a:cxnLst/>
              <a:rect l="l" t="t" r="r" b="b"/>
              <a:pathLst>
                <a:path w="1668" h="1736" extrusionOk="0">
                  <a:moveTo>
                    <a:pt x="654" y="1"/>
                  </a:moveTo>
                  <a:cubicBezTo>
                    <a:pt x="499" y="1"/>
                    <a:pt x="333" y="80"/>
                    <a:pt x="200" y="213"/>
                  </a:cubicBezTo>
                  <a:cubicBezTo>
                    <a:pt x="0" y="513"/>
                    <a:pt x="67" y="980"/>
                    <a:pt x="267" y="1247"/>
                  </a:cubicBezTo>
                  <a:cubicBezTo>
                    <a:pt x="409" y="1503"/>
                    <a:pt x="673" y="1735"/>
                    <a:pt x="976" y="1735"/>
                  </a:cubicBezTo>
                  <a:cubicBezTo>
                    <a:pt x="1028" y="1735"/>
                    <a:pt x="1081" y="1728"/>
                    <a:pt x="1134" y="1714"/>
                  </a:cubicBezTo>
                  <a:cubicBezTo>
                    <a:pt x="1434" y="1647"/>
                    <a:pt x="1668" y="1380"/>
                    <a:pt x="1534" y="1080"/>
                  </a:cubicBezTo>
                  <a:cubicBezTo>
                    <a:pt x="1534" y="1063"/>
                    <a:pt x="1518" y="1055"/>
                    <a:pt x="1501" y="1055"/>
                  </a:cubicBezTo>
                  <a:cubicBezTo>
                    <a:pt x="1484" y="1055"/>
                    <a:pt x="1468" y="1063"/>
                    <a:pt x="1468" y="1080"/>
                  </a:cubicBezTo>
                  <a:cubicBezTo>
                    <a:pt x="1378" y="1331"/>
                    <a:pt x="1191" y="1457"/>
                    <a:pt x="992" y="1457"/>
                  </a:cubicBezTo>
                  <a:cubicBezTo>
                    <a:pt x="820" y="1457"/>
                    <a:pt x="639" y="1365"/>
                    <a:pt x="500" y="1180"/>
                  </a:cubicBezTo>
                  <a:cubicBezTo>
                    <a:pt x="367" y="1013"/>
                    <a:pt x="300" y="813"/>
                    <a:pt x="334" y="580"/>
                  </a:cubicBezTo>
                  <a:cubicBezTo>
                    <a:pt x="334" y="366"/>
                    <a:pt x="526" y="131"/>
                    <a:pt x="756" y="131"/>
                  </a:cubicBezTo>
                  <a:cubicBezTo>
                    <a:pt x="814" y="131"/>
                    <a:pt x="874" y="146"/>
                    <a:pt x="934" y="179"/>
                  </a:cubicBezTo>
                  <a:cubicBezTo>
                    <a:pt x="944" y="189"/>
                    <a:pt x="951" y="193"/>
                    <a:pt x="956" y="193"/>
                  </a:cubicBezTo>
                  <a:cubicBezTo>
                    <a:pt x="967" y="193"/>
                    <a:pt x="967" y="170"/>
                    <a:pt x="967" y="146"/>
                  </a:cubicBezTo>
                  <a:cubicBezTo>
                    <a:pt x="881" y="46"/>
                    <a:pt x="771" y="1"/>
                    <a:pt x="654"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32"/>
            <p:cNvSpPr/>
            <p:nvPr/>
          </p:nvSpPr>
          <p:spPr>
            <a:xfrm>
              <a:off x="4988725" y="1463150"/>
              <a:ext cx="50075" cy="43750"/>
            </a:xfrm>
            <a:custGeom>
              <a:avLst/>
              <a:gdLst/>
              <a:ahLst/>
              <a:cxnLst/>
              <a:rect l="l" t="t" r="r" b="b"/>
              <a:pathLst>
                <a:path w="2003" h="1750" extrusionOk="0">
                  <a:moveTo>
                    <a:pt x="334" y="1"/>
                  </a:moveTo>
                  <a:cubicBezTo>
                    <a:pt x="301" y="1"/>
                    <a:pt x="268" y="1"/>
                    <a:pt x="268" y="34"/>
                  </a:cubicBezTo>
                  <a:cubicBezTo>
                    <a:pt x="1" y="635"/>
                    <a:pt x="301" y="1569"/>
                    <a:pt x="968" y="1735"/>
                  </a:cubicBezTo>
                  <a:cubicBezTo>
                    <a:pt x="1003" y="1745"/>
                    <a:pt x="1037" y="1749"/>
                    <a:pt x="1070" y="1749"/>
                  </a:cubicBezTo>
                  <a:cubicBezTo>
                    <a:pt x="1391" y="1749"/>
                    <a:pt x="1651" y="1343"/>
                    <a:pt x="1802" y="1102"/>
                  </a:cubicBezTo>
                  <a:cubicBezTo>
                    <a:pt x="1969" y="801"/>
                    <a:pt x="2002" y="468"/>
                    <a:pt x="1769" y="168"/>
                  </a:cubicBezTo>
                  <a:cubicBezTo>
                    <a:pt x="1749" y="137"/>
                    <a:pt x="1725" y="125"/>
                    <a:pt x="1702" y="125"/>
                  </a:cubicBezTo>
                  <a:cubicBezTo>
                    <a:pt x="1650" y="125"/>
                    <a:pt x="1602" y="188"/>
                    <a:pt x="1602" y="234"/>
                  </a:cubicBezTo>
                  <a:cubicBezTo>
                    <a:pt x="1669" y="501"/>
                    <a:pt x="1502" y="801"/>
                    <a:pt x="1368" y="1001"/>
                  </a:cubicBezTo>
                  <a:cubicBezTo>
                    <a:pt x="1302" y="1068"/>
                    <a:pt x="1268" y="1202"/>
                    <a:pt x="1168" y="1302"/>
                  </a:cubicBezTo>
                  <a:cubicBezTo>
                    <a:pt x="1110" y="1337"/>
                    <a:pt x="1068" y="1351"/>
                    <a:pt x="1033" y="1351"/>
                  </a:cubicBezTo>
                  <a:cubicBezTo>
                    <a:pt x="966" y="1351"/>
                    <a:pt x="922" y="1300"/>
                    <a:pt x="835" y="1235"/>
                  </a:cubicBezTo>
                  <a:cubicBezTo>
                    <a:pt x="668" y="1068"/>
                    <a:pt x="535" y="901"/>
                    <a:pt x="501" y="701"/>
                  </a:cubicBezTo>
                  <a:cubicBezTo>
                    <a:pt x="368" y="401"/>
                    <a:pt x="334" y="168"/>
                    <a:pt x="635" y="34"/>
                  </a:cubicBezTo>
                  <a:cubicBezTo>
                    <a:pt x="535" y="34"/>
                    <a:pt x="434" y="1"/>
                    <a:pt x="334"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32"/>
            <p:cNvSpPr/>
            <p:nvPr/>
          </p:nvSpPr>
          <p:spPr>
            <a:xfrm>
              <a:off x="5084625" y="1622325"/>
              <a:ext cx="48400" cy="45075"/>
            </a:xfrm>
            <a:custGeom>
              <a:avLst/>
              <a:gdLst/>
              <a:ahLst/>
              <a:cxnLst/>
              <a:rect l="l" t="t" r="r" b="b"/>
              <a:pathLst>
                <a:path w="1936" h="1803" extrusionOk="0">
                  <a:moveTo>
                    <a:pt x="591" y="1"/>
                  </a:moveTo>
                  <a:cubicBezTo>
                    <a:pt x="390" y="1"/>
                    <a:pt x="196" y="336"/>
                    <a:pt x="168" y="505"/>
                  </a:cubicBezTo>
                  <a:cubicBezTo>
                    <a:pt x="34" y="872"/>
                    <a:pt x="1" y="1339"/>
                    <a:pt x="334" y="1639"/>
                  </a:cubicBezTo>
                  <a:cubicBezTo>
                    <a:pt x="479" y="1752"/>
                    <a:pt x="662" y="1802"/>
                    <a:pt x="850" y="1802"/>
                  </a:cubicBezTo>
                  <a:cubicBezTo>
                    <a:pt x="1053" y="1802"/>
                    <a:pt x="1262" y="1743"/>
                    <a:pt x="1435" y="1639"/>
                  </a:cubicBezTo>
                  <a:cubicBezTo>
                    <a:pt x="1802" y="1339"/>
                    <a:pt x="1936" y="939"/>
                    <a:pt x="1869" y="472"/>
                  </a:cubicBezTo>
                  <a:cubicBezTo>
                    <a:pt x="1869" y="407"/>
                    <a:pt x="1827" y="371"/>
                    <a:pt x="1780" y="371"/>
                  </a:cubicBezTo>
                  <a:cubicBezTo>
                    <a:pt x="1754" y="371"/>
                    <a:pt x="1726" y="382"/>
                    <a:pt x="1702" y="405"/>
                  </a:cubicBezTo>
                  <a:cubicBezTo>
                    <a:pt x="1602" y="572"/>
                    <a:pt x="1469" y="772"/>
                    <a:pt x="1335" y="972"/>
                  </a:cubicBezTo>
                  <a:cubicBezTo>
                    <a:pt x="1212" y="1158"/>
                    <a:pt x="1031" y="1343"/>
                    <a:pt x="820" y="1343"/>
                  </a:cubicBezTo>
                  <a:cubicBezTo>
                    <a:pt x="803" y="1343"/>
                    <a:pt x="785" y="1342"/>
                    <a:pt x="768" y="1339"/>
                  </a:cubicBezTo>
                  <a:cubicBezTo>
                    <a:pt x="501" y="1306"/>
                    <a:pt x="468" y="1039"/>
                    <a:pt x="468" y="839"/>
                  </a:cubicBezTo>
                  <a:cubicBezTo>
                    <a:pt x="468" y="605"/>
                    <a:pt x="468" y="339"/>
                    <a:pt x="668" y="172"/>
                  </a:cubicBezTo>
                  <a:cubicBezTo>
                    <a:pt x="768" y="138"/>
                    <a:pt x="768" y="105"/>
                    <a:pt x="701" y="38"/>
                  </a:cubicBezTo>
                  <a:cubicBezTo>
                    <a:pt x="665" y="12"/>
                    <a:pt x="628" y="1"/>
                    <a:pt x="591"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32"/>
            <p:cNvSpPr/>
            <p:nvPr/>
          </p:nvSpPr>
          <p:spPr>
            <a:xfrm>
              <a:off x="4879500" y="1568575"/>
              <a:ext cx="42550" cy="52525"/>
            </a:xfrm>
            <a:custGeom>
              <a:avLst/>
              <a:gdLst/>
              <a:ahLst/>
              <a:cxnLst/>
              <a:rect l="l" t="t" r="r" b="b"/>
              <a:pathLst>
                <a:path w="1702" h="2101" extrusionOk="0">
                  <a:moveTo>
                    <a:pt x="685" y="0"/>
                  </a:moveTo>
                  <a:cubicBezTo>
                    <a:pt x="549" y="0"/>
                    <a:pt x="366" y="154"/>
                    <a:pt x="300" y="220"/>
                  </a:cubicBezTo>
                  <a:cubicBezTo>
                    <a:pt x="33" y="587"/>
                    <a:pt x="0" y="1121"/>
                    <a:pt x="33" y="1488"/>
                  </a:cubicBezTo>
                  <a:cubicBezTo>
                    <a:pt x="92" y="1896"/>
                    <a:pt x="406" y="2101"/>
                    <a:pt x="751" y="2101"/>
                  </a:cubicBezTo>
                  <a:cubicBezTo>
                    <a:pt x="801" y="2101"/>
                    <a:pt x="851" y="2097"/>
                    <a:pt x="901" y="2088"/>
                  </a:cubicBezTo>
                  <a:cubicBezTo>
                    <a:pt x="1401" y="1988"/>
                    <a:pt x="1601" y="1521"/>
                    <a:pt x="1701" y="1054"/>
                  </a:cubicBezTo>
                  <a:cubicBezTo>
                    <a:pt x="1701" y="1015"/>
                    <a:pt x="1667" y="999"/>
                    <a:pt x="1632" y="999"/>
                  </a:cubicBezTo>
                  <a:cubicBezTo>
                    <a:pt x="1607" y="999"/>
                    <a:pt x="1582" y="1007"/>
                    <a:pt x="1568" y="1021"/>
                  </a:cubicBezTo>
                  <a:cubicBezTo>
                    <a:pt x="1400" y="1213"/>
                    <a:pt x="1008" y="1680"/>
                    <a:pt x="702" y="1680"/>
                  </a:cubicBezTo>
                  <a:cubicBezTo>
                    <a:pt x="582" y="1680"/>
                    <a:pt x="475" y="1609"/>
                    <a:pt x="400" y="1421"/>
                  </a:cubicBezTo>
                  <a:cubicBezTo>
                    <a:pt x="334" y="1254"/>
                    <a:pt x="334" y="987"/>
                    <a:pt x="334" y="821"/>
                  </a:cubicBezTo>
                  <a:cubicBezTo>
                    <a:pt x="334" y="702"/>
                    <a:pt x="413" y="160"/>
                    <a:pt x="619" y="160"/>
                  </a:cubicBezTo>
                  <a:cubicBezTo>
                    <a:pt x="644" y="160"/>
                    <a:pt x="671" y="169"/>
                    <a:pt x="701" y="187"/>
                  </a:cubicBezTo>
                  <a:cubicBezTo>
                    <a:pt x="801" y="187"/>
                    <a:pt x="867" y="187"/>
                    <a:pt x="834" y="154"/>
                  </a:cubicBezTo>
                  <a:cubicBezTo>
                    <a:pt x="811" y="41"/>
                    <a:pt x="754" y="0"/>
                    <a:pt x="685"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32"/>
            <p:cNvSpPr/>
            <p:nvPr/>
          </p:nvSpPr>
          <p:spPr>
            <a:xfrm>
              <a:off x="4988350" y="1693100"/>
              <a:ext cx="39925" cy="39600"/>
            </a:xfrm>
            <a:custGeom>
              <a:avLst/>
              <a:gdLst/>
              <a:ahLst/>
              <a:cxnLst/>
              <a:rect l="l" t="t" r="r" b="b"/>
              <a:pathLst>
                <a:path w="1597" h="1584" extrusionOk="0">
                  <a:moveTo>
                    <a:pt x="593" y="0"/>
                  </a:moveTo>
                  <a:cubicBezTo>
                    <a:pt x="117" y="0"/>
                    <a:pt x="1" y="890"/>
                    <a:pt x="149" y="1277"/>
                  </a:cubicBezTo>
                  <a:cubicBezTo>
                    <a:pt x="242" y="1463"/>
                    <a:pt x="432" y="1584"/>
                    <a:pt x="629" y="1584"/>
                  </a:cubicBezTo>
                  <a:cubicBezTo>
                    <a:pt x="715" y="1584"/>
                    <a:pt x="802" y="1561"/>
                    <a:pt x="883" y="1510"/>
                  </a:cubicBezTo>
                  <a:cubicBezTo>
                    <a:pt x="1217" y="1344"/>
                    <a:pt x="1383" y="1010"/>
                    <a:pt x="1550" y="676"/>
                  </a:cubicBezTo>
                  <a:cubicBezTo>
                    <a:pt x="1597" y="630"/>
                    <a:pt x="1546" y="567"/>
                    <a:pt x="1500" y="567"/>
                  </a:cubicBezTo>
                  <a:cubicBezTo>
                    <a:pt x="1480" y="567"/>
                    <a:pt x="1460" y="579"/>
                    <a:pt x="1450" y="610"/>
                  </a:cubicBezTo>
                  <a:cubicBezTo>
                    <a:pt x="1332" y="698"/>
                    <a:pt x="902" y="1099"/>
                    <a:pt x="688" y="1099"/>
                  </a:cubicBezTo>
                  <a:cubicBezTo>
                    <a:pt x="660" y="1099"/>
                    <a:pt x="636" y="1092"/>
                    <a:pt x="616" y="1077"/>
                  </a:cubicBezTo>
                  <a:cubicBezTo>
                    <a:pt x="516" y="1010"/>
                    <a:pt x="516" y="843"/>
                    <a:pt x="516" y="743"/>
                  </a:cubicBezTo>
                  <a:cubicBezTo>
                    <a:pt x="483" y="543"/>
                    <a:pt x="483" y="143"/>
                    <a:pt x="816" y="143"/>
                  </a:cubicBezTo>
                  <a:cubicBezTo>
                    <a:pt x="816" y="143"/>
                    <a:pt x="816" y="109"/>
                    <a:pt x="783" y="43"/>
                  </a:cubicBezTo>
                  <a:cubicBezTo>
                    <a:pt x="714" y="14"/>
                    <a:pt x="651" y="0"/>
                    <a:pt x="593"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32"/>
            <p:cNvSpPr/>
            <p:nvPr/>
          </p:nvSpPr>
          <p:spPr>
            <a:xfrm>
              <a:off x="4862525" y="1691550"/>
              <a:ext cx="37000" cy="45050"/>
            </a:xfrm>
            <a:custGeom>
              <a:avLst/>
              <a:gdLst/>
              <a:ahLst/>
              <a:cxnLst/>
              <a:rect l="l" t="t" r="r" b="b"/>
              <a:pathLst>
                <a:path w="1480" h="1802" extrusionOk="0">
                  <a:moveTo>
                    <a:pt x="659" y="1"/>
                  </a:moveTo>
                  <a:cubicBezTo>
                    <a:pt x="117" y="1"/>
                    <a:pt x="1" y="1044"/>
                    <a:pt x="212" y="1406"/>
                  </a:cubicBezTo>
                  <a:cubicBezTo>
                    <a:pt x="346" y="1647"/>
                    <a:pt x="587" y="1802"/>
                    <a:pt x="833" y="1802"/>
                  </a:cubicBezTo>
                  <a:cubicBezTo>
                    <a:pt x="893" y="1802"/>
                    <a:pt x="953" y="1792"/>
                    <a:pt x="1013" y="1773"/>
                  </a:cubicBezTo>
                  <a:cubicBezTo>
                    <a:pt x="1246" y="1706"/>
                    <a:pt x="1480" y="1439"/>
                    <a:pt x="1346" y="1172"/>
                  </a:cubicBezTo>
                  <a:cubicBezTo>
                    <a:pt x="1330" y="1122"/>
                    <a:pt x="1296" y="1097"/>
                    <a:pt x="1263" y="1097"/>
                  </a:cubicBezTo>
                  <a:cubicBezTo>
                    <a:pt x="1229" y="1097"/>
                    <a:pt x="1196" y="1122"/>
                    <a:pt x="1179" y="1172"/>
                  </a:cubicBezTo>
                  <a:cubicBezTo>
                    <a:pt x="1127" y="1304"/>
                    <a:pt x="1037" y="1358"/>
                    <a:pt x="940" y="1358"/>
                  </a:cubicBezTo>
                  <a:cubicBezTo>
                    <a:pt x="792" y="1358"/>
                    <a:pt x="626" y="1233"/>
                    <a:pt x="546" y="1072"/>
                  </a:cubicBezTo>
                  <a:cubicBezTo>
                    <a:pt x="412" y="772"/>
                    <a:pt x="412" y="171"/>
                    <a:pt x="812" y="71"/>
                  </a:cubicBezTo>
                  <a:cubicBezTo>
                    <a:pt x="846" y="71"/>
                    <a:pt x="879" y="38"/>
                    <a:pt x="846" y="38"/>
                  </a:cubicBezTo>
                  <a:cubicBezTo>
                    <a:pt x="779" y="12"/>
                    <a:pt x="716" y="1"/>
                    <a:pt x="659"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32"/>
            <p:cNvSpPr/>
            <p:nvPr/>
          </p:nvSpPr>
          <p:spPr>
            <a:xfrm>
              <a:off x="4788600" y="1850925"/>
              <a:ext cx="53275" cy="46075"/>
            </a:xfrm>
            <a:custGeom>
              <a:avLst/>
              <a:gdLst/>
              <a:ahLst/>
              <a:cxnLst/>
              <a:rect l="l" t="t" r="r" b="b"/>
              <a:pathLst>
                <a:path w="2131" h="1843" extrusionOk="0">
                  <a:moveTo>
                    <a:pt x="1301" y="1"/>
                  </a:moveTo>
                  <a:cubicBezTo>
                    <a:pt x="634" y="34"/>
                    <a:pt x="0" y="901"/>
                    <a:pt x="367" y="1535"/>
                  </a:cubicBezTo>
                  <a:cubicBezTo>
                    <a:pt x="507" y="1754"/>
                    <a:pt x="717" y="1843"/>
                    <a:pt x="936" y="1843"/>
                  </a:cubicBezTo>
                  <a:cubicBezTo>
                    <a:pt x="1083" y="1843"/>
                    <a:pt x="1233" y="1803"/>
                    <a:pt x="1368" y="1735"/>
                  </a:cubicBezTo>
                  <a:cubicBezTo>
                    <a:pt x="1768" y="1569"/>
                    <a:pt x="1968" y="1268"/>
                    <a:pt x="2102" y="901"/>
                  </a:cubicBezTo>
                  <a:cubicBezTo>
                    <a:pt x="2130" y="844"/>
                    <a:pt x="2060" y="761"/>
                    <a:pt x="1997" y="761"/>
                  </a:cubicBezTo>
                  <a:cubicBezTo>
                    <a:pt x="1987" y="761"/>
                    <a:pt x="1977" y="764"/>
                    <a:pt x="1968" y="768"/>
                  </a:cubicBezTo>
                  <a:cubicBezTo>
                    <a:pt x="1832" y="904"/>
                    <a:pt x="1296" y="1263"/>
                    <a:pt x="994" y="1263"/>
                  </a:cubicBezTo>
                  <a:cubicBezTo>
                    <a:pt x="927" y="1263"/>
                    <a:pt x="871" y="1245"/>
                    <a:pt x="834" y="1202"/>
                  </a:cubicBezTo>
                  <a:cubicBezTo>
                    <a:pt x="701" y="1068"/>
                    <a:pt x="801" y="735"/>
                    <a:pt x="834" y="568"/>
                  </a:cubicBezTo>
                  <a:cubicBezTo>
                    <a:pt x="934" y="368"/>
                    <a:pt x="1134" y="234"/>
                    <a:pt x="1301" y="101"/>
                  </a:cubicBezTo>
                  <a:cubicBezTo>
                    <a:pt x="1368" y="68"/>
                    <a:pt x="1334" y="1"/>
                    <a:pt x="1301"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32"/>
            <p:cNvSpPr/>
            <p:nvPr/>
          </p:nvSpPr>
          <p:spPr>
            <a:xfrm>
              <a:off x="4745225" y="1594925"/>
              <a:ext cx="43400" cy="36325"/>
            </a:xfrm>
            <a:custGeom>
              <a:avLst/>
              <a:gdLst/>
              <a:ahLst/>
              <a:cxnLst/>
              <a:rect l="l" t="t" r="r" b="b"/>
              <a:pathLst>
                <a:path w="1736" h="1453" extrusionOk="0">
                  <a:moveTo>
                    <a:pt x="734" y="0"/>
                  </a:moveTo>
                  <a:cubicBezTo>
                    <a:pt x="201" y="0"/>
                    <a:pt x="1" y="968"/>
                    <a:pt x="334" y="1301"/>
                  </a:cubicBezTo>
                  <a:cubicBezTo>
                    <a:pt x="430" y="1411"/>
                    <a:pt x="560" y="1453"/>
                    <a:pt x="695" y="1453"/>
                  </a:cubicBezTo>
                  <a:cubicBezTo>
                    <a:pt x="890" y="1453"/>
                    <a:pt x="1097" y="1366"/>
                    <a:pt x="1235" y="1268"/>
                  </a:cubicBezTo>
                  <a:cubicBezTo>
                    <a:pt x="1535" y="1101"/>
                    <a:pt x="1735" y="767"/>
                    <a:pt x="1702" y="434"/>
                  </a:cubicBezTo>
                  <a:cubicBezTo>
                    <a:pt x="1702" y="395"/>
                    <a:pt x="1667" y="379"/>
                    <a:pt x="1632" y="379"/>
                  </a:cubicBezTo>
                  <a:cubicBezTo>
                    <a:pt x="1607" y="379"/>
                    <a:pt x="1582" y="387"/>
                    <a:pt x="1568" y="400"/>
                  </a:cubicBezTo>
                  <a:cubicBezTo>
                    <a:pt x="1435" y="567"/>
                    <a:pt x="1335" y="734"/>
                    <a:pt x="1168" y="834"/>
                  </a:cubicBezTo>
                  <a:cubicBezTo>
                    <a:pt x="1082" y="920"/>
                    <a:pt x="822" y="1081"/>
                    <a:pt x="667" y="1081"/>
                  </a:cubicBezTo>
                  <a:cubicBezTo>
                    <a:pt x="642" y="1081"/>
                    <a:pt x="619" y="1077"/>
                    <a:pt x="601" y="1068"/>
                  </a:cubicBezTo>
                  <a:cubicBezTo>
                    <a:pt x="501" y="1034"/>
                    <a:pt x="501" y="734"/>
                    <a:pt x="501" y="634"/>
                  </a:cubicBezTo>
                  <a:cubicBezTo>
                    <a:pt x="501" y="400"/>
                    <a:pt x="501" y="134"/>
                    <a:pt x="734"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32"/>
            <p:cNvSpPr/>
            <p:nvPr/>
          </p:nvSpPr>
          <p:spPr>
            <a:xfrm>
              <a:off x="4632650" y="1735550"/>
              <a:ext cx="47550" cy="57350"/>
            </a:xfrm>
            <a:custGeom>
              <a:avLst/>
              <a:gdLst/>
              <a:ahLst/>
              <a:cxnLst/>
              <a:rect l="l" t="t" r="r" b="b"/>
              <a:pathLst>
                <a:path w="1902" h="2294" extrusionOk="0">
                  <a:moveTo>
                    <a:pt x="739" y="0"/>
                  </a:moveTo>
                  <a:cubicBezTo>
                    <a:pt x="736" y="0"/>
                    <a:pt x="734" y="4"/>
                    <a:pt x="734" y="13"/>
                  </a:cubicBezTo>
                  <a:cubicBezTo>
                    <a:pt x="234" y="513"/>
                    <a:pt x="0" y="1480"/>
                    <a:pt x="567" y="2081"/>
                  </a:cubicBezTo>
                  <a:cubicBezTo>
                    <a:pt x="727" y="2231"/>
                    <a:pt x="886" y="2294"/>
                    <a:pt x="1036" y="2294"/>
                  </a:cubicBezTo>
                  <a:cubicBezTo>
                    <a:pt x="1484" y="2294"/>
                    <a:pt x="1852" y="1738"/>
                    <a:pt x="1902" y="1313"/>
                  </a:cubicBezTo>
                  <a:cubicBezTo>
                    <a:pt x="1902" y="1271"/>
                    <a:pt x="1875" y="1229"/>
                    <a:pt x="1839" y="1229"/>
                  </a:cubicBezTo>
                  <a:cubicBezTo>
                    <a:pt x="1817" y="1229"/>
                    <a:pt x="1793" y="1243"/>
                    <a:pt x="1768" y="1280"/>
                  </a:cubicBezTo>
                  <a:cubicBezTo>
                    <a:pt x="1607" y="1534"/>
                    <a:pt x="1317" y="1932"/>
                    <a:pt x="1033" y="1932"/>
                  </a:cubicBezTo>
                  <a:cubicBezTo>
                    <a:pt x="906" y="1932"/>
                    <a:pt x="781" y="1853"/>
                    <a:pt x="667" y="1647"/>
                  </a:cubicBezTo>
                  <a:cubicBezTo>
                    <a:pt x="401" y="1147"/>
                    <a:pt x="501" y="580"/>
                    <a:pt x="768" y="113"/>
                  </a:cubicBezTo>
                  <a:cubicBezTo>
                    <a:pt x="768" y="38"/>
                    <a:pt x="749" y="0"/>
                    <a:pt x="739"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32"/>
            <p:cNvSpPr/>
            <p:nvPr/>
          </p:nvSpPr>
          <p:spPr>
            <a:xfrm>
              <a:off x="4687675" y="1408125"/>
              <a:ext cx="42350" cy="48025"/>
            </a:xfrm>
            <a:custGeom>
              <a:avLst/>
              <a:gdLst/>
              <a:ahLst/>
              <a:cxnLst/>
              <a:rect l="l" t="t" r="r" b="b"/>
              <a:pathLst>
                <a:path w="1694" h="1921" extrusionOk="0">
                  <a:moveTo>
                    <a:pt x="668" y="0"/>
                  </a:moveTo>
                  <a:lnTo>
                    <a:pt x="668" y="0"/>
                  </a:lnTo>
                  <a:cubicBezTo>
                    <a:pt x="201" y="267"/>
                    <a:pt x="1" y="1268"/>
                    <a:pt x="368" y="1701"/>
                  </a:cubicBezTo>
                  <a:cubicBezTo>
                    <a:pt x="491" y="1857"/>
                    <a:pt x="626" y="1920"/>
                    <a:pt x="761" y="1920"/>
                  </a:cubicBezTo>
                  <a:cubicBezTo>
                    <a:pt x="1176" y="1920"/>
                    <a:pt x="1593" y="1328"/>
                    <a:pt x="1669" y="1001"/>
                  </a:cubicBezTo>
                  <a:cubicBezTo>
                    <a:pt x="1694" y="926"/>
                    <a:pt x="1625" y="888"/>
                    <a:pt x="1561" y="888"/>
                  </a:cubicBezTo>
                  <a:cubicBezTo>
                    <a:pt x="1540" y="888"/>
                    <a:pt x="1519" y="892"/>
                    <a:pt x="1502" y="901"/>
                  </a:cubicBezTo>
                  <a:cubicBezTo>
                    <a:pt x="1369" y="1034"/>
                    <a:pt x="1202" y="1201"/>
                    <a:pt x="1068" y="1268"/>
                  </a:cubicBezTo>
                  <a:cubicBezTo>
                    <a:pt x="998" y="1338"/>
                    <a:pt x="896" y="1424"/>
                    <a:pt x="783" y="1424"/>
                  </a:cubicBezTo>
                  <a:cubicBezTo>
                    <a:pt x="735" y="1424"/>
                    <a:pt x="685" y="1408"/>
                    <a:pt x="635" y="1368"/>
                  </a:cubicBezTo>
                  <a:cubicBezTo>
                    <a:pt x="568" y="1334"/>
                    <a:pt x="535" y="1201"/>
                    <a:pt x="535" y="1101"/>
                  </a:cubicBezTo>
                  <a:cubicBezTo>
                    <a:pt x="468" y="701"/>
                    <a:pt x="635" y="367"/>
                    <a:pt x="668"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32"/>
            <p:cNvSpPr/>
            <p:nvPr/>
          </p:nvSpPr>
          <p:spPr>
            <a:xfrm>
              <a:off x="4851125" y="1443775"/>
              <a:ext cx="45525" cy="53225"/>
            </a:xfrm>
            <a:custGeom>
              <a:avLst/>
              <a:gdLst/>
              <a:ahLst/>
              <a:cxnLst/>
              <a:rect l="l" t="t" r="r" b="b"/>
              <a:pathLst>
                <a:path w="1821" h="2129" extrusionOk="0">
                  <a:moveTo>
                    <a:pt x="606" y="0"/>
                  </a:moveTo>
                  <a:cubicBezTo>
                    <a:pt x="551" y="0"/>
                    <a:pt x="501" y="25"/>
                    <a:pt x="468" y="75"/>
                  </a:cubicBezTo>
                  <a:cubicBezTo>
                    <a:pt x="1" y="509"/>
                    <a:pt x="1" y="1576"/>
                    <a:pt x="535" y="1977"/>
                  </a:cubicBezTo>
                  <a:cubicBezTo>
                    <a:pt x="656" y="2082"/>
                    <a:pt x="798" y="2128"/>
                    <a:pt x="939" y="2128"/>
                  </a:cubicBezTo>
                  <a:cubicBezTo>
                    <a:pt x="1380" y="2128"/>
                    <a:pt x="1820" y="1681"/>
                    <a:pt x="1669" y="1176"/>
                  </a:cubicBezTo>
                  <a:cubicBezTo>
                    <a:pt x="1669" y="1152"/>
                    <a:pt x="1635" y="1129"/>
                    <a:pt x="1592" y="1129"/>
                  </a:cubicBezTo>
                  <a:cubicBezTo>
                    <a:pt x="1574" y="1129"/>
                    <a:pt x="1555" y="1133"/>
                    <a:pt x="1535" y="1143"/>
                  </a:cubicBezTo>
                  <a:cubicBezTo>
                    <a:pt x="1376" y="1211"/>
                    <a:pt x="1202" y="1402"/>
                    <a:pt x="1075" y="1402"/>
                  </a:cubicBezTo>
                  <a:cubicBezTo>
                    <a:pt x="1016" y="1402"/>
                    <a:pt x="967" y="1360"/>
                    <a:pt x="935" y="1243"/>
                  </a:cubicBezTo>
                  <a:cubicBezTo>
                    <a:pt x="841" y="960"/>
                    <a:pt x="830" y="710"/>
                    <a:pt x="831" y="459"/>
                  </a:cubicBezTo>
                  <a:lnTo>
                    <a:pt x="831" y="459"/>
                  </a:lnTo>
                  <a:cubicBezTo>
                    <a:pt x="872" y="505"/>
                    <a:pt x="910" y="559"/>
                    <a:pt x="935" y="609"/>
                  </a:cubicBezTo>
                  <a:cubicBezTo>
                    <a:pt x="935" y="457"/>
                    <a:pt x="897" y="306"/>
                    <a:pt x="835" y="183"/>
                  </a:cubicBezTo>
                  <a:lnTo>
                    <a:pt x="835" y="183"/>
                  </a:lnTo>
                  <a:cubicBezTo>
                    <a:pt x="835" y="170"/>
                    <a:pt x="835" y="156"/>
                    <a:pt x="835" y="142"/>
                  </a:cubicBezTo>
                  <a:lnTo>
                    <a:pt x="835" y="142"/>
                  </a:lnTo>
                  <a:cubicBezTo>
                    <a:pt x="832" y="150"/>
                    <a:pt x="829" y="158"/>
                    <a:pt x="825" y="165"/>
                  </a:cubicBezTo>
                  <a:lnTo>
                    <a:pt x="825" y="165"/>
                  </a:lnTo>
                  <a:cubicBezTo>
                    <a:pt x="808" y="133"/>
                    <a:pt x="789" y="103"/>
                    <a:pt x="768" y="75"/>
                  </a:cubicBezTo>
                  <a:cubicBezTo>
                    <a:pt x="718" y="25"/>
                    <a:pt x="660" y="0"/>
                    <a:pt x="606"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32"/>
            <p:cNvSpPr/>
            <p:nvPr/>
          </p:nvSpPr>
          <p:spPr>
            <a:xfrm>
              <a:off x="4580500" y="1898225"/>
              <a:ext cx="52175" cy="50125"/>
            </a:xfrm>
            <a:custGeom>
              <a:avLst/>
              <a:gdLst/>
              <a:ahLst/>
              <a:cxnLst/>
              <a:rect l="l" t="t" r="r" b="b"/>
              <a:pathLst>
                <a:path w="2087" h="2005" extrusionOk="0">
                  <a:moveTo>
                    <a:pt x="752" y="1"/>
                  </a:moveTo>
                  <a:cubicBezTo>
                    <a:pt x="107" y="1"/>
                    <a:pt x="1" y="1233"/>
                    <a:pt x="318" y="1678"/>
                  </a:cubicBezTo>
                  <a:cubicBezTo>
                    <a:pt x="490" y="1910"/>
                    <a:pt x="704" y="2005"/>
                    <a:pt x="924" y="2005"/>
                  </a:cubicBezTo>
                  <a:cubicBezTo>
                    <a:pt x="1431" y="2005"/>
                    <a:pt x="1970" y="1500"/>
                    <a:pt x="2086" y="1011"/>
                  </a:cubicBezTo>
                  <a:cubicBezTo>
                    <a:pt x="2086" y="953"/>
                    <a:pt x="2012" y="871"/>
                    <a:pt x="1948" y="871"/>
                  </a:cubicBezTo>
                  <a:cubicBezTo>
                    <a:pt x="1938" y="871"/>
                    <a:pt x="1929" y="873"/>
                    <a:pt x="1920" y="877"/>
                  </a:cubicBezTo>
                  <a:cubicBezTo>
                    <a:pt x="1673" y="1015"/>
                    <a:pt x="1335" y="1445"/>
                    <a:pt x="1019" y="1445"/>
                  </a:cubicBezTo>
                  <a:cubicBezTo>
                    <a:pt x="951" y="1445"/>
                    <a:pt x="884" y="1425"/>
                    <a:pt x="819" y="1378"/>
                  </a:cubicBezTo>
                  <a:cubicBezTo>
                    <a:pt x="513" y="1195"/>
                    <a:pt x="543" y="592"/>
                    <a:pt x="807" y="363"/>
                  </a:cubicBezTo>
                  <a:lnTo>
                    <a:pt x="807" y="363"/>
                  </a:lnTo>
                  <a:cubicBezTo>
                    <a:pt x="810" y="368"/>
                    <a:pt x="814" y="373"/>
                    <a:pt x="819" y="377"/>
                  </a:cubicBezTo>
                  <a:cubicBezTo>
                    <a:pt x="835" y="410"/>
                    <a:pt x="869" y="427"/>
                    <a:pt x="898" y="427"/>
                  </a:cubicBezTo>
                  <a:cubicBezTo>
                    <a:pt x="927" y="427"/>
                    <a:pt x="952" y="410"/>
                    <a:pt x="952" y="377"/>
                  </a:cubicBezTo>
                  <a:cubicBezTo>
                    <a:pt x="952" y="344"/>
                    <a:pt x="986" y="277"/>
                    <a:pt x="986" y="210"/>
                  </a:cubicBezTo>
                  <a:cubicBezTo>
                    <a:pt x="1019" y="144"/>
                    <a:pt x="952" y="10"/>
                    <a:pt x="852" y="10"/>
                  </a:cubicBezTo>
                  <a:cubicBezTo>
                    <a:pt x="817" y="4"/>
                    <a:pt x="784" y="1"/>
                    <a:pt x="752"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32"/>
            <p:cNvSpPr/>
            <p:nvPr/>
          </p:nvSpPr>
          <p:spPr>
            <a:xfrm>
              <a:off x="4463350" y="1845100"/>
              <a:ext cx="44225" cy="35825"/>
            </a:xfrm>
            <a:custGeom>
              <a:avLst/>
              <a:gdLst/>
              <a:ahLst/>
              <a:cxnLst/>
              <a:rect l="l" t="t" r="r" b="b"/>
              <a:pathLst>
                <a:path w="1769" h="1433" extrusionOk="0">
                  <a:moveTo>
                    <a:pt x="968" y="0"/>
                  </a:moveTo>
                  <a:cubicBezTo>
                    <a:pt x="979" y="23"/>
                    <a:pt x="987" y="30"/>
                    <a:pt x="990" y="30"/>
                  </a:cubicBezTo>
                  <a:cubicBezTo>
                    <a:pt x="998" y="30"/>
                    <a:pt x="990" y="0"/>
                    <a:pt x="968" y="0"/>
                  </a:cubicBezTo>
                  <a:close/>
                  <a:moveTo>
                    <a:pt x="968" y="0"/>
                  </a:moveTo>
                  <a:cubicBezTo>
                    <a:pt x="468" y="200"/>
                    <a:pt x="1" y="734"/>
                    <a:pt x="368" y="1235"/>
                  </a:cubicBezTo>
                  <a:cubicBezTo>
                    <a:pt x="484" y="1374"/>
                    <a:pt x="649" y="1433"/>
                    <a:pt x="817" y="1433"/>
                  </a:cubicBezTo>
                  <a:cubicBezTo>
                    <a:pt x="890" y="1433"/>
                    <a:pt x="964" y="1422"/>
                    <a:pt x="1035" y="1401"/>
                  </a:cubicBezTo>
                  <a:cubicBezTo>
                    <a:pt x="1368" y="1235"/>
                    <a:pt x="1502" y="901"/>
                    <a:pt x="1702" y="634"/>
                  </a:cubicBezTo>
                  <a:cubicBezTo>
                    <a:pt x="1769" y="601"/>
                    <a:pt x="1702" y="567"/>
                    <a:pt x="1669" y="567"/>
                  </a:cubicBezTo>
                  <a:cubicBezTo>
                    <a:pt x="1502" y="634"/>
                    <a:pt x="1368" y="768"/>
                    <a:pt x="1302" y="901"/>
                  </a:cubicBezTo>
                  <a:cubicBezTo>
                    <a:pt x="1175" y="1027"/>
                    <a:pt x="1030" y="1192"/>
                    <a:pt x="851" y="1192"/>
                  </a:cubicBezTo>
                  <a:cubicBezTo>
                    <a:pt x="794" y="1192"/>
                    <a:pt x="733" y="1175"/>
                    <a:pt x="668" y="1134"/>
                  </a:cubicBezTo>
                  <a:cubicBezTo>
                    <a:pt x="501" y="1034"/>
                    <a:pt x="501" y="768"/>
                    <a:pt x="535" y="601"/>
                  </a:cubicBezTo>
                  <a:cubicBezTo>
                    <a:pt x="635" y="401"/>
                    <a:pt x="835" y="234"/>
                    <a:pt x="968"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32"/>
            <p:cNvSpPr/>
            <p:nvPr/>
          </p:nvSpPr>
          <p:spPr>
            <a:xfrm>
              <a:off x="4380800" y="1963050"/>
              <a:ext cx="58400" cy="39825"/>
            </a:xfrm>
            <a:custGeom>
              <a:avLst/>
              <a:gdLst/>
              <a:ahLst/>
              <a:cxnLst/>
              <a:rect l="l" t="t" r="r" b="b"/>
              <a:pathLst>
                <a:path w="2336" h="1593" extrusionOk="0">
                  <a:moveTo>
                    <a:pt x="1435" y="1"/>
                  </a:moveTo>
                  <a:cubicBezTo>
                    <a:pt x="956" y="1"/>
                    <a:pt x="451" y="290"/>
                    <a:pt x="101" y="553"/>
                  </a:cubicBezTo>
                  <a:cubicBezTo>
                    <a:pt x="0" y="586"/>
                    <a:pt x="0" y="720"/>
                    <a:pt x="0" y="820"/>
                  </a:cubicBezTo>
                  <a:cubicBezTo>
                    <a:pt x="140" y="1343"/>
                    <a:pt x="635" y="1592"/>
                    <a:pt x="1142" y="1592"/>
                  </a:cubicBezTo>
                  <a:cubicBezTo>
                    <a:pt x="1606" y="1592"/>
                    <a:pt x="2079" y="1384"/>
                    <a:pt x="2302" y="986"/>
                  </a:cubicBezTo>
                  <a:cubicBezTo>
                    <a:pt x="2335" y="920"/>
                    <a:pt x="2302" y="853"/>
                    <a:pt x="2235" y="853"/>
                  </a:cubicBezTo>
                  <a:cubicBezTo>
                    <a:pt x="2221" y="852"/>
                    <a:pt x="2206" y="852"/>
                    <a:pt x="2190" y="852"/>
                  </a:cubicBezTo>
                  <a:cubicBezTo>
                    <a:pt x="1824" y="852"/>
                    <a:pt x="1370" y="1082"/>
                    <a:pt x="991" y="1082"/>
                  </a:cubicBezTo>
                  <a:cubicBezTo>
                    <a:pt x="777" y="1082"/>
                    <a:pt x="586" y="1009"/>
                    <a:pt x="449" y="778"/>
                  </a:cubicBezTo>
                  <a:lnTo>
                    <a:pt x="449" y="778"/>
                  </a:lnTo>
                  <a:cubicBezTo>
                    <a:pt x="812" y="459"/>
                    <a:pt x="1182" y="327"/>
                    <a:pt x="1635" y="86"/>
                  </a:cubicBezTo>
                  <a:lnTo>
                    <a:pt x="1635" y="19"/>
                  </a:lnTo>
                  <a:cubicBezTo>
                    <a:pt x="1569" y="7"/>
                    <a:pt x="1502" y="1"/>
                    <a:pt x="1435"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2"/>
            <p:cNvSpPr/>
            <p:nvPr/>
          </p:nvSpPr>
          <p:spPr>
            <a:xfrm>
              <a:off x="4614300" y="1575750"/>
              <a:ext cx="47550" cy="51375"/>
            </a:xfrm>
            <a:custGeom>
              <a:avLst/>
              <a:gdLst/>
              <a:ahLst/>
              <a:cxnLst/>
              <a:rect l="l" t="t" r="r" b="b"/>
              <a:pathLst>
                <a:path w="1902" h="2055" extrusionOk="0">
                  <a:moveTo>
                    <a:pt x="625" y="1"/>
                  </a:moveTo>
                  <a:cubicBezTo>
                    <a:pt x="403" y="1"/>
                    <a:pt x="251" y="251"/>
                    <a:pt x="167" y="500"/>
                  </a:cubicBezTo>
                  <a:cubicBezTo>
                    <a:pt x="67" y="867"/>
                    <a:pt x="0" y="1334"/>
                    <a:pt x="234" y="1668"/>
                  </a:cubicBezTo>
                  <a:cubicBezTo>
                    <a:pt x="375" y="1902"/>
                    <a:pt x="647" y="2055"/>
                    <a:pt x="925" y="2055"/>
                  </a:cubicBezTo>
                  <a:cubicBezTo>
                    <a:pt x="1041" y="2055"/>
                    <a:pt x="1159" y="2027"/>
                    <a:pt x="1268" y="1968"/>
                  </a:cubicBezTo>
                  <a:cubicBezTo>
                    <a:pt x="1735" y="1701"/>
                    <a:pt x="1802" y="1167"/>
                    <a:pt x="1902" y="700"/>
                  </a:cubicBezTo>
                  <a:cubicBezTo>
                    <a:pt x="1902" y="643"/>
                    <a:pt x="1827" y="560"/>
                    <a:pt x="1764" y="560"/>
                  </a:cubicBezTo>
                  <a:cubicBezTo>
                    <a:pt x="1754" y="560"/>
                    <a:pt x="1744" y="562"/>
                    <a:pt x="1735" y="567"/>
                  </a:cubicBezTo>
                  <a:cubicBezTo>
                    <a:pt x="1568" y="700"/>
                    <a:pt x="1435" y="867"/>
                    <a:pt x="1301" y="1034"/>
                  </a:cubicBezTo>
                  <a:cubicBezTo>
                    <a:pt x="1245" y="1174"/>
                    <a:pt x="1072" y="1432"/>
                    <a:pt x="879" y="1432"/>
                  </a:cubicBezTo>
                  <a:cubicBezTo>
                    <a:pt x="843" y="1432"/>
                    <a:pt x="805" y="1422"/>
                    <a:pt x="768" y="1401"/>
                  </a:cubicBezTo>
                  <a:cubicBezTo>
                    <a:pt x="434" y="1234"/>
                    <a:pt x="401" y="300"/>
                    <a:pt x="734" y="167"/>
                  </a:cubicBezTo>
                  <a:cubicBezTo>
                    <a:pt x="801" y="167"/>
                    <a:pt x="801" y="67"/>
                    <a:pt x="768" y="33"/>
                  </a:cubicBezTo>
                  <a:cubicBezTo>
                    <a:pt x="717" y="11"/>
                    <a:pt x="670" y="1"/>
                    <a:pt x="625"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2"/>
            <p:cNvSpPr/>
            <p:nvPr/>
          </p:nvSpPr>
          <p:spPr>
            <a:xfrm>
              <a:off x="4875825" y="1295900"/>
              <a:ext cx="39900" cy="50650"/>
            </a:xfrm>
            <a:custGeom>
              <a:avLst/>
              <a:gdLst/>
              <a:ahLst/>
              <a:cxnLst/>
              <a:rect l="l" t="t" r="r" b="b"/>
              <a:pathLst>
                <a:path w="1596" h="2026" extrusionOk="0">
                  <a:moveTo>
                    <a:pt x="641" y="0"/>
                  </a:moveTo>
                  <a:cubicBezTo>
                    <a:pt x="112" y="0"/>
                    <a:pt x="0" y="880"/>
                    <a:pt x="147" y="1320"/>
                  </a:cubicBezTo>
                  <a:cubicBezTo>
                    <a:pt x="280" y="1654"/>
                    <a:pt x="481" y="1954"/>
                    <a:pt x="848" y="2021"/>
                  </a:cubicBezTo>
                  <a:cubicBezTo>
                    <a:pt x="878" y="2024"/>
                    <a:pt x="908" y="2026"/>
                    <a:pt x="937" y="2026"/>
                  </a:cubicBezTo>
                  <a:cubicBezTo>
                    <a:pt x="1200" y="2026"/>
                    <a:pt x="1428" y="1894"/>
                    <a:pt x="1548" y="1654"/>
                  </a:cubicBezTo>
                  <a:cubicBezTo>
                    <a:pt x="1595" y="1583"/>
                    <a:pt x="1542" y="1512"/>
                    <a:pt x="1484" y="1512"/>
                  </a:cubicBezTo>
                  <a:cubicBezTo>
                    <a:pt x="1459" y="1512"/>
                    <a:pt x="1434" y="1524"/>
                    <a:pt x="1415" y="1554"/>
                  </a:cubicBezTo>
                  <a:cubicBezTo>
                    <a:pt x="1322" y="1638"/>
                    <a:pt x="1226" y="1674"/>
                    <a:pt x="1134" y="1674"/>
                  </a:cubicBezTo>
                  <a:cubicBezTo>
                    <a:pt x="862" y="1674"/>
                    <a:pt x="614" y="1369"/>
                    <a:pt x="514" y="1120"/>
                  </a:cubicBezTo>
                  <a:cubicBezTo>
                    <a:pt x="381" y="720"/>
                    <a:pt x="347" y="53"/>
                    <a:pt x="881" y="53"/>
                  </a:cubicBezTo>
                  <a:cubicBezTo>
                    <a:pt x="793" y="17"/>
                    <a:pt x="713" y="0"/>
                    <a:pt x="641"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2"/>
            <p:cNvSpPr/>
            <p:nvPr/>
          </p:nvSpPr>
          <p:spPr>
            <a:xfrm>
              <a:off x="5045450" y="1334100"/>
              <a:ext cx="48375" cy="38275"/>
            </a:xfrm>
            <a:custGeom>
              <a:avLst/>
              <a:gdLst/>
              <a:ahLst/>
              <a:cxnLst/>
              <a:rect l="l" t="t" r="r" b="b"/>
              <a:pathLst>
                <a:path w="1935" h="1531" extrusionOk="0">
                  <a:moveTo>
                    <a:pt x="405" y="1"/>
                  </a:moveTo>
                  <a:cubicBezTo>
                    <a:pt x="375" y="1"/>
                    <a:pt x="350" y="9"/>
                    <a:pt x="334" y="26"/>
                  </a:cubicBezTo>
                  <a:cubicBezTo>
                    <a:pt x="0" y="493"/>
                    <a:pt x="434" y="1460"/>
                    <a:pt x="934" y="1527"/>
                  </a:cubicBezTo>
                  <a:cubicBezTo>
                    <a:pt x="956" y="1529"/>
                    <a:pt x="979" y="1530"/>
                    <a:pt x="1001" y="1530"/>
                  </a:cubicBezTo>
                  <a:cubicBezTo>
                    <a:pt x="1278" y="1530"/>
                    <a:pt x="1547" y="1345"/>
                    <a:pt x="1701" y="1160"/>
                  </a:cubicBezTo>
                  <a:cubicBezTo>
                    <a:pt x="1901" y="860"/>
                    <a:pt x="1935" y="559"/>
                    <a:pt x="1868" y="226"/>
                  </a:cubicBezTo>
                  <a:cubicBezTo>
                    <a:pt x="1868" y="189"/>
                    <a:pt x="1818" y="163"/>
                    <a:pt x="1773" y="163"/>
                  </a:cubicBezTo>
                  <a:cubicBezTo>
                    <a:pt x="1735" y="163"/>
                    <a:pt x="1701" y="181"/>
                    <a:pt x="1701" y="226"/>
                  </a:cubicBezTo>
                  <a:cubicBezTo>
                    <a:pt x="1671" y="495"/>
                    <a:pt x="1347" y="1085"/>
                    <a:pt x="1040" y="1085"/>
                  </a:cubicBezTo>
                  <a:cubicBezTo>
                    <a:pt x="1004" y="1085"/>
                    <a:pt x="969" y="1077"/>
                    <a:pt x="934" y="1060"/>
                  </a:cubicBezTo>
                  <a:cubicBezTo>
                    <a:pt x="834" y="993"/>
                    <a:pt x="667" y="726"/>
                    <a:pt x="601" y="626"/>
                  </a:cubicBezTo>
                  <a:cubicBezTo>
                    <a:pt x="566" y="524"/>
                    <a:pt x="550" y="422"/>
                    <a:pt x="528" y="324"/>
                  </a:cubicBezTo>
                  <a:lnTo>
                    <a:pt x="528" y="324"/>
                  </a:lnTo>
                  <a:cubicBezTo>
                    <a:pt x="576" y="315"/>
                    <a:pt x="601" y="283"/>
                    <a:pt x="601" y="226"/>
                  </a:cubicBezTo>
                  <a:cubicBezTo>
                    <a:pt x="567" y="159"/>
                    <a:pt x="534" y="59"/>
                    <a:pt x="500" y="26"/>
                  </a:cubicBezTo>
                  <a:cubicBezTo>
                    <a:pt x="467" y="9"/>
                    <a:pt x="434" y="1"/>
                    <a:pt x="405"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2"/>
            <p:cNvSpPr/>
            <p:nvPr/>
          </p:nvSpPr>
          <p:spPr>
            <a:xfrm>
              <a:off x="4885375" y="1095475"/>
              <a:ext cx="46675" cy="58000"/>
            </a:xfrm>
            <a:custGeom>
              <a:avLst/>
              <a:gdLst/>
              <a:ahLst/>
              <a:cxnLst/>
              <a:rect l="l" t="t" r="r" b="b"/>
              <a:pathLst>
                <a:path w="1867" h="2320" extrusionOk="0">
                  <a:moveTo>
                    <a:pt x="1290" y="0"/>
                  </a:moveTo>
                  <a:cubicBezTo>
                    <a:pt x="1176" y="0"/>
                    <a:pt x="1063" y="18"/>
                    <a:pt x="999" y="31"/>
                  </a:cubicBezTo>
                  <a:cubicBezTo>
                    <a:pt x="532" y="97"/>
                    <a:pt x="232" y="531"/>
                    <a:pt x="132" y="931"/>
                  </a:cubicBezTo>
                  <a:cubicBezTo>
                    <a:pt x="1" y="1667"/>
                    <a:pt x="614" y="2319"/>
                    <a:pt x="1271" y="2319"/>
                  </a:cubicBezTo>
                  <a:cubicBezTo>
                    <a:pt x="1449" y="2319"/>
                    <a:pt x="1630" y="2272"/>
                    <a:pt x="1800" y="2165"/>
                  </a:cubicBezTo>
                  <a:cubicBezTo>
                    <a:pt x="1867" y="2099"/>
                    <a:pt x="1833" y="1999"/>
                    <a:pt x="1766" y="1999"/>
                  </a:cubicBezTo>
                  <a:cubicBezTo>
                    <a:pt x="1740" y="2001"/>
                    <a:pt x="1714" y="2001"/>
                    <a:pt x="1687" y="2001"/>
                  </a:cubicBezTo>
                  <a:cubicBezTo>
                    <a:pt x="1234" y="2001"/>
                    <a:pt x="693" y="1741"/>
                    <a:pt x="599" y="1332"/>
                  </a:cubicBezTo>
                  <a:cubicBezTo>
                    <a:pt x="499" y="1031"/>
                    <a:pt x="599" y="764"/>
                    <a:pt x="766" y="531"/>
                  </a:cubicBezTo>
                  <a:cubicBezTo>
                    <a:pt x="766" y="531"/>
                    <a:pt x="1258" y="121"/>
                    <a:pt x="1503" y="121"/>
                  </a:cubicBezTo>
                  <a:cubicBezTo>
                    <a:pt x="1570" y="121"/>
                    <a:pt x="1619" y="152"/>
                    <a:pt x="1633" y="231"/>
                  </a:cubicBezTo>
                  <a:cubicBezTo>
                    <a:pt x="1654" y="46"/>
                    <a:pt x="1472" y="0"/>
                    <a:pt x="1290"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2"/>
            <p:cNvSpPr/>
            <p:nvPr/>
          </p:nvSpPr>
          <p:spPr>
            <a:xfrm>
              <a:off x="5194175" y="1195950"/>
              <a:ext cx="34750" cy="44175"/>
            </a:xfrm>
            <a:custGeom>
              <a:avLst/>
              <a:gdLst/>
              <a:ahLst/>
              <a:cxnLst/>
              <a:rect l="l" t="t" r="r" b="b"/>
              <a:pathLst>
                <a:path w="1390" h="1767" extrusionOk="0">
                  <a:moveTo>
                    <a:pt x="749" y="1"/>
                  </a:moveTo>
                  <a:cubicBezTo>
                    <a:pt x="712" y="1"/>
                    <a:pt x="675" y="24"/>
                    <a:pt x="723" y="48"/>
                  </a:cubicBezTo>
                  <a:cubicBezTo>
                    <a:pt x="889" y="415"/>
                    <a:pt x="1256" y="982"/>
                    <a:pt x="923" y="1349"/>
                  </a:cubicBezTo>
                  <a:cubicBezTo>
                    <a:pt x="823" y="1482"/>
                    <a:pt x="656" y="1549"/>
                    <a:pt x="489" y="1549"/>
                  </a:cubicBezTo>
                  <a:cubicBezTo>
                    <a:pt x="166" y="1549"/>
                    <a:pt x="218" y="1080"/>
                    <a:pt x="403" y="1080"/>
                  </a:cubicBezTo>
                  <a:cubicBezTo>
                    <a:pt x="410" y="1080"/>
                    <a:pt x="416" y="1081"/>
                    <a:pt x="422" y="1082"/>
                  </a:cubicBezTo>
                  <a:cubicBezTo>
                    <a:pt x="386" y="1064"/>
                    <a:pt x="349" y="1055"/>
                    <a:pt x="312" y="1055"/>
                  </a:cubicBezTo>
                  <a:cubicBezTo>
                    <a:pt x="147" y="1055"/>
                    <a:pt x="1" y="1224"/>
                    <a:pt x="55" y="1415"/>
                  </a:cubicBezTo>
                  <a:cubicBezTo>
                    <a:pt x="83" y="1637"/>
                    <a:pt x="294" y="1766"/>
                    <a:pt x="498" y="1766"/>
                  </a:cubicBezTo>
                  <a:cubicBezTo>
                    <a:pt x="540" y="1766"/>
                    <a:pt x="582" y="1760"/>
                    <a:pt x="622" y="1749"/>
                  </a:cubicBezTo>
                  <a:cubicBezTo>
                    <a:pt x="889" y="1716"/>
                    <a:pt x="1123" y="1549"/>
                    <a:pt x="1223" y="1315"/>
                  </a:cubicBezTo>
                  <a:cubicBezTo>
                    <a:pt x="1390" y="848"/>
                    <a:pt x="1056" y="348"/>
                    <a:pt x="789" y="14"/>
                  </a:cubicBezTo>
                  <a:cubicBezTo>
                    <a:pt x="780" y="5"/>
                    <a:pt x="764" y="1"/>
                    <a:pt x="749"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5" name="Google Shape;2335;p32"/>
          <p:cNvGrpSpPr/>
          <p:nvPr/>
        </p:nvGrpSpPr>
        <p:grpSpPr>
          <a:xfrm rot="5399656">
            <a:off x="-721237" y="1553118"/>
            <a:ext cx="1902875" cy="5703384"/>
            <a:chOff x="4887175" y="20575"/>
            <a:chExt cx="1902875" cy="5707950"/>
          </a:xfrm>
        </p:grpSpPr>
        <p:sp>
          <p:nvSpPr>
            <p:cNvPr id="2336" name="Google Shape;2336;p32"/>
            <p:cNvSpPr/>
            <p:nvPr/>
          </p:nvSpPr>
          <p:spPr>
            <a:xfrm>
              <a:off x="5606675" y="2727400"/>
              <a:ext cx="10875" cy="58400"/>
            </a:xfrm>
            <a:custGeom>
              <a:avLst/>
              <a:gdLst/>
              <a:ahLst/>
              <a:cxnLst/>
              <a:rect l="l" t="t" r="r" b="b"/>
              <a:pathLst>
                <a:path w="435" h="2336" extrusionOk="0">
                  <a:moveTo>
                    <a:pt x="134" y="0"/>
                  </a:moveTo>
                  <a:lnTo>
                    <a:pt x="0" y="2335"/>
                  </a:lnTo>
                  <a:cubicBezTo>
                    <a:pt x="401" y="1601"/>
                    <a:pt x="434" y="767"/>
                    <a:pt x="134"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2"/>
            <p:cNvSpPr/>
            <p:nvPr/>
          </p:nvSpPr>
          <p:spPr>
            <a:xfrm>
              <a:off x="5584150" y="2719300"/>
              <a:ext cx="59250" cy="85825"/>
            </a:xfrm>
            <a:custGeom>
              <a:avLst/>
              <a:gdLst/>
              <a:ahLst/>
              <a:cxnLst/>
              <a:rect l="l" t="t" r="r" b="b"/>
              <a:pathLst>
                <a:path w="2370" h="3433" extrusionOk="0">
                  <a:moveTo>
                    <a:pt x="1106" y="1"/>
                  </a:moveTo>
                  <a:cubicBezTo>
                    <a:pt x="791" y="1"/>
                    <a:pt x="491" y="167"/>
                    <a:pt x="401" y="524"/>
                  </a:cubicBezTo>
                  <a:cubicBezTo>
                    <a:pt x="334" y="825"/>
                    <a:pt x="301" y="1125"/>
                    <a:pt x="234" y="1458"/>
                  </a:cubicBezTo>
                  <a:cubicBezTo>
                    <a:pt x="168" y="1825"/>
                    <a:pt x="1" y="2126"/>
                    <a:pt x="34" y="2492"/>
                  </a:cubicBezTo>
                  <a:cubicBezTo>
                    <a:pt x="57" y="3041"/>
                    <a:pt x="518" y="3432"/>
                    <a:pt x="1009" y="3432"/>
                  </a:cubicBezTo>
                  <a:cubicBezTo>
                    <a:pt x="1236" y="3432"/>
                    <a:pt x="1469" y="3349"/>
                    <a:pt x="1669" y="3160"/>
                  </a:cubicBezTo>
                  <a:cubicBezTo>
                    <a:pt x="2369" y="2492"/>
                    <a:pt x="2336" y="1125"/>
                    <a:pt x="1835" y="358"/>
                  </a:cubicBezTo>
                  <a:cubicBezTo>
                    <a:pt x="1665" y="125"/>
                    <a:pt x="1380" y="1"/>
                    <a:pt x="1106"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2"/>
            <p:cNvSpPr/>
            <p:nvPr/>
          </p:nvSpPr>
          <p:spPr>
            <a:xfrm>
              <a:off x="5076550" y="2553400"/>
              <a:ext cx="1609175" cy="1719875"/>
            </a:xfrm>
            <a:custGeom>
              <a:avLst/>
              <a:gdLst/>
              <a:ahLst/>
              <a:cxnLst/>
              <a:rect l="l" t="t" r="r" b="b"/>
              <a:pathLst>
                <a:path w="64367" h="68795" extrusionOk="0">
                  <a:moveTo>
                    <a:pt x="2581" y="1"/>
                  </a:moveTo>
                  <a:cubicBezTo>
                    <a:pt x="2493" y="1"/>
                    <a:pt x="2425" y="103"/>
                    <a:pt x="2425" y="222"/>
                  </a:cubicBezTo>
                  <a:cubicBezTo>
                    <a:pt x="2492" y="1456"/>
                    <a:pt x="2992" y="2490"/>
                    <a:pt x="3693" y="3424"/>
                  </a:cubicBezTo>
                  <a:cubicBezTo>
                    <a:pt x="2659" y="2824"/>
                    <a:pt x="1625" y="2257"/>
                    <a:pt x="591" y="1723"/>
                  </a:cubicBezTo>
                  <a:cubicBezTo>
                    <a:pt x="540" y="1694"/>
                    <a:pt x="482" y="1681"/>
                    <a:pt x="424" y="1681"/>
                  </a:cubicBezTo>
                  <a:cubicBezTo>
                    <a:pt x="212" y="1681"/>
                    <a:pt x="0" y="1855"/>
                    <a:pt x="157" y="2090"/>
                  </a:cubicBezTo>
                  <a:cubicBezTo>
                    <a:pt x="1191" y="3791"/>
                    <a:pt x="3459" y="5326"/>
                    <a:pt x="5628" y="5326"/>
                  </a:cubicBezTo>
                  <a:cubicBezTo>
                    <a:pt x="6295" y="5960"/>
                    <a:pt x="7029" y="6493"/>
                    <a:pt x="7696" y="7060"/>
                  </a:cubicBezTo>
                  <a:cubicBezTo>
                    <a:pt x="10398" y="9162"/>
                    <a:pt x="13200" y="11263"/>
                    <a:pt x="16302" y="12798"/>
                  </a:cubicBezTo>
                  <a:cubicBezTo>
                    <a:pt x="18971" y="14132"/>
                    <a:pt x="21739" y="15166"/>
                    <a:pt x="24474" y="16434"/>
                  </a:cubicBezTo>
                  <a:cubicBezTo>
                    <a:pt x="27343" y="17768"/>
                    <a:pt x="30078" y="19469"/>
                    <a:pt x="32747" y="21237"/>
                  </a:cubicBezTo>
                  <a:cubicBezTo>
                    <a:pt x="32914" y="21304"/>
                    <a:pt x="33047" y="21437"/>
                    <a:pt x="33214" y="21504"/>
                  </a:cubicBezTo>
                  <a:cubicBezTo>
                    <a:pt x="32480" y="21671"/>
                    <a:pt x="31813" y="22071"/>
                    <a:pt x="31079" y="22271"/>
                  </a:cubicBezTo>
                  <a:cubicBezTo>
                    <a:pt x="30045" y="22571"/>
                    <a:pt x="29011" y="22805"/>
                    <a:pt x="27910" y="23005"/>
                  </a:cubicBezTo>
                  <a:cubicBezTo>
                    <a:pt x="26925" y="23193"/>
                    <a:pt x="25903" y="23336"/>
                    <a:pt x="24889" y="23336"/>
                  </a:cubicBezTo>
                  <a:cubicBezTo>
                    <a:pt x="23741" y="23336"/>
                    <a:pt x="22602" y="23152"/>
                    <a:pt x="21539" y="22638"/>
                  </a:cubicBezTo>
                  <a:cubicBezTo>
                    <a:pt x="18804" y="21304"/>
                    <a:pt x="16902" y="18602"/>
                    <a:pt x="13733" y="18102"/>
                  </a:cubicBezTo>
                  <a:cubicBezTo>
                    <a:pt x="13721" y="18100"/>
                    <a:pt x="13709" y="18100"/>
                    <a:pt x="13697" y="18100"/>
                  </a:cubicBezTo>
                  <a:cubicBezTo>
                    <a:pt x="13386" y="18100"/>
                    <a:pt x="13207" y="18510"/>
                    <a:pt x="13400" y="18735"/>
                  </a:cubicBezTo>
                  <a:cubicBezTo>
                    <a:pt x="16369" y="21738"/>
                    <a:pt x="19638" y="24906"/>
                    <a:pt x="23974" y="25674"/>
                  </a:cubicBezTo>
                  <a:cubicBezTo>
                    <a:pt x="25158" y="25907"/>
                    <a:pt x="26376" y="25991"/>
                    <a:pt x="27593" y="25991"/>
                  </a:cubicBezTo>
                  <a:cubicBezTo>
                    <a:pt x="28811" y="25991"/>
                    <a:pt x="30028" y="25907"/>
                    <a:pt x="31213" y="25807"/>
                  </a:cubicBezTo>
                  <a:cubicBezTo>
                    <a:pt x="33414" y="25607"/>
                    <a:pt x="35683" y="25240"/>
                    <a:pt x="37817" y="24573"/>
                  </a:cubicBezTo>
                  <a:cubicBezTo>
                    <a:pt x="41253" y="27008"/>
                    <a:pt x="44656" y="29677"/>
                    <a:pt x="47391" y="32845"/>
                  </a:cubicBezTo>
                  <a:cubicBezTo>
                    <a:pt x="51427" y="37482"/>
                    <a:pt x="54162" y="43186"/>
                    <a:pt x="55997" y="49024"/>
                  </a:cubicBezTo>
                  <a:cubicBezTo>
                    <a:pt x="57998" y="55462"/>
                    <a:pt x="58866" y="62100"/>
                    <a:pt x="60167" y="68671"/>
                  </a:cubicBezTo>
                  <a:cubicBezTo>
                    <a:pt x="60181" y="68758"/>
                    <a:pt x="60233" y="68795"/>
                    <a:pt x="60288" y="68795"/>
                  </a:cubicBezTo>
                  <a:cubicBezTo>
                    <a:pt x="60359" y="68795"/>
                    <a:pt x="60434" y="68732"/>
                    <a:pt x="60434" y="68638"/>
                  </a:cubicBezTo>
                  <a:cubicBezTo>
                    <a:pt x="60434" y="68504"/>
                    <a:pt x="60400" y="68438"/>
                    <a:pt x="60400" y="68304"/>
                  </a:cubicBezTo>
                  <a:lnTo>
                    <a:pt x="64036" y="56629"/>
                  </a:lnTo>
                  <a:cubicBezTo>
                    <a:pt x="64050" y="56633"/>
                    <a:pt x="64065" y="56634"/>
                    <a:pt x="64080" y="56634"/>
                  </a:cubicBezTo>
                  <a:cubicBezTo>
                    <a:pt x="64209" y="56634"/>
                    <a:pt x="64366" y="56512"/>
                    <a:pt x="64336" y="56362"/>
                  </a:cubicBezTo>
                  <a:cubicBezTo>
                    <a:pt x="63502" y="50458"/>
                    <a:pt x="61434" y="44521"/>
                    <a:pt x="58699" y="39183"/>
                  </a:cubicBezTo>
                  <a:cubicBezTo>
                    <a:pt x="56264" y="34480"/>
                    <a:pt x="53095" y="30244"/>
                    <a:pt x="48825" y="27075"/>
                  </a:cubicBezTo>
                  <a:cubicBezTo>
                    <a:pt x="46357" y="25207"/>
                    <a:pt x="43688" y="23639"/>
                    <a:pt x="41053" y="22004"/>
                  </a:cubicBezTo>
                  <a:cubicBezTo>
                    <a:pt x="38585" y="20437"/>
                    <a:pt x="36150" y="18869"/>
                    <a:pt x="33581" y="17468"/>
                  </a:cubicBezTo>
                  <a:cubicBezTo>
                    <a:pt x="30012" y="15466"/>
                    <a:pt x="26342" y="13665"/>
                    <a:pt x="22573" y="12097"/>
                  </a:cubicBezTo>
                  <a:cubicBezTo>
                    <a:pt x="22473" y="11597"/>
                    <a:pt x="22340" y="11097"/>
                    <a:pt x="22173" y="10630"/>
                  </a:cubicBezTo>
                  <a:cubicBezTo>
                    <a:pt x="21639" y="9095"/>
                    <a:pt x="20839" y="7727"/>
                    <a:pt x="19538" y="6660"/>
                  </a:cubicBezTo>
                  <a:cubicBezTo>
                    <a:pt x="19487" y="6624"/>
                    <a:pt x="19433" y="6608"/>
                    <a:pt x="19380" y="6608"/>
                  </a:cubicBezTo>
                  <a:cubicBezTo>
                    <a:pt x="19189" y="6608"/>
                    <a:pt x="19011" y="6811"/>
                    <a:pt x="19037" y="6994"/>
                  </a:cubicBezTo>
                  <a:cubicBezTo>
                    <a:pt x="19304" y="8428"/>
                    <a:pt x="19704" y="9796"/>
                    <a:pt x="20205" y="11130"/>
                  </a:cubicBezTo>
                  <a:cubicBezTo>
                    <a:pt x="19337" y="10763"/>
                    <a:pt x="18403" y="10429"/>
                    <a:pt x="17536" y="10096"/>
                  </a:cubicBezTo>
                  <a:cubicBezTo>
                    <a:pt x="14701" y="9062"/>
                    <a:pt x="11999" y="7794"/>
                    <a:pt x="9530" y="5993"/>
                  </a:cubicBezTo>
                  <a:cubicBezTo>
                    <a:pt x="7062" y="4225"/>
                    <a:pt x="4860" y="2157"/>
                    <a:pt x="2692" y="55"/>
                  </a:cubicBezTo>
                  <a:cubicBezTo>
                    <a:pt x="2654" y="17"/>
                    <a:pt x="2616" y="1"/>
                    <a:pt x="2581"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32"/>
            <p:cNvSpPr/>
            <p:nvPr/>
          </p:nvSpPr>
          <p:spPr>
            <a:xfrm>
              <a:off x="5588325" y="2509750"/>
              <a:ext cx="100925" cy="239350"/>
            </a:xfrm>
            <a:custGeom>
              <a:avLst/>
              <a:gdLst/>
              <a:ahLst/>
              <a:cxnLst/>
              <a:rect l="l" t="t" r="r" b="b"/>
              <a:pathLst>
                <a:path w="4037" h="9574" extrusionOk="0">
                  <a:moveTo>
                    <a:pt x="3536" y="0"/>
                  </a:moveTo>
                  <a:lnTo>
                    <a:pt x="3536" y="0"/>
                  </a:lnTo>
                  <a:cubicBezTo>
                    <a:pt x="1068" y="2368"/>
                    <a:pt x="1" y="6171"/>
                    <a:pt x="835" y="9540"/>
                  </a:cubicBezTo>
                  <a:lnTo>
                    <a:pt x="1068" y="9574"/>
                  </a:lnTo>
                  <a:cubicBezTo>
                    <a:pt x="2236" y="9407"/>
                    <a:pt x="3203" y="8406"/>
                    <a:pt x="3637" y="7305"/>
                  </a:cubicBezTo>
                  <a:cubicBezTo>
                    <a:pt x="4037" y="6138"/>
                    <a:pt x="4003" y="4870"/>
                    <a:pt x="3870" y="3669"/>
                  </a:cubicBezTo>
                  <a:cubicBezTo>
                    <a:pt x="3737" y="2468"/>
                    <a:pt x="3503" y="1234"/>
                    <a:pt x="35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32"/>
            <p:cNvSpPr/>
            <p:nvPr/>
          </p:nvSpPr>
          <p:spPr>
            <a:xfrm>
              <a:off x="5575825" y="2500200"/>
              <a:ext cx="129550" cy="255325"/>
            </a:xfrm>
            <a:custGeom>
              <a:avLst/>
              <a:gdLst/>
              <a:ahLst/>
              <a:cxnLst/>
              <a:rect l="l" t="t" r="r" b="b"/>
              <a:pathLst>
                <a:path w="5182" h="10213" extrusionOk="0">
                  <a:moveTo>
                    <a:pt x="3755" y="1114"/>
                  </a:moveTo>
                  <a:lnTo>
                    <a:pt x="3755" y="1114"/>
                  </a:lnTo>
                  <a:cubicBezTo>
                    <a:pt x="3933" y="4354"/>
                    <a:pt x="5182" y="8092"/>
                    <a:pt x="1672" y="9823"/>
                  </a:cubicBezTo>
                  <a:lnTo>
                    <a:pt x="1672" y="9823"/>
                  </a:lnTo>
                  <a:cubicBezTo>
                    <a:pt x="1671" y="9812"/>
                    <a:pt x="1670" y="9801"/>
                    <a:pt x="1668" y="9789"/>
                  </a:cubicBezTo>
                  <a:cubicBezTo>
                    <a:pt x="1171" y="6622"/>
                    <a:pt x="1715" y="3542"/>
                    <a:pt x="3755" y="1114"/>
                  </a:cubicBezTo>
                  <a:close/>
                  <a:moveTo>
                    <a:pt x="4055" y="1"/>
                  </a:moveTo>
                  <a:cubicBezTo>
                    <a:pt x="3991" y="1"/>
                    <a:pt x="3926" y="25"/>
                    <a:pt x="3870" y="82"/>
                  </a:cubicBezTo>
                  <a:cubicBezTo>
                    <a:pt x="1401" y="2550"/>
                    <a:pt x="0" y="6420"/>
                    <a:pt x="1001" y="9922"/>
                  </a:cubicBezTo>
                  <a:cubicBezTo>
                    <a:pt x="1058" y="10123"/>
                    <a:pt x="1202" y="10213"/>
                    <a:pt x="1342" y="10213"/>
                  </a:cubicBezTo>
                  <a:cubicBezTo>
                    <a:pt x="1484" y="10213"/>
                    <a:pt x="1623" y="10120"/>
                    <a:pt x="1662" y="9956"/>
                  </a:cubicBezTo>
                  <a:lnTo>
                    <a:pt x="1662" y="9956"/>
                  </a:lnTo>
                  <a:cubicBezTo>
                    <a:pt x="3197" y="9950"/>
                    <a:pt x="4241" y="8470"/>
                    <a:pt x="4570" y="7087"/>
                  </a:cubicBezTo>
                  <a:cubicBezTo>
                    <a:pt x="5071" y="4885"/>
                    <a:pt x="4337" y="2584"/>
                    <a:pt x="4370" y="349"/>
                  </a:cubicBezTo>
                  <a:cubicBezTo>
                    <a:pt x="4370" y="157"/>
                    <a:pt x="4216" y="1"/>
                    <a:pt x="40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2"/>
            <p:cNvSpPr/>
            <p:nvPr/>
          </p:nvSpPr>
          <p:spPr>
            <a:xfrm>
              <a:off x="5603750" y="2529775"/>
              <a:ext cx="63525" cy="226600"/>
            </a:xfrm>
            <a:custGeom>
              <a:avLst/>
              <a:gdLst/>
              <a:ahLst/>
              <a:cxnLst/>
              <a:rect l="l" t="t" r="r" b="b"/>
              <a:pathLst>
                <a:path w="2541" h="9064" extrusionOk="0">
                  <a:moveTo>
                    <a:pt x="2326" y="1"/>
                  </a:moveTo>
                  <a:cubicBezTo>
                    <a:pt x="2275" y="1"/>
                    <a:pt x="2231" y="30"/>
                    <a:pt x="2219" y="100"/>
                  </a:cubicBezTo>
                  <a:cubicBezTo>
                    <a:pt x="1785" y="1401"/>
                    <a:pt x="1852" y="2835"/>
                    <a:pt x="1585" y="4169"/>
                  </a:cubicBezTo>
                  <a:cubicBezTo>
                    <a:pt x="1285" y="5737"/>
                    <a:pt x="751" y="7338"/>
                    <a:pt x="84" y="8839"/>
                  </a:cubicBezTo>
                  <a:cubicBezTo>
                    <a:pt x="1" y="8964"/>
                    <a:pt x="99" y="9063"/>
                    <a:pt x="210" y="9063"/>
                  </a:cubicBezTo>
                  <a:cubicBezTo>
                    <a:pt x="276" y="9063"/>
                    <a:pt x="347" y="9027"/>
                    <a:pt x="384" y="8939"/>
                  </a:cubicBezTo>
                  <a:cubicBezTo>
                    <a:pt x="985" y="7572"/>
                    <a:pt x="1485" y="6104"/>
                    <a:pt x="1819" y="4603"/>
                  </a:cubicBezTo>
                  <a:cubicBezTo>
                    <a:pt x="2119" y="3202"/>
                    <a:pt x="2052" y="1601"/>
                    <a:pt x="2519" y="233"/>
                  </a:cubicBezTo>
                  <a:cubicBezTo>
                    <a:pt x="2541" y="103"/>
                    <a:pt x="2421" y="1"/>
                    <a:pt x="23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32"/>
            <p:cNvSpPr/>
            <p:nvPr/>
          </p:nvSpPr>
          <p:spPr>
            <a:xfrm>
              <a:off x="5611475" y="2702100"/>
              <a:ext cx="51375" cy="29750"/>
            </a:xfrm>
            <a:custGeom>
              <a:avLst/>
              <a:gdLst/>
              <a:ahLst/>
              <a:cxnLst/>
              <a:rect l="l" t="t" r="r" b="b"/>
              <a:pathLst>
                <a:path w="2055" h="1190" extrusionOk="0">
                  <a:moveTo>
                    <a:pt x="1797" y="1"/>
                  </a:moveTo>
                  <a:cubicBezTo>
                    <a:pt x="1780" y="1"/>
                    <a:pt x="1761" y="4"/>
                    <a:pt x="1743" y="12"/>
                  </a:cubicBezTo>
                  <a:cubicBezTo>
                    <a:pt x="1243" y="345"/>
                    <a:pt x="742" y="645"/>
                    <a:pt x="209" y="879"/>
                  </a:cubicBezTo>
                  <a:cubicBezTo>
                    <a:pt x="1" y="968"/>
                    <a:pt x="84" y="1190"/>
                    <a:pt x="246" y="1190"/>
                  </a:cubicBezTo>
                  <a:cubicBezTo>
                    <a:pt x="266" y="1190"/>
                    <a:pt x="287" y="1186"/>
                    <a:pt x="309" y="1179"/>
                  </a:cubicBezTo>
                  <a:cubicBezTo>
                    <a:pt x="876" y="946"/>
                    <a:pt x="1376" y="645"/>
                    <a:pt x="1877" y="312"/>
                  </a:cubicBezTo>
                  <a:cubicBezTo>
                    <a:pt x="2055" y="223"/>
                    <a:pt x="1942" y="1"/>
                    <a:pt x="17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32"/>
            <p:cNvSpPr/>
            <p:nvPr/>
          </p:nvSpPr>
          <p:spPr>
            <a:xfrm>
              <a:off x="5599000" y="2679575"/>
              <a:ext cx="24875" cy="51550"/>
            </a:xfrm>
            <a:custGeom>
              <a:avLst/>
              <a:gdLst/>
              <a:ahLst/>
              <a:cxnLst/>
              <a:rect l="l" t="t" r="r" b="b"/>
              <a:pathLst>
                <a:path w="995" h="2062" extrusionOk="0">
                  <a:moveTo>
                    <a:pt x="212" y="1"/>
                  </a:moveTo>
                  <a:cubicBezTo>
                    <a:pt x="107" y="1"/>
                    <a:pt x="0" y="78"/>
                    <a:pt x="41" y="179"/>
                  </a:cubicBezTo>
                  <a:cubicBezTo>
                    <a:pt x="107" y="846"/>
                    <a:pt x="307" y="1413"/>
                    <a:pt x="608" y="1947"/>
                  </a:cubicBezTo>
                  <a:cubicBezTo>
                    <a:pt x="643" y="2029"/>
                    <a:pt x="708" y="2062"/>
                    <a:pt x="771" y="2062"/>
                  </a:cubicBezTo>
                  <a:cubicBezTo>
                    <a:pt x="886" y="2062"/>
                    <a:pt x="994" y="1954"/>
                    <a:pt x="908" y="1847"/>
                  </a:cubicBezTo>
                  <a:cubicBezTo>
                    <a:pt x="608" y="1279"/>
                    <a:pt x="441" y="712"/>
                    <a:pt x="374" y="112"/>
                  </a:cubicBezTo>
                  <a:cubicBezTo>
                    <a:pt x="348" y="33"/>
                    <a:pt x="280" y="1"/>
                    <a:pt x="2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32"/>
            <p:cNvSpPr/>
            <p:nvPr/>
          </p:nvSpPr>
          <p:spPr>
            <a:xfrm>
              <a:off x="5631575" y="2642550"/>
              <a:ext cx="47800" cy="27825"/>
            </a:xfrm>
            <a:custGeom>
              <a:avLst/>
              <a:gdLst/>
              <a:ahLst/>
              <a:cxnLst/>
              <a:rect l="l" t="t" r="r" b="b"/>
              <a:pathLst>
                <a:path w="1912" h="1113" extrusionOk="0">
                  <a:moveTo>
                    <a:pt x="1659" y="1"/>
                  </a:moveTo>
                  <a:cubicBezTo>
                    <a:pt x="1631" y="1"/>
                    <a:pt x="1601" y="8"/>
                    <a:pt x="1573" y="25"/>
                  </a:cubicBezTo>
                  <a:cubicBezTo>
                    <a:pt x="1106" y="325"/>
                    <a:pt x="639" y="559"/>
                    <a:pt x="172" y="826"/>
                  </a:cubicBezTo>
                  <a:cubicBezTo>
                    <a:pt x="0" y="883"/>
                    <a:pt x="74" y="1113"/>
                    <a:pt x="226" y="1113"/>
                  </a:cubicBezTo>
                  <a:cubicBezTo>
                    <a:pt x="250" y="1113"/>
                    <a:pt x="277" y="1107"/>
                    <a:pt x="305" y="1093"/>
                  </a:cubicBezTo>
                  <a:cubicBezTo>
                    <a:pt x="839" y="859"/>
                    <a:pt x="1306" y="592"/>
                    <a:pt x="1773" y="259"/>
                  </a:cubicBezTo>
                  <a:cubicBezTo>
                    <a:pt x="1912" y="176"/>
                    <a:pt x="1797" y="1"/>
                    <a:pt x="16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32"/>
            <p:cNvSpPr/>
            <p:nvPr/>
          </p:nvSpPr>
          <p:spPr>
            <a:xfrm>
              <a:off x="5617875" y="2626125"/>
              <a:ext cx="25750" cy="42675"/>
            </a:xfrm>
            <a:custGeom>
              <a:avLst/>
              <a:gdLst/>
              <a:ahLst/>
              <a:cxnLst/>
              <a:rect l="l" t="t" r="r" b="b"/>
              <a:pathLst>
                <a:path w="1030" h="1707" extrusionOk="0">
                  <a:moveTo>
                    <a:pt x="190" y="0"/>
                  </a:moveTo>
                  <a:cubicBezTo>
                    <a:pt x="96" y="0"/>
                    <a:pt x="1" y="70"/>
                    <a:pt x="19" y="182"/>
                  </a:cubicBezTo>
                  <a:cubicBezTo>
                    <a:pt x="153" y="716"/>
                    <a:pt x="353" y="1183"/>
                    <a:pt x="687" y="1650"/>
                  </a:cubicBezTo>
                  <a:cubicBezTo>
                    <a:pt x="719" y="1690"/>
                    <a:pt x="757" y="1707"/>
                    <a:pt x="795" y="1707"/>
                  </a:cubicBezTo>
                  <a:cubicBezTo>
                    <a:pt x="914" y="1707"/>
                    <a:pt x="1029" y="1542"/>
                    <a:pt x="953" y="1416"/>
                  </a:cubicBezTo>
                  <a:cubicBezTo>
                    <a:pt x="653" y="1049"/>
                    <a:pt x="486" y="582"/>
                    <a:pt x="353" y="148"/>
                  </a:cubicBezTo>
                  <a:cubicBezTo>
                    <a:pt x="338" y="45"/>
                    <a:pt x="264" y="0"/>
                    <a:pt x="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32"/>
            <p:cNvSpPr/>
            <p:nvPr/>
          </p:nvSpPr>
          <p:spPr>
            <a:xfrm>
              <a:off x="5647350" y="2585850"/>
              <a:ext cx="33000" cy="21950"/>
            </a:xfrm>
            <a:custGeom>
              <a:avLst/>
              <a:gdLst/>
              <a:ahLst/>
              <a:cxnLst/>
              <a:rect l="l" t="t" r="r" b="b"/>
              <a:pathLst>
                <a:path w="1320" h="878" extrusionOk="0">
                  <a:moveTo>
                    <a:pt x="1099" y="1"/>
                  </a:moveTo>
                  <a:cubicBezTo>
                    <a:pt x="1079" y="1"/>
                    <a:pt x="1059" y="8"/>
                    <a:pt x="1042" y="25"/>
                  </a:cubicBezTo>
                  <a:cubicBezTo>
                    <a:pt x="809" y="258"/>
                    <a:pt x="508" y="425"/>
                    <a:pt x="175" y="525"/>
                  </a:cubicBezTo>
                  <a:cubicBezTo>
                    <a:pt x="0" y="613"/>
                    <a:pt x="3" y="877"/>
                    <a:pt x="140" y="877"/>
                  </a:cubicBezTo>
                  <a:cubicBezTo>
                    <a:pt x="160" y="877"/>
                    <a:pt x="183" y="872"/>
                    <a:pt x="208" y="859"/>
                  </a:cubicBezTo>
                  <a:cubicBezTo>
                    <a:pt x="608" y="759"/>
                    <a:pt x="942" y="592"/>
                    <a:pt x="1209" y="292"/>
                  </a:cubicBezTo>
                  <a:cubicBezTo>
                    <a:pt x="1320" y="181"/>
                    <a:pt x="1200" y="1"/>
                    <a:pt x="10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32"/>
            <p:cNvSpPr/>
            <p:nvPr/>
          </p:nvSpPr>
          <p:spPr>
            <a:xfrm>
              <a:off x="5632500" y="2582525"/>
              <a:ext cx="22300" cy="25550"/>
            </a:xfrm>
            <a:custGeom>
              <a:avLst/>
              <a:gdLst/>
              <a:ahLst/>
              <a:cxnLst/>
              <a:rect l="l" t="t" r="r" b="b"/>
              <a:pathLst>
                <a:path w="892" h="1022" extrusionOk="0">
                  <a:moveTo>
                    <a:pt x="231" y="1"/>
                  </a:moveTo>
                  <a:cubicBezTo>
                    <a:pt x="118" y="1"/>
                    <a:pt x="0" y="122"/>
                    <a:pt x="68" y="258"/>
                  </a:cubicBezTo>
                  <a:cubicBezTo>
                    <a:pt x="135" y="491"/>
                    <a:pt x="302" y="758"/>
                    <a:pt x="535" y="958"/>
                  </a:cubicBezTo>
                  <a:cubicBezTo>
                    <a:pt x="580" y="1003"/>
                    <a:pt x="629" y="1021"/>
                    <a:pt x="674" y="1021"/>
                  </a:cubicBezTo>
                  <a:cubicBezTo>
                    <a:pt x="798" y="1021"/>
                    <a:pt x="891" y="881"/>
                    <a:pt x="769" y="758"/>
                  </a:cubicBezTo>
                  <a:cubicBezTo>
                    <a:pt x="602" y="558"/>
                    <a:pt x="435" y="325"/>
                    <a:pt x="368" y="91"/>
                  </a:cubicBezTo>
                  <a:cubicBezTo>
                    <a:pt x="337" y="27"/>
                    <a:pt x="284" y="1"/>
                    <a:pt x="2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32"/>
            <p:cNvSpPr/>
            <p:nvPr/>
          </p:nvSpPr>
          <p:spPr>
            <a:xfrm>
              <a:off x="5349000" y="2631500"/>
              <a:ext cx="206825" cy="154975"/>
            </a:xfrm>
            <a:custGeom>
              <a:avLst/>
              <a:gdLst/>
              <a:ahLst/>
              <a:cxnLst/>
              <a:rect l="l" t="t" r="r" b="b"/>
              <a:pathLst>
                <a:path w="8273" h="6199" extrusionOk="0">
                  <a:moveTo>
                    <a:pt x="0" y="0"/>
                  </a:moveTo>
                  <a:lnTo>
                    <a:pt x="0" y="0"/>
                  </a:lnTo>
                  <a:cubicBezTo>
                    <a:pt x="834" y="934"/>
                    <a:pt x="1468" y="2002"/>
                    <a:pt x="2135" y="3002"/>
                  </a:cubicBezTo>
                  <a:cubicBezTo>
                    <a:pt x="2869" y="4036"/>
                    <a:pt x="3636" y="5004"/>
                    <a:pt x="4703" y="5638"/>
                  </a:cubicBezTo>
                  <a:cubicBezTo>
                    <a:pt x="5279" y="5990"/>
                    <a:pt x="5958" y="6199"/>
                    <a:pt x="6620" y="6199"/>
                  </a:cubicBezTo>
                  <a:cubicBezTo>
                    <a:pt x="7147" y="6199"/>
                    <a:pt x="7662" y="6067"/>
                    <a:pt x="8106" y="5771"/>
                  </a:cubicBezTo>
                  <a:lnTo>
                    <a:pt x="8273" y="5471"/>
                  </a:lnTo>
                  <a:cubicBezTo>
                    <a:pt x="6672" y="2369"/>
                    <a:pt x="3436" y="20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32"/>
            <p:cNvSpPr/>
            <p:nvPr/>
          </p:nvSpPr>
          <p:spPr>
            <a:xfrm>
              <a:off x="5340125" y="2625475"/>
              <a:ext cx="226000" cy="166500"/>
            </a:xfrm>
            <a:custGeom>
              <a:avLst/>
              <a:gdLst/>
              <a:ahLst/>
              <a:cxnLst/>
              <a:rect l="l" t="t" r="r" b="b"/>
              <a:pathLst>
                <a:path w="9040" h="6660" extrusionOk="0">
                  <a:moveTo>
                    <a:pt x="1057" y="699"/>
                  </a:moveTo>
                  <a:lnTo>
                    <a:pt x="1057" y="699"/>
                  </a:lnTo>
                  <a:cubicBezTo>
                    <a:pt x="4196" y="1212"/>
                    <a:pt x="6590" y="3219"/>
                    <a:pt x="8294" y="5945"/>
                  </a:cubicBezTo>
                  <a:cubicBezTo>
                    <a:pt x="8295" y="5946"/>
                    <a:pt x="8295" y="5946"/>
                    <a:pt x="8295" y="5947"/>
                  </a:cubicBezTo>
                  <a:lnTo>
                    <a:pt x="8295" y="5947"/>
                  </a:lnTo>
                  <a:cubicBezTo>
                    <a:pt x="7867" y="6056"/>
                    <a:pt x="7468" y="6106"/>
                    <a:pt x="7095" y="6106"/>
                  </a:cubicBezTo>
                  <a:cubicBezTo>
                    <a:pt x="4167" y="6106"/>
                    <a:pt x="2806" y="3014"/>
                    <a:pt x="1057" y="699"/>
                  </a:cubicBezTo>
                  <a:close/>
                  <a:moveTo>
                    <a:pt x="324" y="0"/>
                  </a:moveTo>
                  <a:cubicBezTo>
                    <a:pt x="75" y="0"/>
                    <a:pt x="1" y="356"/>
                    <a:pt x="155" y="541"/>
                  </a:cubicBezTo>
                  <a:cubicBezTo>
                    <a:pt x="1656" y="2209"/>
                    <a:pt x="2557" y="4444"/>
                    <a:pt x="4425" y="5778"/>
                  </a:cubicBezTo>
                  <a:cubicBezTo>
                    <a:pt x="5126" y="6279"/>
                    <a:pt x="6056" y="6660"/>
                    <a:pt x="6940" y="6660"/>
                  </a:cubicBezTo>
                  <a:cubicBezTo>
                    <a:pt x="7503" y="6660"/>
                    <a:pt x="8048" y="6505"/>
                    <a:pt x="8503" y="6129"/>
                  </a:cubicBezTo>
                  <a:lnTo>
                    <a:pt x="8503" y="6129"/>
                  </a:lnTo>
                  <a:cubicBezTo>
                    <a:pt x="8538" y="6142"/>
                    <a:pt x="8575" y="6148"/>
                    <a:pt x="8611" y="6148"/>
                  </a:cubicBezTo>
                  <a:cubicBezTo>
                    <a:pt x="8837" y="6148"/>
                    <a:pt x="9040" y="5902"/>
                    <a:pt x="8928" y="5612"/>
                  </a:cubicBezTo>
                  <a:cubicBezTo>
                    <a:pt x="7427" y="2343"/>
                    <a:pt x="3791" y="241"/>
                    <a:pt x="388" y="8"/>
                  </a:cubicBezTo>
                  <a:cubicBezTo>
                    <a:pt x="366" y="3"/>
                    <a:pt x="344" y="0"/>
                    <a:pt x="3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32"/>
            <p:cNvSpPr/>
            <p:nvPr/>
          </p:nvSpPr>
          <p:spPr>
            <a:xfrm>
              <a:off x="5369600" y="2637650"/>
              <a:ext cx="194700" cy="140300"/>
            </a:xfrm>
            <a:custGeom>
              <a:avLst/>
              <a:gdLst/>
              <a:ahLst/>
              <a:cxnLst/>
              <a:rect l="l" t="t" r="r" b="b"/>
              <a:pathLst>
                <a:path w="7788" h="5612" extrusionOk="0">
                  <a:moveTo>
                    <a:pt x="241" y="1"/>
                  </a:moveTo>
                  <a:cubicBezTo>
                    <a:pt x="103" y="1"/>
                    <a:pt x="0" y="231"/>
                    <a:pt x="143" y="288"/>
                  </a:cubicBezTo>
                  <a:cubicBezTo>
                    <a:pt x="1411" y="1055"/>
                    <a:pt x="2378" y="2289"/>
                    <a:pt x="3546" y="3223"/>
                  </a:cubicBezTo>
                  <a:cubicBezTo>
                    <a:pt x="4747" y="4124"/>
                    <a:pt x="6081" y="4925"/>
                    <a:pt x="7449" y="5592"/>
                  </a:cubicBezTo>
                  <a:cubicBezTo>
                    <a:pt x="7477" y="5606"/>
                    <a:pt x="7504" y="5612"/>
                    <a:pt x="7530" y="5612"/>
                  </a:cubicBezTo>
                  <a:cubicBezTo>
                    <a:pt x="7688" y="5612"/>
                    <a:pt x="7788" y="5378"/>
                    <a:pt x="7615" y="5291"/>
                  </a:cubicBezTo>
                  <a:cubicBezTo>
                    <a:pt x="6114" y="4591"/>
                    <a:pt x="4713" y="3757"/>
                    <a:pt x="3412" y="2723"/>
                  </a:cubicBezTo>
                  <a:cubicBezTo>
                    <a:pt x="2312" y="1889"/>
                    <a:pt x="1444" y="755"/>
                    <a:pt x="310" y="21"/>
                  </a:cubicBezTo>
                  <a:cubicBezTo>
                    <a:pt x="287" y="7"/>
                    <a:pt x="263" y="1"/>
                    <a:pt x="2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32"/>
            <p:cNvSpPr/>
            <p:nvPr/>
          </p:nvSpPr>
          <p:spPr>
            <a:xfrm>
              <a:off x="5486025" y="2755550"/>
              <a:ext cx="56050" cy="17800"/>
            </a:xfrm>
            <a:custGeom>
              <a:avLst/>
              <a:gdLst/>
              <a:ahLst/>
              <a:cxnLst/>
              <a:rect l="l" t="t" r="r" b="b"/>
              <a:pathLst>
                <a:path w="2242" h="712" extrusionOk="0">
                  <a:moveTo>
                    <a:pt x="2005" y="0"/>
                  </a:moveTo>
                  <a:cubicBezTo>
                    <a:pt x="1990" y="0"/>
                    <a:pt x="1974" y="3"/>
                    <a:pt x="1958" y="8"/>
                  </a:cubicBezTo>
                  <a:cubicBezTo>
                    <a:pt x="1391" y="175"/>
                    <a:pt x="790" y="275"/>
                    <a:pt x="223" y="375"/>
                  </a:cubicBezTo>
                  <a:cubicBezTo>
                    <a:pt x="1" y="407"/>
                    <a:pt x="81" y="711"/>
                    <a:pt x="262" y="711"/>
                  </a:cubicBezTo>
                  <a:cubicBezTo>
                    <a:pt x="271" y="711"/>
                    <a:pt x="280" y="711"/>
                    <a:pt x="290" y="709"/>
                  </a:cubicBezTo>
                  <a:cubicBezTo>
                    <a:pt x="890" y="642"/>
                    <a:pt x="1457" y="509"/>
                    <a:pt x="2058" y="342"/>
                  </a:cubicBezTo>
                  <a:cubicBezTo>
                    <a:pt x="2241" y="311"/>
                    <a:pt x="2172" y="0"/>
                    <a:pt x="20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32"/>
            <p:cNvSpPr/>
            <p:nvPr/>
          </p:nvSpPr>
          <p:spPr>
            <a:xfrm>
              <a:off x="5511825" y="2713825"/>
              <a:ext cx="27800" cy="49975"/>
            </a:xfrm>
            <a:custGeom>
              <a:avLst/>
              <a:gdLst/>
              <a:ahLst/>
              <a:cxnLst/>
              <a:rect l="l" t="t" r="r" b="b"/>
              <a:pathLst>
                <a:path w="1112" h="1999" extrusionOk="0">
                  <a:moveTo>
                    <a:pt x="234" y="1"/>
                  </a:moveTo>
                  <a:cubicBezTo>
                    <a:pt x="112" y="1"/>
                    <a:pt x="1" y="106"/>
                    <a:pt x="92" y="243"/>
                  </a:cubicBezTo>
                  <a:cubicBezTo>
                    <a:pt x="425" y="743"/>
                    <a:pt x="692" y="1310"/>
                    <a:pt x="759" y="1878"/>
                  </a:cubicBezTo>
                  <a:cubicBezTo>
                    <a:pt x="773" y="1961"/>
                    <a:pt x="840" y="1998"/>
                    <a:pt x="910" y="1998"/>
                  </a:cubicBezTo>
                  <a:cubicBezTo>
                    <a:pt x="1007" y="1998"/>
                    <a:pt x="1112" y="1927"/>
                    <a:pt x="1093" y="1811"/>
                  </a:cubicBezTo>
                  <a:cubicBezTo>
                    <a:pt x="959" y="1177"/>
                    <a:pt x="726" y="577"/>
                    <a:pt x="392" y="76"/>
                  </a:cubicBezTo>
                  <a:cubicBezTo>
                    <a:pt x="350" y="23"/>
                    <a:pt x="291"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32"/>
            <p:cNvSpPr/>
            <p:nvPr/>
          </p:nvSpPr>
          <p:spPr>
            <a:xfrm>
              <a:off x="5434875" y="2723175"/>
              <a:ext cx="52300" cy="15925"/>
            </a:xfrm>
            <a:custGeom>
              <a:avLst/>
              <a:gdLst/>
              <a:ahLst/>
              <a:cxnLst/>
              <a:rect l="l" t="t" r="r" b="b"/>
              <a:pathLst>
                <a:path w="2092" h="637" extrusionOk="0">
                  <a:moveTo>
                    <a:pt x="1830" y="0"/>
                  </a:moveTo>
                  <a:cubicBezTo>
                    <a:pt x="1821" y="0"/>
                    <a:pt x="1812" y="1"/>
                    <a:pt x="1802" y="2"/>
                  </a:cubicBezTo>
                  <a:cubicBezTo>
                    <a:pt x="1302" y="136"/>
                    <a:pt x="768" y="203"/>
                    <a:pt x="268" y="303"/>
                  </a:cubicBezTo>
                  <a:cubicBezTo>
                    <a:pt x="1" y="303"/>
                    <a:pt x="1" y="636"/>
                    <a:pt x="201" y="636"/>
                  </a:cubicBezTo>
                  <a:cubicBezTo>
                    <a:pt x="768" y="603"/>
                    <a:pt x="1335" y="469"/>
                    <a:pt x="1869" y="336"/>
                  </a:cubicBezTo>
                  <a:cubicBezTo>
                    <a:pt x="2091" y="304"/>
                    <a:pt x="2011" y="0"/>
                    <a:pt x="18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32"/>
            <p:cNvSpPr/>
            <p:nvPr/>
          </p:nvSpPr>
          <p:spPr>
            <a:xfrm>
              <a:off x="5463150" y="2684800"/>
              <a:ext cx="20950" cy="44700"/>
            </a:xfrm>
            <a:custGeom>
              <a:avLst/>
              <a:gdLst/>
              <a:ahLst/>
              <a:cxnLst/>
              <a:rect l="l" t="t" r="r" b="b"/>
              <a:pathLst>
                <a:path w="838" h="1788" extrusionOk="0">
                  <a:moveTo>
                    <a:pt x="232" y="1"/>
                  </a:moveTo>
                  <a:cubicBezTo>
                    <a:pt x="113" y="1"/>
                    <a:pt x="0" y="119"/>
                    <a:pt x="71" y="237"/>
                  </a:cubicBezTo>
                  <a:cubicBezTo>
                    <a:pt x="304" y="670"/>
                    <a:pt x="471" y="1137"/>
                    <a:pt x="504" y="1638"/>
                  </a:cubicBezTo>
                  <a:cubicBezTo>
                    <a:pt x="504" y="1738"/>
                    <a:pt x="588" y="1788"/>
                    <a:pt x="671" y="1788"/>
                  </a:cubicBezTo>
                  <a:cubicBezTo>
                    <a:pt x="755" y="1788"/>
                    <a:pt x="838" y="1738"/>
                    <a:pt x="838" y="1638"/>
                  </a:cubicBezTo>
                  <a:cubicBezTo>
                    <a:pt x="805" y="1070"/>
                    <a:pt x="638" y="570"/>
                    <a:pt x="371" y="70"/>
                  </a:cubicBezTo>
                  <a:cubicBezTo>
                    <a:pt x="332" y="21"/>
                    <a:pt x="281"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32"/>
            <p:cNvSpPr/>
            <p:nvPr/>
          </p:nvSpPr>
          <p:spPr>
            <a:xfrm>
              <a:off x="5397375" y="2684350"/>
              <a:ext cx="39225" cy="13050"/>
            </a:xfrm>
            <a:custGeom>
              <a:avLst/>
              <a:gdLst/>
              <a:ahLst/>
              <a:cxnLst/>
              <a:rect l="l" t="t" r="r" b="b"/>
              <a:pathLst>
                <a:path w="1569" h="522" extrusionOk="0">
                  <a:moveTo>
                    <a:pt x="1294" y="1"/>
                  </a:moveTo>
                  <a:cubicBezTo>
                    <a:pt x="1265" y="1"/>
                    <a:pt x="1233" y="7"/>
                    <a:pt x="1201" y="21"/>
                  </a:cubicBezTo>
                  <a:cubicBezTo>
                    <a:pt x="867" y="154"/>
                    <a:pt x="534" y="188"/>
                    <a:pt x="200" y="188"/>
                  </a:cubicBezTo>
                  <a:cubicBezTo>
                    <a:pt x="190" y="186"/>
                    <a:pt x="181" y="186"/>
                    <a:pt x="173" y="186"/>
                  </a:cubicBezTo>
                  <a:cubicBezTo>
                    <a:pt x="0" y="186"/>
                    <a:pt x="9" y="490"/>
                    <a:pt x="200" y="521"/>
                  </a:cubicBezTo>
                  <a:cubicBezTo>
                    <a:pt x="634" y="521"/>
                    <a:pt x="1001" y="488"/>
                    <a:pt x="1367" y="321"/>
                  </a:cubicBezTo>
                  <a:cubicBezTo>
                    <a:pt x="1568" y="235"/>
                    <a:pt x="1473" y="1"/>
                    <a:pt x="1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32"/>
            <p:cNvSpPr/>
            <p:nvPr/>
          </p:nvSpPr>
          <p:spPr>
            <a:xfrm>
              <a:off x="5423900" y="2661875"/>
              <a:ext cx="11850" cy="27600"/>
            </a:xfrm>
            <a:custGeom>
              <a:avLst/>
              <a:gdLst/>
              <a:ahLst/>
              <a:cxnLst/>
              <a:rect l="l" t="t" r="r" b="b"/>
              <a:pathLst>
                <a:path w="474" h="1104" extrusionOk="0">
                  <a:moveTo>
                    <a:pt x="205" y="1"/>
                  </a:moveTo>
                  <a:cubicBezTo>
                    <a:pt x="102" y="1"/>
                    <a:pt x="0" y="81"/>
                    <a:pt x="40" y="220"/>
                  </a:cubicBezTo>
                  <a:cubicBezTo>
                    <a:pt x="106" y="453"/>
                    <a:pt x="140" y="720"/>
                    <a:pt x="140" y="953"/>
                  </a:cubicBezTo>
                  <a:cubicBezTo>
                    <a:pt x="140" y="1053"/>
                    <a:pt x="223" y="1104"/>
                    <a:pt x="306" y="1104"/>
                  </a:cubicBezTo>
                  <a:cubicBezTo>
                    <a:pt x="390" y="1104"/>
                    <a:pt x="473" y="1053"/>
                    <a:pt x="473" y="953"/>
                  </a:cubicBezTo>
                  <a:cubicBezTo>
                    <a:pt x="473" y="653"/>
                    <a:pt x="440" y="386"/>
                    <a:pt x="373" y="119"/>
                  </a:cubicBezTo>
                  <a:cubicBezTo>
                    <a:pt x="346" y="38"/>
                    <a:pt x="275"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32"/>
            <p:cNvSpPr/>
            <p:nvPr/>
          </p:nvSpPr>
          <p:spPr>
            <a:xfrm>
              <a:off x="4896175" y="2486400"/>
              <a:ext cx="206000" cy="154975"/>
            </a:xfrm>
            <a:custGeom>
              <a:avLst/>
              <a:gdLst/>
              <a:ahLst/>
              <a:cxnLst/>
              <a:rect l="l" t="t" r="r" b="b"/>
              <a:pathLst>
                <a:path w="8240" h="6199" extrusionOk="0">
                  <a:moveTo>
                    <a:pt x="0" y="0"/>
                  </a:moveTo>
                  <a:lnTo>
                    <a:pt x="0" y="0"/>
                  </a:lnTo>
                  <a:cubicBezTo>
                    <a:pt x="834" y="934"/>
                    <a:pt x="1435" y="2001"/>
                    <a:pt x="2135" y="3002"/>
                  </a:cubicBezTo>
                  <a:cubicBezTo>
                    <a:pt x="2836" y="4036"/>
                    <a:pt x="3636" y="5004"/>
                    <a:pt x="4670" y="5637"/>
                  </a:cubicBezTo>
                  <a:cubicBezTo>
                    <a:pt x="5246" y="5990"/>
                    <a:pt x="5925" y="6198"/>
                    <a:pt x="6587" y="6198"/>
                  </a:cubicBezTo>
                  <a:cubicBezTo>
                    <a:pt x="7113" y="6198"/>
                    <a:pt x="7629" y="6067"/>
                    <a:pt x="8073" y="5771"/>
                  </a:cubicBezTo>
                  <a:lnTo>
                    <a:pt x="8239" y="5471"/>
                  </a:lnTo>
                  <a:cubicBezTo>
                    <a:pt x="6672" y="2368"/>
                    <a:pt x="3403" y="234"/>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32"/>
            <p:cNvSpPr/>
            <p:nvPr/>
          </p:nvSpPr>
          <p:spPr>
            <a:xfrm>
              <a:off x="4887175" y="2480500"/>
              <a:ext cx="225350" cy="167025"/>
            </a:xfrm>
            <a:custGeom>
              <a:avLst/>
              <a:gdLst/>
              <a:ahLst/>
              <a:cxnLst/>
              <a:rect l="l" t="t" r="r" b="b"/>
              <a:pathLst>
                <a:path w="9014" h="6681" extrusionOk="0">
                  <a:moveTo>
                    <a:pt x="1055" y="720"/>
                  </a:moveTo>
                  <a:cubicBezTo>
                    <a:pt x="4182" y="1202"/>
                    <a:pt x="6545" y="3201"/>
                    <a:pt x="8249" y="5946"/>
                  </a:cubicBezTo>
                  <a:lnTo>
                    <a:pt x="8249" y="5946"/>
                  </a:lnTo>
                  <a:cubicBezTo>
                    <a:pt x="7828" y="6052"/>
                    <a:pt x="7435" y="6101"/>
                    <a:pt x="7067" y="6101"/>
                  </a:cubicBezTo>
                  <a:cubicBezTo>
                    <a:pt x="4156" y="6101"/>
                    <a:pt x="2813" y="3032"/>
                    <a:pt x="1055" y="720"/>
                  </a:cubicBezTo>
                  <a:close/>
                  <a:moveTo>
                    <a:pt x="323" y="0"/>
                  </a:moveTo>
                  <a:cubicBezTo>
                    <a:pt x="55" y="0"/>
                    <a:pt x="0" y="345"/>
                    <a:pt x="160" y="536"/>
                  </a:cubicBezTo>
                  <a:cubicBezTo>
                    <a:pt x="1661" y="2204"/>
                    <a:pt x="2528" y="4472"/>
                    <a:pt x="4396" y="5807"/>
                  </a:cubicBezTo>
                  <a:cubicBezTo>
                    <a:pt x="5091" y="6303"/>
                    <a:pt x="6010" y="6681"/>
                    <a:pt x="6887" y="6681"/>
                  </a:cubicBezTo>
                  <a:cubicBezTo>
                    <a:pt x="7454" y="6681"/>
                    <a:pt x="8003" y="6523"/>
                    <a:pt x="8462" y="6135"/>
                  </a:cubicBezTo>
                  <a:lnTo>
                    <a:pt x="8462" y="6135"/>
                  </a:lnTo>
                  <a:cubicBezTo>
                    <a:pt x="8498" y="6148"/>
                    <a:pt x="8535" y="6154"/>
                    <a:pt x="8571" y="6154"/>
                  </a:cubicBezTo>
                  <a:cubicBezTo>
                    <a:pt x="8802" y="6154"/>
                    <a:pt x="9013" y="5913"/>
                    <a:pt x="8900" y="5640"/>
                  </a:cubicBezTo>
                  <a:cubicBezTo>
                    <a:pt x="7399" y="2338"/>
                    <a:pt x="3763" y="236"/>
                    <a:pt x="360" y="3"/>
                  </a:cubicBezTo>
                  <a:cubicBezTo>
                    <a:pt x="347" y="1"/>
                    <a:pt x="335" y="0"/>
                    <a:pt x="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32"/>
            <p:cNvSpPr/>
            <p:nvPr/>
          </p:nvSpPr>
          <p:spPr>
            <a:xfrm>
              <a:off x="4916900" y="2493050"/>
              <a:ext cx="194700" cy="141200"/>
            </a:xfrm>
            <a:custGeom>
              <a:avLst/>
              <a:gdLst/>
              <a:ahLst/>
              <a:cxnLst/>
              <a:rect l="l" t="t" r="r" b="b"/>
              <a:pathLst>
                <a:path w="7788" h="5648" extrusionOk="0">
                  <a:moveTo>
                    <a:pt x="220" y="1"/>
                  </a:moveTo>
                  <a:cubicBezTo>
                    <a:pt x="90" y="1"/>
                    <a:pt x="1" y="224"/>
                    <a:pt x="139" y="334"/>
                  </a:cubicBezTo>
                  <a:cubicBezTo>
                    <a:pt x="1373" y="1068"/>
                    <a:pt x="2340" y="2336"/>
                    <a:pt x="3508" y="3237"/>
                  </a:cubicBezTo>
                  <a:cubicBezTo>
                    <a:pt x="4708" y="4171"/>
                    <a:pt x="6043" y="4971"/>
                    <a:pt x="7410" y="5638"/>
                  </a:cubicBezTo>
                  <a:cubicBezTo>
                    <a:pt x="7434" y="5645"/>
                    <a:pt x="7456" y="5648"/>
                    <a:pt x="7477" y="5648"/>
                  </a:cubicBezTo>
                  <a:cubicBezTo>
                    <a:pt x="7673" y="5648"/>
                    <a:pt x="7788" y="5398"/>
                    <a:pt x="7577" y="5338"/>
                  </a:cubicBezTo>
                  <a:cubicBezTo>
                    <a:pt x="6076" y="4638"/>
                    <a:pt x="4675" y="3804"/>
                    <a:pt x="3374" y="2736"/>
                  </a:cubicBezTo>
                  <a:cubicBezTo>
                    <a:pt x="2273" y="1902"/>
                    <a:pt x="1406" y="801"/>
                    <a:pt x="305" y="34"/>
                  </a:cubicBezTo>
                  <a:cubicBezTo>
                    <a:pt x="276" y="11"/>
                    <a:pt x="247" y="1"/>
                    <a:pt x="2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32"/>
            <p:cNvSpPr/>
            <p:nvPr/>
          </p:nvSpPr>
          <p:spPr>
            <a:xfrm>
              <a:off x="5032925" y="2611425"/>
              <a:ext cx="55675" cy="18425"/>
            </a:xfrm>
            <a:custGeom>
              <a:avLst/>
              <a:gdLst/>
              <a:ahLst/>
              <a:cxnLst/>
              <a:rect l="l" t="t" r="r" b="b"/>
              <a:pathLst>
                <a:path w="2227" h="737" extrusionOk="0">
                  <a:moveTo>
                    <a:pt x="1968" y="0"/>
                  </a:moveTo>
                  <a:cubicBezTo>
                    <a:pt x="1957" y="0"/>
                    <a:pt x="1947" y="1"/>
                    <a:pt x="1935" y="3"/>
                  </a:cubicBezTo>
                  <a:cubicBezTo>
                    <a:pt x="1368" y="169"/>
                    <a:pt x="768" y="303"/>
                    <a:pt x="201" y="403"/>
                  </a:cubicBezTo>
                  <a:cubicBezTo>
                    <a:pt x="1" y="436"/>
                    <a:pt x="67" y="736"/>
                    <a:pt x="268" y="736"/>
                  </a:cubicBezTo>
                  <a:cubicBezTo>
                    <a:pt x="868" y="636"/>
                    <a:pt x="1435" y="503"/>
                    <a:pt x="2036" y="336"/>
                  </a:cubicBezTo>
                  <a:cubicBezTo>
                    <a:pt x="2226" y="304"/>
                    <a:pt x="2175" y="0"/>
                    <a:pt x="19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2"/>
            <p:cNvSpPr/>
            <p:nvPr/>
          </p:nvSpPr>
          <p:spPr>
            <a:xfrm>
              <a:off x="5058675" y="2569725"/>
              <a:ext cx="27800" cy="49325"/>
            </a:xfrm>
            <a:custGeom>
              <a:avLst/>
              <a:gdLst/>
              <a:ahLst/>
              <a:cxnLst/>
              <a:rect l="l" t="t" r="r" b="b"/>
              <a:pathLst>
                <a:path w="1112" h="1973" extrusionOk="0">
                  <a:moveTo>
                    <a:pt x="233" y="0"/>
                  </a:moveTo>
                  <a:cubicBezTo>
                    <a:pt x="114" y="0"/>
                    <a:pt x="1" y="118"/>
                    <a:pt x="72" y="236"/>
                  </a:cubicBezTo>
                  <a:cubicBezTo>
                    <a:pt x="405" y="703"/>
                    <a:pt x="672" y="1270"/>
                    <a:pt x="739" y="1837"/>
                  </a:cubicBezTo>
                  <a:cubicBezTo>
                    <a:pt x="766" y="1933"/>
                    <a:pt x="838" y="1972"/>
                    <a:pt x="909" y="1972"/>
                  </a:cubicBezTo>
                  <a:cubicBezTo>
                    <a:pt x="1011" y="1972"/>
                    <a:pt x="1112" y="1889"/>
                    <a:pt x="1072" y="1771"/>
                  </a:cubicBezTo>
                  <a:cubicBezTo>
                    <a:pt x="972" y="1137"/>
                    <a:pt x="705" y="570"/>
                    <a:pt x="372" y="69"/>
                  </a:cubicBezTo>
                  <a:cubicBezTo>
                    <a:pt x="333" y="21"/>
                    <a:pt x="28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32"/>
            <p:cNvSpPr/>
            <p:nvPr/>
          </p:nvSpPr>
          <p:spPr>
            <a:xfrm>
              <a:off x="4982900" y="2578050"/>
              <a:ext cx="51475" cy="16000"/>
            </a:xfrm>
            <a:custGeom>
              <a:avLst/>
              <a:gdLst/>
              <a:ahLst/>
              <a:cxnLst/>
              <a:rect l="l" t="t" r="r" b="b"/>
              <a:pathLst>
                <a:path w="2059" h="640" extrusionOk="0">
                  <a:moveTo>
                    <a:pt x="1800" y="1"/>
                  </a:moveTo>
                  <a:cubicBezTo>
                    <a:pt x="1790" y="1"/>
                    <a:pt x="1779" y="2"/>
                    <a:pt x="1768" y="3"/>
                  </a:cubicBezTo>
                  <a:cubicBezTo>
                    <a:pt x="1268" y="137"/>
                    <a:pt x="734" y="237"/>
                    <a:pt x="234" y="304"/>
                  </a:cubicBezTo>
                  <a:cubicBezTo>
                    <a:pt x="11" y="335"/>
                    <a:pt x="1" y="639"/>
                    <a:pt x="173" y="639"/>
                  </a:cubicBezTo>
                  <a:cubicBezTo>
                    <a:pt x="182" y="639"/>
                    <a:pt x="191" y="639"/>
                    <a:pt x="200" y="637"/>
                  </a:cubicBezTo>
                  <a:cubicBezTo>
                    <a:pt x="734" y="604"/>
                    <a:pt x="1335" y="470"/>
                    <a:pt x="1868" y="337"/>
                  </a:cubicBezTo>
                  <a:cubicBezTo>
                    <a:pt x="2059" y="305"/>
                    <a:pt x="2008" y="1"/>
                    <a:pt x="18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32"/>
            <p:cNvSpPr/>
            <p:nvPr/>
          </p:nvSpPr>
          <p:spPr>
            <a:xfrm>
              <a:off x="5009800" y="2540825"/>
              <a:ext cx="20650" cy="44400"/>
            </a:xfrm>
            <a:custGeom>
              <a:avLst/>
              <a:gdLst/>
              <a:ahLst/>
              <a:cxnLst/>
              <a:rect l="l" t="t" r="r" b="b"/>
              <a:pathLst>
                <a:path w="826" h="1776" extrusionOk="0">
                  <a:moveTo>
                    <a:pt x="222" y="1"/>
                  </a:moveTo>
                  <a:cubicBezTo>
                    <a:pt x="111" y="1"/>
                    <a:pt x="1" y="122"/>
                    <a:pt x="92" y="258"/>
                  </a:cubicBezTo>
                  <a:cubicBezTo>
                    <a:pt x="292" y="658"/>
                    <a:pt x="459" y="1125"/>
                    <a:pt x="492" y="1626"/>
                  </a:cubicBezTo>
                  <a:cubicBezTo>
                    <a:pt x="492" y="1726"/>
                    <a:pt x="576" y="1776"/>
                    <a:pt x="659" y="1776"/>
                  </a:cubicBezTo>
                  <a:cubicBezTo>
                    <a:pt x="742" y="1776"/>
                    <a:pt x="826" y="1726"/>
                    <a:pt x="826" y="1626"/>
                  </a:cubicBezTo>
                  <a:cubicBezTo>
                    <a:pt x="792" y="1092"/>
                    <a:pt x="626" y="592"/>
                    <a:pt x="359" y="91"/>
                  </a:cubicBezTo>
                  <a:cubicBezTo>
                    <a:pt x="327" y="27"/>
                    <a:pt x="274" y="1"/>
                    <a:pt x="2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2"/>
            <p:cNvSpPr/>
            <p:nvPr/>
          </p:nvSpPr>
          <p:spPr>
            <a:xfrm>
              <a:off x="4943700" y="2539500"/>
              <a:ext cx="39500" cy="12800"/>
            </a:xfrm>
            <a:custGeom>
              <a:avLst/>
              <a:gdLst/>
              <a:ahLst/>
              <a:cxnLst/>
              <a:rect l="l" t="t" r="r" b="b"/>
              <a:pathLst>
                <a:path w="1580" h="512" extrusionOk="0">
                  <a:moveTo>
                    <a:pt x="1299" y="0"/>
                  </a:moveTo>
                  <a:cubicBezTo>
                    <a:pt x="1278" y="0"/>
                    <a:pt x="1257" y="4"/>
                    <a:pt x="1235" y="11"/>
                  </a:cubicBezTo>
                  <a:cubicBezTo>
                    <a:pt x="901" y="144"/>
                    <a:pt x="568" y="178"/>
                    <a:pt x="234" y="178"/>
                  </a:cubicBezTo>
                  <a:cubicBezTo>
                    <a:pt x="1" y="178"/>
                    <a:pt x="1" y="511"/>
                    <a:pt x="234" y="511"/>
                  </a:cubicBezTo>
                  <a:cubicBezTo>
                    <a:pt x="634" y="511"/>
                    <a:pt x="1001" y="478"/>
                    <a:pt x="1402" y="311"/>
                  </a:cubicBezTo>
                  <a:cubicBezTo>
                    <a:pt x="1580" y="222"/>
                    <a:pt x="1467" y="0"/>
                    <a:pt x="12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32"/>
            <p:cNvSpPr/>
            <p:nvPr/>
          </p:nvSpPr>
          <p:spPr>
            <a:xfrm>
              <a:off x="4971025" y="2517375"/>
              <a:ext cx="12725" cy="27625"/>
            </a:xfrm>
            <a:custGeom>
              <a:avLst/>
              <a:gdLst/>
              <a:ahLst/>
              <a:cxnLst/>
              <a:rect l="l" t="t" r="r" b="b"/>
              <a:pathLst>
                <a:path w="509" h="1105" extrusionOk="0">
                  <a:moveTo>
                    <a:pt x="215" y="1"/>
                  </a:moveTo>
                  <a:cubicBezTo>
                    <a:pt x="109" y="1"/>
                    <a:pt x="1" y="73"/>
                    <a:pt x="42" y="195"/>
                  </a:cubicBezTo>
                  <a:cubicBezTo>
                    <a:pt x="142" y="429"/>
                    <a:pt x="175" y="696"/>
                    <a:pt x="175" y="929"/>
                  </a:cubicBezTo>
                  <a:cubicBezTo>
                    <a:pt x="175" y="1046"/>
                    <a:pt x="259" y="1104"/>
                    <a:pt x="342" y="1104"/>
                  </a:cubicBezTo>
                  <a:cubicBezTo>
                    <a:pt x="425" y="1104"/>
                    <a:pt x="509" y="1046"/>
                    <a:pt x="509" y="929"/>
                  </a:cubicBezTo>
                  <a:cubicBezTo>
                    <a:pt x="509" y="662"/>
                    <a:pt x="475" y="362"/>
                    <a:pt x="375" y="95"/>
                  </a:cubicBezTo>
                  <a:cubicBezTo>
                    <a:pt x="349" y="30"/>
                    <a:pt x="283"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32"/>
            <p:cNvSpPr/>
            <p:nvPr/>
          </p:nvSpPr>
          <p:spPr>
            <a:xfrm>
              <a:off x="5156350" y="2351300"/>
              <a:ext cx="99275" cy="246850"/>
            </a:xfrm>
            <a:custGeom>
              <a:avLst/>
              <a:gdLst/>
              <a:ahLst/>
              <a:cxnLst/>
              <a:rect l="l" t="t" r="r" b="b"/>
              <a:pathLst>
                <a:path w="3971" h="9874" extrusionOk="0">
                  <a:moveTo>
                    <a:pt x="2436" y="0"/>
                  </a:moveTo>
                  <a:cubicBezTo>
                    <a:pt x="434" y="2735"/>
                    <a:pt x="1" y="6672"/>
                    <a:pt x="1402" y="9841"/>
                  </a:cubicBezTo>
                  <a:lnTo>
                    <a:pt x="1668" y="9874"/>
                  </a:lnTo>
                  <a:cubicBezTo>
                    <a:pt x="2803" y="9507"/>
                    <a:pt x="3603" y="8373"/>
                    <a:pt x="3770" y="7172"/>
                  </a:cubicBezTo>
                  <a:cubicBezTo>
                    <a:pt x="3970" y="5971"/>
                    <a:pt x="3737" y="4704"/>
                    <a:pt x="3403" y="3536"/>
                  </a:cubicBezTo>
                  <a:cubicBezTo>
                    <a:pt x="3069" y="2369"/>
                    <a:pt x="2602" y="1201"/>
                    <a:pt x="24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2"/>
            <p:cNvSpPr/>
            <p:nvPr/>
          </p:nvSpPr>
          <p:spPr>
            <a:xfrm>
              <a:off x="5142175" y="2343750"/>
              <a:ext cx="136100" cy="263100"/>
            </a:xfrm>
            <a:custGeom>
              <a:avLst/>
              <a:gdLst/>
              <a:ahLst/>
              <a:cxnLst/>
              <a:rect l="l" t="t" r="r" b="b"/>
              <a:pathLst>
                <a:path w="5444" h="10524" extrusionOk="0">
                  <a:moveTo>
                    <a:pt x="2823" y="1103"/>
                  </a:moveTo>
                  <a:lnTo>
                    <a:pt x="2823" y="1103"/>
                  </a:lnTo>
                  <a:cubicBezTo>
                    <a:pt x="3566" y="4309"/>
                    <a:pt x="5443" y="7768"/>
                    <a:pt x="2249" y="10085"/>
                  </a:cubicBezTo>
                  <a:lnTo>
                    <a:pt x="2249" y="10085"/>
                  </a:lnTo>
                  <a:cubicBezTo>
                    <a:pt x="2245" y="10071"/>
                    <a:pt x="2241" y="10057"/>
                    <a:pt x="2235" y="10042"/>
                  </a:cubicBezTo>
                  <a:cubicBezTo>
                    <a:pt x="1209" y="6994"/>
                    <a:pt x="1198" y="3889"/>
                    <a:pt x="2823" y="1103"/>
                  </a:cubicBezTo>
                  <a:close/>
                  <a:moveTo>
                    <a:pt x="2923" y="0"/>
                  </a:moveTo>
                  <a:cubicBezTo>
                    <a:pt x="2843" y="0"/>
                    <a:pt x="2762" y="40"/>
                    <a:pt x="2702" y="135"/>
                  </a:cubicBezTo>
                  <a:cubicBezTo>
                    <a:pt x="701" y="2971"/>
                    <a:pt x="1" y="7040"/>
                    <a:pt x="1568" y="10309"/>
                  </a:cubicBezTo>
                  <a:cubicBezTo>
                    <a:pt x="1655" y="10458"/>
                    <a:pt x="1793" y="10524"/>
                    <a:pt x="1923" y="10524"/>
                  </a:cubicBezTo>
                  <a:cubicBezTo>
                    <a:pt x="2070" y="10524"/>
                    <a:pt x="2209" y="10439"/>
                    <a:pt x="2251" y="10294"/>
                  </a:cubicBezTo>
                  <a:lnTo>
                    <a:pt x="2251" y="10294"/>
                  </a:lnTo>
                  <a:cubicBezTo>
                    <a:pt x="3732" y="9981"/>
                    <a:pt x="4505" y="8316"/>
                    <a:pt x="4570" y="6940"/>
                  </a:cubicBezTo>
                  <a:cubicBezTo>
                    <a:pt x="4737" y="4639"/>
                    <a:pt x="3570" y="2504"/>
                    <a:pt x="3236" y="302"/>
                  </a:cubicBezTo>
                  <a:cubicBezTo>
                    <a:pt x="3215" y="130"/>
                    <a:pt x="3069" y="0"/>
                    <a:pt x="29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2"/>
            <p:cNvSpPr/>
            <p:nvPr/>
          </p:nvSpPr>
          <p:spPr>
            <a:xfrm>
              <a:off x="5188425" y="2374350"/>
              <a:ext cx="28000" cy="232525"/>
            </a:xfrm>
            <a:custGeom>
              <a:avLst/>
              <a:gdLst/>
              <a:ahLst/>
              <a:cxnLst/>
              <a:rect l="l" t="t" r="r" b="b"/>
              <a:pathLst>
                <a:path w="1120" h="9301" extrusionOk="0">
                  <a:moveTo>
                    <a:pt x="751" y="0"/>
                  </a:moveTo>
                  <a:cubicBezTo>
                    <a:pt x="681" y="0"/>
                    <a:pt x="619" y="45"/>
                    <a:pt x="619" y="146"/>
                  </a:cubicBezTo>
                  <a:cubicBezTo>
                    <a:pt x="385" y="1480"/>
                    <a:pt x="719" y="2881"/>
                    <a:pt x="686" y="4249"/>
                  </a:cubicBezTo>
                  <a:cubicBezTo>
                    <a:pt x="686" y="5916"/>
                    <a:pt x="452" y="7551"/>
                    <a:pt x="19" y="9119"/>
                  </a:cubicBezTo>
                  <a:cubicBezTo>
                    <a:pt x="0" y="9230"/>
                    <a:pt x="95" y="9300"/>
                    <a:pt x="189" y="9300"/>
                  </a:cubicBezTo>
                  <a:cubicBezTo>
                    <a:pt x="263" y="9300"/>
                    <a:pt x="337" y="9256"/>
                    <a:pt x="352" y="9152"/>
                  </a:cubicBezTo>
                  <a:cubicBezTo>
                    <a:pt x="719" y="7651"/>
                    <a:pt x="986" y="6150"/>
                    <a:pt x="1019" y="4615"/>
                  </a:cubicBezTo>
                  <a:cubicBezTo>
                    <a:pt x="1119" y="3148"/>
                    <a:pt x="719" y="1647"/>
                    <a:pt x="953" y="212"/>
                  </a:cubicBezTo>
                  <a:cubicBezTo>
                    <a:pt x="953" y="79"/>
                    <a:pt x="844" y="0"/>
                    <a:pt x="7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2"/>
            <p:cNvSpPr/>
            <p:nvPr/>
          </p:nvSpPr>
          <p:spPr>
            <a:xfrm>
              <a:off x="5190500" y="2545425"/>
              <a:ext cx="46725" cy="36125"/>
            </a:xfrm>
            <a:custGeom>
              <a:avLst/>
              <a:gdLst/>
              <a:ahLst/>
              <a:cxnLst/>
              <a:rect l="l" t="t" r="r" b="b"/>
              <a:pathLst>
                <a:path w="1869" h="1445" extrusionOk="0">
                  <a:moveTo>
                    <a:pt x="1642" y="1"/>
                  </a:moveTo>
                  <a:cubicBezTo>
                    <a:pt x="1608" y="1"/>
                    <a:pt x="1572" y="13"/>
                    <a:pt x="1537" y="41"/>
                  </a:cubicBezTo>
                  <a:cubicBezTo>
                    <a:pt x="1103" y="441"/>
                    <a:pt x="636" y="808"/>
                    <a:pt x="136" y="1142"/>
                  </a:cubicBezTo>
                  <a:cubicBezTo>
                    <a:pt x="1" y="1249"/>
                    <a:pt x="128" y="1445"/>
                    <a:pt x="270" y="1445"/>
                  </a:cubicBezTo>
                  <a:cubicBezTo>
                    <a:pt x="303" y="1445"/>
                    <a:pt x="337" y="1434"/>
                    <a:pt x="369" y="1408"/>
                  </a:cubicBezTo>
                  <a:cubicBezTo>
                    <a:pt x="803" y="1075"/>
                    <a:pt x="1270" y="708"/>
                    <a:pt x="1737" y="274"/>
                  </a:cubicBezTo>
                  <a:cubicBezTo>
                    <a:pt x="1869" y="169"/>
                    <a:pt x="1771" y="1"/>
                    <a:pt x="16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2"/>
            <p:cNvSpPr/>
            <p:nvPr/>
          </p:nvSpPr>
          <p:spPr>
            <a:xfrm>
              <a:off x="5171150" y="2532075"/>
              <a:ext cx="31950" cy="49175"/>
            </a:xfrm>
            <a:custGeom>
              <a:avLst/>
              <a:gdLst/>
              <a:ahLst/>
              <a:cxnLst/>
              <a:rect l="l" t="t" r="r" b="b"/>
              <a:pathLst>
                <a:path w="1278" h="1967" extrusionOk="0">
                  <a:moveTo>
                    <a:pt x="188" y="0"/>
                  </a:moveTo>
                  <a:cubicBezTo>
                    <a:pt x="90" y="0"/>
                    <a:pt x="1" y="94"/>
                    <a:pt x="42" y="241"/>
                  </a:cubicBezTo>
                  <a:cubicBezTo>
                    <a:pt x="209" y="842"/>
                    <a:pt x="509" y="1409"/>
                    <a:pt x="910" y="1909"/>
                  </a:cubicBezTo>
                  <a:cubicBezTo>
                    <a:pt x="942" y="1950"/>
                    <a:pt x="982" y="1966"/>
                    <a:pt x="1023" y="1966"/>
                  </a:cubicBezTo>
                  <a:cubicBezTo>
                    <a:pt x="1149" y="1966"/>
                    <a:pt x="1278" y="1802"/>
                    <a:pt x="1177" y="1676"/>
                  </a:cubicBezTo>
                  <a:cubicBezTo>
                    <a:pt x="810" y="1175"/>
                    <a:pt x="509" y="675"/>
                    <a:pt x="343" y="108"/>
                  </a:cubicBezTo>
                  <a:cubicBezTo>
                    <a:pt x="305" y="33"/>
                    <a:pt x="245" y="0"/>
                    <a:pt x="1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2"/>
            <p:cNvSpPr/>
            <p:nvPr/>
          </p:nvSpPr>
          <p:spPr>
            <a:xfrm>
              <a:off x="5200425" y="2483625"/>
              <a:ext cx="42925" cy="34250"/>
            </a:xfrm>
            <a:custGeom>
              <a:avLst/>
              <a:gdLst/>
              <a:ahLst/>
              <a:cxnLst/>
              <a:rect l="l" t="t" r="r" b="b"/>
              <a:pathLst>
                <a:path w="1717" h="1370" extrusionOk="0">
                  <a:moveTo>
                    <a:pt x="1462" y="0"/>
                  </a:moveTo>
                  <a:cubicBezTo>
                    <a:pt x="1421" y="0"/>
                    <a:pt x="1379" y="13"/>
                    <a:pt x="1340" y="44"/>
                  </a:cubicBezTo>
                  <a:cubicBezTo>
                    <a:pt x="973" y="411"/>
                    <a:pt x="539" y="778"/>
                    <a:pt x="139" y="1078"/>
                  </a:cubicBezTo>
                  <a:cubicBezTo>
                    <a:pt x="0" y="1189"/>
                    <a:pt x="115" y="1370"/>
                    <a:pt x="254" y="1370"/>
                  </a:cubicBezTo>
                  <a:cubicBezTo>
                    <a:pt x="282" y="1370"/>
                    <a:pt x="311" y="1362"/>
                    <a:pt x="339" y="1345"/>
                  </a:cubicBezTo>
                  <a:cubicBezTo>
                    <a:pt x="806" y="1012"/>
                    <a:pt x="1206" y="611"/>
                    <a:pt x="1640" y="244"/>
                  </a:cubicBezTo>
                  <a:cubicBezTo>
                    <a:pt x="1717" y="142"/>
                    <a:pt x="1597" y="0"/>
                    <a:pt x="14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32"/>
            <p:cNvSpPr/>
            <p:nvPr/>
          </p:nvSpPr>
          <p:spPr>
            <a:xfrm>
              <a:off x="5179750" y="2475575"/>
              <a:ext cx="32325" cy="40625"/>
            </a:xfrm>
            <a:custGeom>
              <a:avLst/>
              <a:gdLst/>
              <a:ahLst/>
              <a:cxnLst/>
              <a:rect l="l" t="t" r="r" b="b"/>
              <a:pathLst>
                <a:path w="1293" h="1625" extrusionOk="0">
                  <a:moveTo>
                    <a:pt x="228" y="0"/>
                  </a:moveTo>
                  <a:cubicBezTo>
                    <a:pt x="119" y="0"/>
                    <a:pt x="0" y="103"/>
                    <a:pt x="65" y="233"/>
                  </a:cubicBezTo>
                  <a:cubicBezTo>
                    <a:pt x="299" y="733"/>
                    <a:pt x="566" y="1200"/>
                    <a:pt x="966" y="1567"/>
                  </a:cubicBezTo>
                  <a:cubicBezTo>
                    <a:pt x="1006" y="1608"/>
                    <a:pt x="1049" y="1625"/>
                    <a:pt x="1088" y="1625"/>
                  </a:cubicBezTo>
                  <a:cubicBezTo>
                    <a:pt x="1208" y="1625"/>
                    <a:pt x="1292" y="1460"/>
                    <a:pt x="1166" y="1334"/>
                  </a:cubicBezTo>
                  <a:cubicBezTo>
                    <a:pt x="833" y="933"/>
                    <a:pt x="532" y="566"/>
                    <a:pt x="366" y="99"/>
                  </a:cubicBezTo>
                  <a:cubicBezTo>
                    <a:pt x="342" y="30"/>
                    <a:pt x="287" y="0"/>
                    <a:pt x="2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2"/>
            <p:cNvSpPr/>
            <p:nvPr/>
          </p:nvSpPr>
          <p:spPr>
            <a:xfrm>
              <a:off x="5202800" y="2427975"/>
              <a:ext cx="32075" cy="25575"/>
            </a:xfrm>
            <a:custGeom>
              <a:avLst/>
              <a:gdLst/>
              <a:ahLst/>
              <a:cxnLst/>
              <a:rect l="l" t="t" r="r" b="b"/>
              <a:pathLst>
                <a:path w="1283" h="1023" extrusionOk="0">
                  <a:moveTo>
                    <a:pt x="1062" y="0"/>
                  </a:moveTo>
                  <a:cubicBezTo>
                    <a:pt x="1013" y="0"/>
                    <a:pt x="959" y="21"/>
                    <a:pt x="911" y="69"/>
                  </a:cubicBezTo>
                  <a:cubicBezTo>
                    <a:pt x="711" y="336"/>
                    <a:pt x="444" y="569"/>
                    <a:pt x="144" y="736"/>
                  </a:cubicBezTo>
                  <a:cubicBezTo>
                    <a:pt x="1" y="793"/>
                    <a:pt x="79" y="1023"/>
                    <a:pt x="210" y="1023"/>
                  </a:cubicBezTo>
                  <a:cubicBezTo>
                    <a:pt x="231" y="1023"/>
                    <a:pt x="254" y="1017"/>
                    <a:pt x="277" y="1003"/>
                  </a:cubicBezTo>
                  <a:cubicBezTo>
                    <a:pt x="644" y="836"/>
                    <a:pt x="945" y="602"/>
                    <a:pt x="1211" y="269"/>
                  </a:cubicBezTo>
                  <a:cubicBezTo>
                    <a:pt x="1283" y="126"/>
                    <a:pt x="1185" y="0"/>
                    <a:pt x="1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2"/>
            <p:cNvSpPr/>
            <p:nvPr/>
          </p:nvSpPr>
          <p:spPr>
            <a:xfrm>
              <a:off x="5186500" y="2430125"/>
              <a:ext cx="25700" cy="23925"/>
            </a:xfrm>
            <a:custGeom>
              <a:avLst/>
              <a:gdLst/>
              <a:ahLst/>
              <a:cxnLst/>
              <a:rect l="l" t="t" r="r" b="b"/>
              <a:pathLst>
                <a:path w="1028" h="957" extrusionOk="0">
                  <a:moveTo>
                    <a:pt x="227" y="1"/>
                  </a:moveTo>
                  <a:cubicBezTo>
                    <a:pt x="108" y="1"/>
                    <a:pt x="1" y="150"/>
                    <a:pt x="96" y="316"/>
                  </a:cubicBezTo>
                  <a:cubicBezTo>
                    <a:pt x="262" y="550"/>
                    <a:pt x="429" y="750"/>
                    <a:pt x="696" y="917"/>
                  </a:cubicBezTo>
                  <a:cubicBezTo>
                    <a:pt x="731" y="945"/>
                    <a:pt x="767" y="957"/>
                    <a:pt x="802" y="957"/>
                  </a:cubicBezTo>
                  <a:cubicBezTo>
                    <a:pt x="931" y="957"/>
                    <a:pt x="1028" y="789"/>
                    <a:pt x="896" y="683"/>
                  </a:cubicBezTo>
                  <a:cubicBezTo>
                    <a:pt x="696" y="516"/>
                    <a:pt x="462" y="316"/>
                    <a:pt x="362" y="83"/>
                  </a:cubicBezTo>
                  <a:cubicBezTo>
                    <a:pt x="324" y="25"/>
                    <a:pt x="274" y="1"/>
                    <a:pt x="2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2"/>
            <p:cNvSpPr/>
            <p:nvPr/>
          </p:nvSpPr>
          <p:spPr>
            <a:xfrm>
              <a:off x="5313975" y="3109475"/>
              <a:ext cx="206825" cy="155000"/>
            </a:xfrm>
            <a:custGeom>
              <a:avLst/>
              <a:gdLst/>
              <a:ahLst/>
              <a:cxnLst/>
              <a:rect l="l" t="t" r="r" b="b"/>
              <a:pathLst>
                <a:path w="8273" h="6200" extrusionOk="0">
                  <a:moveTo>
                    <a:pt x="6606" y="1"/>
                  </a:moveTo>
                  <a:cubicBezTo>
                    <a:pt x="5935" y="1"/>
                    <a:pt x="5246" y="209"/>
                    <a:pt x="4670" y="562"/>
                  </a:cubicBezTo>
                  <a:cubicBezTo>
                    <a:pt x="3636" y="1196"/>
                    <a:pt x="2835" y="2163"/>
                    <a:pt x="2135" y="3197"/>
                  </a:cubicBezTo>
                  <a:cubicBezTo>
                    <a:pt x="1468" y="4198"/>
                    <a:pt x="834" y="5265"/>
                    <a:pt x="0" y="6199"/>
                  </a:cubicBezTo>
                  <a:cubicBezTo>
                    <a:pt x="3403" y="5999"/>
                    <a:pt x="6672" y="3831"/>
                    <a:pt x="8273" y="729"/>
                  </a:cubicBezTo>
                  <a:lnTo>
                    <a:pt x="8106" y="429"/>
                  </a:lnTo>
                  <a:cubicBezTo>
                    <a:pt x="7662" y="133"/>
                    <a:pt x="7140" y="1"/>
                    <a:pt x="66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2"/>
            <p:cNvSpPr/>
            <p:nvPr/>
          </p:nvSpPr>
          <p:spPr>
            <a:xfrm>
              <a:off x="5305950" y="3103325"/>
              <a:ext cx="226025" cy="167175"/>
            </a:xfrm>
            <a:custGeom>
              <a:avLst/>
              <a:gdLst/>
              <a:ahLst/>
              <a:cxnLst/>
              <a:rect l="l" t="t" r="r" b="b"/>
              <a:pathLst>
                <a:path w="9041" h="6687" extrusionOk="0">
                  <a:moveTo>
                    <a:pt x="7085" y="580"/>
                  </a:moveTo>
                  <a:cubicBezTo>
                    <a:pt x="7455" y="580"/>
                    <a:pt x="7851" y="629"/>
                    <a:pt x="8277" y="735"/>
                  </a:cubicBezTo>
                  <a:lnTo>
                    <a:pt x="8277" y="735"/>
                  </a:lnTo>
                  <a:cubicBezTo>
                    <a:pt x="6572" y="3481"/>
                    <a:pt x="4181" y="5479"/>
                    <a:pt x="1049" y="5962"/>
                  </a:cubicBezTo>
                  <a:lnTo>
                    <a:pt x="1049" y="5962"/>
                  </a:lnTo>
                  <a:cubicBezTo>
                    <a:pt x="2808" y="3650"/>
                    <a:pt x="4152" y="580"/>
                    <a:pt x="7085" y="580"/>
                  </a:cubicBezTo>
                  <a:close/>
                  <a:moveTo>
                    <a:pt x="6893" y="0"/>
                  </a:moveTo>
                  <a:cubicBezTo>
                    <a:pt x="6026" y="0"/>
                    <a:pt x="5119" y="378"/>
                    <a:pt x="4424" y="875"/>
                  </a:cubicBezTo>
                  <a:cubicBezTo>
                    <a:pt x="2589" y="2242"/>
                    <a:pt x="1655" y="4477"/>
                    <a:pt x="154" y="6145"/>
                  </a:cubicBezTo>
                  <a:cubicBezTo>
                    <a:pt x="0" y="6330"/>
                    <a:pt x="74" y="6686"/>
                    <a:pt x="297" y="6686"/>
                  </a:cubicBezTo>
                  <a:cubicBezTo>
                    <a:pt x="315" y="6686"/>
                    <a:pt x="334" y="6684"/>
                    <a:pt x="354" y="6679"/>
                  </a:cubicBezTo>
                  <a:cubicBezTo>
                    <a:pt x="3790" y="6445"/>
                    <a:pt x="7426" y="4344"/>
                    <a:pt x="8927" y="1041"/>
                  </a:cubicBezTo>
                  <a:cubicBezTo>
                    <a:pt x="9041" y="769"/>
                    <a:pt x="8814" y="527"/>
                    <a:pt x="8584" y="527"/>
                  </a:cubicBezTo>
                  <a:cubicBezTo>
                    <a:pt x="8543" y="527"/>
                    <a:pt x="8502" y="535"/>
                    <a:pt x="8463" y="551"/>
                  </a:cubicBezTo>
                  <a:lnTo>
                    <a:pt x="8463" y="551"/>
                  </a:lnTo>
                  <a:cubicBezTo>
                    <a:pt x="8003" y="160"/>
                    <a:pt x="7456" y="0"/>
                    <a:pt x="68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2"/>
            <p:cNvSpPr/>
            <p:nvPr/>
          </p:nvSpPr>
          <p:spPr>
            <a:xfrm>
              <a:off x="5334850" y="3117175"/>
              <a:ext cx="195250" cy="140625"/>
            </a:xfrm>
            <a:custGeom>
              <a:avLst/>
              <a:gdLst/>
              <a:ahLst/>
              <a:cxnLst/>
              <a:rect l="l" t="t" r="r" b="b"/>
              <a:pathLst>
                <a:path w="7810" h="5625" extrusionOk="0">
                  <a:moveTo>
                    <a:pt x="7553" y="0"/>
                  </a:moveTo>
                  <a:cubicBezTo>
                    <a:pt x="7527" y="0"/>
                    <a:pt x="7499" y="6"/>
                    <a:pt x="7471" y="20"/>
                  </a:cubicBezTo>
                  <a:cubicBezTo>
                    <a:pt x="6103" y="654"/>
                    <a:pt x="4769" y="1455"/>
                    <a:pt x="3535" y="2389"/>
                  </a:cubicBezTo>
                  <a:cubicBezTo>
                    <a:pt x="2367" y="3289"/>
                    <a:pt x="1433" y="4557"/>
                    <a:pt x="166" y="5291"/>
                  </a:cubicBezTo>
                  <a:cubicBezTo>
                    <a:pt x="1" y="5401"/>
                    <a:pt x="85" y="5625"/>
                    <a:pt x="232" y="5625"/>
                  </a:cubicBezTo>
                  <a:cubicBezTo>
                    <a:pt x="264" y="5625"/>
                    <a:pt x="298" y="5614"/>
                    <a:pt x="333" y="5591"/>
                  </a:cubicBezTo>
                  <a:cubicBezTo>
                    <a:pt x="1467" y="4824"/>
                    <a:pt x="2334" y="3723"/>
                    <a:pt x="3401" y="2889"/>
                  </a:cubicBezTo>
                  <a:cubicBezTo>
                    <a:pt x="4702" y="1822"/>
                    <a:pt x="6137" y="988"/>
                    <a:pt x="7638" y="287"/>
                  </a:cubicBezTo>
                  <a:cubicBezTo>
                    <a:pt x="7810" y="230"/>
                    <a:pt x="7711" y="0"/>
                    <a:pt x="7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32"/>
            <p:cNvSpPr/>
            <p:nvPr/>
          </p:nvSpPr>
          <p:spPr>
            <a:xfrm>
              <a:off x="5450725" y="3121850"/>
              <a:ext cx="55675" cy="17600"/>
            </a:xfrm>
            <a:custGeom>
              <a:avLst/>
              <a:gdLst/>
              <a:ahLst/>
              <a:cxnLst/>
              <a:rect l="l" t="t" r="r" b="b"/>
              <a:pathLst>
                <a:path w="2227" h="704" extrusionOk="0">
                  <a:moveTo>
                    <a:pt x="301" y="0"/>
                  </a:moveTo>
                  <a:cubicBezTo>
                    <a:pt x="67" y="0"/>
                    <a:pt x="1" y="267"/>
                    <a:pt x="201" y="334"/>
                  </a:cubicBezTo>
                  <a:cubicBezTo>
                    <a:pt x="801" y="401"/>
                    <a:pt x="1368" y="534"/>
                    <a:pt x="1969" y="701"/>
                  </a:cubicBezTo>
                  <a:cubicBezTo>
                    <a:pt x="1978" y="702"/>
                    <a:pt x="1987" y="703"/>
                    <a:pt x="1996" y="703"/>
                  </a:cubicBezTo>
                  <a:cubicBezTo>
                    <a:pt x="2175" y="703"/>
                    <a:pt x="2226" y="399"/>
                    <a:pt x="2035" y="367"/>
                  </a:cubicBezTo>
                  <a:cubicBezTo>
                    <a:pt x="1468" y="200"/>
                    <a:pt x="868" y="67"/>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32"/>
            <p:cNvSpPr/>
            <p:nvPr/>
          </p:nvSpPr>
          <p:spPr>
            <a:xfrm>
              <a:off x="5477325" y="3132175"/>
              <a:ext cx="27275" cy="49800"/>
            </a:xfrm>
            <a:custGeom>
              <a:avLst/>
              <a:gdLst/>
              <a:ahLst/>
              <a:cxnLst/>
              <a:rect l="l" t="t" r="r" b="b"/>
              <a:pathLst>
                <a:path w="1091" h="1992" extrusionOk="0">
                  <a:moveTo>
                    <a:pt x="889" y="0"/>
                  </a:moveTo>
                  <a:cubicBezTo>
                    <a:pt x="819" y="0"/>
                    <a:pt x="752" y="37"/>
                    <a:pt x="738" y="121"/>
                  </a:cubicBezTo>
                  <a:cubicBezTo>
                    <a:pt x="638" y="688"/>
                    <a:pt x="404" y="1255"/>
                    <a:pt x="71" y="1755"/>
                  </a:cubicBezTo>
                  <a:cubicBezTo>
                    <a:pt x="0" y="1873"/>
                    <a:pt x="113" y="1991"/>
                    <a:pt x="220" y="1991"/>
                  </a:cubicBezTo>
                  <a:cubicBezTo>
                    <a:pt x="265" y="1991"/>
                    <a:pt x="308" y="1971"/>
                    <a:pt x="338" y="1922"/>
                  </a:cubicBezTo>
                  <a:cubicBezTo>
                    <a:pt x="671" y="1422"/>
                    <a:pt x="938" y="821"/>
                    <a:pt x="1072" y="188"/>
                  </a:cubicBezTo>
                  <a:cubicBezTo>
                    <a:pt x="1091" y="71"/>
                    <a:pt x="986" y="0"/>
                    <a:pt x="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2"/>
            <p:cNvSpPr/>
            <p:nvPr/>
          </p:nvSpPr>
          <p:spPr>
            <a:xfrm>
              <a:off x="5400700" y="3156025"/>
              <a:ext cx="51275" cy="15275"/>
            </a:xfrm>
            <a:custGeom>
              <a:avLst/>
              <a:gdLst/>
              <a:ahLst/>
              <a:cxnLst/>
              <a:rect l="l" t="t" r="r" b="b"/>
              <a:pathLst>
                <a:path w="2051" h="611" extrusionOk="0">
                  <a:moveTo>
                    <a:pt x="200" y="1"/>
                  </a:moveTo>
                  <a:cubicBezTo>
                    <a:pt x="0" y="1"/>
                    <a:pt x="0" y="334"/>
                    <a:pt x="234" y="334"/>
                  </a:cubicBezTo>
                  <a:cubicBezTo>
                    <a:pt x="734" y="401"/>
                    <a:pt x="1301" y="501"/>
                    <a:pt x="1802" y="601"/>
                  </a:cubicBezTo>
                  <a:cubicBezTo>
                    <a:pt x="1820" y="607"/>
                    <a:pt x="1837" y="610"/>
                    <a:pt x="1852" y="610"/>
                  </a:cubicBezTo>
                  <a:cubicBezTo>
                    <a:pt x="2012" y="610"/>
                    <a:pt x="2050" y="328"/>
                    <a:pt x="1868" y="268"/>
                  </a:cubicBezTo>
                  <a:cubicBezTo>
                    <a:pt x="1335" y="168"/>
                    <a:pt x="734" y="34"/>
                    <a:pt x="2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2"/>
            <p:cNvSpPr/>
            <p:nvPr/>
          </p:nvSpPr>
          <p:spPr>
            <a:xfrm>
              <a:off x="5428225" y="3165625"/>
              <a:ext cx="20025" cy="44575"/>
            </a:xfrm>
            <a:custGeom>
              <a:avLst/>
              <a:gdLst/>
              <a:ahLst/>
              <a:cxnLst/>
              <a:rect l="l" t="t" r="r" b="b"/>
              <a:pathLst>
                <a:path w="801" h="1783" extrusionOk="0">
                  <a:moveTo>
                    <a:pt x="634" y="0"/>
                  </a:moveTo>
                  <a:cubicBezTo>
                    <a:pt x="550" y="0"/>
                    <a:pt x="467" y="51"/>
                    <a:pt x="467" y="151"/>
                  </a:cubicBezTo>
                  <a:cubicBezTo>
                    <a:pt x="434" y="651"/>
                    <a:pt x="267" y="1118"/>
                    <a:pt x="67" y="1518"/>
                  </a:cubicBezTo>
                  <a:cubicBezTo>
                    <a:pt x="1" y="1672"/>
                    <a:pt x="109" y="1783"/>
                    <a:pt x="219" y="1783"/>
                  </a:cubicBezTo>
                  <a:cubicBezTo>
                    <a:pt x="276" y="1783"/>
                    <a:pt x="333" y="1753"/>
                    <a:pt x="367" y="1685"/>
                  </a:cubicBezTo>
                  <a:cubicBezTo>
                    <a:pt x="600" y="1185"/>
                    <a:pt x="767" y="684"/>
                    <a:pt x="801" y="151"/>
                  </a:cubicBezTo>
                  <a:cubicBezTo>
                    <a:pt x="801" y="51"/>
                    <a:pt x="717" y="0"/>
                    <a:pt x="6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2"/>
            <p:cNvSpPr/>
            <p:nvPr/>
          </p:nvSpPr>
          <p:spPr>
            <a:xfrm>
              <a:off x="5363175" y="3198575"/>
              <a:ext cx="38675" cy="12800"/>
            </a:xfrm>
            <a:custGeom>
              <a:avLst/>
              <a:gdLst/>
              <a:ahLst/>
              <a:cxnLst/>
              <a:rect l="l" t="t" r="r" b="b"/>
              <a:pathLst>
                <a:path w="1547" h="512" extrusionOk="0">
                  <a:moveTo>
                    <a:pt x="200" y="0"/>
                  </a:moveTo>
                  <a:cubicBezTo>
                    <a:pt x="0" y="0"/>
                    <a:pt x="0" y="334"/>
                    <a:pt x="200" y="334"/>
                  </a:cubicBezTo>
                  <a:cubicBezTo>
                    <a:pt x="534" y="334"/>
                    <a:pt x="867" y="367"/>
                    <a:pt x="1201" y="500"/>
                  </a:cubicBezTo>
                  <a:cubicBezTo>
                    <a:pt x="1223" y="508"/>
                    <a:pt x="1244" y="511"/>
                    <a:pt x="1265" y="511"/>
                  </a:cubicBezTo>
                  <a:cubicBezTo>
                    <a:pt x="1433" y="511"/>
                    <a:pt x="1546" y="289"/>
                    <a:pt x="1368" y="200"/>
                  </a:cubicBezTo>
                  <a:cubicBezTo>
                    <a:pt x="1001" y="33"/>
                    <a:pt x="634" y="0"/>
                    <a:pt x="2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2"/>
            <p:cNvSpPr/>
            <p:nvPr/>
          </p:nvSpPr>
          <p:spPr>
            <a:xfrm>
              <a:off x="5388800" y="3205850"/>
              <a:ext cx="12750" cy="27400"/>
            </a:xfrm>
            <a:custGeom>
              <a:avLst/>
              <a:gdLst/>
              <a:ahLst/>
              <a:cxnLst/>
              <a:rect l="l" t="t" r="r" b="b"/>
              <a:pathLst>
                <a:path w="510" h="1096" extrusionOk="0">
                  <a:moveTo>
                    <a:pt x="343" y="1"/>
                  </a:moveTo>
                  <a:cubicBezTo>
                    <a:pt x="259" y="1"/>
                    <a:pt x="176" y="59"/>
                    <a:pt x="176" y="176"/>
                  </a:cubicBezTo>
                  <a:cubicBezTo>
                    <a:pt x="176" y="410"/>
                    <a:pt x="143" y="676"/>
                    <a:pt x="43" y="910"/>
                  </a:cubicBezTo>
                  <a:cubicBezTo>
                    <a:pt x="0" y="1016"/>
                    <a:pt x="121" y="1096"/>
                    <a:pt x="231" y="1096"/>
                  </a:cubicBezTo>
                  <a:cubicBezTo>
                    <a:pt x="293" y="1096"/>
                    <a:pt x="352" y="1070"/>
                    <a:pt x="376" y="1010"/>
                  </a:cubicBezTo>
                  <a:cubicBezTo>
                    <a:pt x="476" y="743"/>
                    <a:pt x="510" y="443"/>
                    <a:pt x="510" y="176"/>
                  </a:cubicBezTo>
                  <a:cubicBezTo>
                    <a:pt x="510" y="59"/>
                    <a:pt x="426" y="1"/>
                    <a:pt x="3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32"/>
            <p:cNvSpPr/>
            <p:nvPr/>
          </p:nvSpPr>
          <p:spPr>
            <a:xfrm>
              <a:off x="5257425" y="2705725"/>
              <a:ext cx="1164025" cy="820875"/>
            </a:xfrm>
            <a:custGeom>
              <a:avLst/>
              <a:gdLst/>
              <a:ahLst/>
              <a:cxnLst/>
              <a:rect l="l" t="t" r="r" b="b"/>
              <a:pathLst>
                <a:path w="46561" h="32835" extrusionOk="0">
                  <a:moveTo>
                    <a:pt x="392" y="1"/>
                  </a:moveTo>
                  <a:cubicBezTo>
                    <a:pt x="174" y="1"/>
                    <a:pt x="0" y="245"/>
                    <a:pt x="194" y="467"/>
                  </a:cubicBezTo>
                  <a:cubicBezTo>
                    <a:pt x="3063" y="3436"/>
                    <a:pt x="7466" y="5037"/>
                    <a:pt x="11269" y="6538"/>
                  </a:cubicBezTo>
                  <a:cubicBezTo>
                    <a:pt x="15905" y="8373"/>
                    <a:pt x="20208" y="10774"/>
                    <a:pt x="24411" y="13476"/>
                  </a:cubicBezTo>
                  <a:cubicBezTo>
                    <a:pt x="28481" y="16078"/>
                    <a:pt x="32617" y="18747"/>
                    <a:pt x="36086" y="22249"/>
                  </a:cubicBezTo>
                  <a:cubicBezTo>
                    <a:pt x="37654" y="23884"/>
                    <a:pt x="39289" y="25418"/>
                    <a:pt x="41057" y="26853"/>
                  </a:cubicBezTo>
                  <a:cubicBezTo>
                    <a:pt x="43158" y="28587"/>
                    <a:pt x="44726" y="30555"/>
                    <a:pt x="46294" y="32757"/>
                  </a:cubicBezTo>
                  <a:cubicBezTo>
                    <a:pt x="46305" y="32812"/>
                    <a:pt x="46342" y="32835"/>
                    <a:pt x="46383" y="32835"/>
                  </a:cubicBezTo>
                  <a:cubicBezTo>
                    <a:pt x="46464" y="32835"/>
                    <a:pt x="46560" y="32746"/>
                    <a:pt x="46494" y="32657"/>
                  </a:cubicBezTo>
                  <a:cubicBezTo>
                    <a:pt x="45293" y="30722"/>
                    <a:pt x="44125" y="28987"/>
                    <a:pt x="42458" y="27420"/>
                  </a:cubicBezTo>
                  <a:cubicBezTo>
                    <a:pt x="40656" y="25818"/>
                    <a:pt x="38955" y="24251"/>
                    <a:pt x="37287" y="22516"/>
                  </a:cubicBezTo>
                  <a:cubicBezTo>
                    <a:pt x="34052" y="19047"/>
                    <a:pt x="30316" y="16345"/>
                    <a:pt x="26413" y="13710"/>
                  </a:cubicBezTo>
                  <a:cubicBezTo>
                    <a:pt x="22376" y="11008"/>
                    <a:pt x="18240" y="8439"/>
                    <a:pt x="13770" y="6538"/>
                  </a:cubicBezTo>
                  <a:cubicBezTo>
                    <a:pt x="11435" y="5537"/>
                    <a:pt x="9067" y="4737"/>
                    <a:pt x="6765" y="3603"/>
                  </a:cubicBezTo>
                  <a:cubicBezTo>
                    <a:pt x="4597" y="2568"/>
                    <a:pt x="2629" y="1101"/>
                    <a:pt x="528" y="33"/>
                  </a:cubicBezTo>
                  <a:cubicBezTo>
                    <a:pt x="482" y="11"/>
                    <a:pt x="436" y="1"/>
                    <a:pt x="392"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32"/>
            <p:cNvSpPr/>
            <p:nvPr/>
          </p:nvSpPr>
          <p:spPr>
            <a:xfrm>
              <a:off x="5446825" y="3035875"/>
              <a:ext cx="365850" cy="151275"/>
            </a:xfrm>
            <a:custGeom>
              <a:avLst/>
              <a:gdLst/>
              <a:ahLst/>
              <a:cxnLst/>
              <a:rect l="l" t="t" r="r" b="b"/>
              <a:pathLst>
                <a:path w="14634" h="6051" extrusionOk="0">
                  <a:moveTo>
                    <a:pt x="297" y="1"/>
                  </a:moveTo>
                  <a:cubicBezTo>
                    <a:pt x="140" y="1"/>
                    <a:pt x="0" y="274"/>
                    <a:pt x="190" y="337"/>
                  </a:cubicBezTo>
                  <a:cubicBezTo>
                    <a:pt x="2625" y="1538"/>
                    <a:pt x="4560" y="3339"/>
                    <a:pt x="7128" y="4440"/>
                  </a:cubicBezTo>
                  <a:cubicBezTo>
                    <a:pt x="9464" y="5405"/>
                    <a:pt x="11538" y="6051"/>
                    <a:pt x="14002" y="6051"/>
                  </a:cubicBezTo>
                  <a:cubicBezTo>
                    <a:pt x="14177" y="6051"/>
                    <a:pt x="14354" y="6048"/>
                    <a:pt x="14534" y="6041"/>
                  </a:cubicBezTo>
                  <a:cubicBezTo>
                    <a:pt x="14634" y="6008"/>
                    <a:pt x="14567" y="5941"/>
                    <a:pt x="14534" y="5941"/>
                  </a:cubicBezTo>
                  <a:cubicBezTo>
                    <a:pt x="12966" y="5708"/>
                    <a:pt x="11398" y="5708"/>
                    <a:pt x="9897" y="5174"/>
                  </a:cubicBezTo>
                  <a:cubicBezTo>
                    <a:pt x="8496" y="4673"/>
                    <a:pt x="7128" y="4040"/>
                    <a:pt x="5794" y="3339"/>
                  </a:cubicBezTo>
                  <a:cubicBezTo>
                    <a:pt x="3859" y="2372"/>
                    <a:pt x="2392" y="537"/>
                    <a:pt x="323" y="3"/>
                  </a:cubicBezTo>
                  <a:cubicBezTo>
                    <a:pt x="315" y="2"/>
                    <a:pt x="306" y="1"/>
                    <a:pt x="297"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32"/>
            <p:cNvSpPr/>
            <p:nvPr/>
          </p:nvSpPr>
          <p:spPr>
            <a:xfrm>
              <a:off x="5491600" y="3078050"/>
              <a:ext cx="119825" cy="90600"/>
            </a:xfrm>
            <a:custGeom>
              <a:avLst/>
              <a:gdLst/>
              <a:ahLst/>
              <a:cxnLst/>
              <a:rect l="l" t="t" r="r" b="b"/>
              <a:pathLst>
                <a:path w="4793" h="3624" extrusionOk="0">
                  <a:moveTo>
                    <a:pt x="177" y="0"/>
                  </a:moveTo>
                  <a:cubicBezTo>
                    <a:pt x="129" y="0"/>
                    <a:pt x="81" y="6"/>
                    <a:pt x="34" y="18"/>
                  </a:cubicBezTo>
                  <a:cubicBezTo>
                    <a:pt x="0" y="18"/>
                    <a:pt x="0" y="118"/>
                    <a:pt x="34" y="118"/>
                  </a:cubicBezTo>
                  <a:cubicBezTo>
                    <a:pt x="867" y="685"/>
                    <a:pt x="1401" y="1652"/>
                    <a:pt x="2202" y="2319"/>
                  </a:cubicBezTo>
                  <a:cubicBezTo>
                    <a:pt x="2869" y="2820"/>
                    <a:pt x="3603" y="3420"/>
                    <a:pt x="4437" y="3620"/>
                  </a:cubicBezTo>
                  <a:cubicBezTo>
                    <a:pt x="4448" y="3622"/>
                    <a:pt x="4459" y="3623"/>
                    <a:pt x="4470" y="3623"/>
                  </a:cubicBezTo>
                  <a:cubicBezTo>
                    <a:pt x="4628" y="3623"/>
                    <a:pt x="4793" y="3411"/>
                    <a:pt x="4637" y="3287"/>
                  </a:cubicBezTo>
                  <a:cubicBezTo>
                    <a:pt x="3770" y="2519"/>
                    <a:pt x="2735" y="2019"/>
                    <a:pt x="1801" y="1285"/>
                  </a:cubicBezTo>
                  <a:cubicBezTo>
                    <a:pt x="1399" y="945"/>
                    <a:pt x="795" y="0"/>
                    <a:pt x="177"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32"/>
            <p:cNvSpPr/>
            <p:nvPr/>
          </p:nvSpPr>
          <p:spPr>
            <a:xfrm>
              <a:off x="5590000" y="2781600"/>
              <a:ext cx="27550" cy="60075"/>
            </a:xfrm>
            <a:custGeom>
              <a:avLst/>
              <a:gdLst/>
              <a:ahLst/>
              <a:cxnLst/>
              <a:rect l="l" t="t" r="r" b="b"/>
              <a:pathLst>
                <a:path w="1102" h="2403" extrusionOk="0">
                  <a:moveTo>
                    <a:pt x="301" y="0"/>
                  </a:moveTo>
                  <a:cubicBezTo>
                    <a:pt x="234" y="0"/>
                    <a:pt x="167" y="0"/>
                    <a:pt x="134" y="34"/>
                  </a:cubicBezTo>
                  <a:cubicBezTo>
                    <a:pt x="100" y="134"/>
                    <a:pt x="67" y="167"/>
                    <a:pt x="100" y="201"/>
                  </a:cubicBezTo>
                  <a:cubicBezTo>
                    <a:pt x="79" y="264"/>
                    <a:pt x="85" y="287"/>
                    <a:pt x="92" y="287"/>
                  </a:cubicBezTo>
                  <a:cubicBezTo>
                    <a:pt x="96" y="287"/>
                    <a:pt x="100" y="280"/>
                    <a:pt x="100" y="267"/>
                  </a:cubicBezTo>
                  <a:cubicBezTo>
                    <a:pt x="100" y="267"/>
                    <a:pt x="301" y="634"/>
                    <a:pt x="334" y="668"/>
                  </a:cubicBezTo>
                  <a:cubicBezTo>
                    <a:pt x="467" y="934"/>
                    <a:pt x="601" y="1135"/>
                    <a:pt x="601" y="1435"/>
                  </a:cubicBezTo>
                  <a:cubicBezTo>
                    <a:pt x="601" y="1502"/>
                    <a:pt x="634" y="1635"/>
                    <a:pt x="601" y="1768"/>
                  </a:cubicBezTo>
                  <a:cubicBezTo>
                    <a:pt x="582" y="1861"/>
                    <a:pt x="533" y="1882"/>
                    <a:pt x="470" y="1882"/>
                  </a:cubicBezTo>
                  <a:cubicBezTo>
                    <a:pt x="419" y="1882"/>
                    <a:pt x="360" y="1869"/>
                    <a:pt x="301" y="1869"/>
                  </a:cubicBezTo>
                  <a:cubicBezTo>
                    <a:pt x="278" y="1869"/>
                    <a:pt x="256" y="1854"/>
                    <a:pt x="224" y="1854"/>
                  </a:cubicBezTo>
                  <a:cubicBezTo>
                    <a:pt x="208" y="1854"/>
                    <a:pt x="189" y="1857"/>
                    <a:pt x="167" y="1869"/>
                  </a:cubicBezTo>
                  <a:cubicBezTo>
                    <a:pt x="100" y="1935"/>
                    <a:pt x="0" y="2002"/>
                    <a:pt x="67" y="2102"/>
                  </a:cubicBezTo>
                  <a:cubicBezTo>
                    <a:pt x="118" y="2282"/>
                    <a:pt x="249" y="2402"/>
                    <a:pt x="444" y="2402"/>
                  </a:cubicBezTo>
                  <a:cubicBezTo>
                    <a:pt x="502" y="2402"/>
                    <a:pt x="565" y="2392"/>
                    <a:pt x="634" y="2369"/>
                  </a:cubicBezTo>
                  <a:cubicBezTo>
                    <a:pt x="901" y="2302"/>
                    <a:pt x="1001" y="2035"/>
                    <a:pt x="1068" y="1802"/>
                  </a:cubicBezTo>
                  <a:cubicBezTo>
                    <a:pt x="1101" y="1468"/>
                    <a:pt x="1001" y="1101"/>
                    <a:pt x="901" y="768"/>
                  </a:cubicBezTo>
                  <a:cubicBezTo>
                    <a:pt x="768" y="501"/>
                    <a:pt x="601" y="34"/>
                    <a:pt x="301"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2"/>
            <p:cNvSpPr/>
            <p:nvPr/>
          </p:nvSpPr>
          <p:spPr>
            <a:xfrm>
              <a:off x="5585000" y="2797100"/>
              <a:ext cx="15850" cy="23775"/>
            </a:xfrm>
            <a:custGeom>
              <a:avLst/>
              <a:gdLst/>
              <a:ahLst/>
              <a:cxnLst/>
              <a:rect l="l" t="t" r="r" b="b"/>
              <a:pathLst>
                <a:path w="634" h="951" extrusionOk="0">
                  <a:moveTo>
                    <a:pt x="210" y="0"/>
                  </a:moveTo>
                  <a:cubicBezTo>
                    <a:pt x="192" y="0"/>
                    <a:pt x="177" y="5"/>
                    <a:pt x="167" y="14"/>
                  </a:cubicBezTo>
                  <a:cubicBezTo>
                    <a:pt x="134" y="48"/>
                    <a:pt x="100" y="48"/>
                    <a:pt x="34" y="81"/>
                  </a:cubicBezTo>
                  <a:cubicBezTo>
                    <a:pt x="0" y="148"/>
                    <a:pt x="0" y="181"/>
                    <a:pt x="34" y="181"/>
                  </a:cubicBezTo>
                  <a:cubicBezTo>
                    <a:pt x="69" y="199"/>
                    <a:pt x="96" y="207"/>
                    <a:pt x="118" y="211"/>
                  </a:cubicBezTo>
                  <a:lnTo>
                    <a:pt x="118" y="211"/>
                  </a:lnTo>
                  <a:cubicBezTo>
                    <a:pt x="135" y="291"/>
                    <a:pt x="141" y="376"/>
                    <a:pt x="167" y="481"/>
                  </a:cubicBezTo>
                  <a:cubicBezTo>
                    <a:pt x="167" y="526"/>
                    <a:pt x="152" y="555"/>
                    <a:pt x="162" y="570"/>
                  </a:cubicBezTo>
                  <a:lnTo>
                    <a:pt x="162" y="570"/>
                  </a:lnTo>
                  <a:cubicBezTo>
                    <a:pt x="158" y="570"/>
                    <a:pt x="154" y="569"/>
                    <a:pt x="149" y="569"/>
                  </a:cubicBezTo>
                  <a:cubicBezTo>
                    <a:pt x="92" y="569"/>
                    <a:pt x="34" y="613"/>
                    <a:pt x="34" y="715"/>
                  </a:cubicBezTo>
                  <a:cubicBezTo>
                    <a:pt x="14" y="874"/>
                    <a:pt x="124" y="950"/>
                    <a:pt x="245" y="950"/>
                  </a:cubicBezTo>
                  <a:cubicBezTo>
                    <a:pt x="327" y="950"/>
                    <a:pt x="413" y="915"/>
                    <a:pt x="467" y="848"/>
                  </a:cubicBezTo>
                  <a:cubicBezTo>
                    <a:pt x="634" y="648"/>
                    <a:pt x="467" y="248"/>
                    <a:pt x="334" y="48"/>
                  </a:cubicBezTo>
                  <a:cubicBezTo>
                    <a:pt x="310" y="24"/>
                    <a:pt x="253" y="0"/>
                    <a:pt x="210"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2"/>
            <p:cNvSpPr/>
            <p:nvPr/>
          </p:nvSpPr>
          <p:spPr>
            <a:xfrm>
              <a:off x="5618375" y="2857325"/>
              <a:ext cx="111750" cy="69575"/>
            </a:xfrm>
            <a:custGeom>
              <a:avLst/>
              <a:gdLst/>
              <a:ahLst/>
              <a:cxnLst/>
              <a:rect l="l" t="t" r="r" b="b"/>
              <a:pathLst>
                <a:path w="4470" h="2783" extrusionOk="0">
                  <a:moveTo>
                    <a:pt x="63" y="0"/>
                  </a:moveTo>
                  <a:cubicBezTo>
                    <a:pt x="0" y="0"/>
                    <a:pt x="4" y="74"/>
                    <a:pt x="33" y="74"/>
                  </a:cubicBezTo>
                  <a:cubicBezTo>
                    <a:pt x="1534" y="841"/>
                    <a:pt x="2868" y="1908"/>
                    <a:pt x="4336" y="2776"/>
                  </a:cubicBezTo>
                  <a:cubicBezTo>
                    <a:pt x="4341" y="2780"/>
                    <a:pt x="4347" y="2782"/>
                    <a:pt x="4353" y="2782"/>
                  </a:cubicBezTo>
                  <a:cubicBezTo>
                    <a:pt x="4395" y="2782"/>
                    <a:pt x="4469" y="2704"/>
                    <a:pt x="4469" y="2676"/>
                  </a:cubicBezTo>
                  <a:cubicBezTo>
                    <a:pt x="4202" y="1942"/>
                    <a:pt x="3268" y="1508"/>
                    <a:pt x="2635" y="1141"/>
                  </a:cubicBezTo>
                  <a:cubicBezTo>
                    <a:pt x="1886" y="653"/>
                    <a:pt x="1074" y="6"/>
                    <a:pt x="167" y="6"/>
                  </a:cubicBezTo>
                  <a:cubicBezTo>
                    <a:pt x="145" y="6"/>
                    <a:pt x="122" y="6"/>
                    <a:pt x="100" y="7"/>
                  </a:cubicBezTo>
                  <a:cubicBezTo>
                    <a:pt x="85" y="2"/>
                    <a:pt x="73" y="0"/>
                    <a:pt x="63"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2"/>
            <p:cNvSpPr/>
            <p:nvPr/>
          </p:nvSpPr>
          <p:spPr>
            <a:xfrm>
              <a:off x="5470950" y="2847175"/>
              <a:ext cx="146600" cy="73725"/>
            </a:xfrm>
            <a:custGeom>
              <a:avLst/>
              <a:gdLst/>
              <a:ahLst/>
              <a:cxnLst/>
              <a:rect l="l" t="t" r="r" b="b"/>
              <a:pathLst>
                <a:path w="5864" h="2949" extrusionOk="0">
                  <a:moveTo>
                    <a:pt x="169" y="1"/>
                  </a:moveTo>
                  <a:cubicBezTo>
                    <a:pt x="45" y="1"/>
                    <a:pt x="0" y="188"/>
                    <a:pt x="59" y="246"/>
                  </a:cubicBezTo>
                  <a:cubicBezTo>
                    <a:pt x="826" y="947"/>
                    <a:pt x="1994" y="1247"/>
                    <a:pt x="2894" y="1681"/>
                  </a:cubicBezTo>
                  <a:cubicBezTo>
                    <a:pt x="3862" y="2081"/>
                    <a:pt x="4829" y="2848"/>
                    <a:pt x="5863" y="2948"/>
                  </a:cubicBezTo>
                  <a:cubicBezTo>
                    <a:pt x="5263" y="2181"/>
                    <a:pt x="4195" y="1747"/>
                    <a:pt x="3328" y="1380"/>
                  </a:cubicBezTo>
                  <a:cubicBezTo>
                    <a:pt x="2327" y="913"/>
                    <a:pt x="1260" y="413"/>
                    <a:pt x="226" y="13"/>
                  </a:cubicBezTo>
                  <a:cubicBezTo>
                    <a:pt x="205" y="5"/>
                    <a:pt x="186" y="1"/>
                    <a:pt x="169"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2"/>
            <p:cNvSpPr/>
            <p:nvPr/>
          </p:nvSpPr>
          <p:spPr>
            <a:xfrm>
              <a:off x="5165925" y="2600225"/>
              <a:ext cx="352375" cy="223100"/>
            </a:xfrm>
            <a:custGeom>
              <a:avLst/>
              <a:gdLst/>
              <a:ahLst/>
              <a:cxnLst/>
              <a:rect l="l" t="t" r="r" b="b"/>
              <a:pathLst>
                <a:path w="14095" h="8924" extrusionOk="0">
                  <a:moveTo>
                    <a:pt x="279" y="1"/>
                  </a:moveTo>
                  <a:cubicBezTo>
                    <a:pt x="132" y="1"/>
                    <a:pt x="0" y="142"/>
                    <a:pt x="118" y="284"/>
                  </a:cubicBezTo>
                  <a:cubicBezTo>
                    <a:pt x="1586" y="2519"/>
                    <a:pt x="4054" y="3753"/>
                    <a:pt x="6256" y="5121"/>
                  </a:cubicBezTo>
                  <a:cubicBezTo>
                    <a:pt x="8724" y="6688"/>
                    <a:pt x="11193" y="8223"/>
                    <a:pt x="14061" y="8923"/>
                  </a:cubicBezTo>
                  <a:cubicBezTo>
                    <a:pt x="14061" y="8923"/>
                    <a:pt x="14095" y="8857"/>
                    <a:pt x="14061" y="8857"/>
                  </a:cubicBezTo>
                  <a:cubicBezTo>
                    <a:pt x="11860" y="7589"/>
                    <a:pt x="9458" y="6788"/>
                    <a:pt x="7290" y="5387"/>
                  </a:cubicBezTo>
                  <a:cubicBezTo>
                    <a:pt x="4888" y="3853"/>
                    <a:pt x="2253" y="2385"/>
                    <a:pt x="452" y="84"/>
                  </a:cubicBezTo>
                  <a:cubicBezTo>
                    <a:pt x="403" y="25"/>
                    <a:pt x="340" y="1"/>
                    <a:pt x="279"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2"/>
            <p:cNvSpPr/>
            <p:nvPr/>
          </p:nvSpPr>
          <p:spPr>
            <a:xfrm>
              <a:off x="5133825" y="2636200"/>
              <a:ext cx="103450" cy="53700"/>
            </a:xfrm>
            <a:custGeom>
              <a:avLst/>
              <a:gdLst/>
              <a:ahLst/>
              <a:cxnLst/>
              <a:rect l="l" t="t" r="r" b="b"/>
              <a:pathLst>
                <a:path w="4138" h="2148" extrusionOk="0">
                  <a:moveTo>
                    <a:pt x="145" y="0"/>
                  </a:moveTo>
                  <a:cubicBezTo>
                    <a:pt x="79" y="0"/>
                    <a:pt x="1" y="44"/>
                    <a:pt x="1" y="146"/>
                  </a:cubicBezTo>
                  <a:cubicBezTo>
                    <a:pt x="1" y="780"/>
                    <a:pt x="568" y="1113"/>
                    <a:pt x="1168" y="1247"/>
                  </a:cubicBezTo>
                  <a:cubicBezTo>
                    <a:pt x="1635" y="1347"/>
                    <a:pt x="2069" y="1313"/>
                    <a:pt x="2536" y="1447"/>
                  </a:cubicBezTo>
                  <a:cubicBezTo>
                    <a:pt x="3170" y="1580"/>
                    <a:pt x="3537" y="1947"/>
                    <a:pt x="4137" y="2147"/>
                  </a:cubicBezTo>
                  <a:cubicBezTo>
                    <a:pt x="3870" y="1580"/>
                    <a:pt x="3237" y="1280"/>
                    <a:pt x="2670" y="1080"/>
                  </a:cubicBezTo>
                  <a:cubicBezTo>
                    <a:pt x="2236" y="946"/>
                    <a:pt x="1836" y="846"/>
                    <a:pt x="1402" y="746"/>
                  </a:cubicBezTo>
                  <a:cubicBezTo>
                    <a:pt x="968" y="546"/>
                    <a:pt x="635" y="279"/>
                    <a:pt x="201" y="12"/>
                  </a:cubicBezTo>
                  <a:cubicBezTo>
                    <a:pt x="185" y="4"/>
                    <a:pt x="166" y="0"/>
                    <a:pt x="145"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2"/>
            <p:cNvSpPr/>
            <p:nvPr/>
          </p:nvSpPr>
          <p:spPr>
            <a:xfrm>
              <a:off x="5110475" y="2623975"/>
              <a:ext cx="70075" cy="32550"/>
            </a:xfrm>
            <a:custGeom>
              <a:avLst/>
              <a:gdLst/>
              <a:ahLst/>
              <a:cxnLst/>
              <a:rect l="l" t="t" r="r" b="b"/>
              <a:pathLst>
                <a:path w="2803" h="1302" extrusionOk="0">
                  <a:moveTo>
                    <a:pt x="168" y="1"/>
                  </a:moveTo>
                  <a:cubicBezTo>
                    <a:pt x="101" y="1"/>
                    <a:pt x="1" y="134"/>
                    <a:pt x="68" y="168"/>
                  </a:cubicBezTo>
                  <a:cubicBezTo>
                    <a:pt x="268" y="568"/>
                    <a:pt x="768" y="635"/>
                    <a:pt x="1135" y="735"/>
                  </a:cubicBezTo>
                  <a:cubicBezTo>
                    <a:pt x="1802" y="902"/>
                    <a:pt x="2269" y="968"/>
                    <a:pt x="2803" y="1302"/>
                  </a:cubicBezTo>
                  <a:cubicBezTo>
                    <a:pt x="2670" y="935"/>
                    <a:pt x="2269" y="735"/>
                    <a:pt x="1902" y="601"/>
                  </a:cubicBezTo>
                  <a:cubicBezTo>
                    <a:pt x="1569" y="468"/>
                    <a:pt x="1235" y="435"/>
                    <a:pt x="902" y="268"/>
                  </a:cubicBezTo>
                  <a:cubicBezTo>
                    <a:pt x="635" y="134"/>
                    <a:pt x="435" y="1"/>
                    <a:pt x="168"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2"/>
            <p:cNvSpPr/>
            <p:nvPr/>
          </p:nvSpPr>
          <p:spPr>
            <a:xfrm>
              <a:off x="5585825" y="2758900"/>
              <a:ext cx="635475" cy="309125"/>
            </a:xfrm>
            <a:custGeom>
              <a:avLst/>
              <a:gdLst/>
              <a:ahLst/>
              <a:cxnLst/>
              <a:rect l="l" t="t" r="r" b="b"/>
              <a:pathLst>
                <a:path w="25419" h="12365" extrusionOk="0">
                  <a:moveTo>
                    <a:pt x="19212" y="0"/>
                  </a:moveTo>
                  <a:cubicBezTo>
                    <a:pt x="18408" y="0"/>
                    <a:pt x="17610" y="236"/>
                    <a:pt x="17113" y="875"/>
                  </a:cubicBezTo>
                  <a:cubicBezTo>
                    <a:pt x="16717" y="1337"/>
                    <a:pt x="16481" y="2030"/>
                    <a:pt x="16099" y="2468"/>
                  </a:cubicBezTo>
                  <a:lnTo>
                    <a:pt x="16099" y="2468"/>
                  </a:lnTo>
                  <a:cubicBezTo>
                    <a:pt x="15983" y="2533"/>
                    <a:pt x="15876" y="2613"/>
                    <a:pt x="15779" y="2710"/>
                  </a:cubicBezTo>
                  <a:cubicBezTo>
                    <a:pt x="15746" y="2736"/>
                    <a:pt x="15714" y="2763"/>
                    <a:pt x="15683" y="2792"/>
                  </a:cubicBezTo>
                  <a:lnTo>
                    <a:pt x="15683" y="2792"/>
                  </a:lnTo>
                  <a:cubicBezTo>
                    <a:pt x="15581" y="2838"/>
                    <a:pt x="15469" y="2868"/>
                    <a:pt x="15345" y="2877"/>
                  </a:cubicBezTo>
                  <a:cubicBezTo>
                    <a:pt x="15345" y="1396"/>
                    <a:pt x="13977" y="94"/>
                    <a:pt x="12532" y="94"/>
                  </a:cubicBezTo>
                  <a:cubicBezTo>
                    <a:pt x="12447" y="94"/>
                    <a:pt x="12361" y="99"/>
                    <a:pt x="12276" y="108"/>
                  </a:cubicBezTo>
                  <a:cubicBezTo>
                    <a:pt x="10808" y="268"/>
                    <a:pt x="9614" y="1802"/>
                    <a:pt x="9806" y="3249"/>
                  </a:cubicBezTo>
                  <a:lnTo>
                    <a:pt x="9806" y="3249"/>
                  </a:lnTo>
                  <a:cubicBezTo>
                    <a:pt x="9787" y="3242"/>
                    <a:pt x="9767" y="3234"/>
                    <a:pt x="9748" y="3226"/>
                  </a:cubicBezTo>
                  <a:lnTo>
                    <a:pt x="9748" y="3226"/>
                  </a:lnTo>
                  <a:cubicBezTo>
                    <a:pt x="9501" y="2663"/>
                    <a:pt x="9202" y="2112"/>
                    <a:pt x="8640" y="1876"/>
                  </a:cubicBezTo>
                  <a:cubicBezTo>
                    <a:pt x="8444" y="1766"/>
                    <a:pt x="8217" y="1714"/>
                    <a:pt x="7988" y="1714"/>
                  </a:cubicBezTo>
                  <a:cubicBezTo>
                    <a:pt x="7593" y="1714"/>
                    <a:pt x="7192" y="1868"/>
                    <a:pt x="6939" y="2143"/>
                  </a:cubicBezTo>
                  <a:cubicBezTo>
                    <a:pt x="6505" y="2610"/>
                    <a:pt x="6405" y="3310"/>
                    <a:pt x="6672" y="3877"/>
                  </a:cubicBezTo>
                  <a:cubicBezTo>
                    <a:pt x="6306" y="3161"/>
                    <a:pt x="5544" y="2824"/>
                    <a:pt x="4750" y="2824"/>
                  </a:cubicBezTo>
                  <a:cubicBezTo>
                    <a:pt x="3881" y="2824"/>
                    <a:pt x="2973" y="3228"/>
                    <a:pt x="2502" y="3977"/>
                  </a:cubicBezTo>
                  <a:cubicBezTo>
                    <a:pt x="2321" y="4284"/>
                    <a:pt x="2206" y="4614"/>
                    <a:pt x="2148" y="4953"/>
                  </a:cubicBezTo>
                  <a:lnTo>
                    <a:pt x="2148" y="4953"/>
                  </a:lnTo>
                  <a:cubicBezTo>
                    <a:pt x="2089" y="4961"/>
                    <a:pt x="2030" y="4964"/>
                    <a:pt x="1970" y="4964"/>
                  </a:cubicBezTo>
                  <a:cubicBezTo>
                    <a:pt x="1794" y="4964"/>
                    <a:pt x="1612" y="4939"/>
                    <a:pt x="1435" y="4939"/>
                  </a:cubicBezTo>
                  <a:cubicBezTo>
                    <a:pt x="1390" y="4939"/>
                    <a:pt x="1346" y="4941"/>
                    <a:pt x="1301" y="4945"/>
                  </a:cubicBezTo>
                  <a:cubicBezTo>
                    <a:pt x="334" y="5112"/>
                    <a:pt x="1" y="6379"/>
                    <a:pt x="167" y="7313"/>
                  </a:cubicBezTo>
                  <a:cubicBezTo>
                    <a:pt x="401" y="8714"/>
                    <a:pt x="1402" y="10115"/>
                    <a:pt x="2769" y="10115"/>
                  </a:cubicBezTo>
                  <a:cubicBezTo>
                    <a:pt x="2806" y="10117"/>
                    <a:pt x="2843" y="10118"/>
                    <a:pt x="2880" y="10118"/>
                  </a:cubicBezTo>
                  <a:cubicBezTo>
                    <a:pt x="3738" y="10118"/>
                    <a:pt x="4627" y="9575"/>
                    <a:pt x="5457" y="9575"/>
                  </a:cubicBezTo>
                  <a:cubicBezTo>
                    <a:pt x="5724" y="9575"/>
                    <a:pt x="5986" y="9632"/>
                    <a:pt x="6238" y="9782"/>
                  </a:cubicBezTo>
                  <a:cubicBezTo>
                    <a:pt x="6605" y="9982"/>
                    <a:pt x="6839" y="10415"/>
                    <a:pt x="7139" y="10782"/>
                  </a:cubicBezTo>
                  <a:cubicBezTo>
                    <a:pt x="7943" y="11759"/>
                    <a:pt x="9169" y="12365"/>
                    <a:pt x="10410" y="12365"/>
                  </a:cubicBezTo>
                  <a:cubicBezTo>
                    <a:pt x="10609" y="12365"/>
                    <a:pt x="10810" y="12349"/>
                    <a:pt x="11008" y="12317"/>
                  </a:cubicBezTo>
                  <a:cubicBezTo>
                    <a:pt x="12443" y="12117"/>
                    <a:pt x="13777" y="11116"/>
                    <a:pt x="14311" y="9782"/>
                  </a:cubicBezTo>
                  <a:cubicBezTo>
                    <a:pt x="14611" y="10816"/>
                    <a:pt x="15612" y="11583"/>
                    <a:pt x="16679" y="11650"/>
                  </a:cubicBezTo>
                  <a:cubicBezTo>
                    <a:pt x="16779" y="11659"/>
                    <a:pt x="16878" y="11663"/>
                    <a:pt x="16977" y="11663"/>
                  </a:cubicBezTo>
                  <a:cubicBezTo>
                    <a:pt x="17970" y="11663"/>
                    <a:pt x="18917" y="11216"/>
                    <a:pt x="19615" y="10549"/>
                  </a:cubicBezTo>
                  <a:cubicBezTo>
                    <a:pt x="20057" y="10136"/>
                    <a:pt x="20382" y="9533"/>
                    <a:pt x="20506" y="8935"/>
                  </a:cubicBezTo>
                  <a:lnTo>
                    <a:pt x="20506" y="8935"/>
                  </a:lnTo>
                  <a:cubicBezTo>
                    <a:pt x="20885" y="9302"/>
                    <a:pt x="21385" y="9557"/>
                    <a:pt x="21916" y="9615"/>
                  </a:cubicBezTo>
                  <a:cubicBezTo>
                    <a:pt x="22001" y="9624"/>
                    <a:pt x="22086" y="9629"/>
                    <a:pt x="22171" y="9629"/>
                  </a:cubicBezTo>
                  <a:cubicBezTo>
                    <a:pt x="23284" y="9629"/>
                    <a:pt x="24356" y="8836"/>
                    <a:pt x="24852" y="7813"/>
                  </a:cubicBezTo>
                  <a:cubicBezTo>
                    <a:pt x="25419" y="6713"/>
                    <a:pt x="25319" y="5412"/>
                    <a:pt x="24918" y="4244"/>
                  </a:cubicBezTo>
                  <a:cubicBezTo>
                    <a:pt x="24151" y="2209"/>
                    <a:pt x="22317" y="575"/>
                    <a:pt x="20182" y="108"/>
                  </a:cubicBezTo>
                  <a:cubicBezTo>
                    <a:pt x="19871" y="40"/>
                    <a:pt x="19541" y="0"/>
                    <a:pt x="192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2"/>
            <p:cNvSpPr/>
            <p:nvPr/>
          </p:nvSpPr>
          <p:spPr>
            <a:xfrm>
              <a:off x="5531175" y="2743200"/>
              <a:ext cx="707650" cy="340000"/>
            </a:xfrm>
            <a:custGeom>
              <a:avLst/>
              <a:gdLst/>
              <a:ahLst/>
              <a:cxnLst/>
              <a:rect l="l" t="t" r="r" b="b"/>
              <a:pathLst>
                <a:path w="28306" h="13600" extrusionOk="0">
                  <a:moveTo>
                    <a:pt x="14758" y="1417"/>
                  </a:moveTo>
                  <a:cubicBezTo>
                    <a:pt x="15619" y="1417"/>
                    <a:pt x="16450" y="1940"/>
                    <a:pt x="16688" y="3136"/>
                  </a:cubicBezTo>
                  <a:lnTo>
                    <a:pt x="16688" y="3136"/>
                  </a:lnTo>
                  <a:cubicBezTo>
                    <a:pt x="16296" y="3070"/>
                    <a:pt x="16011" y="2625"/>
                    <a:pt x="15484" y="2625"/>
                  </a:cubicBezTo>
                  <a:cubicBezTo>
                    <a:pt x="15435" y="2625"/>
                    <a:pt x="15383" y="2629"/>
                    <a:pt x="15329" y="2637"/>
                  </a:cubicBezTo>
                  <a:cubicBezTo>
                    <a:pt x="14762" y="2704"/>
                    <a:pt x="14362" y="3204"/>
                    <a:pt x="13828" y="3405"/>
                  </a:cubicBezTo>
                  <a:cubicBezTo>
                    <a:pt x="13565" y="3496"/>
                    <a:pt x="13354" y="3532"/>
                    <a:pt x="13165" y="3532"/>
                  </a:cubicBezTo>
                  <a:cubicBezTo>
                    <a:pt x="12927" y="3532"/>
                    <a:pt x="12725" y="3475"/>
                    <a:pt x="12498" y="3400"/>
                  </a:cubicBezTo>
                  <a:lnTo>
                    <a:pt x="12498" y="3400"/>
                  </a:lnTo>
                  <a:cubicBezTo>
                    <a:pt x="12656" y="2163"/>
                    <a:pt x="13728" y="1417"/>
                    <a:pt x="14758" y="1417"/>
                  </a:cubicBezTo>
                  <a:close/>
                  <a:moveTo>
                    <a:pt x="21598" y="1238"/>
                  </a:moveTo>
                  <a:cubicBezTo>
                    <a:pt x="22044" y="1238"/>
                    <a:pt x="22530" y="1345"/>
                    <a:pt x="23068" y="1570"/>
                  </a:cubicBezTo>
                  <a:cubicBezTo>
                    <a:pt x="24536" y="2204"/>
                    <a:pt x="25737" y="3405"/>
                    <a:pt x="26304" y="4906"/>
                  </a:cubicBezTo>
                  <a:cubicBezTo>
                    <a:pt x="26435" y="5315"/>
                    <a:pt x="26542" y="5765"/>
                    <a:pt x="26585" y="6215"/>
                  </a:cubicBezTo>
                  <a:lnTo>
                    <a:pt x="26585" y="6215"/>
                  </a:lnTo>
                  <a:cubicBezTo>
                    <a:pt x="25964" y="5709"/>
                    <a:pt x="25021" y="5514"/>
                    <a:pt x="24063" y="5514"/>
                  </a:cubicBezTo>
                  <a:cubicBezTo>
                    <a:pt x="23557" y="5514"/>
                    <a:pt x="23047" y="5568"/>
                    <a:pt x="22577" y="5660"/>
                  </a:cubicBezTo>
                  <a:lnTo>
                    <a:pt x="22577" y="5660"/>
                  </a:lnTo>
                  <a:cubicBezTo>
                    <a:pt x="22155" y="4064"/>
                    <a:pt x="21192" y="2390"/>
                    <a:pt x="19450" y="2283"/>
                  </a:cubicBezTo>
                  <a:lnTo>
                    <a:pt x="19450" y="2283"/>
                  </a:lnTo>
                  <a:cubicBezTo>
                    <a:pt x="20079" y="1607"/>
                    <a:pt x="20770" y="1238"/>
                    <a:pt x="21598" y="1238"/>
                  </a:cubicBezTo>
                  <a:close/>
                  <a:moveTo>
                    <a:pt x="19366" y="3551"/>
                  </a:moveTo>
                  <a:cubicBezTo>
                    <a:pt x="20158" y="3551"/>
                    <a:pt x="20719" y="4085"/>
                    <a:pt x="21067" y="5172"/>
                  </a:cubicBezTo>
                  <a:cubicBezTo>
                    <a:pt x="21200" y="5573"/>
                    <a:pt x="21334" y="6006"/>
                    <a:pt x="21367" y="6407"/>
                  </a:cubicBezTo>
                  <a:cubicBezTo>
                    <a:pt x="21394" y="6675"/>
                    <a:pt x="21679" y="6878"/>
                    <a:pt x="21947" y="6878"/>
                  </a:cubicBezTo>
                  <a:cubicBezTo>
                    <a:pt x="22011" y="6878"/>
                    <a:pt x="22075" y="6866"/>
                    <a:pt x="22134" y="6840"/>
                  </a:cubicBezTo>
                  <a:cubicBezTo>
                    <a:pt x="22629" y="6703"/>
                    <a:pt x="23435" y="6531"/>
                    <a:pt x="24175" y="6531"/>
                  </a:cubicBezTo>
                  <a:cubicBezTo>
                    <a:pt x="25231" y="6531"/>
                    <a:pt x="26151" y="6880"/>
                    <a:pt x="25837" y="8175"/>
                  </a:cubicBezTo>
                  <a:cubicBezTo>
                    <a:pt x="25833" y="8292"/>
                    <a:pt x="25847" y="8400"/>
                    <a:pt x="25875" y="8497"/>
                  </a:cubicBezTo>
                  <a:lnTo>
                    <a:pt x="25875" y="8497"/>
                  </a:lnTo>
                  <a:cubicBezTo>
                    <a:pt x="25344" y="9018"/>
                    <a:pt x="24592" y="9340"/>
                    <a:pt x="23929" y="9340"/>
                  </a:cubicBezTo>
                  <a:cubicBezTo>
                    <a:pt x="23720" y="9340"/>
                    <a:pt x="23519" y="9308"/>
                    <a:pt x="23337" y="9240"/>
                  </a:cubicBezTo>
                  <a:lnTo>
                    <a:pt x="23337" y="9240"/>
                  </a:lnTo>
                  <a:cubicBezTo>
                    <a:pt x="23397" y="8502"/>
                    <a:pt x="23103" y="7770"/>
                    <a:pt x="22301" y="7174"/>
                  </a:cubicBezTo>
                  <a:cubicBezTo>
                    <a:pt x="22200" y="7104"/>
                    <a:pt x="22095" y="7074"/>
                    <a:pt x="21994" y="7074"/>
                  </a:cubicBezTo>
                  <a:cubicBezTo>
                    <a:pt x="21660" y="7074"/>
                    <a:pt x="21359" y="7401"/>
                    <a:pt x="21334" y="7708"/>
                  </a:cubicBezTo>
                  <a:cubicBezTo>
                    <a:pt x="21303" y="8371"/>
                    <a:pt x="21475" y="8981"/>
                    <a:pt x="21788" y="9486"/>
                  </a:cubicBezTo>
                  <a:lnTo>
                    <a:pt x="21788" y="9486"/>
                  </a:lnTo>
                  <a:cubicBezTo>
                    <a:pt x="21407" y="10540"/>
                    <a:pt x="20046" y="11692"/>
                    <a:pt x="18791" y="11692"/>
                  </a:cubicBezTo>
                  <a:cubicBezTo>
                    <a:pt x="18029" y="11692"/>
                    <a:pt x="17306" y="11268"/>
                    <a:pt x="16864" y="10143"/>
                  </a:cubicBezTo>
                  <a:cubicBezTo>
                    <a:pt x="16765" y="9867"/>
                    <a:pt x="16480" y="9684"/>
                    <a:pt x="16208" y="9684"/>
                  </a:cubicBezTo>
                  <a:cubicBezTo>
                    <a:pt x="16020" y="9684"/>
                    <a:pt x="15839" y="9771"/>
                    <a:pt x="15730" y="9976"/>
                  </a:cubicBezTo>
                  <a:cubicBezTo>
                    <a:pt x="14992" y="11451"/>
                    <a:pt x="13789" y="12160"/>
                    <a:pt x="12523" y="12160"/>
                  </a:cubicBezTo>
                  <a:cubicBezTo>
                    <a:pt x="11441" y="12160"/>
                    <a:pt x="10314" y="11642"/>
                    <a:pt x="9392" y="10643"/>
                  </a:cubicBezTo>
                  <a:cubicBezTo>
                    <a:pt x="8718" y="9905"/>
                    <a:pt x="8261" y="9507"/>
                    <a:pt x="7278" y="9507"/>
                  </a:cubicBezTo>
                  <a:cubicBezTo>
                    <a:pt x="7238" y="9507"/>
                    <a:pt x="7198" y="9508"/>
                    <a:pt x="7157" y="9509"/>
                  </a:cubicBezTo>
                  <a:cubicBezTo>
                    <a:pt x="6428" y="9537"/>
                    <a:pt x="5652" y="10036"/>
                    <a:pt x="4888" y="10036"/>
                  </a:cubicBezTo>
                  <a:cubicBezTo>
                    <a:pt x="4743" y="10036"/>
                    <a:pt x="4598" y="10018"/>
                    <a:pt x="4455" y="9976"/>
                  </a:cubicBezTo>
                  <a:cubicBezTo>
                    <a:pt x="2906" y="9542"/>
                    <a:pt x="2163" y="7267"/>
                    <a:pt x="3507" y="6277"/>
                  </a:cubicBezTo>
                  <a:lnTo>
                    <a:pt x="3507" y="6277"/>
                  </a:lnTo>
                  <a:cubicBezTo>
                    <a:pt x="3617" y="7475"/>
                    <a:pt x="4275" y="8684"/>
                    <a:pt x="5155" y="9509"/>
                  </a:cubicBezTo>
                  <a:cubicBezTo>
                    <a:pt x="5280" y="9627"/>
                    <a:pt x="5422" y="9676"/>
                    <a:pt x="5560" y="9676"/>
                  </a:cubicBezTo>
                  <a:cubicBezTo>
                    <a:pt x="6047" y="9676"/>
                    <a:pt x="6491" y="9058"/>
                    <a:pt x="6023" y="8642"/>
                  </a:cubicBezTo>
                  <a:cubicBezTo>
                    <a:pt x="5197" y="7848"/>
                    <a:pt x="4583" y="6812"/>
                    <a:pt x="4842" y="5679"/>
                  </a:cubicBezTo>
                  <a:lnTo>
                    <a:pt x="4842" y="5679"/>
                  </a:lnTo>
                  <a:cubicBezTo>
                    <a:pt x="5678" y="5383"/>
                    <a:pt x="6564" y="5171"/>
                    <a:pt x="7393" y="5171"/>
                  </a:cubicBezTo>
                  <a:cubicBezTo>
                    <a:pt x="7436" y="5171"/>
                    <a:pt x="7480" y="5171"/>
                    <a:pt x="7524" y="5172"/>
                  </a:cubicBezTo>
                  <a:cubicBezTo>
                    <a:pt x="7705" y="5172"/>
                    <a:pt x="7864" y="5175"/>
                    <a:pt x="8013" y="5175"/>
                  </a:cubicBezTo>
                  <a:cubicBezTo>
                    <a:pt x="8386" y="5175"/>
                    <a:pt x="8696" y="5158"/>
                    <a:pt x="9125" y="5039"/>
                  </a:cubicBezTo>
                  <a:cubicBezTo>
                    <a:pt x="10122" y="4762"/>
                    <a:pt x="9532" y="4232"/>
                    <a:pt x="10545" y="4232"/>
                  </a:cubicBezTo>
                  <a:cubicBezTo>
                    <a:pt x="10736" y="4232"/>
                    <a:pt x="10985" y="4251"/>
                    <a:pt x="11313" y="4294"/>
                  </a:cubicBezTo>
                  <a:lnTo>
                    <a:pt x="11313" y="4294"/>
                  </a:lnTo>
                  <a:cubicBezTo>
                    <a:pt x="11318" y="4309"/>
                    <a:pt x="11322" y="4324"/>
                    <a:pt x="11326" y="4339"/>
                  </a:cubicBezTo>
                  <a:cubicBezTo>
                    <a:pt x="11416" y="4543"/>
                    <a:pt x="11613" y="4635"/>
                    <a:pt x="11820" y="4635"/>
                  </a:cubicBezTo>
                  <a:cubicBezTo>
                    <a:pt x="11985" y="4635"/>
                    <a:pt x="12156" y="4577"/>
                    <a:pt x="12284" y="4471"/>
                  </a:cubicBezTo>
                  <a:lnTo>
                    <a:pt x="12284" y="4471"/>
                  </a:lnTo>
                  <a:cubicBezTo>
                    <a:pt x="12632" y="4548"/>
                    <a:pt x="12928" y="4615"/>
                    <a:pt x="13248" y="4615"/>
                  </a:cubicBezTo>
                  <a:cubicBezTo>
                    <a:pt x="13561" y="4615"/>
                    <a:pt x="13898" y="4551"/>
                    <a:pt x="14329" y="4372"/>
                  </a:cubicBezTo>
                  <a:cubicBezTo>
                    <a:pt x="14665" y="4066"/>
                    <a:pt x="15085" y="3901"/>
                    <a:pt x="15538" y="3901"/>
                  </a:cubicBezTo>
                  <a:cubicBezTo>
                    <a:pt x="15579" y="3901"/>
                    <a:pt x="15621" y="3902"/>
                    <a:pt x="15663" y="3905"/>
                  </a:cubicBezTo>
                  <a:cubicBezTo>
                    <a:pt x="15796" y="4072"/>
                    <a:pt x="15896" y="4205"/>
                    <a:pt x="16063" y="4305"/>
                  </a:cubicBezTo>
                  <a:cubicBezTo>
                    <a:pt x="16463" y="4372"/>
                    <a:pt x="16530" y="4539"/>
                    <a:pt x="16897" y="4539"/>
                  </a:cubicBezTo>
                  <a:cubicBezTo>
                    <a:pt x="17498" y="4505"/>
                    <a:pt x="17397" y="4172"/>
                    <a:pt x="17898" y="4005"/>
                  </a:cubicBezTo>
                  <a:cubicBezTo>
                    <a:pt x="18455" y="3703"/>
                    <a:pt x="18944" y="3551"/>
                    <a:pt x="19366" y="3551"/>
                  </a:cubicBezTo>
                  <a:close/>
                  <a:moveTo>
                    <a:pt x="21258" y="0"/>
                  </a:moveTo>
                  <a:cubicBezTo>
                    <a:pt x="20741" y="0"/>
                    <a:pt x="20223" y="88"/>
                    <a:pt x="19732" y="302"/>
                  </a:cubicBezTo>
                  <a:cubicBezTo>
                    <a:pt x="18856" y="701"/>
                    <a:pt x="18487" y="1903"/>
                    <a:pt x="17817" y="2528"/>
                  </a:cubicBezTo>
                  <a:lnTo>
                    <a:pt x="17817" y="2528"/>
                  </a:lnTo>
                  <a:cubicBezTo>
                    <a:pt x="17272" y="984"/>
                    <a:pt x="15906" y="241"/>
                    <a:pt x="14563" y="241"/>
                  </a:cubicBezTo>
                  <a:cubicBezTo>
                    <a:pt x="13257" y="241"/>
                    <a:pt x="11972" y="942"/>
                    <a:pt x="11478" y="2289"/>
                  </a:cubicBezTo>
                  <a:lnTo>
                    <a:pt x="11478" y="2289"/>
                  </a:lnTo>
                  <a:cubicBezTo>
                    <a:pt x="11094" y="1927"/>
                    <a:pt x="10635" y="1687"/>
                    <a:pt x="10083" y="1687"/>
                  </a:cubicBezTo>
                  <a:cubicBezTo>
                    <a:pt x="9867" y="1687"/>
                    <a:pt x="9637" y="1723"/>
                    <a:pt x="9392" y="1803"/>
                  </a:cubicBezTo>
                  <a:cubicBezTo>
                    <a:pt x="8701" y="2028"/>
                    <a:pt x="8261" y="2524"/>
                    <a:pt x="8077" y="3122"/>
                  </a:cubicBezTo>
                  <a:lnTo>
                    <a:pt x="8077" y="3122"/>
                  </a:lnTo>
                  <a:cubicBezTo>
                    <a:pt x="7636" y="2897"/>
                    <a:pt x="7148" y="2783"/>
                    <a:pt x="6654" y="2783"/>
                  </a:cubicBezTo>
                  <a:cubicBezTo>
                    <a:pt x="5909" y="2783"/>
                    <a:pt x="5151" y="3042"/>
                    <a:pt x="4522" y="3571"/>
                  </a:cubicBezTo>
                  <a:cubicBezTo>
                    <a:pt x="4084" y="3969"/>
                    <a:pt x="3800" y="4430"/>
                    <a:pt x="3643" y="4921"/>
                  </a:cubicBezTo>
                  <a:lnTo>
                    <a:pt x="3643" y="4921"/>
                  </a:lnTo>
                  <a:cubicBezTo>
                    <a:pt x="3550" y="4940"/>
                    <a:pt x="3454" y="4957"/>
                    <a:pt x="3354" y="4972"/>
                  </a:cubicBezTo>
                  <a:cubicBezTo>
                    <a:pt x="1" y="6154"/>
                    <a:pt x="1998" y="11342"/>
                    <a:pt x="5132" y="11342"/>
                  </a:cubicBezTo>
                  <a:cubicBezTo>
                    <a:pt x="5271" y="11342"/>
                    <a:pt x="5412" y="11331"/>
                    <a:pt x="5556" y="11310"/>
                  </a:cubicBezTo>
                  <a:cubicBezTo>
                    <a:pt x="6175" y="11218"/>
                    <a:pt x="6794" y="10874"/>
                    <a:pt x="7403" y="10874"/>
                  </a:cubicBezTo>
                  <a:cubicBezTo>
                    <a:pt x="7679" y="10874"/>
                    <a:pt x="7953" y="10945"/>
                    <a:pt x="8224" y="11143"/>
                  </a:cubicBezTo>
                  <a:cubicBezTo>
                    <a:pt x="8324" y="11210"/>
                    <a:pt x="9058" y="12177"/>
                    <a:pt x="9225" y="12311"/>
                  </a:cubicBezTo>
                  <a:cubicBezTo>
                    <a:pt x="9992" y="12978"/>
                    <a:pt x="10893" y="13378"/>
                    <a:pt x="11893" y="13545"/>
                  </a:cubicBezTo>
                  <a:cubicBezTo>
                    <a:pt x="12131" y="13582"/>
                    <a:pt x="12367" y="13599"/>
                    <a:pt x="12599" y="13599"/>
                  </a:cubicBezTo>
                  <a:cubicBezTo>
                    <a:pt x="14131" y="13599"/>
                    <a:pt x="15509" y="12826"/>
                    <a:pt x="16418" y="11610"/>
                  </a:cubicBezTo>
                  <a:lnTo>
                    <a:pt x="16418" y="11610"/>
                  </a:lnTo>
                  <a:cubicBezTo>
                    <a:pt x="17085" y="12491"/>
                    <a:pt x="17976" y="12850"/>
                    <a:pt x="18897" y="12850"/>
                  </a:cubicBezTo>
                  <a:cubicBezTo>
                    <a:pt x="20461" y="12850"/>
                    <a:pt x="22110" y="11814"/>
                    <a:pt x="22888" y="10536"/>
                  </a:cubicBezTo>
                  <a:lnTo>
                    <a:pt x="22888" y="10536"/>
                  </a:lnTo>
                  <a:cubicBezTo>
                    <a:pt x="23312" y="10772"/>
                    <a:pt x="23797" y="10905"/>
                    <a:pt x="24305" y="10905"/>
                  </a:cubicBezTo>
                  <a:cubicBezTo>
                    <a:pt x="24653" y="10905"/>
                    <a:pt x="25011" y="10843"/>
                    <a:pt x="25370" y="10710"/>
                  </a:cubicBezTo>
                  <a:cubicBezTo>
                    <a:pt x="27571" y="9909"/>
                    <a:pt x="28305" y="7407"/>
                    <a:pt x="27805" y="5306"/>
                  </a:cubicBezTo>
                  <a:cubicBezTo>
                    <a:pt x="27204" y="2971"/>
                    <a:pt x="25336" y="1003"/>
                    <a:pt x="23035" y="302"/>
                  </a:cubicBezTo>
                  <a:cubicBezTo>
                    <a:pt x="22476" y="122"/>
                    <a:pt x="21867" y="0"/>
                    <a:pt x="212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32"/>
            <p:cNvSpPr/>
            <p:nvPr/>
          </p:nvSpPr>
          <p:spPr>
            <a:xfrm rot="-4501083">
              <a:off x="6029004" y="2829606"/>
              <a:ext cx="145229" cy="74200"/>
            </a:xfrm>
            <a:custGeom>
              <a:avLst/>
              <a:gdLst/>
              <a:ahLst/>
              <a:cxnLst/>
              <a:rect l="l" t="t" r="r" b="b"/>
              <a:pathLst>
                <a:path w="5805" h="2970" fill="none" extrusionOk="0">
                  <a:moveTo>
                    <a:pt x="5637" y="2969"/>
                  </a:moveTo>
                  <a:cubicBezTo>
                    <a:pt x="5704" y="2802"/>
                    <a:pt x="5804" y="2602"/>
                    <a:pt x="5804" y="2402"/>
                  </a:cubicBezTo>
                  <a:cubicBezTo>
                    <a:pt x="5804" y="2202"/>
                    <a:pt x="5704" y="2035"/>
                    <a:pt x="5537" y="1935"/>
                  </a:cubicBezTo>
                  <a:cubicBezTo>
                    <a:pt x="5371" y="1868"/>
                    <a:pt x="5170" y="2002"/>
                    <a:pt x="5004" y="2068"/>
                  </a:cubicBezTo>
                  <a:cubicBezTo>
                    <a:pt x="4703" y="2235"/>
                    <a:pt x="4370" y="2435"/>
                    <a:pt x="4103" y="2602"/>
                  </a:cubicBezTo>
                  <a:cubicBezTo>
                    <a:pt x="4103" y="2335"/>
                    <a:pt x="4236" y="2035"/>
                    <a:pt x="4370" y="1768"/>
                  </a:cubicBezTo>
                  <a:cubicBezTo>
                    <a:pt x="4503" y="1501"/>
                    <a:pt x="4537" y="1134"/>
                    <a:pt x="4337" y="934"/>
                  </a:cubicBezTo>
                  <a:cubicBezTo>
                    <a:pt x="4136" y="734"/>
                    <a:pt x="3736" y="868"/>
                    <a:pt x="3536" y="1068"/>
                  </a:cubicBezTo>
                  <a:cubicBezTo>
                    <a:pt x="3336" y="1301"/>
                    <a:pt x="3136" y="1535"/>
                    <a:pt x="2869" y="1668"/>
                  </a:cubicBezTo>
                  <a:cubicBezTo>
                    <a:pt x="2969" y="1234"/>
                    <a:pt x="2969" y="834"/>
                    <a:pt x="2835" y="434"/>
                  </a:cubicBezTo>
                  <a:cubicBezTo>
                    <a:pt x="2802" y="334"/>
                    <a:pt x="2702" y="167"/>
                    <a:pt x="2569" y="167"/>
                  </a:cubicBezTo>
                  <a:cubicBezTo>
                    <a:pt x="2502" y="167"/>
                    <a:pt x="2335" y="167"/>
                    <a:pt x="2235" y="200"/>
                  </a:cubicBezTo>
                  <a:cubicBezTo>
                    <a:pt x="1901" y="434"/>
                    <a:pt x="1668" y="767"/>
                    <a:pt x="1468" y="1168"/>
                  </a:cubicBezTo>
                  <a:cubicBezTo>
                    <a:pt x="1468" y="701"/>
                    <a:pt x="1368" y="100"/>
                    <a:pt x="901" y="34"/>
                  </a:cubicBezTo>
                  <a:cubicBezTo>
                    <a:pt x="500" y="0"/>
                    <a:pt x="200" y="467"/>
                    <a:pt x="134" y="834"/>
                  </a:cubicBezTo>
                  <a:cubicBezTo>
                    <a:pt x="33" y="1234"/>
                    <a:pt x="0" y="1701"/>
                    <a:pt x="67" y="2168"/>
                  </a:cubicBezTo>
                </a:path>
              </a:pathLst>
            </a:custGeom>
            <a:noFill/>
            <a:ln w="15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2"/>
            <p:cNvSpPr/>
            <p:nvPr/>
          </p:nvSpPr>
          <p:spPr>
            <a:xfrm>
              <a:off x="5921075" y="2882500"/>
              <a:ext cx="35050" cy="27550"/>
            </a:xfrm>
            <a:custGeom>
              <a:avLst/>
              <a:gdLst/>
              <a:ahLst/>
              <a:cxnLst/>
              <a:rect l="l" t="t" r="r" b="b"/>
              <a:pathLst>
                <a:path w="1402" h="1102" fill="none" extrusionOk="0">
                  <a:moveTo>
                    <a:pt x="1234" y="1102"/>
                  </a:moveTo>
                  <a:cubicBezTo>
                    <a:pt x="1401" y="735"/>
                    <a:pt x="1201" y="168"/>
                    <a:pt x="834" y="101"/>
                  </a:cubicBezTo>
                  <a:cubicBezTo>
                    <a:pt x="400" y="1"/>
                    <a:pt x="0" y="468"/>
                    <a:pt x="200" y="835"/>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2"/>
            <p:cNvSpPr/>
            <p:nvPr/>
          </p:nvSpPr>
          <p:spPr>
            <a:xfrm>
              <a:off x="5980275" y="2844150"/>
              <a:ext cx="35050" cy="27550"/>
            </a:xfrm>
            <a:custGeom>
              <a:avLst/>
              <a:gdLst/>
              <a:ahLst/>
              <a:cxnLst/>
              <a:rect l="l" t="t" r="r" b="b"/>
              <a:pathLst>
                <a:path w="1402" h="1102" fill="none" extrusionOk="0">
                  <a:moveTo>
                    <a:pt x="1235" y="1101"/>
                  </a:moveTo>
                  <a:cubicBezTo>
                    <a:pt x="1402" y="701"/>
                    <a:pt x="1201" y="167"/>
                    <a:pt x="834" y="100"/>
                  </a:cubicBezTo>
                  <a:cubicBezTo>
                    <a:pt x="401" y="0"/>
                    <a:pt x="1" y="467"/>
                    <a:pt x="201" y="834"/>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2"/>
            <p:cNvSpPr/>
            <p:nvPr/>
          </p:nvSpPr>
          <p:spPr>
            <a:xfrm rot="-4501083">
              <a:off x="5658467" y="2922671"/>
              <a:ext cx="132695" cy="50016"/>
            </a:xfrm>
            <a:custGeom>
              <a:avLst/>
              <a:gdLst/>
              <a:ahLst/>
              <a:cxnLst/>
              <a:rect l="l" t="t" r="r" b="b"/>
              <a:pathLst>
                <a:path w="5304" h="2002" fill="none" extrusionOk="0">
                  <a:moveTo>
                    <a:pt x="5204" y="1601"/>
                  </a:moveTo>
                  <a:cubicBezTo>
                    <a:pt x="5304" y="1034"/>
                    <a:pt x="5171" y="200"/>
                    <a:pt x="4837" y="100"/>
                  </a:cubicBezTo>
                  <a:cubicBezTo>
                    <a:pt x="4470" y="0"/>
                    <a:pt x="4503" y="1268"/>
                    <a:pt x="4503" y="1868"/>
                  </a:cubicBezTo>
                  <a:cubicBezTo>
                    <a:pt x="4170" y="1501"/>
                    <a:pt x="4237" y="801"/>
                    <a:pt x="3803" y="601"/>
                  </a:cubicBezTo>
                  <a:cubicBezTo>
                    <a:pt x="3503" y="467"/>
                    <a:pt x="3169" y="634"/>
                    <a:pt x="3036" y="867"/>
                  </a:cubicBezTo>
                  <a:cubicBezTo>
                    <a:pt x="2869" y="1134"/>
                    <a:pt x="2902" y="1468"/>
                    <a:pt x="3002" y="1768"/>
                  </a:cubicBezTo>
                  <a:cubicBezTo>
                    <a:pt x="2969" y="1435"/>
                    <a:pt x="2802" y="1101"/>
                    <a:pt x="2535" y="834"/>
                  </a:cubicBezTo>
                  <a:cubicBezTo>
                    <a:pt x="2369" y="634"/>
                    <a:pt x="2035" y="501"/>
                    <a:pt x="1835" y="634"/>
                  </a:cubicBezTo>
                  <a:cubicBezTo>
                    <a:pt x="1635" y="767"/>
                    <a:pt x="1635" y="1034"/>
                    <a:pt x="1701" y="1268"/>
                  </a:cubicBezTo>
                  <a:cubicBezTo>
                    <a:pt x="1735" y="1468"/>
                    <a:pt x="1868" y="1701"/>
                    <a:pt x="1835" y="1935"/>
                  </a:cubicBezTo>
                  <a:cubicBezTo>
                    <a:pt x="1668" y="1501"/>
                    <a:pt x="1301" y="1168"/>
                    <a:pt x="867" y="1034"/>
                  </a:cubicBezTo>
                  <a:cubicBezTo>
                    <a:pt x="601" y="968"/>
                    <a:pt x="334" y="1001"/>
                    <a:pt x="167" y="1168"/>
                  </a:cubicBezTo>
                  <a:cubicBezTo>
                    <a:pt x="0" y="1368"/>
                    <a:pt x="67" y="1701"/>
                    <a:pt x="167" y="2002"/>
                  </a:cubicBezTo>
                </a:path>
              </a:pathLst>
            </a:custGeom>
            <a:noFill/>
            <a:ln w="15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2"/>
            <p:cNvSpPr/>
            <p:nvPr/>
          </p:nvSpPr>
          <p:spPr>
            <a:xfrm rot="-5400343">
              <a:off x="5606342" y="2894408"/>
              <a:ext cx="82666" cy="36671"/>
            </a:xfrm>
            <a:custGeom>
              <a:avLst/>
              <a:gdLst/>
              <a:ahLst/>
              <a:cxnLst/>
              <a:rect l="l" t="t" r="r" b="b"/>
              <a:pathLst>
                <a:path w="3304" h="1468" fill="none" extrusionOk="0">
                  <a:moveTo>
                    <a:pt x="3103" y="1334"/>
                  </a:moveTo>
                  <a:cubicBezTo>
                    <a:pt x="3303" y="1101"/>
                    <a:pt x="3103" y="667"/>
                    <a:pt x="2803" y="634"/>
                  </a:cubicBezTo>
                  <a:cubicBezTo>
                    <a:pt x="2469" y="601"/>
                    <a:pt x="2336" y="934"/>
                    <a:pt x="2102" y="1368"/>
                  </a:cubicBezTo>
                  <a:cubicBezTo>
                    <a:pt x="1902" y="1468"/>
                    <a:pt x="2002" y="1034"/>
                    <a:pt x="2002" y="801"/>
                  </a:cubicBezTo>
                  <a:cubicBezTo>
                    <a:pt x="2002" y="534"/>
                    <a:pt x="1969" y="267"/>
                    <a:pt x="1735" y="200"/>
                  </a:cubicBezTo>
                  <a:cubicBezTo>
                    <a:pt x="1569" y="200"/>
                    <a:pt x="1435" y="334"/>
                    <a:pt x="1335" y="500"/>
                  </a:cubicBezTo>
                  <a:cubicBezTo>
                    <a:pt x="1168" y="801"/>
                    <a:pt x="1068" y="1134"/>
                    <a:pt x="1002" y="1434"/>
                  </a:cubicBezTo>
                  <a:cubicBezTo>
                    <a:pt x="1102" y="767"/>
                    <a:pt x="1002" y="0"/>
                    <a:pt x="568" y="167"/>
                  </a:cubicBezTo>
                  <a:cubicBezTo>
                    <a:pt x="168" y="367"/>
                    <a:pt x="1" y="867"/>
                    <a:pt x="168" y="1234"/>
                  </a:cubicBezTo>
                </a:path>
              </a:pathLst>
            </a:custGeom>
            <a:noFill/>
            <a:ln w="15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2"/>
            <p:cNvSpPr/>
            <p:nvPr/>
          </p:nvSpPr>
          <p:spPr>
            <a:xfrm>
              <a:off x="5613350" y="2973400"/>
              <a:ext cx="22525" cy="24225"/>
            </a:xfrm>
            <a:custGeom>
              <a:avLst/>
              <a:gdLst/>
              <a:ahLst/>
              <a:cxnLst/>
              <a:rect l="l" t="t" r="r" b="b"/>
              <a:pathLst>
                <a:path w="901" h="969" fill="none" extrusionOk="0">
                  <a:moveTo>
                    <a:pt x="67" y="1"/>
                  </a:moveTo>
                  <a:cubicBezTo>
                    <a:pt x="0" y="468"/>
                    <a:pt x="467" y="968"/>
                    <a:pt x="901" y="868"/>
                  </a:cubicBezTo>
                </a:path>
              </a:pathLst>
            </a:custGeom>
            <a:noFill/>
            <a:ln w="15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2"/>
            <p:cNvSpPr/>
            <p:nvPr/>
          </p:nvSpPr>
          <p:spPr>
            <a:xfrm>
              <a:off x="5955575" y="46575"/>
              <a:ext cx="735225" cy="5601500"/>
            </a:xfrm>
            <a:custGeom>
              <a:avLst/>
              <a:gdLst/>
              <a:ahLst/>
              <a:cxnLst/>
              <a:rect l="l" t="t" r="r" b="b"/>
              <a:pathLst>
                <a:path w="29409" h="224060" extrusionOk="0">
                  <a:moveTo>
                    <a:pt x="5097" y="0"/>
                  </a:moveTo>
                  <a:cubicBezTo>
                    <a:pt x="2590" y="0"/>
                    <a:pt x="0" y="1937"/>
                    <a:pt x="321" y="4360"/>
                  </a:cubicBezTo>
                  <a:cubicBezTo>
                    <a:pt x="12463" y="10497"/>
                    <a:pt x="15466" y="26676"/>
                    <a:pt x="13464" y="40119"/>
                  </a:cubicBezTo>
                  <a:cubicBezTo>
                    <a:pt x="11396" y="53528"/>
                    <a:pt x="5892" y="66571"/>
                    <a:pt x="6726" y="80147"/>
                  </a:cubicBezTo>
                  <a:cubicBezTo>
                    <a:pt x="7693" y="95358"/>
                    <a:pt x="16533" y="109001"/>
                    <a:pt x="19202" y="124012"/>
                  </a:cubicBezTo>
                  <a:cubicBezTo>
                    <a:pt x="20336" y="130150"/>
                    <a:pt x="20369" y="136454"/>
                    <a:pt x="20402" y="142725"/>
                  </a:cubicBezTo>
                  <a:cubicBezTo>
                    <a:pt x="20569" y="167276"/>
                    <a:pt x="20736" y="191794"/>
                    <a:pt x="20903" y="216345"/>
                  </a:cubicBezTo>
                  <a:lnTo>
                    <a:pt x="24505" y="212142"/>
                  </a:lnTo>
                  <a:cubicBezTo>
                    <a:pt x="24539" y="215177"/>
                    <a:pt x="24539" y="218279"/>
                    <a:pt x="24572" y="221315"/>
                  </a:cubicBezTo>
                  <a:cubicBezTo>
                    <a:pt x="24572" y="222082"/>
                    <a:pt x="24605" y="222849"/>
                    <a:pt x="25072" y="223450"/>
                  </a:cubicBezTo>
                  <a:cubicBezTo>
                    <a:pt x="25429" y="223872"/>
                    <a:pt x="25936" y="224059"/>
                    <a:pt x="26467" y="224059"/>
                  </a:cubicBezTo>
                  <a:cubicBezTo>
                    <a:pt x="27279" y="224059"/>
                    <a:pt x="28144" y="223622"/>
                    <a:pt x="28608" y="222916"/>
                  </a:cubicBezTo>
                  <a:cubicBezTo>
                    <a:pt x="29409" y="221749"/>
                    <a:pt x="29375" y="220248"/>
                    <a:pt x="29342" y="218847"/>
                  </a:cubicBezTo>
                  <a:cubicBezTo>
                    <a:pt x="28508" y="194095"/>
                    <a:pt x="27708" y="169378"/>
                    <a:pt x="26874" y="144593"/>
                  </a:cubicBezTo>
                  <a:cubicBezTo>
                    <a:pt x="26640" y="136621"/>
                    <a:pt x="26373" y="128615"/>
                    <a:pt x="25039" y="120776"/>
                  </a:cubicBezTo>
                  <a:cubicBezTo>
                    <a:pt x="21537" y="99695"/>
                    <a:pt x="10495" y="79046"/>
                    <a:pt x="14498" y="58065"/>
                  </a:cubicBezTo>
                  <a:cubicBezTo>
                    <a:pt x="15632" y="52194"/>
                    <a:pt x="17901" y="46623"/>
                    <a:pt x="19068" y="40719"/>
                  </a:cubicBezTo>
                  <a:cubicBezTo>
                    <a:pt x="21503" y="28710"/>
                    <a:pt x="19035" y="15835"/>
                    <a:pt x="12397" y="5527"/>
                  </a:cubicBezTo>
                  <a:cubicBezTo>
                    <a:pt x="10862" y="3159"/>
                    <a:pt x="8894" y="790"/>
                    <a:pt x="6159" y="123"/>
                  </a:cubicBezTo>
                  <a:cubicBezTo>
                    <a:pt x="5812" y="40"/>
                    <a:pt x="5456" y="0"/>
                    <a:pt x="5097"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2"/>
            <p:cNvSpPr/>
            <p:nvPr/>
          </p:nvSpPr>
          <p:spPr>
            <a:xfrm>
              <a:off x="5934400" y="20575"/>
              <a:ext cx="855650" cy="5707950"/>
            </a:xfrm>
            <a:custGeom>
              <a:avLst/>
              <a:gdLst/>
              <a:ahLst/>
              <a:cxnLst/>
              <a:rect l="l" t="t" r="r" b="b"/>
              <a:pathLst>
                <a:path w="34226" h="228318" extrusionOk="0">
                  <a:moveTo>
                    <a:pt x="5952" y="2099"/>
                  </a:moveTo>
                  <a:cubicBezTo>
                    <a:pt x="7660" y="2099"/>
                    <a:pt x="9171" y="3195"/>
                    <a:pt x="10342" y="4366"/>
                  </a:cubicBezTo>
                  <a:cubicBezTo>
                    <a:pt x="12743" y="6867"/>
                    <a:pt x="14478" y="10270"/>
                    <a:pt x="15879" y="13439"/>
                  </a:cubicBezTo>
                  <a:cubicBezTo>
                    <a:pt x="18914" y="20344"/>
                    <a:pt x="20149" y="28049"/>
                    <a:pt x="19582" y="35555"/>
                  </a:cubicBezTo>
                  <a:cubicBezTo>
                    <a:pt x="19014" y="43594"/>
                    <a:pt x="15579" y="50899"/>
                    <a:pt x="13911" y="58704"/>
                  </a:cubicBezTo>
                  <a:cubicBezTo>
                    <a:pt x="12343" y="66110"/>
                    <a:pt x="12577" y="73648"/>
                    <a:pt x="13711" y="81121"/>
                  </a:cubicBezTo>
                  <a:cubicBezTo>
                    <a:pt x="16146" y="96932"/>
                    <a:pt x="22584" y="111776"/>
                    <a:pt x="24252" y="127687"/>
                  </a:cubicBezTo>
                  <a:cubicBezTo>
                    <a:pt x="25152" y="136093"/>
                    <a:pt x="25219" y="144599"/>
                    <a:pt x="25519" y="153005"/>
                  </a:cubicBezTo>
                  <a:cubicBezTo>
                    <a:pt x="25753" y="161511"/>
                    <a:pt x="26086" y="170051"/>
                    <a:pt x="26220" y="178590"/>
                  </a:cubicBezTo>
                  <a:cubicBezTo>
                    <a:pt x="26386" y="188331"/>
                    <a:pt x="26553" y="198104"/>
                    <a:pt x="26720" y="207878"/>
                  </a:cubicBezTo>
                  <a:cubicBezTo>
                    <a:pt x="26757" y="209542"/>
                    <a:pt x="26744" y="211224"/>
                    <a:pt x="26731" y="212908"/>
                  </a:cubicBezTo>
                  <a:lnTo>
                    <a:pt x="26731" y="212908"/>
                  </a:lnTo>
                  <a:cubicBezTo>
                    <a:pt x="26659" y="212755"/>
                    <a:pt x="26589" y="212601"/>
                    <a:pt x="26520" y="212448"/>
                  </a:cubicBezTo>
                  <a:cubicBezTo>
                    <a:pt x="26318" y="212043"/>
                    <a:pt x="25860" y="211835"/>
                    <a:pt x="25410" y="211835"/>
                  </a:cubicBezTo>
                  <a:cubicBezTo>
                    <a:pt x="24968" y="211835"/>
                    <a:pt x="24533" y="212035"/>
                    <a:pt x="24352" y="212448"/>
                  </a:cubicBezTo>
                  <a:cubicBezTo>
                    <a:pt x="23756" y="213748"/>
                    <a:pt x="22917" y="215203"/>
                    <a:pt x="22534" y="216651"/>
                  </a:cubicBezTo>
                  <a:lnTo>
                    <a:pt x="22534" y="216651"/>
                  </a:lnTo>
                  <a:cubicBezTo>
                    <a:pt x="22910" y="200350"/>
                    <a:pt x="22682" y="184050"/>
                    <a:pt x="22550" y="167749"/>
                  </a:cubicBezTo>
                  <a:cubicBezTo>
                    <a:pt x="22517" y="159610"/>
                    <a:pt x="22417" y="151471"/>
                    <a:pt x="22384" y="143332"/>
                  </a:cubicBezTo>
                  <a:cubicBezTo>
                    <a:pt x="22350" y="135559"/>
                    <a:pt x="22083" y="127787"/>
                    <a:pt x="20182" y="120182"/>
                  </a:cubicBezTo>
                  <a:cubicBezTo>
                    <a:pt x="16646" y="106372"/>
                    <a:pt x="8841" y="93463"/>
                    <a:pt x="8674" y="78886"/>
                  </a:cubicBezTo>
                  <a:cubicBezTo>
                    <a:pt x="8507" y="64108"/>
                    <a:pt x="15312" y="50432"/>
                    <a:pt x="15979" y="35755"/>
                  </a:cubicBezTo>
                  <a:cubicBezTo>
                    <a:pt x="16503" y="24155"/>
                    <a:pt x="13165" y="10752"/>
                    <a:pt x="2326" y="4812"/>
                  </a:cubicBezTo>
                  <a:lnTo>
                    <a:pt x="2326" y="4812"/>
                  </a:lnTo>
                  <a:cubicBezTo>
                    <a:pt x="2524" y="3459"/>
                    <a:pt x="3695" y="2519"/>
                    <a:pt x="5071" y="2197"/>
                  </a:cubicBezTo>
                  <a:cubicBezTo>
                    <a:pt x="5370" y="2130"/>
                    <a:pt x="5664" y="2099"/>
                    <a:pt x="5952" y="2099"/>
                  </a:cubicBezTo>
                  <a:close/>
                  <a:moveTo>
                    <a:pt x="5926" y="1"/>
                  </a:moveTo>
                  <a:cubicBezTo>
                    <a:pt x="4187" y="1"/>
                    <a:pt x="2462" y="685"/>
                    <a:pt x="1302" y="2031"/>
                  </a:cubicBezTo>
                  <a:cubicBezTo>
                    <a:pt x="635" y="2798"/>
                    <a:pt x="201" y="3698"/>
                    <a:pt x="134" y="4699"/>
                  </a:cubicBezTo>
                  <a:cubicBezTo>
                    <a:pt x="1" y="6234"/>
                    <a:pt x="902" y="6400"/>
                    <a:pt x="2136" y="7168"/>
                  </a:cubicBezTo>
                  <a:cubicBezTo>
                    <a:pt x="4804" y="8802"/>
                    <a:pt x="7039" y="11037"/>
                    <a:pt x="8707" y="13672"/>
                  </a:cubicBezTo>
                  <a:cubicBezTo>
                    <a:pt x="16546" y="25681"/>
                    <a:pt x="13744" y="40692"/>
                    <a:pt x="10575" y="53701"/>
                  </a:cubicBezTo>
                  <a:cubicBezTo>
                    <a:pt x="8640" y="61707"/>
                    <a:pt x="6506" y="69846"/>
                    <a:pt x="6472" y="78118"/>
                  </a:cubicBezTo>
                  <a:cubicBezTo>
                    <a:pt x="6405" y="85857"/>
                    <a:pt x="8507" y="93263"/>
                    <a:pt x="11042" y="100434"/>
                  </a:cubicBezTo>
                  <a:cubicBezTo>
                    <a:pt x="13677" y="107873"/>
                    <a:pt x="16846" y="115145"/>
                    <a:pt x="18547" y="122884"/>
                  </a:cubicBezTo>
                  <a:cubicBezTo>
                    <a:pt x="20516" y="131590"/>
                    <a:pt x="20182" y="140630"/>
                    <a:pt x="20215" y="149503"/>
                  </a:cubicBezTo>
                  <a:cubicBezTo>
                    <a:pt x="20349" y="167749"/>
                    <a:pt x="20415" y="185929"/>
                    <a:pt x="20682" y="204142"/>
                  </a:cubicBezTo>
                  <a:cubicBezTo>
                    <a:pt x="20716" y="208545"/>
                    <a:pt x="20882" y="212982"/>
                    <a:pt x="21049" y="217385"/>
                  </a:cubicBezTo>
                  <a:cubicBezTo>
                    <a:pt x="21066" y="217868"/>
                    <a:pt x="21433" y="218110"/>
                    <a:pt x="21796" y="218110"/>
                  </a:cubicBezTo>
                  <a:cubicBezTo>
                    <a:pt x="21990" y="218110"/>
                    <a:pt x="22183" y="218041"/>
                    <a:pt x="22321" y="217902"/>
                  </a:cubicBezTo>
                  <a:lnTo>
                    <a:pt x="22321" y="217902"/>
                  </a:lnTo>
                  <a:cubicBezTo>
                    <a:pt x="22101" y="219807"/>
                    <a:pt x="21931" y="221937"/>
                    <a:pt x="22250" y="223823"/>
                  </a:cubicBezTo>
                  <a:cubicBezTo>
                    <a:pt x="22715" y="226637"/>
                    <a:pt x="25065" y="228317"/>
                    <a:pt x="27548" y="228317"/>
                  </a:cubicBezTo>
                  <a:cubicBezTo>
                    <a:pt x="28803" y="228317"/>
                    <a:pt x="30092" y="227888"/>
                    <a:pt x="31190" y="226958"/>
                  </a:cubicBezTo>
                  <a:cubicBezTo>
                    <a:pt x="34225" y="224323"/>
                    <a:pt x="33558" y="220120"/>
                    <a:pt x="33391" y="216517"/>
                  </a:cubicBezTo>
                  <a:cubicBezTo>
                    <a:pt x="33191" y="211847"/>
                    <a:pt x="32924" y="207177"/>
                    <a:pt x="32724" y="202507"/>
                  </a:cubicBezTo>
                  <a:cubicBezTo>
                    <a:pt x="31857" y="184628"/>
                    <a:pt x="31056" y="166782"/>
                    <a:pt x="30389" y="148869"/>
                  </a:cubicBezTo>
                  <a:cubicBezTo>
                    <a:pt x="30089" y="140129"/>
                    <a:pt x="29856" y="131356"/>
                    <a:pt x="28555" y="122684"/>
                  </a:cubicBezTo>
                  <a:cubicBezTo>
                    <a:pt x="27287" y="114478"/>
                    <a:pt x="24852" y="106472"/>
                    <a:pt x="22517" y="98500"/>
                  </a:cubicBezTo>
                  <a:cubicBezTo>
                    <a:pt x="20215" y="90727"/>
                    <a:pt x="17747" y="82888"/>
                    <a:pt x="16713" y="74783"/>
                  </a:cubicBezTo>
                  <a:cubicBezTo>
                    <a:pt x="15612" y="66210"/>
                    <a:pt x="16780" y="58271"/>
                    <a:pt x="19181" y="50032"/>
                  </a:cubicBezTo>
                  <a:cubicBezTo>
                    <a:pt x="21349" y="42526"/>
                    <a:pt x="22684" y="35088"/>
                    <a:pt x="21750" y="27249"/>
                  </a:cubicBezTo>
                  <a:cubicBezTo>
                    <a:pt x="20882" y="20010"/>
                    <a:pt x="18481" y="12872"/>
                    <a:pt x="14578" y="6600"/>
                  </a:cubicBezTo>
                  <a:cubicBezTo>
                    <a:pt x="13010" y="4065"/>
                    <a:pt x="11075" y="1497"/>
                    <a:pt x="8173" y="396"/>
                  </a:cubicBezTo>
                  <a:cubicBezTo>
                    <a:pt x="7452" y="132"/>
                    <a:pt x="6688" y="1"/>
                    <a:pt x="5926"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2"/>
            <p:cNvSpPr/>
            <p:nvPr/>
          </p:nvSpPr>
          <p:spPr>
            <a:xfrm>
              <a:off x="5861025" y="2769925"/>
              <a:ext cx="87575" cy="129275"/>
            </a:xfrm>
            <a:custGeom>
              <a:avLst/>
              <a:gdLst/>
              <a:ahLst/>
              <a:cxnLst/>
              <a:rect l="l" t="t" r="r" b="b"/>
              <a:pathLst>
                <a:path w="3503" h="5171" extrusionOk="0">
                  <a:moveTo>
                    <a:pt x="1468" y="134"/>
                  </a:moveTo>
                  <a:cubicBezTo>
                    <a:pt x="2335" y="0"/>
                    <a:pt x="3169" y="1001"/>
                    <a:pt x="3336" y="2402"/>
                  </a:cubicBezTo>
                  <a:cubicBezTo>
                    <a:pt x="3503" y="3770"/>
                    <a:pt x="2936" y="4937"/>
                    <a:pt x="2069" y="5071"/>
                  </a:cubicBezTo>
                  <a:cubicBezTo>
                    <a:pt x="1168" y="5171"/>
                    <a:pt x="334" y="4170"/>
                    <a:pt x="167" y="2803"/>
                  </a:cubicBezTo>
                  <a:cubicBezTo>
                    <a:pt x="0" y="1468"/>
                    <a:pt x="601" y="267"/>
                    <a:pt x="14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2"/>
            <p:cNvSpPr/>
            <p:nvPr/>
          </p:nvSpPr>
          <p:spPr>
            <a:xfrm>
              <a:off x="5912725" y="2822475"/>
              <a:ext cx="121775" cy="107600"/>
            </a:xfrm>
            <a:custGeom>
              <a:avLst/>
              <a:gdLst/>
              <a:ahLst/>
              <a:cxnLst/>
              <a:rect l="l" t="t" r="r" b="b"/>
              <a:pathLst>
                <a:path w="4871" h="4304" extrusionOk="0">
                  <a:moveTo>
                    <a:pt x="4504" y="1067"/>
                  </a:moveTo>
                  <a:cubicBezTo>
                    <a:pt x="4871" y="1968"/>
                    <a:pt x="4237" y="3136"/>
                    <a:pt x="3103" y="3703"/>
                  </a:cubicBezTo>
                  <a:cubicBezTo>
                    <a:pt x="2002" y="4303"/>
                    <a:pt x="734" y="4070"/>
                    <a:pt x="368" y="3202"/>
                  </a:cubicBezTo>
                  <a:cubicBezTo>
                    <a:pt x="1" y="2335"/>
                    <a:pt x="601" y="1168"/>
                    <a:pt x="1735" y="567"/>
                  </a:cubicBezTo>
                  <a:cubicBezTo>
                    <a:pt x="2903" y="0"/>
                    <a:pt x="4104" y="200"/>
                    <a:pt x="4504" y="10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2"/>
            <p:cNvSpPr/>
            <p:nvPr/>
          </p:nvSpPr>
          <p:spPr>
            <a:xfrm>
              <a:off x="5905225" y="2897525"/>
              <a:ext cx="109275" cy="124275"/>
            </a:xfrm>
            <a:custGeom>
              <a:avLst/>
              <a:gdLst/>
              <a:ahLst/>
              <a:cxnLst/>
              <a:rect l="l" t="t" r="r" b="b"/>
              <a:pathLst>
                <a:path w="4371" h="4971" extrusionOk="0">
                  <a:moveTo>
                    <a:pt x="3736" y="4270"/>
                  </a:moveTo>
                  <a:cubicBezTo>
                    <a:pt x="3136" y="4970"/>
                    <a:pt x="1868" y="4670"/>
                    <a:pt x="1034" y="3669"/>
                  </a:cubicBezTo>
                  <a:cubicBezTo>
                    <a:pt x="167" y="2669"/>
                    <a:pt x="0" y="1334"/>
                    <a:pt x="634" y="667"/>
                  </a:cubicBezTo>
                  <a:cubicBezTo>
                    <a:pt x="1235" y="0"/>
                    <a:pt x="2502" y="300"/>
                    <a:pt x="3336" y="1301"/>
                  </a:cubicBezTo>
                  <a:cubicBezTo>
                    <a:pt x="4170" y="2302"/>
                    <a:pt x="4370" y="3636"/>
                    <a:pt x="3736" y="427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2"/>
            <p:cNvSpPr/>
            <p:nvPr/>
          </p:nvSpPr>
          <p:spPr>
            <a:xfrm>
              <a:off x="5831000" y="2905025"/>
              <a:ext cx="100925" cy="130950"/>
            </a:xfrm>
            <a:custGeom>
              <a:avLst/>
              <a:gdLst/>
              <a:ahLst/>
              <a:cxnLst/>
              <a:rect l="l" t="t" r="r" b="b"/>
              <a:pathLst>
                <a:path w="4037" h="5238" extrusionOk="0">
                  <a:moveTo>
                    <a:pt x="935" y="4770"/>
                  </a:moveTo>
                  <a:cubicBezTo>
                    <a:pt x="167" y="4337"/>
                    <a:pt x="1" y="3003"/>
                    <a:pt x="634" y="1768"/>
                  </a:cubicBezTo>
                  <a:cubicBezTo>
                    <a:pt x="1268" y="567"/>
                    <a:pt x="2336" y="0"/>
                    <a:pt x="3136" y="434"/>
                  </a:cubicBezTo>
                  <a:cubicBezTo>
                    <a:pt x="3870" y="901"/>
                    <a:pt x="4037" y="2235"/>
                    <a:pt x="3436" y="3436"/>
                  </a:cubicBezTo>
                  <a:cubicBezTo>
                    <a:pt x="2803" y="4604"/>
                    <a:pt x="1702" y="5237"/>
                    <a:pt x="935" y="477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2"/>
            <p:cNvSpPr/>
            <p:nvPr/>
          </p:nvSpPr>
          <p:spPr>
            <a:xfrm rot="900624">
              <a:off x="5772216" y="2843339"/>
              <a:ext cx="120103" cy="97592"/>
            </a:xfrm>
            <a:custGeom>
              <a:avLst/>
              <a:gdLst/>
              <a:ahLst/>
              <a:cxnLst/>
              <a:rect l="l" t="t" r="r" b="b"/>
              <a:pathLst>
                <a:path w="4804" h="3904" extrusionOk="0">
                  <a:moveTo>
                    <a:pt x="134" y="1501"/>
                  </a:moveTo>
                  <a:cubicBezTo>
                    <a:pt x="267" y="601"/>
                    <a:pt x="1401" y="0"/>
                    <a:pt x="2669" y="267"/>
                  </a:cubicBezTo>
                  <a:cubicBezTo>
                    <a:pt x="3903" y="501"/>
                    <a:pt x="4804" y="1468"/>
                    <a:pt x="4637" y="2435"/>
                  </a:cubicBezTo>
                  <a:cubicBezTo>
                    <a:pt x="4470" y="3336"/>
                    <a:pt x="3336" y="3903"/>
                    <a:pt x="2068" y="3670"/>
                  </a:cubicBezTo>
                  <a:cubicBezTo>
                    <a:pt x="868" y="3436"/>
                    <a:pt x="0" y="2469"/>
                    <a:pt x="134" y="15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2"/>
            <p:cNvSpPr/>
            <p:nvPr/>
          </p:nvSpPr>
          <p:spPr>
            <a:xfrm>
              <a:off x="5866850" y="2855825"/>
              <a:ext cx="94275" cy="101750"/>
            </a:xfrm>
            <a:custGeom>
              <a:avLst/>
              <a:gdLst/>
              <a:ahLst/>
              <a:cxnLst/>
              <a:rect l="l" t="t" r="r" b="b"/>
              <a:pathLst>
                <a:path w="3771" h="4070" extrusionOk="0">
                  <a:moveTo>
                    <a:pt x="1669" y="134"/>
                  </a:moveTo>
                  <a:cubicBezTo>
                    <a:pt x="2603" y="0"/>
                    <a:pt x="3537" y="734"/>
                    <a:pt x="3670" y="1802"/>
                  </a:cubicBezTo>
                  <a:cubicBezTo>
                    <a:pt x="3770" y="2836"/>
                    <a:pt x="3070" y="3836"/>
                    <a:pt x="2102" y="3970"/>
                  </a:cubicBezTo>
                  <a:cubicBezTo>
                    <a:pt x="1168" y="4070"/>
                    <a:pt x="234" y="3336"/>
                    <a:pt x="101" y="2302"/>
                  </a:cubicBezTo>
                  <a:cubicBezTo>
                    <a:pt x="1" y="1235"/>
                    <a:pt x="668" y="234"/>
                    <a:pt x="1669" y="1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0" name="Google Shape;2410;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11" name="Google Shape;2411;p32"/>
          <p:cNvSpPr txBox="1">
            <a:spLocks noGrp="1"/>
          </p:cNvSpPr>
          <p:nvPr>
            <p:ph type="body" idx="1"/>
          </p:nvPr>
        </p:nvSpPr>
        <p:spPr>
          <a:xfrm>
            <a:off x="720000" y="1215751"/>
            <a:ext cx="7704000" cy="572700"/>
          </a:xfrm>
          <a:prstGeom prst="rect">
            <a:avLst/>
          </a:prstGeom>
        </p:spPr>
        <p:txBody>
          <a:bodyPr spcFirstLastPara="1" wrap="square" lIns="91425" tIns="91425" rIns="91425" bIns="91425" anchor="t" anchorCtr="0">
            <a:noAutofit/>
          </a:bodyPr>
          <a:lstStyle>
            <a:lvl1pPr marL="457200" lvl="0" indent="-317500" rtl="0">
              <a:lnSpc>
                <a:spcPct val="100000"/>
              </a:lnSpc>
              <a:spcBef>
                <a:spcPts val="30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2412" name="Google Shape;2412;p32"/>
          <p:cNvSpPr txBox="1">
            <a:spLocks noGrp="1"/>
          </p:cNvSpPr>
          <p:nvPr>
            <p:ph type="body" idx="2"/>
          </p:nvPr>
        </p:nvSpPr>
        <p:spPr>
          <a:xfrm>
            <a:off x="720000" y="1788450"/>
            <a:ext cx="3586200" cy="2815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2413" name="Google Shape;2413;p32"/>
          <p:cNvSpPr txBox="1">
            <a:spLocks noGrp="1"/>
          </p:cNvSpPr>
          <p:nvPr>
            <p:ph type="body" idx="3"/>
          </p:nvPr>
        </p:nvSpPr>
        <p:spPr>
          <a:xfrm>
            <a:off x="4837800" y="1788450"/>
            <a:ext cx="3586200" cy="2815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2414" name="Google Shape;2414;p32"/>
          <p:cNvSpPr/>
          <p:nvPr/>
        </p:nvSpPr>
        <p:spPr>
          <a:xfrm flipH="1">
            <a:off x="7307753" y="643025"/>
            <a:ext cx="1712325" cy="572725"/>
          </a:xfrm>
          <a:custGeom>
            <a:avLst/>
            <a:gdLst/>
            <a:ahLst/>
            <a:cxnLst/>
            <a:rect l="l" t="t" r="r" b="b"/>
            <a:pathLst>
              <a:path w="87230" h="29176" extrusionOk="0">
                <a:moveTo>
                  <a:pt x="57824" y="0"/>
                </a:moveTo>
                <a:cubicBezTo>
                  <a:pt x="54769" y="0"/>
                  <a:pt x="50876" y="3500"/>
                  <a:pt x="49169" y="5900"/>
                </a:cubicBezTo>
                <a:cubicBezTo>
                  <a:pt x="47738" y="4270"/>
                  <a:pt x="45681" y="3527"/>
                  <a:pt x="43566" y="3527"/>
                </a:cubicBezTo>
                <a:cubicBezTo>
                  <a:pt x="42477" y="3527"/>
                  <a:pt x="41372" y="3724"/>
                  <a:pt x="40329" y="4098"/>
                </a:cubicBezTo>
                <a:cubicBezTo>
                  <a:pt x="36126" y="5566"/>
                  <a:pt x="33358" y="9902"/>
                  <a:pt x="31656" y="13772"/>
                </a:cubicBezTo>
                <a:cubicBezTo>
                  <a:pt x="31189" y="14773"/>
                  <a:pt x="30789" y="15773"/>
                  <a:pt x="30456" y="16807"/>
                </a:cubicBezTo>
                <a:cubicBezTo>
                  <a:pt x="30163" y="17652"/>
                  <a:pt x="30156" y="19413"/>
                  <a:pt x="29047" y="19413"/>
                </a:cubicBezTo>
                <a:cubicBezTo>
                  <a:pt x="29017" y="19413"/>
                  <a:pt x="28986" y="19412"/>
                  <a:pt x="28954" y="19409"/>
                </a:cubicBezTo>
                <a:cubicBezTo>
                  <a:pt x="28187" y="19309"/>
                  <a:pt x="27453" y="18275"/>
                  <a:pt x="26653" y="18075"/>
                </a:cubicBezTo>
                <a:cubicBezTo>
                  <a:pt x="26361" y="17991"/>
                  <a:pt x="26092" y="17953"/>
                  <a:pt x="25844" y="17953"/>
                </a:cubicBezTo>
                <a:cubicBezTo>
                  <a:pt x="22918" y="17953"/>
                  <a:pt x="22845" y="23339"/>
                  <a:pt x="20815" y="24446"/>
                </a:cubicBezTo>
                <a:cubicBezTo>
                  <a:pt x="20182" y="24813"/>
                  <a:pt x="18814" y="24646"/>
                  <a:pt x="18047" y="24746"/>
                </a:cubicBezTo>
                <a:cubicBezTo>
                  <a:pt x="17079" y="24813"/>
                  <a:pt x="16045" y="24946"/>
                  <a:pt x="15045" y="25080"/>
                </a:cubicBezTo>
                <a:cubicBezTo>
                  <a:pt x="13543" y="25280"/>
                  <a:pt x="12009" y="25480"/>
                  <a:pt x="10508" y="25814"/>
                </a:cubicBezTo>
                <a:cubicBezTo>
                  <a:pt x="7406" y="26448"/>
                  <a:pt x="4070" y="27115"/>
                  <a:pt x="1101" y="28349"/>
                </a:cubicBezTo>
                <a:cubicBezTo>
                  <a:pt x="801" y="28349"/>
                  <a:pt x="534" y="28349"/>
                  <a:pt x="267" y="28416"/>
                </a:cubicBezTo>
                <a:cubicBezTo>
                  <a:pt x="0" y="28416"/>
                  <a:pt x="0" y="28783"/>
                  <a:pt x="267" y="28783"/>
                </a:cubicBezTo>
                <a:cubicBezTo>
                  <a:pt x="6920" y="29040"/>
                  <a:pt x="13589" y="29096"/>
                  <a:pt x="20262" y="29096"/>
                </a:cubicBezTo>
                <a:cubicBezTo>
                  <a:pt x="25384" y="29096"/>
                  <a:pt x="30509" y="29063"/>
                  <a:pt x="35631" y="29063"/>
                </a:cubicBezTo>
                <a:cubicBezTo>
                  <a:pt x="37687" y="29063"/>
                  <a:pt x="39742" y="29068"/>
                  <a:pt x="41797" y="29083"/>
                </a:cubicBezTo>
                <a:cubicBezTo>
                  <a:pt x="49184" y="29101"/>
                  <a:pt x="56571" y="29175"/>
                  <a:pt x="63958" y="29175"/>
                </a:cubicBezTo>
                <a:cubicBezTo>
                  <a:pt x="70414" y="29175"/>
                  <a:pt x="76870" y="29118"/>
                  <a:pt x="83327" y="28916"/>
                </a:cubicBezTo>
                <a:cubicBezTo>
                  <a:pt x="83694" y="28816"/>
                  <a:pt x="87229" y="28649"/>
                  <a:pt x="87229" y="28649"/>
                </a:cubicBezTo>
                <a:cubicBezTo>
                  <a:pt x="87229" y="28649"/>
                  <a:pt x="80658" y="27582"/>
                  <a:pt x="78823" y="27181"/>
                </a:cubicBezTo>
                <a:cubicBezTo>
                  <a:pt x="78856" y="27052"/>
                  <a:pt x="79450" y="8839"/>
                  <a:pt x="66433" y="8839"/>
                </a:cubicBezTo>
                <a:cubicBezTo>
                  <a:pt x="65997" y="8839"/>
                  <a:pt x="65547" y="8860"/>
                  <a:pt x="65080" y="8902"/>
                </a:cubicBezTo>
                <a:cubicBezTo>
                  <a:pt x="65047" y="8905"/>
                  <a:pt x="65014" y="8906"/>
                  <a:pt x="64981" y="8906"/>
                </a:cubicBezTo>
                <a:cubicBezTo>
                  <a:pt x="63102" y="8906"/>
                  <a:pt x="61865" y="4300"/>
                  <a:pt x="61144" y="2497"/>
                </a:cubicBezTo>
                <a:cubicBezTo>
                  <a:pt x="60383" y="697"/>
                  <a:pt x="59187" y="0"/>
                  <a:pt x="5782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15" name="Google Shape;2415;p32"/>
          <p:cNvGrpSpPr/>
          <p:nvPr/>
        </p:nvGrpSpPr>
        <p:grpSpPr>
          <a:xfrm rot="558054">
            <a:off x="2261196" y="4341503"/>
            <a:ext cx="1073663" cy="524986"/>
            <a:chOff x="1052625" y="1286000"/>
            <a:chExt cx="1586150" cy="775575"/>
          </a:xfrm>
        </p:grpSpPr>
        <p:sp>
          <p:nvSpPr>
            <p:cNvPr id="2416" name="Google Shape;2416;p32"/>
            <p:cNvSpPr/>
            <p:nvPr/>
          </p:nvSpPr>
          <p:spPr>
            <a:xfrm>
              <a:off x="1196900" y="1286000"/>
              <a:ext cx="1274250" cy="770575"/>
            </a:xfrm>
            <a:custGeom>
              <a:avLst/>
              <a:gdLst/>
              <a:ahLst/>
              <a:cxnLst/>
              <a:rect l="l" t="t" r="r" b="b"/>
              <a:pathLst>
                <a:path w="50970" h="30823" extrusionOk="0">
                  <a:moveTo>
                    <a:pt x="49669" y="12943"/>
                  </a:moveTo>
                  <a:cubicBezTo>
                    <a:pt x="50970" y="23951"/>
                    <a:pt x="3736" y="30823"/>
                    <a:pt x="1935" y="18180"/>
                  </a:cubicBezTo>
                  <a:cubicBezTo>
                    <a:pt x="0" y="4470"/>
                    <a:pt x="48168" y="1"/>
                    <a:pt x="49669" y="1294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32"/>
            <p:cNvSpPr/>
            <p:nvPr/>
          </p:nvSpPr>
          <p:spPr>
            <a:xfrm>
              <a:off x="1052625" y="1347700"/>
              <a:ext cx="1586150" cy="713875"/>
            </a:xfrm>
            <a:custGeom>
              <a:avLst/>
              <a:gdLst/>
              <a:ahLst/>
              <a:cxnLst/>
              <a:rect l="l" t="t" r="r" b="b"/>
              <a:pathLst>
                <a:path w="63446" h="28555" fill="none" extrusionOk="0">
                  <a:moveTo>
                    <a:pt x="51637" y="3770"/>
                  </a:moveTo>
                  <a:cubicBezTo>
                    <a:pt x="46534" y="2436"/>
                    <a:pt x="601" y="12010"/>
                    <a:pt x="7339" y="18181"/>
                  </a:cubicBezTo>
                  <a:cubicBezTo>
                    <a:pt x="14044" y="24352"/>
                    <a:pt x="44399" y="17347"/>
                    <a:pt x="53272" y="11342"/>
                  </a:cubicBezTo>
                  <a:cubicBezTo>
                    <a:pt x="62145" y="5338"/>
                    <a:pt x="33424" y="2403"/>
                    <a:pt x="20882" y="4904"/>
                  </a:cubicBezTo>
                  <a:cubicBezTo>
                    <a:pt x="8340" y="7406"/>
                    <a:pt x="0" y="14478"/>
                    <a:pt x="13877" y="21516"/>
                  </a:cubicBezTo>
                  <a:cubicBezTo>
                    <a:pt x="27787" y="28555"/>
                    <a:pt x="59243" y="15712"/>
                    <a:pt x="52738" y="8340"/>
                  </a:cubicBezTo>
                  <a:cubicBezTo>
                    <a:pt x="46200" y="1035"/>
                    <a:pt x="10908" y="902"/>
                    <a:pt x="7906" y="13044"/>
                  </a:cubicBezTo>
                  <a:cubicBezTo>
                    <a:pt x="4871" y="25186"/>
                    <a:pt x="42764" y="22050"/>
                    <a:pt x="50703" y="13811"/>
                  </a:cubicBezTo>
                  <a:cubicBezTo>
                    <a:pt x="58576" y="5605"/>
                    <a:pt x="35226" y="2836"/>
                    <a:pt x="24551" y="2803"/>
                  </a:cubicBezTo>
                  <a:cubicBezTo>
                    <a:pt x="13877" y="2770"/>
                    <a:pt x="1068" y="16446"/>
                    <a:pt x="11609" y="21683"/>
                  </a:cubicBezTo>
                  <a:cubicBezTo>
                    <a:pt x="22150" y="26954"/>
                    <a:pt x="51971" y="18014"/>
                    <a:pt x="55073" y="14178"/>
                  </a:cubicBezTo>
                  <a:cubicBezTo>
                    <a:pt x="58209" y="10342"/>
                    <a:pt x="48769" y="301"/>
                    <a:pt x="35993" y="1535"/>
                  </a:cubicBezTo>
                  <a:cubicBezTo>
                    <a:pt x="23250" y="2803"/>
                    <a:pt x="7272" y="7673"/>
                    <a:pt x="6805" y="15345"/>
                  </a:cubicBezTo>
                  <a:cubicBezTo>
                    <a:pt x="6372" y="22984"/>
                    <a:pt x="37327" y="20015"/>
                    <a:pt x="49703" y="14812"/>
                  </a:cubicBezTo>
                  <a:cubicBezTo>
                    <a:pt x="62045" y="9575"/>
                    <a:pt x="45933" y="3036"/>
                    <a:pt x="40096" y="1902"/>
                  </a:cubicBezTo>
                  <a:cubicBezTo>
                    <a:pt x="34258" y="802"/>
                    <a:pt x="14477" y="2670"/>
                    <a:pt x="11108" y="12844"/>
                  </a:cubicBezTo>
                  <a:cubicBezTo>
                    <a:pt x="7739" y="22984"/>
                    <a:pt x="32757" y="23885"/>
                    <a:pt x="46400" y="18748"/>
                  </a:cubicBezTo>
                  <a:cubicBezTo>
                    <a:pt x="60043" y="13644"/>
                    <a:pt x="51571" y="3403"/>
                    <a:pt x="37727" y="3070"/>
                  </a:cubicBezTo>
                  <a:cubicBezTo>
                    <a:pt x="23917" y="2736"/>
                    <a:pt x="9941" y="3203"/>
                    <a:pt x="8940" y="12310"/>
                  </a:cubicBezTo>
                  <a:cubicBezTo>
                    <a:pt x="7939" y="21383"/>
                    <a:pt x="32457" y="17880"/>
                    <a:pt x="47935" y="15145"/>
                  </a:cubicBezTo>
                  <a:cubicBezTo>
                    <a:pt x="63446" y="12377"/>
                    <a:pt x="55907" y="5538"/>
                    <a:pt x="46067" y="2803"/>
                  </a:cubicBezTo>
                  <a:cubicBezTo>
                    <a:pt x="36260" y="1"/>
                    <a:pt x="10441" y="4471"/>
                    <a:pt x="9174" y="13778"/>
                  </a:cubicBezTo>
                  <a:cubicBezTo>
                    <a:pt x="7873" y="23051"/>
                    <a:pt x="42964" y="22684"/>
                    <a:pt x="52438" y="18047"/>
                  </a:cubicBezTo>
                  <a:cubicBezTo>
                    <a:pt x="61911" y="13444"/>
                    <a:pt x="54539" y="5838"/>
                    <a:pt x="44799" y="3503"/>
                  </a:cubicBezTo>
                  <a:cubicBezTo>
                    <a:pt x="35092" y="1168"/>
                    <a:pt x="11842" y="7973"/>
                    <a:pt x="5204" y="17380"/>
                  </a:cubicBezTo>
                </a:path>
              </a:pathLst>
            </a:custGeom>
            <a:noFill/>
            <a:ln w="17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32"/>
            <p:cNvSpPr/>
            <p:nvPr/>
          </p:nvSpPr>
          <p:spPr>
            <a:xfrm>
              <a:off x="1661400" y="1434450"/>
              <a:ext cx="294400" cy="319400"/>
            </a:xfrm>
            <a:custGeom>
              <a:avLst/>
              <a:gdLst/>
              <a:ahLst/>
              <a:cxnLst/>
              <a:rect l="l" t="t" r="r" b="b"/>
              <a:pathLst>
                <a:path w="11776" h="12776" extrusionOk="0">
                  <a:moveTo>
                    <a:pt x="4670" y="534"/>
                  </a:moveTo>
                  <a:cubicBezTo>
                    <a:pt x="7606" y="0"/>
                    <a:pt x="10708" y="3169"/>
                    <a:pt x="11442" y="7039"/>
                  </a:cubicBezTo>
                  <a:cubicBezTo>
                    <a:pt x="11775" y="8773"/>
                    <a:pt x="11575" y="10408"/>
                    <a:pt x="10941" y="11709"/>
                  </a:cubicBezTo>
                  <a:cubicBezTo>
                    <a:pt x="9273" y="12109"/>
                    <a:pt x="8039" y="12476"/>
                    <a:pt x="7372" y="12609"/>
                  </a:cubicBezTo>
                  <a:cubicBezTo>
                    <a:pt x="5771" y="12776"/>
                    <a:pt x="4003" y="12676"/>
                    <a:pt x="2368" y="12609"/>
                  </a:cubicBezTo>
                  <a:cubicBezTo>
                    <a:pt x="1568" y="11709"/>
                    <a:pt x="934" y="10541"/>
                    <a:pt x="701" y="9040"/>
                  </a:cubicBezTo>
                  <a:cubicBezTo>
                    <a:pt x="0" y="5171"/>
                    <a:pt x="1701" y="1068"/>
                    <a:pt x="4670" y="5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32"/>
            <p:cNvSpPr/>
            <p:nvPr/>
          </p:nvSpPr>
          <p:spPr>
            <a:xfrm>
              <a:off x="1954100" y="1371900"/>
              <a:ext cx="289400" cy="334425"/>
            </a:xfrm>
            <a:custGeom>
              <a:avLst/>
              <a:gdLst/>
              <a:ahLst/>
              <a:cxnLst/>
              <a:rect l="l" t="t" r="r" b="b"/>
              <a:pathLst>
                <a:path w="11576" h="13377" extrusionOk="0">
                  <a:moveTo>
                    <a:pt x="6639" y="367"/>
                  </a:moveTo>
                  <a:cubicBezTo>
                    <a:pt x="3636" y="0"/>
                    <a:pt x="734" y="3403"/>
                    <a:pt x="301" y="7339"/>
                  </a:cubicBezTo>
                  <a:cubicBezTo>
                    <a:pt x="0" y="9907"/>
                    <a:pt x="801" y="12076"/>
                    <a:pt x="2235" y="13377"/>
                  </a:cubicBezTo>
                  <a:cubicBezTo>
                    <a:pt x="5137" y="12509"/>
                    <a:pt x="8406" y="11208"/>
                    <a:pt x="11008" y="9541"/>
                  </a:cubicBezTo>
                  <a:cubicBezTo>
                    <a:pt x="11075" y="9240"/>
                    <a:pt x="11142" y="8973"/>
                    <a:pt x="11175" y="8673"/>
                  </a:cubicBezTo>
                  <a:cubicBezTo>
                    <a:pt x="11575" y="4704"/>
                    <a:pt x="9641" y="734"/>
                    <a:pt x="6639" y="36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32"/>
            <p:cNvSpPr/>
            <p:nvPr/>
          </p:nvSpPr>
          <p:spPr>
            <a:xfrm>
              <a:off x="1365350" y="1439450"/>
              <a:ext cx="314400" cy="308575"/>
            </a:xfrm>
            <a:custGeom>
              <a:avLst/>
              <a:gdLst/>
              <a:ahLst/>
              <a:cxnLst/>
              <a:rect l="l" t="t" r="r" b="b"/>
              <a:pathLst>
                <a:path w="12576" h="12343" extrusionOk="0">
                  <a:moveTo>
                    <a:pt x="2902" y="1401"/>
                  </a:moveTo>
                  <a:cubicBezTo>
                    <a:pt x="5571" y="0"/>
                    <a:pt x="9440" y="2168"/>
                    <a:pt x="11275" y="5671"/>
                  </a:cubicBezTo>
                  <a:cubicBezTo>
                    <a:pt x="12576" y="8139"/>
                    <a:pt x="12509" y="10608"/>
                    <a:pt x="11408" y="12342"/>
                  </a:cubicBezTo>
                  <a:cubicBezTo>
                    <a:pt x="6705" y="11742"/>
                    <a:pt x="2769" y="10208"/>
                    <a:pt x="868" y="8940"/>
                  </a:cubicBezTo>
                  <a:cubicBezTo>
                    <a:pt x="0" y="5838"/>
                    <a:pt x="667" y="2602"/>
                    <a:pt x="2902" y="14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1" name="Google Shape;2421;p32"/>
          <p:cNvSpPr/>
          <p:nvPr/>
        </p:nvSpPr>
        <p:spPr>
          <a:xfrm>
            <a:off x="249023" y="123475"/>
            <a:ext cx="1366894" cy="457188"/>
          </a:xfrm>
          <a:custGeom>
            <a:avLst/>
            <a:gdLst/>
            <a:ahLst/>
            <a:cxnLst/>
            <a:rect l="l" t="t" r="r" b="b"/>
            <a:pathLst>
              <a:path w="87230" h="29176" extrusionOk="0">
                <a:moveTo>
                  <a:pt x="57824" y="0"/>
                </a:moveTo>
                <a:cubicBezTo>
                  <a:pt x="54769" y="0"/>
                  <a:pt x="50876" y="3500"/>
                  <a:pt x="49169" y="5900"/>
                </a:cubicBezTo>
                <a:cubicBezTo>
                  <a:pt x="47738" y="4270"/>
                  <a:pt x="45681" y="3527"/>
                  <a:pt x="43566" y="3527"/>
                </a:cubicBezTo>
                <a:cubicBezTo>
                  <a:pt x="42477" y="3527"/>
                  <a:pt x="41372" y="3724"/>
                  <a:pt x="40329" y="4098"/>
                </a:cubicBezTo>
                <a:cubicBezTo>
                  <a:pt x="36126" y="5566"/>
                  <a:pt x="33358" y="9902"/>
                  <a:pt x="31656" y="13772"/>
                </a:cubicBezTo>
                <a:cubicBezTo>
                  <a:pt x="31189" y="14773"/>
                  <a:pt x="30789" y="15773"/>
                  <a:pt x="30456" y="16807"/>
                </a:cubicBezTo>
                <a:cubicBezTo>
                  <a:pt x="30163" y="17652"/>
                  <a:pt x="30156" y="19413"/>
                  <a:pt x="29047" y="19413"/>
                </a:cubicBezTo>
                <a:cubicBezTo>
                  <a:pt x="29017" y="19413"/>
                  <a:pt x="28986" y="19412"/>
                  <a:pt x="28954" y="19409"/>
                </a:cubicBezTo>
                <a:cubicBezTo>
                  <a:pt x="28187" y="19309"/>
                  <a:pt x="27453" y="18275"/>
                  <a:pt x="26653" y="18075"/>
                </a:cubicBezTo>
                <a:cubicBezTo>
                  <a:pt x="26361" y="17991"/>
                  <a:pt x="26092" y="17953"/>
                  <a:pt x="25844" y="17953"/>
                </a:cubicBezTo>
                <a:cubicBezTo>
                  <a:pt x="22918" y="17953"/>
                  <a:pt x="22845" y="23339"/>
                  <a:pt x="20815" y="24446"/>
                </a:cubicBezTo>
                <a:cubicBezTo>
                  <a:pt x="20182" y="24813"/>
                  <a:pt x="18814" y="24646"/>
                  <a:pt x="18047" y="24746"/>
                </a:cubicBezTo>
                <a:cubicBezTo>
                  <a:pt x="17079" y="24813"/>
                  <a:pt x="16045" y="24946"/>
                  <a:pt x="15045" y="25080"/>
                </a:cubicBezTo>
                <a:cubicBezTo>
                  <a:pt x="13543" y="25280"/>
                  <a:pt x="12009" y="25480"/>
                  <a:pt x="10508" y="25814"/>
                </a:cubicBezTo>
                <a:cubicBezTo>
                  <a:pt x="7406" y="26448"/>
                  <a:pt x="4070" y="27115"/>
                  <a:pt x="1101" y="28349"/>
                </a:cubicBezTo>
                <a:cubicBezTo>
                  <a:pt x="801" y="28349"/>
                  <a:pt x="534" y="28349"/>
                  <a:pt x="267" y="28416"/>
                </a:cubicBezTo>
                <a:cubicBezTo>
                  <a:pt x="0" y="28416"/>
                  <a:pt x="0" y="28783"/>
                  <a:pt x="267" y="28783"/>
                </a:cubicBezTo>
                <a:cubicBezTo>
                  <a:pt x="6920" y="29040"/>
                  <a:pt x="13589" y="29096"/>
                  <a:pt x="20262" y="29096"/>
                </a:cubicBezTo>
                <a:cubicBezTo>
                  <a:pt x="25384" y="29096"/>
                  <a:pt x="30509" y="29063"/>
                  <a:pt x="35631" y="29063"/>
                </a:cubicBezTo>
                <a:cubicBezTo>
                  <a:pt x="37687" y="29063"/>
                  <a:pt x="39742" y="29068"/>
                  <a:pt x="41797" y="29083"/>
                </a:cubicBezTo>
                <a:cubicBezTo>
                  <a:pt x="49184" y="29101"/>
                  <a:pt x="56571" y="29175"/>
                  <a:pt x="63958" y="29175"/>
                </a:cubicBezTo>
                <a:cubicBezTo>
                  <a:pt x="70414" y="29175"/>
                  <a:pt x="76870" y="29118"/>
                  <a:pt x="83327" y="28916"/>
                </a:cubicBezTo>
                <a:cubicBezTo>
                  <a:pt x="83694" y="28816"/>
                  <a:pt x="87229" y="28649"/>
                  <a:pt x="87229" y="28649"/>
                </a:cubicBezTo>
                <a:cubicBezTo>
                  <a:pt x="87229" y="28649"/>
                  <a:pt x="80658" y="27582"/>
                  <a:pt x="78823" y="27181"/>
                </a:cubicBezTo>
                <a:cubicBezTo>
                  <a:pt x="78856" y="27052"/>
                  <a:pt x="79450" y="8839"/>
                  <a:pt x="66433" y="8839"/>
                </a:cubicBezTo>
                <a:cubicBezTo>
                  <a:pt x="65997" y="8839"/>
                  <a:pt x="65547" y="8860"/>
                  <a:pt x="65080" y="8902"/>
                </a:cubicBezTo>
                <a:cubicBezTo>
                  <a:pt x="65047" y="8905"/>
                  <a:pt x="65014" y="8906"/>
                  <a:pt x="64981" y="8906"/>
                </a:cubicBezTo>
                <a:cubicBezTo>
                  <a:pt x="63102" y="8906"/>
                  <a:pt x="61865" y="4300"/>
                  <a:pt x="61144" y="2497"/>
                </a:cubicBezTo>
                <a:cubicBezTo>
                  <a:pt x="60383" y="697"/>
                  <a:pt x="59187" y="0"/>
                  <a:pt x="5782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434"/>
        <p:cNvGrpSpPr/>
        <p:nvPr/>
      </p:nvGrpSpPr>
      <p:grpSpPr>
        <a:xfrm>
          <a:off x="0" y="0"/>
          <a:ext cx="0" cy="0"/>
          <a:chOff x="0" y="0"/>
          <a:chExt cx="0" cy="0"/>
        </a:xfrm>
      </p:grpSpPr>
      <p:sp>
        <p:nvSpPr>
          <p:cNvPr id="2435" name="Google Shape;2435;p34"/>
          <p:cNvSpPr/>
          <p:nvPr/>
        </p:nvSpPr>
        <p:spPr>
          <a:xfrm flipH="1">
            <a:off x="94222" y="4604000"/>
            <a:ext cx="2281833" cy="496971"/>
          </a:xfrm>
          <a:custGeom>
            <a:avLst/>
            <a:gdLst/>
            <a:ahLst/>
            <a:cxnLst/>
            <a:rect l="l" t="t" r="r" b="b"/>
            <a:pathLst>
              <a:path w="142570" h="31051" extrusionOk="0">
                <a:moveTo>
                  <a:pt x="64389" y="1"/>
                </a:moveTo>
                <a:cubicBezTo>
                  <a:pt x="63743" y="1"/>
                  <a:pt x="63094" y="42"/>
                  <a:pt x="62445" y="128"/>
                </a:cubicBezTo>
                <a:cubicBezTo>
                  <a:pt x="55207" y="1062"/>
                  <a:pt x="49503" y="7167"/>
                  <a:pt x="48235" y="14205"/>
                </a:cubicBezTo>
                <a:cubicBezTo>
                  <a:pt x="45738" y="11578"/>
                  <a:pt x="42086" y="10168"/>
                  <a:pt x="38448" y="10168"/>
                </a:cubicBezTo>
                <a:cubicBezTo>
                  <a:pt x="35572" y="10168"/>
                  <a:pt x="32705" y="11049"/>
                  <a:pt x="30422" y="12904"/>
                </a:cubicBezTo>
                <a:cubicBezTo>
                  <a:pt x="30022" y="12971"/>
                  <a:pt x="29588" y="13004"/>
                  <a:pt x="29221" y="13038"/>
                </a:cubicBezTo>
                <a:cubicBezTo>
                  <a:pt x="21983" y="14072"/>
                  <a:pt x="15478" y="18541"/>
                  <a:pt x="12243" y="25213"/>
                </a:cubicBezTo>
                <a:cubicBezTo>
                  <a:pt x="11209" y="27381"/>
                  <a:pt x="6172" y="29316"/>
                  <a:pt x="1" y="31050"/>
                </a:cubicBezTo>
                <a:lnTo>
                  <a:pt x="142569" y="31050"/>
                </a:lnTo>
                <a:cubicBezTo>
                  <a:pt x="139191" y="26246"/>
                  <a:pt x="132932" y="17381"/>
                  <a:pt x="128824" y="17381"/>
                </a:cubicBezTo>
                <a:cubicBezTo>
                  <a:pt x="128511" y="17381"/>
                  <a:pt x="128211" y="17432"/>
                  <a:pt x="127925" y="17541"/>
                </a:cubicBezTo>
                <a:cubicBezTo>
                  <a:pt x="127425" y="12304"/>
                  <a:pt x="123622" y="7400"/>
                  <a:pt x="118585" y="5699"/>
                </a:cubicBezTo>
                <a:cubicBezTo>
                  <a:pt x="117251" y="5249"/>
                  <a:pt x="115884" y="5040"/>
                  <a:pt x="114523" y="5040"/>
                </a:cubicBezTo>
                <a:cubicBezTo>
                  <a:pt x="109929" y="5040"/>
                  <a:pt x="105407" y="7426"/>
                  <a:pt x="102474" y="11003"/>
                </a:cubicBezTo>
                <a:cubicBezTo>
                  <a:pt x="100873" y="6333"/>
                  <a:pt x="97904" y="1896"/>
                  <a:pt x="92467" y="1796"/>
                </a:cubicBezTo>
                <a:cubicBezTo>
                  <a:pt x="92388" y="1794"/>
                  <a:pt x="92309" y="1793"/>
                  <a:pt x="92231" y="1793"/>
                </a:cubicBezTo>
                <a:cubicBezTo>
                  <a:pt x="86937" y="1793"/>
                  <a:pt x="82715" y="6196"/>
                  <a:pt x="79724" y="10469"/>
                </a:cubicBezTo>
                <a:cubicBezTo>
                  <a:pt x="77293" y="4390"/>
                  <a:pt x="71012" y="1"/>
                  <a:pt x="643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34"/>
          <p:cNvSpPr/>
          <p:nvPr/>
        </p:nvSpPr>
        <p:spPr>
          <a:xfrm flipH="1">
            <a:off x="7575106" y="42526"/>
            <a:ext cx="1485670" cy="496960"/>
          </a:xfrm>
          <a:custGeom>
            <a:avLst/>
            <a:gdLst/>
            <a:ahLst/>
            <a:cxnLst/>
            <a:rect l="l" t="t" r="r" b="b"/>
            <a:pathLst>
              <a:path w="87264" h="29190" extrusionOk="0">
                <a:moveTo>
                  <a:pt x="57851" y="1"/>
                </a:moveTo>
                <a:cubicBezTo>
                  <a:pt x="54788" y="1"/>
                  <a:pt x="50887" y="3501"/>
                  <a:pt x="49203" y="5900"/>
                </a:cubicBezTo>
                <a:cubicBezTo>
                  <a:pt x="47771" y="4270"/>
                  <a:pt x="45715" y="3528"/>
                  <a:pt x="43600" y="3528"/>
                </a:cubicBezTo>
                <a:cubicBezTo>
                  <a:pt x="42511" y="3528"/>
                  <a:pt x="41406" y="3724"/>
                  <a:pt x="40363" y="4099"/>
                </a:cubicBezTo>
                <a:cubicBezTo>
                  <a:pt x="36160" y="5600"/>
                  <a:pt x="33391" y="9936"/>
                  <a:pt x="31657" y="13772"/>
                </a:cubicBezTo>
                <a:cubicBezTo>
                  <a:pt x="31190" y="14773"/>
                  <a:pt x="30756" y="15774"/>
                  <a:pt x="30423" y="16808"/>
                </a:cubicBezTo>
                <a:cubicBezTo>
                  <a:pt x="30133" y="17677"/>
                  <a:pt x="30123" y="19416"/>
                  <a:pt x="29042" y="19416"/>
                </a:cubicBezTo>
                <a:cubicBezTo>
                  <a:pt x="29004" y="19416"/>
                  <a:pt x="28963" y="19414"/>
                  <a:pt x="28921" y="19409"/>
                </a:cubicBezTo>
                <a:cubicBezTo>
                  <a:pt x="28188" y="19309"/>
                  <a:pt x="27420" y="18275"/>
                  <a:pt x="26653" y="18075"/>
                </a:cubicBezTo>
                <a:cubicBezTo>
                  <a:pt x="26365" y="17996"/>
                  <a:pt x="26100" y="17959"/>
                  <a:pt x="25855" y="17959"/>
                </a:cubicBezTo>
                <a:cubicBezTo>
                  <a:pt x="22891" y="17959"/>
                  <a:pt x="22849" y="23337"/>
                  <a:pt x="20816" y="24446"/>
                </a:cubicBezTo>
                <a:cubicBezTo>
                  <a:pt x="20182" y="24813"/>
                  <a:pt x="18814" y="24647"/>
                  <a:pt x="18047" y="24747"/>
                </a:cubicBezTo>
                <a:cubicBezTo>
                  <a:pt x="17046" y="24813"/>
                  <a:pt x="16046" y="24947"/>
                  <a:pt x="15045" y="25080"/>
                </a:cubicBezTo>
                <a:cubicBezTo>
                  <a:pt x="13544" y="25280"/>
                  <a:pt x="12009" y="25481"/>
                  <a:pt x="10508" y="25814"/>
                </a:cubicBezTo>
                <a:cubicBezTo>
                  <a:pt x="7373" y="26448"/>
                  <a:pt x="4037" y="27115"/>
                  <a:pt x="1068" y="28383"/>
                </a:cubicBezTo>
                <a:cubicBezTo>
                  <a:pt x="801" y="28383"/>
                  <a:pt x="535" y="28383"/>
                  <a:pt x="234" y="28416"/>
                </a:cubicBezTo>
                <a:cubicBezTo>
                  <a:pt x="1" y="28416"/>
                  <a:pt x="1" y="28783"/>
                  <a:pt x="234" y="28783"/>
                </a:cubicBezTo>
                <a:cubicBezTo>
                  <a:pt x="6887" y="29040"/>
                  <a:pt x="13556" y="29096"/>
                  <a:pt x="20229" y="29096"/>
                </a:cubicBezTo>
                <a:cubicBezTo>
                  <a:pt x="25351" y="29096"/>
                  <a:pt x="30476" y="29063"/>
                  <a:pt x="35598" y="29063"/>
                </a:cubicBezTo>
                <a:cubicBezTo>
                  <a:pt x="37654" y="29063"/>
                  <a:pt x="39709" y="29068"/>
                  <a:pt x="41764" y="29083"/>
                </a:cubicBezTo>
                <a:cubicBezTo>
                  <a:pt x="49321" y="29101"/>
                  <a:pt x="56879" y="29189"/>
                  <a:pt x="64436" y="29189"/>
                </a:cubicBezTo>
                <a:cubicBezTo>
                  <a:pt x="70722" y="29189"/>
                  <a:pt x="77008" y="29128"/>
                  <a:pt x="83294" y="28916"/>
                </a:cubicBezTo>
                <a:cubicBezTo>
                  <a:pt x="83727" y="28816"/>
                  <a:pt x="87263" y="28649"/>
                  <a:pt x="87263" y="28649"/>
                </a:cubicBezTo>
                <a:cubicBezTo>
                  <a:pt x="87263" y="28649"/>
                  <a:pt x="80658" y="27582"/>
                  <a:pt x="78857" y="27215"/>
                </a:cubicBezTo>
                <a:cubicBezTo>
                  <a:pt x="78889" y="27086"/>
                  <a:pt x="79484" y="8840"/>
                  <a:pt x="66464" y="8840"/>
                </a:cubicBezTo>
                <a:cubicBezTo>
                  <a:pt x="66029" y="8840"/>
                  <a:pt x="65580" y="8860"/>
                  <a:pt x="65114" y="8902"/>
                </a:cubicBezTo>
                <a:cubicBezTo>
                  <a:pt x="65080" y="8905"/>
                  <a:pt x="65047" y="8906"/>
                  <a:pt x="65014" y="8906"/>
                </a:cubicBezTo>
                <a:cubicBezTo>
                  <a:pt x="63135" y="8906"/>
                  <a:pt x="61899" y="4333"/>
                  <a:pt x="61178" y="2497"/>
                </a:cubicBezTo>
                <a:cubicBezTo>
                  <a:pt x="60416" y="697"/>
                  <a:pt x="59217" y="1"/>
                  <a:pt x="578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7" name="Google Shape;2437;p34"/>
          <p:cNvGrpSpPr/>
          <p:nvPr/>
        </p:nvGrpSpPr>
        <p:grpSpPr>
          <a:xfrm rot="-4928054">
            <a:off x="78613" y="275871"/>
            <a:ext cx="641280" cy="527261"/>
            <a:chOff x="7038900" y="1632175"/>
            <a:chExt cx="741850" cy="609950"/>
          </a:xfrm>
        </p:grpSpPr>
        <p:sp>
          <p:nvSpPr>
            <p:cNvPr id="2438" name="Google Shape;2438;p34"/>
            <p:cNvSpPr/>
            <p:nvPr/>
          </p:nvSpPr>
          <p:spPr>
            <a:xfrm>
              <a:off x="7085225" y="1632175"/>
              <a:ext cx="695525" cy="609950"/>
            </a:xfrm>
            <a:custGeom>
              <a:avLst/>
              <a:gdLst/>
              <a:ahLst/>
              <a:cxnLst/>
              <a:rect l="l" t="t" r="r" b="b"/>
              <a:pathLst>
                <a:path w="27821" h="24398" extrusionOk="0">
                  <a:moveTo>
                    <a:pt x="16828" y="0"/>
                  </a:moveTo>
                  <a:cubicBezTo>
                    <a:pt x="15948" y="0"/>
                    <a:pt x="15004" y="528"/>
                    <a:pt x="14511" y="1312"/>
                  </a:cubicBezTo>
                  <a:cubicBezTo>
                    <a:pt x="13744" y="2480"/>
                    <a:pt x="13711" y="3914"/>
                    <a:pt x="13577" y="5282"/>
                  </a:cubicBezTo>
                  <a:cubicBezTo>
                    <a:pt x="13477" y="6649"/>
                    <a:pt x="13177" y="8117"/>
                    <a:pt x="12143" y="8984"/>
                  </a:cubicBezTo>
                  <a:cubicBezTo>
                    <a:pt x="11993" y="9134"/>
                    <a:pt x="11790" y="9256"/>
                    <a:pt x="11582" y="9256"/>
                  </a:cubicBezTo>
                  <a:cubicBezTo>
                    <a:pt x="11558" y="9256"/>
                    <a:pt x="11533" y="9255"/>
                    <a:pt x="11509" y="9251"/>
                  </a:cubicBezTo>
                  <a:cubicBezTo>
                    <a:pt x="10975" y="9218"/>
                    <a:pt x="10842" y="8451"/>
                    <a:pt x="10875" y="7950"/>
                  </a:cubicBezTo>
                  <a:cubicBezTo>
                    <a:pt x="10975" y="6916"/>
                    <a:pt x="11075" y="5882"/>
                    <a:pt x="10875" y="4815"/>
                  </a:cubicBezTo>
                  <a:cubicBezTo>
                    <a:pt x="10708" y="3781"/>
                    <a:pt x="10175" y="2780"/>
                    <a:pt x="9241" y="2280"/>
                  </a:cubicBezTo>
                  <a:cubicBezTo>
                    <a:pt x="8892" y="2086"/>
                    <a:pt x="8484" y="1987"/>
                    <a:pt x="8081" y="1987"/>
                  </a:cubicBezTo>
                  <a:cubicBezTo>
                    <a:pt x="7443" y="1987"/>
                    <a:pt x="6820" y="2235"/>
                    <a:pt x="6472" y="2747"/>
                  </a:cubicBezTo>
                  <a:cubicBezTo>
                    <a:pt x="6172" y="3147"/>
                    <a:pt x="6038" y="3714"/>
                    <a:pt x="6038" y="4248"/>
                  </a:cubicBezTo>
                  <a:cubicBezTo>
                    <a:pt x="5872" y="6783"/>
                    <a:pt x="6906" y="9285"/>
                    <a:pt x="6739" y="11820"/>
                  </a:cubicBezTo>
                  <a:cubicBezTo>
                    <a:pt x="6706" y="12220"/>
                    <a:pt x="6572" y="12620"/>
                    <a:pt x="6205" y="12620"/>
                  </a:cubicBezTo>
                  <a:cubicBezTo>
                    <a:pt x="5905" y="12620"/>
                    <a:pt x="5738" y="12320"/>
                    <a:pt x="5671" y="12053"/>
                  </a:cubicBezTo>
                  <a:cubicBezTo>
                    <a:pt x="5405" y="11119"/>
                    <a:pt x="5671" y="10118"/>
                    <a:pt x="5305" y="9285"/>
                  </a:cubicBezTo>
                  <a:cubicBezTo>
                    <a:pt x="4956" y="8494"/>
                    <a:pt x="4073" y="8076"/>
                    <a:pt x="3208" y="8076"/>
                  </a:cubicBezTo>
                  <a:cubicBezTo>
                    <a:pt x="2832" y="8076"/>
                    <a:pt x="2459" y="8155"/>
                    <a:pt x="2136" y="8317"/>
                  </a:cubicBezTo>
                  <a:cubicBezTo>
                    <a:pt x="1001" y="8884"/>
                    <a:pt x="334" y="10085"/>
                    <a:pt x="234" y="11319"/>
                  </a:cubicBezTo>
                  <a:cubicBezTo>
                    <a:pt x="1" y="14522"/>
                    <a:pt x="2136" y="18925"/>
                    <a:pt x="2136" y="18925"/>
                  </a:cubicBezTo>
                  <a:cubicBezTo>
                    <a:pt x="4504" y="20926"/>
                    <a:pt x="7206" y="22594"/>
                    <a:pt x="10041" y="23828"/>
                  </a:cubicBezTo>
                  <a:cubicBezTo>
                    <a:pt x="10706" y="24113"/>
                    <a:pt x="11400" y="24398"/>
                    <a:pt x="12125" y="24398"/>
                  </a:cubicBezTo>
                  <a:cubicBezTo>
                    <a:pt x="12164" y="24398"/>
                    <a:pt x="12203" y="24397"/>
                    <a:pt x="12243" y="24395"/>
                  </a:cubicBezTo>
                  <a:cubicBezTo>
                    <a:pt x="13010" y="24329"/>
                    <a:pt x="13811" y="23928"/>
                    <a:pt x="14044" y="23195"/>
                  </a:cubicBezTo>
                  <a:cubicBezTo>
                    <a:pt x="14244" y="22627"/>
                    <a:pt x="14044" y="21994"/>
                    <a:pt x="13911" y="21360"/>
                  </a:cubicBezTo>
                  <a:cubicBezTo>
                    <a:pt x="13844" y="20759"/>
                    <a:pt x="13877" y="20059"/>
                    <a:pt x="14378" y="19692"/>
                  </a:cubicBezTo>
                  <a:cubicBezTo>
                    <a:pt x="14570" y="19573"/>
                    <a:pt x="14783" y="19527"/>
                    <a:pt x="15003" y="19527"/>
                  </a:cubicBezTo>
                  <a:cubicBezTo>
                    <a:pt x="15279" y="19527"/>
                    <a:pt x="15567" y="19599"/>
                    <a:pt x="15845" y="19692"/>
                  </a:cubicBezTo>
                  <a:cubicBezTo>
                    <a:pt x="16746" y="19992"/>
                    <a:pt x="17680" y="20459"/>
                    <a:pt x="18647" y="20459"/>
                  </a:cubicBezTo>
                  <a:cubicBezTo>
                    <a:pt x="19581" y="20459"/>
                    <a:pt x="20682" y="19759"/>
                    <a:pt x="20649" y="18791"/>
                  </a:cubicBezTo>
                  <a:cubicBezTo>
                    <a:pt x="20582" y="18024"/>
                    <a:pt x="19982" y="17490"/>
                    <a:pt x="19515" y="16957"/>
                  </a:cubicBezTo>
                  <a:cubicBezTo>
                    <a:pt x="19048" y="16356"/>
                    <a:pt x="18747" y="15456"/>
                    <a:pt x="19348" y="14955"/>
                  </a:cubicBezTo>
                  <a:cubicBezTo>
                    <a:pt x="19538" y="14783"/>
                    <a:pt x="19790" y="14717"/>
                    <a:pt x="20049" y="14717"/>
                  </a:cubicBezTo>
                  <a:cubicBezTo>
                    <a:pt x="20291" y="14717"/>
                    <a:pt x="20539" y="14775"/>
                    <a:pt x="20749" y="14855"/>
                  </a:cubicBezTo>
                  <a:cubicBezTo>
                    <a:pt x="21583" y="15122"/>
                    <a:pt x="22350" y="15589"/>
                    <a:pt x="23217" y="15756"/>
                  </a:cubicBezTo>
                  <a:cubicBezTo>
                    <a:pt x="23395" y="15790"/>
                    <a:pt x="23578" y="15807"/>
                    <a:pt x="23761" y="15807"/>
                  </a:cubicBezTo>
                  <a:cubicBezTo>
                    <a:pt x="24472" y="15807"/>
                    <a:pt x="25181" y="15546"/>
                    <a:pt x="25552" y="14989"/>
                  </a:cubicBezTo>
                  <a:cubicBezTo>
                    <a:pt x="25886" y="14455"/>
                    <a:pt x="25853" y="13688"/>
                    <a:pt x="25652" y="13087"/>
                  </a:cubicBezTo>
                  <a:cubicBezTo>
                    <a:pt x="25319" y="11820"/>
                    <a:pt x="24518" y="10686"/>
                    <a:pt x="23518" y="9918"/>
                  </a:cubicBezTo>
                  <a:cubicBezTo>
                    <a:pt x="24151" y="8918"/>
                    <a:pt x="25586" y="8918"/>
                    <a:pt x="26553" y="8184"/>
                  </a:cubicBezTo>
                  <a:cubicBezTo>
                    <a:pt x="27687" y="7383"/>
                    <a:pt x="27821" y="5482"/>
                    <a:pt x="26753" y="4581"/>
                  </a:cubicBezTo>
                  <a:cubicBezTo>
                    <a:pt x="26230" y="4097"/>
                    <a:pt x="25515" y="3894"/>
                    <a:pt x="24779" y="3894"/>
                  </a:cubicBezTo>
                  <a:cubicBezTo>
                    <a:pt x="24248" y="3894"/>
                    <a:pt x="23706" y="3999"/>
                    <a:pt x="23217" y="4181"/>
                  </a:cubicBezTo>
                  <a:cubicBezTo>
                    <a:pt x="22050" y="4648"/>
                    <a:pt x="21049" y="5448"/>
                    <a:pt x="19982" y="6016"/>
                  </a:cubicBezTo>
                  <a:cubicBezTo>
                    <a:pt x="19727" y="6164"/>
                    <a:pt x="19459" y="6286"/>
                    <a:pt x="19194" y="6286"/>
                  </a:cubicBezTo>
                  <a:cubicBezTo>
                    <a:pt x="19043" y="6286"/>
                    <a:pt x="18893" y="6246"/>
                    <a:pt x="18747" y="6149"/>
                  </a:cubicBezTo>
                  <a:cubicBezTo>
                    <a:pt x="18247" y="5815"/>
                    <a:pt x="18514" y="5082"/>
                    <a:pt x="18681" y="4481"/>
                  </a:cubicBezTo>
                  <a:cubicBezTo>
                    <a:pt x="18981" y="3614"/>
                    <a:pt x="19014" y="2613"/>
                    <a:pt x="18747" y="1746"/>
                  </a:cubicBezTo>
                  <a:cubicBezTo>
                    <a:pt x="18647" y="1245"/>
                    <a:pt x="18381" y="745"/>
                    <a:pt x="18014" y="412"/>
                  </a:cubicBezTo>
                  <a:cubicBezTo>
                    <a:pt x="17674" y="127"/>
                    <a:pt x="17258" y="0"/>
                    <a:pt x="168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4"/>
            <p:cNvSpPr/>
            <p:nvPr/>
          </p:nvSpPr>
          <p:spPr>
            <a:xfrm>
              <a:off x="7038900" y="1808025"/>
              <a:ext cx="606150" cy="369775"/>
            </a:xfrm>
            <a:custGeom>
              <a:avLst/>
              <a:gdLst/>
              <a:ahLst/>
              <a:cxnLst/>
              <a:rect l="l" t="t" r="r" b="b"/>
              <a:pathLst>
                <a:path w="24246" h="14791" extrusionOk="0">
                  <a:moveTo>
                    <a:pt x="23890" y="1"/>
                  </a:moveTo>
                  <a:cubicBezTo>
                    <a:pt x="23863" y="1"/>
                    <a:pt x="23833" y="5"/>
                    <a:pt x="23803" y="16"/>
                  </a:cubicBezTo>
                  <a:cubicBezTo>
                    <a:pt x="15263" y="3351"/>
                    <a:pt x="6891" y="8522"/>
                    <a:pt x="52" y="14626"/>
                  </a:cubicBezTo>
                  <a:cubicBezTo>
                    <a:pt x="0" y="14678"/>
                    <a:pt x="50" y="14791"/>
                    <a:pt x="121" y="14791"/>
                  </a:cubicBezTo>
                  <a:cubicBezTo>
                    <a:pt x="142" y="14791"/>
                    <a:pt x="164" y="14782"/>
                    <a:pt x="186" y="14760"/>
                  </a:cubicBezTo>
                  <a:cubicBezTo>
                    <a:pt x="3889" y="11924"/>
                    <a:pt x="7591" y="9189"/>
                    <a:pt x="11594" y="6787"/>
                  </a:cubicBezTo>
                  <a:cubicBezTo>
                    <a:pt x="15597" y="4385"/>
                    <a:pt x="19767" y="2417"/>
                    <a:pt x="24036" y="449"/>
                  </a:cubicBezTo>
                  <a:cubicBezTo>
                    <a:pt x="24246" y="359"/>
                    <a:pt x="24133" y="1"/>
                    <a:pt x="238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4"/>
            <p:cNvSpPr/>
            <p:nvPr/>
          </p:nvSpPr>
          <p:spPr>
            <a:xfrm>
              <a:off x="7455500" y="1745350"/>
              <a:ext cx="192650" cy="183425"/>
            </a:xfrm>
            <a:custGeom>
              <a:avLst/>
              <a:gdLst/>
              <a:ahLst/>
              <a:cxnLst/>
              <a:rect l="l" t="t" r="r" b="b"/>
              <a:pathLst>
                <a:path w="7706" h="7337" extrusionOk="0">
                  <a:moveTo>
                    <a:pt x="1431" y="0"/>
                  </a:moveTo>
                  <a:cubicBezTo>
                    <a:pt x="1387" y="0"/>
                    <a:pt x="1347" y="25"/>
                    <a:pt x="1335" y="88"/>
                  </a:cubicBezTo>
                  <a:cubicBezTo>
                    <a:pt x="1001" y="1455"/>
                    <a:pt x="701" y="2789"/>
                    <a:pt x="401" y="4190"/>
                  </a:cubicBezTo>
                  <a:cubicBezTo>
                    <a:pt x="301" y="4624"/>
                    <a:pt x="0" y="5525"/>
                    <a:pt x="367" y="5925"/>
                  </a:cubicBezTo>
                  <a:cubicBezTo>
                    <a:pt x="901" y="6559"/>
                    <a:pt x="2702" y="6692"/>
                    <a:pt x="3436" y="6859"/>
                  </a:cubicBezTo>
                  <a:cubicBezTo>
                    <a:pt x="4600" y="7098"/>
                    <a:pt x="5790" y="7336"/>
                    <a:pt x="6959" y="7336"/>
                  </a:cubicBezTo>
                  <a:cubicBezTo>
                    <a:pt x="7097" y="7336"/>
                    <a:pt x="7235" y="7333"/>
                    <a:pt x="7372" y="7326"/>
                  </a:cubicBezTo>
                  <a:cubicBezTo>
                    <a:pt x="7606" y="7326"/>
                    <a:pt x="7706" y="6926"/>
                    <a:pt x="7406" y="6892"/>
                  </a:cubicBezTo>
                  <a:cubicBezTo>
                    <a:pt x="5571" y="6559"/>
                    <a:pt x="3536" y="6592"/>
                    <a:pt x="1835" y="5892"/>
                  </a:cubicBezTo>
                  <a:cubicBezTo>
                    <a:pt x="534" y="5325"/>
                    <a:pt x="834" y="4391"/>
                    <a:pt x="1034" y="3256"/>
                  </a:cubicBezTo>
                  <a:cubicBezTo>
                    <a:pt x="1201" y="2222"/>
                    <a:pt x="1401" y="1155"/>
                    <a:pt x="1568" y="154"/>
                  </a:cubicBezTo>
                  <a:cubicBezTo>
                    <a:pt x="1589" y="71"/>
                    <a:pt x="1505" y="0"/>
                    <a:pt x="14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34"/>
            <p:cNvSpPr/>
            <p:nvPr/>
          </p:nvSpPr>
          <p:spPr>
            <a:xfrm>
              <a:off x="7273700" y="1748250"/>
              <a:ext cx="254900" cy="327075"/>
            </a:xfrm>
            <a:custGeom>
              <a:avLst/>
              <a:gdLst/>
              <a:ahLst/>
              <a:cxnLst/>
              <a:rect l="l" t="t" r="r" b="b"/>
              <a:pathLst>
                <a:path w="10196" h="13083" extrusionOk="0">
                  <a:moveTo>
                    <a:pt x="1095" y="0"/>
                  </a:moveTo>
                  <a:cubicBezTo>
                    <a:pt x="1018" y="0"/>
                    <a:pt x="933" y="43"/>
                    <a:pt x="901" y="138"/>
                  </a:cubicBezTo>
                  <a:cubicBezTo>
                    <a:pt x="668" y="1940"/>
                    <a:pt x="534" y="3774"/>
                    <a:pt x="501" y="5609"/>
                  </a:cubicBezTo>
                  <a:cubicBezTo>
                    <a:pt x="467" y="6676"/>
                    <a:pt x="0" y="9111"/>
                    <a:pt x="668" y="10045"/>
                  </a:cubicBezTo>
                  <a:cubicBezTo>
                    <a:pt x="1201" y="10879"/>
                    <a:pt x="3069" y="11180"/>
                    <a:pt x="3970" y="11480"/>
                  </a:cubicBezTo>
                  <a:cubicBezTo>
                    <a:pt x="5838" y="12147"/>
                    <a:pt x="7739" y="12781"/>
                    <a:pt x="9707" y="13081"/>
                  </a:cubicBezTo>
                  <a:cubicBezTo>
                    <a:pt x="9719" y="13082"/>
                    <a:pt x="9730" y="13083"/>
                    <a:pt x="9741" y="13083"/>
                  </a:cubicBezTo>
                  <a:cubicBezTo>
                    <a:pt x="10052" y="13083"/>
                    <a:pt x="10195" y="12643"/>
                    <a:pt x="9841" y="12514"/>
                  </a:cubicBezTo>
                  <a:cubicBezTo>
                    <a:pt x="8406" y="12080"/>
                    <a:pt x="6972" y="11780"/>
                    <a:pt x="5538" y="11313"/>
                  </a:cubicBezTo>
                  <a:cubicBezTo>
                    <a:pt x="4170" y="10879"/>
                    <a:pt x="2335" y="10613"/>
                    <a:pt x="1502" y="9378"/>
                  </a:cubicBezTo>
                  <a:cubicBezTo>
                    <a:pt x="668" y="8144"/>
                    <a:pt x="1001" y="6276"/>
                    <a:pt x="1035" y="4775"/>
                  </a:cubicBezTo>
                  <a:cubicBezTo>
                    <a:pt x="1068" y="3241"/>
                    <a:pt x="1168" y="1673"/>
                    <a:pt x="1235" y="138"/>
                  </a:cubicBezTo>
                  <a:cubicBezTo>
                    <a:pt x="1252" y="51"/>
                    <a:pt x="1178" y="0"/>
                    <a:pt x="1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34"/>
            <p:cNvSpPr/>
            <p:nvPr/>
          </p:nvSpPr>
          <p:spPr>
            <a:xfrm>
              <a:off x="7156950" y="1924000"/>
              <a:ext cx="185875" cy="216825"/>
            </a:xfrm>
            <a:custGeom>
              <a:avLst/>
              <a:gdLst/>
              <a:ahLst/>
              <a:cxnLst/>
              <a:rect l="l" t="t" r="r" b="b"/>
              <a:pathLst>
                <a:path w="7435" h="8673" extrusionOk="0">
                  <a:moveTo>
                    <a:pt x="119" y="0"/>
                  </a:moveTo>
                  <a:cubicBezTo>
                    <a:pt x="56" y="0"/>
                    <a:pt x="0" y="43"/>
                    <a:pt x="0" y="113"/>
                  </a:cubicBezTo>
                  <a:cubicBezTo>
                    <a:pt x="34" y="1414"/>
                    <a:pt x="201" y="2749"/>
                    <a:pt x="367" y="4050"/>
                  </a:cubicBezTo>
                  <a:cubicBezTo>
                    <a:pt x="467" y="4650"/>
                    <a:pt x="367" y="5584"/>
                    <a:pt x="801" y="6084"/>
                  </a:cubicBezTo>
                  <a:cubicBezTo>
                    <a:pt x="1301" y="6751"/>
                    <a:pt x="2636" y="7052"/>
                    <a:pt x="3370" y="7319"/>
                  </a:cubicBezTo>
                  <a:cubicBezTo>
                    <a:pt x="4537" y="7819"/>
                    <a:pt x="5705" y="8286"/>
                    <a:pt x="6939" y="8653"/>
                  </a:cubicBezTo>
                  <a:cubicBezTo>
                    <a:pt x="6977" y="8667"/>
                    <a:pt x="7013" y="8673"/>
                    <a:pt x="7046" y="8673"/>
                  </a:cubicBezTo>
                  <a:cubicBezTo>
                    <a:pt x="7335" y="8673"/>
                    <a:pt x="7434" y="8205"/>
                    <a:pt x="7106" y="8086"/>
                  </a:cubicBezTo>
                  <a:cubicBezTo>
                    <a:pt x="6205" y="7786"/>
                    <a:pt x="5338" y="7452"/>
                    <a:pt x="4470" y="7118"/>
                  </a:cubicBezTo>
                  <a:cubicBezTo>
                    <a:pt x="3636" y="6785"/>
                    <a:pt x="1835" y="6351"/>
                    <a:pt x="1268" y="5651"/>
                  </a:cubicBezTo>
                  <a:cubicBezTo>
                    <a:pt x="801" y="5084"/>
                    <a:pt x="801" y="3783"/>
                    <a:pt x="701" y="3082"/>
                  </a:cubicBezTo>
                  <a:cubicBezTo>
                    <a:pt x="534" y="2081"/>
                    <a:pt x="434" y="1081"/>
                    <a:pt x="267" y="113"/>
                  </a:cubicBezTo>
                  <a:cubicBezTo>
                    <a:pt x="236" y="35"/>
                    <a:pt x="174" y="0"/>
                    <a:pt x="1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3" name="Google Shape;2443;p34"/>
          <p:cNvGrpSpPr/>
          <p:nvPr/>
        </p:nvGrpSpPr>
        <p:grpSpPr>
          <a:xfrm rot="4890258">
            <a:off x="-12537" y="1306135"/>
            <a:ext cx="641244" cy="527232"/>
            <a:chOff x="7038900" y="1632175"/>
            <a:chExt cx="741850" cy="609950"/>
          </a:xfrm>
        </p:grpSpPr>
        <p:sp>
          <p:nvSpPr>
            <p:cNvPr id="2444" name="Google Shape;2444;p34"/>
            <p:cNvSpPr/>
            <p:nvPr/>
          </p:nvSpPr>
          <p:spPr>
            <a:xfrm>
              <a:off x="7085225" y="1632175"/>
              <a:ext cx="695525" cy="609950"/>
            </a:xfrm>
            <a:custGeom>
              <a:avLst/>
              <a:gdLst/>
              <a:ahLst/>
              <a:cxnLst/>
              <a:rect l="l" t="t" r="r" b="b"/>
              <a:pathLst>
                <a:path w="27821" h="24398" extrusionOk="0">
                  <a:moveTo>
                    <a:pt x="16828" y="0"/>
                  </a:moveTo>
                  <a:cubicBezTo>
                    <a:pt x="15948" y="0"/>
                    <a:pt x="15004" y="528"/>
                    <a:pt x="14511" y="1312"/>
                  </a:cubicBezTo>
                  <a:cubicBezTo>
                    <a:pt x="13744" y="2480"/>
                    <a:pt x="13711" y="3914"/>
                    <a:pt x="13577" y="5282"/>
                  </a:cubicBezTo>
                  <a:cubicBezTo>
                    <a:pt x="13477" y="6649"/>
                    <a:pt x="13177" y="8117"/>
                    <a:pt x="12143" y="8984"/>
                  </a:cubicBezTo>
                  <a:cubicBezTo>
                    <a:pt x="11993" y="9134"/>
                    <a:pt x="11790" y="9256"/>
                    <a:pt x="11582" y="9256"/>
                  </a:cubicBezTo>
                  <a:cubicBezTo>
                    <a:pt x="11558" y="9256"/>
                    <a:pt x="11533" y="9255"/>
                    <a:pt x="11509" y="9251"/>
                  </a:cubicBezTo>
                  <a:cubicBezTo>
                    <a:pt x="10975" y="9218"/>
                    <a:pt x="10842" y="8451"/>
                    <a:pt x="10875" y="7950"/>
                  </a:cubicBezTo>
                  <a:cubicBezTo>
                    <a:pt x="10975" y="6916"/>
                    <a:pt x="11075" y="5882"/>
                    <a:pt x="10875" y="4815"/>
                  </a:cubicBezTo>
                  <a:cubicBezTo>
                    <a:pt x="10708" y="3781"/>
                    <a:pt x="10175" y="2780"/>
                    <a:pt x="9241" y="2280"/>
                  </a:cubicBezTo>
                  <a:cubicBezTo>
                    <a:pt x="8892" y="2086"/>
                    <a:pt x="8484" y="1987"/>
                    <a:pt x="8081" y="1987"/>
                  </a:cubicBezTo>
                  <a:cubicBezTo>
                    <a:pt x="7443" y="1987"/>
                    <a:pt x="6820" y="2235"/>
                    <a:pt x="6472" y="2747"/>
                  </a:cubicBezTo>
                  <a:cubicBezTo>
                    <a:pt x="6172" y="3147"/>
                    <a:pt x="6038" y="3714"/>
                    <a:pt x="6038" y="4248"/>
                  </a:cubicBezTo>
                  <a:cubicBezTo>
                    <a:pt x="5872" y="6783"/>
                    <a:pt x="6906" y="9285"/>
                    <a:pt x="6739" y="11820"/>
                  </a:cubicBezTo>
                  <a:cubicBezTo>
                    <a:pt x="6706" y="12220"/>
                    <a:pt x="6572" y="12620"/>
                    <a:pt x="6205" y="12620"/>
                  </a:cubicBezTo>
                  <a:cubicBezTo>
                    <a:pt x="5905" y="12620"/>
                    <a:pt x="5738" y="12320"/>
                    <a:pt x="5671" y="12053"/>
                  </a:cubicBezTo>
                  <a:cubicBezTo>
                    <a:pt x="5405" y="11119"/>
                    <a:pt x="5671" y="10118"/>
                    <a:pt x="5305" y="9285"/>
                  </a:cubicBezTo>
                  <a:cubicBezTo>
                    <a:pt x="4956" y="8494"/>
                    <a:pt x="4073" y="8076"/>
                    <a:pt x="3208" y="8076"/>
                  </a:cubicBezTo>
                  <a:cubicBezTo>
                    <a:pt x="2832" y="8076"/>
                    <a:pt x="2459" y="8155"/>
                    <a:pt x="2136" y="8317"/>
                  </a:cubicBezTo>
                  <a:cubicBezTo>
                    <a:pt x="1001" y="8884"/>
                    <a:pt x="334" y="10085"/>
                    <a:pt x="234" y="11319"/>
                  </a:cubicBezTo>
                  <a:cubicBezTo>
                    <a:pt x="1" y="14522"/>
                    <a:pt x="2136" y="18925"/>
                    <a:pt x="2136" y="18925"/>
                  </a:cubicBezTo>
                  <a:cubicBezTo>
                    <a:pt x="4504" y="20926"/>
                    <a:pt x="7206" y="22594"/>
                    <a:pt x="10041" y="23828"/>
                  </a:cubicBezTo>
                  <a:cubicBezTo>
                    <a:pt x="10706" y="24113"/>
                    <a:pt x="11400" y="24398"/>
                    <a:pt x="12125" y="24398"/>
                  </a:cubicBezTo>
                  <a:cubicBezTo>
                    <a:pt x="12164" y="24398"/>
                    <a:pt x="12203" y="24397"/>
                    <a:pt x="12243" y="24395"/>
                  </a:cubicBezTo>
                  <a:cubicBezTo>
                    <a:pt x="13010" y="24329"/>
                    <a:pt x="13811" y="23928"/>
                    <a:pt x="14044" y="23195"/>
                  </a:cubicBezTo>
                  <a:cubicBezTo>
                    <a:pt x="14244" y="22627"/>
                    <a:pt x="14044" y="21994"/>
                    <a:pt x="13911" y="21360"/>
                  </a:cubicBezTo>
                  <a:cubicBezTo>
                    <a:pt x="13844" y="20759"/>
                    <a:pt x="13877" y="20059"/>
                    <a:pt x="14378" y="19692"/>
                  </a:cubicBezTo>
                  <a:cubicBezTo>
                    <a:pt x="14570" y="19573"/>
                    <a:pt x="14783" y="19527"/>
                    <a:pt x="15003" y="19527"/>
                  </a:cubicBezTo>
                  <a:cubicBezTo>
                    <a:pt x="15279" y="19527"/>
                    <a:pt x="15567" y="19599"/>
                    <a:pt x="15845" y="19692"/>
                  </a:cubicBezTo>
                  <a:cubicBezTo>
                    <a:pt x="16746" y="19992"/>
                    <a:pt x="17680" y="20459"/>
                    <a:pt x="18647" y="20459"/>
                  </a:cubicBezTo>
                  <a:cubicBezTo>
                    <a:pt x="19581" y="20459"/>
                    <a:pt x="20682" y="19759"/>
                    <a:pt x="20649" y="18791"/>
                  </a:cubicBezTo>
                  <a:cubicBezTo>
                    <a:pt x="20582" y="18024"/>
                    <a:pt x="19982" y="17490"/>
                    <a:pt x="19515" y="16957"/>
                  </a:cubicBezTo>
                  <a:cubicBezTo>
                    <a:pt x="19048" y="16356"/>
                    <a:pt x="18747" y="15456"/>
                    <a:pt x="19348" y="14955"/>
                  </a:cubicBezTo>
                  <a:cubicBezTo>
                    <a:pt x="19538" y="14783"/>
                    <a:pt x="19790" y="14717"/>
                    <a:pt x="20049" y="14717"/>
                  </a:cubicBezTo>
                  <a:cubicBezTo>
                    <a:pt x="20291" y="14717"/>
                    <a:pt x="20539" y="14775"/>
                    <a:pt x="20749" y="14855"/>
                  </a:cubicBezTo>
                  <a:cubicBezTo>
                    <a:pt x="21583" y="15122"/>
                    <a:pt x="22350" y="15589"/>
                    <a:pt x="23217" y="15756"/>
                  </a:cubicBezTo>
                  <a:cubicBezTo>
                    <a:pt x="23395" y="15790"/>
                    <a:pt x="23578" y="15807"/>
                    <a:pt x="23761" y="15807"/>
                  </a:cubicBezTo>
                  <a:cubicBezTo>
                    <a:pt x="24472" y="15807"/>
                    <a:pt x="25181" y="15546"/>
                    <a:pt x="25552" y="14989"/>
                  </a:cubicBezTo>
                  <a:cubicBezTo>
                    <a:pt x="25886" y="14455"/>
                    <a:pt x="25853" y="13688"/>
                    <a:pt x="25652" y="13087"/>
                  </a:cubicBezTo>
                  <a:cubicBezTo>
                    <a:pt x="25319" y="11820"/>
                    <a:pt x="24518" y="10686"/>
                    <a:pt x="23518" y="9918"/>
                  </a:cubicBezTo>
                  <a:cubicBezTo>
                    <a:pt x="24151" y="8918"/>
                    <a:pt x="25586" y="8918"/>
                    <a:pt x="26553" y="8184"/>
                  </a:cubicBezTo>
                  <a:cubicBezTo>
                    <a:pt x="27687" y="7383"/>
                    <a:pt x="27821" y="5482"/>
                    <a:pt x="26753" y="4581"/>
                  </a:cubicBezTo>
                  <a:cubicBezTo>
                    <a:pt x="26230" y="4097"/>
                    <a:pt x="25515" y="3894"/>
                    <a:pt x="24779" y="3894"/>
                  </a:cubicBezTo>
                  <a:cubicBezTo>
                    <a:pt x="24248" y="3894"/>
                    <a:pt x="23706" y="3999"/>
                    <a:pt x="23217" y="4181"/>
                  </a:cubicBezTo>
                  <a:cubicBezTo>
                    <a:pt x="22050" y="4648"/>
                    <a:pt x="21049" y="5448"/>
                    <a:pt x="19982" y="6016"/>
                  </a:cubicBezTo>
                  <a:cubicBezTo>
                    <a:pt x="19727" y="6164"/>
                    <a:pt x="19459" y="6286"/>
                    <a:pt x="19194" y="6286"/>
                  </a:cubicBezTo>
                  <a:cubicBezTo>
                    <a:pt x="19043" y="6286"/>
                    <a:pt x="18893" y="6246"/>
                    <a:pt x="18747" y="6149"/>
                  </a:cubicBezTo>
                  <a:cubicBezTo>
                    <a:pt x="18247" y="5815"/>
                    <a:pt x="18514" y="5082"/>
                    <a:pt x="18681" y="4481"/>
                  </a:cubicBezTo>
                  <a:cubicBezTo>
                    <a:pt x="18981" y="3614"/>
                    <a:pt x="19014" y="2613"/>
                    <a:pt x="18747" y="1746"/>
                  </a:cubicBezTo>
                  <a:cubicBezTo>
                    <a:pt x="18647" y="1245"/>
                    <a:pt x="18381" y="745"/>
                    <a:pt x="18014" y="412"/>
                  </a:cubicBezTo>
                  <a:cubicBezTo>
                    <a:pt x="17674" y="127"/>
                    <a:pt x="17258" y="0"/>
                    <a:pt x="168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4"/>
            <p:cNvSpPr/>
            <p:nvPr/>
          </p:nvSpPr>
          <p:spPr>
            <a:xfrm>
              <a:off x="7038900" y="1808025"/>
              <a:ext cx="606150" cy="369775"/>
            </a:xfrm>
            <a:custGeom>
              <a:avLst/>
              <a:gdLst/>
              <a:ahLst/>
              <a:cxnLst/>
              <a:rect l="l" t="t" r="r" b="b"/>
              <a:pathLst>
                <a:path w="24246" h="14791" extrusionOk="0">
                  <a:moveTo>
                    <a:pt x="23890" y="1"/>
                  </a:moveTo>
                  <a:cubicBezTo>
                    <a:pt x="23863" y="1"/>
                    <a:pt x="23833" y="5"/>
                    <a:pt x="23803" y="16"/>
                  </a:cubicBezTo>
                  <a:cubicBezTo>
                    <a:pt x="15263" y="3351"/>
                    <a:pt x="6891" y="8522"/>
                    <a:pt x="52" y="14626"/>
                  </a:cubicBezTo>
                  <a:cubicBezTo>
                    <a:pt x="0" y="14678"/>
                    <a:pt x="50" y="14791"/>
                    <a:pt x="121" y="14791"/>
                  </a:cubicBezTo>
                  <a:cubicBezTo>
                    <a:pt x="142" y="14791"/>
                    <a:pt x="164" y="14782"/>
                    <a:pt x="186" y="14760"/>
                  </a:cubicBezTo>
                  <a:cubicBezTo>
                    <a:pt x="3889" y="11924"/>
                    <a:pt x="7591" y="9189"/>
                    <a:pt x="11594" y="6787"/>
                  </a:cubicBezTo>
                  <a:cubicBezTo>
                    <a:pt x="15597" y="4385"/>
                    <a:pt x="19767" y="2417"/>
                    <a:pt x="24036" y="449"/>
                  </a:cubicBezTo>
                  <a:cubicBezTo>
                    <a:pt x="24246" y="359"/>
                    <a:pt x="24133" y="1"/>
                    <a:pt x="238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34"/>
            <p:cNvSpPr/>
            <p:nvPr/>
          </p:nvSpPr>
          <p:spPr>
            <a:xfrm>
              <a:off x="7455500" y="1745350"/>
              <a:ext cx="192650" cy="183425"/>
            </a:xfrm>
            <a:custGeom>
              <a:avLst/>
              <a:gdLst/>
              <a:ahLst/>
              <a:cxnLst/>
              <a:rect l="l" t="t" r="r" b="b"/>
              <a:pathLst>
                <a:path w="7706" h="7337" extrusionOk="0">
                  <a:moveTo>
                    <a:pt x="1431" y="0"/>
                  </a:moveTo>
                  <a:cubicBezTo>
                    <a:pt x="1387" y="0"/>
                    <a:pt x="1347" y="25"/>
                    <a:pt x="1335" y="88"/>
                  </a:cubicBezTo>
                  <a:cubicBezTo>
                    <a:pt x="1001" y="1455"/>
                    <a:pt x="701" y="2789"/>
                    <a:pt x="401" y="4190"/>
                  </a:cubicBezTo>
                  <a:cubicBezTo>
                    <a:pt x="301" y="4624"/>
                    <a:pt x="0" y="5525"/>
                    <a:pt x="367" y="5925"/>
                  </a:cubicBezTo>
                  <a:cubicBezTo>
                    <a:pt x="901" y="6559"/>
                    <a:pt x="2702" y="6692"/>
                    <a:pt x="3436" y="6859"/>
                  </a:cubicBezTo>
                  <a:cubicBezTo>
                    <a:pt x="4600" y="7098"/>
                    <a:pt x="5790" y="7336"/>
                    <a:pt x="6959" y="7336"/>
                  </a:cubicBezTo>
                  <a:cubicBezTo>
                    <a:pt x="7097" y="7336"/>
                    <a:pt x="7235" y="7333"/>
                    <a:pt x="7372" y="7326"/>
                  </a:cubicBezTo>
                  <a:cubicBezTo>
                    <a:pt x="7606" y="7326"/>
                    <a:pt x="7706" y="6926"/>
                    <a:pt x="7406" y="6892"/>
                  </a:cubicBezTo>
                  <a:cubicBezTo>
                    <a:pt x="5571" y="6559"/>
                    <a:pt x="3536" y="6592"/>
                    <a:pt x="1835" y="5892"/>
                  </a:cubicBezTo>
                  <a:cubicBezTo>
                    <a:pt x="534" y="5325"/>
                    <a:pt x="834" y="4391"/>
                    <a:pt x="1034" y="3256"/>
                  </a:cubicBezTo>
                  <a:cubicBezTo>
                    <a:pt x="1201" y="2222"/>
                    <a:pt x="1401" y="1155"/>
                    <a:pt x="1568" y="154"/>
                  </a:cubicBezTo>
                  <a:cubicBezTo>
                    <a:pt x="1589" y="71"/>
                    <a:pt x="1505" y="0"/>
                    <a:pt x="14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34"/>
            <p:cNvSpPr/>
            <p:nvPr/>
          </p:nvSpPr>
          <p:spPr>
            <a:xfrm>
              <a:off x="7273700" y="1748250"/>
              <a:ext cx="254900" cy="327075"/>
            </a:xfrm>
            <a:custGeom>
              <a:avLst/>
              <a:gdLst/>
              <a:ahLst/>
              <a:cxnLst/>
              <a:rect l="l" t="t" r="r" b="b"/>
              <a:pathLst>
                <a:path w="10196" h="13083" extrusionOk="0">
                  <a:moveTo>
                    <a:pt x="1095" y="0"/>
                  </a:moveTo>
                  <a:cubicBezTo>
                    <a:pt x="1018" y="0"/>
                    <a:pt x="933" y="43"/>
                    <a:pt x="901" y="138"/>
                  </a:cubicBezTo>
                  <a:cubicBezTo>
                    <a:pt x="668" y="1940"/>
                    <a:pt x="534" y="3774"/>
                    <a:pt x="501" y="5609"/>
                  </a:cubicBezTo>
                  <a:cubicBezTo>
                    <a:pt x="467" y="6676"/>
                    <a:pt x="0" y="9111"/>
                    <a:pt x="668" y="10045"/>
                  </a:cubicBezTo>
                  <a:cubicBezTo>
                    <a:pt x="1201" y="10879"/>
                    <a:pt x="3069" y="11180"/>
                    <a:pt x="3970" y="11480"/>
                  </a:cubicBezTo>
                  <a:cubicBezTo>
                    <a:pt x="5838" y="12147"/>
                    <a:pt x="7739" y="12781"/>
                    <a:pt x="9707" y="13081"/>
                  </a:cubicBezTo>
                  <a:cubicBezTo>
                    <a:pt x="9719" y="13082"/>
                    <a:pt x="9730" y="13083"/>
                    <a:pt x="9741" y="13083"/>
                  </a:cubicBezTo>
                  <a:cubicBezTo>
                    <a:pt x="10052" y="13083"/>
                    <a:pt x="10195" y="12643"/>
                    <a:pt x="9841" y="12514"/>
                  </a:cubicBezTo>
                  <a:cubicBezTo>
                    <a:pt x="8406" y="12080"/>
                    <a:pt x="6972" y="11780"/>
                    <a:pt x="5538" y="11313"/>
                  </a:cubicBezTo>
                  <a:cubicBezTo>
                    <a:pt x="4170" y="10879"/>
                    <a:pt x="2335" y="10613"/>
                    <a:pt x="1502" y="9378"/>
                  </a:cubicBezTo>
                  <a:cubicBezTo>
                    <a:pt x="668" y="8144"/>
                    <a:pt x="1001" y="6276"/>
                    <a:pt x="1035" y="4775"/>
                  </a:cubicBezTo>
                  <a:cubicBezTo>
                    <a:pt x="1068" y="3241"/>
                    <a:pt x="1168" y="1673"/>
                    <a:pt x="1235" y="138"/>
                  </a:cubicBezTo>
                  <a:cubicBezTo>
                    <a:pt x="1252" y="51"/>
                    <a:pt x="1178" y="0"/>
                    <a:pt x="1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4"/>
            <p:cNvSpPr/>
            <p:nvPr/>
          </p:nvSpPr>
          <p:spPr>
            <a:xfrm>
              <a:off x="7156950" y="1924000"/>
              <a:ext cx="185875" cy="216825"/>
            </a:xfrm>
            <a:custGeom>
              <a:avLst/>
              <a:gdLst/>
              <a:ahLst/>
              <a:cxnLst/>
              <a:rect l="l" t="t" r="r" b="b"/>
              <a:pathLst>
                <a:path w="7435" h="8673" extrusionOk="0">
                  <a:moveTo>
                    <a:pt x="119" y="0"/>
                  </a:moveTo>
                  <a:cubicBezTo>
                    <a:pt x="56" y="0"/>
                    <a:pt x="0" y="43"/>
                    <a:pt x="0" y="113"/>
                  </a:cubicBezTo>
                  <a:cubicBezTo>
                    <a:pt x="34" y="1414"/>
                    <a:pt x="201" y="2749"/>
                    <a:pt x="367" y="4050"/>
                  </a:cubicBezTo>
                  <a:cubicBezTo>
                    <a:pt x="467" y="4650"/>
                    <a:pt x="367" y="5584"/>
                    <a:pt x="801" y="6084"/>
                  </a:cubicBezTo>
                  <a:cubicBezTo>
                    <a:pt x="1301" y="6751"/>
                    <a:pt x="2636" y="7052"/>
                    <a:pt x="3370" y="7319"/>
                  </a:cubicBezTo>
                  <a:cubicBezTo>
                    <a:pt x="4537" y="7819"/>
                    <a:pt x="5705" y="8286"/>
                    <a:pt x="6939" y="8653"/>
                  </a:cubicBezTo>
                  <a:cubicBezTo>
                    <a:pt x="6977" y="8667"/>
                    <a:pt x="7013" y="8673"/>
                    <a:pt x="7046" y="8673"/>
                  </a:cubicBezTo>
                  <a:cubicBezTo>
                    <a:pt x="7335" y="8673"/>
                    <a:pt x="7434" y="8205"/>
                    <a:pt x="7106" y="8086"/>
                  </a:cubicBezTo>
                  <a:cubicBezTo>
                    <a:pt x="6205" y="7786"/>
                    <a:pt x="5338" y="7452"/>
                    <a:pt x="4470" y="7118"/>
                  </a:cubicBezTo>
                  <a:cubicBezTo>
                    <a:pt x="3636" y="6785"/>
                    <a:pt x="1835" y="6351"/>
                    <a:pt x="1268" y="5651"/>
                  </a:cubicBezTo>
                  <a:cubicBezTo>
                    <a:pt x="801" y="5084"/>
                    <a:pt x="801" y="3783"/>
                    <a:pt x="701" y="3082"/>
                  </a:cubicBezTo>
                  <a:cubicBezTo>
                    <a:pt x="534" y="2081"/>
                    <a:pt x="434" y="1081"/>
                    <a:pt x="267" y="113"/>
                  </a:cubicBezTo>
                  <a:cubicBezTo>
                    <a:pt x="236" y="35"/>
                    <a:pt x="174" y="0"/>
                    <a:pt x="1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9" name="Google Shape;2449;p34"/>
          <p:cNvGrpSpPr/>
          <p:nvPr/>
        </p:nvGrpSpPr>
        <p:grpSpPr>
          <a:xfrm rot="-5230190" flipH="1">
            <a:off x="7490967" y="2901684"/>
            <a:ext cx="779493" cy="3702905"/>
            <a:chOff x="5077275" y="2777100"/>
            <a:chExt cx="420175" cy="1996000"/>
          </a:xfrm>
        </p:grpSpPr>
        <p:sp>
          <p:nvSpPr>
            <p:cNvPr id="2450" name="Google Shape;2450;p34"/>
            <p:cNvSpPr/>
            <p:nvPr/>
          </p:nvSpPr>
          <p:spPr>
            <a:xfrm>
              <a:off x="5227975" y="2833300"/>
              <a:ext cx="131050" cy="1939800"/>
            </a:xfrm>
            <a:custGeom>
              <a:avLst/>
              <a:gdLst/>
              <a:ahLst/>
              <a:cxnLst/>
              <a:rect l="l" t="t" r="r" b="b"/>
              <a:pathLst>
                <a:path w="5242" h="77592" extrusionOk="0">
                  <a:moveTo>
                    <a:pt x="3540" y="1"/>
                  </a:moveTo>
                  <a:cubicBezTo>
                    <a:pt x="872" y="9007"/>
                    <a:pt x="2139" y="19748"/>
                    <a:pt x="1739" y="29789"/>
                  </a:cubicBezTo>
                  <a:cubicBezTo>
                    <a:pt x="1572" y="34325"/>
                    <a:pt x="1038" y="38895"/>
                    <a:pt x="738" y="43465"/>
                  </a:cubicBezTo>
                  <a:cubicBezTo>
                    <a:pt x="71" y="53839"/>
                    <a:pt x="705" y="64180"/>
                    <a:pt x="1305" y="74454"/>
                  </a:cubicBezTo>
                  <a:lnTo>
                    <a:pt x="638" y="73820"/>
                  </a:lnTo>
                  <a:lnTo>
                    <a:pt x="638" y="73820"/>
                  </a:lnTo>
                  <a:cubicBezTo>
                    <a:pt x="0" y="75567"/>
                    <a:pt x="1046" y="77591"/>
                    <a:pt x="2106" y="77591"/>
                  </a:cubicBezTo>
                  <a:cubicBezTo>
                    <a:pt x="2322" y="77591"/>
                    <a:pt x="2537" y="77508"/>
                    <a:pt x="2740" y="77323"/>
                  </a:cubicBezTo>
                  <a:cubicBezTo>
                    <a:pt x="3940" y="76222"/>
                    <a:pt x="4441" y="73487"/>
                    <a:pt x="4608" y="71018"/>
                  </a:cubicBezTo>
                  <a:cubicBezTo>
                    <a:pt x="5241" y="61711"/>
                    <a:pt x="3207" y="52838"/>
                    <a:pt x="3207" y="43532"/>
                  </a:cubicBezTo>
                  <a:cubicBezTo>
                    <a:pt x="3207" y="35660"/>
                    <a:pt x="4641" y="27520"/>
                    <a:pt x="3874" y="19915"/>
                  </a:cubicBezTo>
                  <a:cubicBezTo>
                    <a:pt x="3574" y="17446"/>
                    <a:pt x="3107" y="15011"/>
                    <a:pt x="3140" y="12443"/>
                  </a:cubicBezTo>
                  <a:cubicBezTo>
                    <a:pt x="3240" y="8173"/>
                    <a:pt x="4808" y="3370"/>
                    <a:pt x="3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34"/>
            <p:cNvSpPr/>
            <p:nvPr/>
          </p:nvSpPr>
          <p:spPr>
            <a:xfrm>
              <a:off x="5081300" y="3301150"/>
              <a:ext cx="235200" cy="351100"/>
            </a:xfrm>
            <a:custGeom>
              <a:avLst/>
              <a:gdLst/>
              <a:ahLst/>
              <a:cxnLst/>
              <a:rect l="l" t="t" r="r" b="b"/>
              <a:pathLst>
                <a:path w="9408" h="14044" extrusionOk="0">
                  <a:moveTo>
                    <a:pt x="0" y="0"/>
                  </a:moveTo>
                  <a:cubicBezTo>
                    <a:pt x="3003" y="4770"/>
                    <a:pt x="6138" y="9440"/>
                    <a:pt x="9407" y="14043"/>
                  </a:cubicBezTo>
                  <a:lnTo>
                    <a:pt x="8607" y="10908"/>
                  </a:lnTo>
                  <a:cubicBezTo>
                    <a:pt x="5938" y="7405"/>
                    <a:pt x="3236" y="3903"/>
                    <a:pt x="568" y="400"/>
                  </a:cubicBezTo>
                  <a:cubicBezTo>
                    <a:pt x="434" y="200"/>
                    <a:pt x="26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34"/>
            <p:cNvSpPr/>
            <p:nvPr/>
          </p:nvSpPr>
          <p:spPr>
            <a:xfrm>
              <a:off x="5077275" y="3298425"/>
              <a:ext cx="240650" cy="355700"/>
            </a:xfrm>
            <a:custGeom>
              <a:avLst/>
              <a:gdLst/>
              <a:ahLst/>
              <a:cxnLst/>
              <a:rect l="l" t="t" r="r" b="b"/>
              <a:pathLst>
                <a:path w="9626" h="14228" extrusionOk="0">
                  <a:moveTo>
                    <a:pt x="156" y="0"/>
                  </a:moveTo>
                  <a:cubicBezTo>
                    <a:pt x="87" y="0"/>
                    <a:pt x="0" y="65"/>
                    <a:pt x="28" y="176"/>
                  </a:cubicBezTo>
                  <a:cubicBezTo>
                    <a:pt x="3030" y="4912"/>
                    <a:pt x="6132" y="9649"/>
                    <a:pt x="9468" y="14186"/>
                  </a:cubicBezTo>
                  <a:cubicBezTo>
                    <a:pt x="9478" y="14215"/>
                    <a:pt x="9496" y="14227"/>
                    <a:pt x="9516" y="14227"/>
                  </a:cubicBezTo>
                  <a:cubicBezTo>
                    <a:pt x="9565" y="14227"/>
                    <a:pt x="9625" y="14156"/>
                    <a:pt x="9602" y="14086"/>
                  </a:cubicBezTo>
                  <a:cubicBezTo>
                    <a:pt x="6766" y="10016"/>
                    <a:pt x="3964" y="5913"/>
                    <a:pt x="1329" y="1710"/>
                  </a:cubicBezTo>
                  <a:cubicBezTo>
                    <a:pt x="1222" y="1549"/>
                    <a:pt x="619" y="786"/>
                    <a:pt x="715" y="786"/>
                  </a:cubicBezTo>
                  <a:cubicBezTo>
                    <a:pt x="739" y="786"/>
                    <a:pt x="804" y="831"/>
                    <a:pt x="929" y="943"/>
                  </a:cubicBezTo>
                  <a:cubicBezTo>
                    <a:pt x="1396" y="1343"/>
                    <a:pt x="1763" y="2010"/>
                    <a:pt x="2130" y="2511"/>
                  </a:cubicBezTo>
                  <a:cubicBezTo>
                    <a:pt x="2863" y="3511"/>
                    <a:pt x="3631" y="4479"/>
                    <a:pt x="4364" y="5480"/>
                  </a:cubicBezTo>
                  <a:cubicBezTo>
                    <a:pt x="5799" y="7348"/>
                    <a:pt x="7200" y="9216"/>
                    <a:pt x="8668" y="11117"/>
                  </a:cubicBezTo>
                  <a:cubicBezTo>
                    <a:pt x="8687" y="11130"/>
                    <a:pt x="8708" y="11135"/>
                    <a:pt x="8730" y="11135"/>
                  </a:cubicBezTo>
                  <a:cubicBezTo>
                    <a:pt x="8822" y="11135"/>
                    <a:pt x="8915" y="11037"/>
                    <a:pt x="8834" y="10983"/>
                  </a:cubicBezTo>
                  <a:cubicBezTo>
                    <a:pt x="7166" y="8782"/>
                    <a:pt x="5499" y="6614"/>
                    <a:pt x="3797" y="4379"/>
                  </a:cubicBezTo>
                  <a:cubicBezTo>
                    <a:pt x="3030" y="3378"/>
                    <a:pt x="2296" y="2444"/>
                    <a:pt x="1529" y="1443"/>
                  </a:cubicBezTo>
                  <a:cubicBezTo>
                    <a:pt x="1129" y="876"/>
                    <a:pt x="829" y="276"/>
                    <a:pt x="195" y="9"/>
                  </a:cubicBezTo>
                  <a:cubicBezTo>
                    <a:pt x="183" y="3"/>
                    <a:pt x="170" y="0"/>
                    <a:pt x="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34"/>
            <p:cNvSpPr/>
            <p:nvPr/>
          </p:nvSpPr>
          <p:spPr>
            <a:xfrm>
              <a:off x="5289200" y="2874650"/>
              <a:ext cx="124025" cy="241625"/>
            </a:xfrm>
            <a:custGeom>
              <a:avLst/>
              <a:gdLst/>
              <a:ahLst/>
              <a:cxnLst/>
              <a:rect l="l" t="t" r="r" b="b"/>
              <a:pathLst>
                <a:path w="4961" h="9665" extrusionOk="0">
                  <a:moveTo>
                    <a:pt x="4096" y="0"/>
                  </a:moveTo>
                  <a:cubicBezTo>
                    <a:pt x="3746" y="0"/>
                    <a:pt x="3581" y="858"/>
                    <a:pt x="3526" y="1049"/>
                  </a:cubicBezTo>
                  <a:cubicBezTo>
                    <a:pt x="2859" y="3617"/>
                    <a:pt x="1458" y="5985"/>
                    <a:pt x="324" y="8421"/>
                  </a:cubicBezTo>
                  <a:cubicBezTo>
                    <a:pt x="324" y="8454"/>
                    <a:pt x="324" y="8487"/>
                    <a:pt x="357" y="8487"/>
                  </a:cubicBezTo>
                  <a:lnTo>
                    <a:pt x="124" y="9421"/>
                  </a:lnTo>
                  <a:cubicBezTo>
                    <a:pt x="90" y="9455"/>
                    <a:pt x="90" y="9488"/>
                    <a:pt x="24" y="9588"/>
                  </a:cubicBezTo>
                  <a:cubicBezTo>
                    <a:pt x="1" y="9611"/>
                    <a:pt x="40" y="9665"/>
                    <a:pt x="78" y="9665"/>
                  </a:cubicBezTo>
                  <a:cubicBezTo>
                    <a:pt x="96" y="9665"/>
                    <a:pt x="113" y="9653"/>
                    <a:pt x="124" y="9621"/>
                  </a:cubicBezTo>
                  <a:cubicBezTo>
                    <a:pt x="1458" y="7620"/>
                    <a:pt x="2993" y="5485"/>
                    <a:pt x="4027" y="3384"/>
                  </a:cubicBezTo>
                  <a:cubicBezTo>
                    <a:pt x="4360" y="2650"/>
                    <a:pt x="4961" y="782"/>
                    <a:pt x="4360" y="148"/>
                  </a:cubicBezTo>
                  <a:cubicBezTo>
                    <a:pt x="4262" y="44"/>
                    <a:pt x="4174"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4"/>
            <p:cNvSpPr/>
            <p:nvPr/>
          </p:nvSpPr>
          <p:spPr>
            <a:xfrm>
              <a:off x="5266425" y="3655550"/>
              <a:ext cx="151800" cy="222700"/>
            </a:xfrm>
            <a:custGeom>
              <a:avLst/>
              <a:gdLst/>
              <a:ahLst/>
              <a:cxnLst/>
              <a:rect l="l" t="t" r="r" b="b"/>
              <a:pathLst>
                <a:path w="6072" h="8908" extrusionOk="0">
                  <a:moveTo>
                    <a:pt x="5738" y="1"/>
                  </a:moveTo>
                  <a:cubicBezTo>
                    <a:pt x="4004" y="3036"/>
                    <a:pt x="2036" y="6039"/>
                    <a:pt x="1" y="8907"/>
                  </a:cubicBezTo>
                  <a:lnTo>
                    <a:pt x="901" y="8207"/>
                  </a:lnTo>
                  <a:cubicBezTo>
                    <a:pt x="3170" y="6172"/>
                    <a:pt x="4904" y="3570"/>
                    <a:pt x="5938" y="735"/>
                  </a:cubicBezTo>
                  <a:cubicBezTo>
                    <a:pt x="6072" y="435"/>
                    <a:pt x="6072" y="1"/>
                    <a:pt x="5738"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34"/>
            <p:cNvSpPr/>
            <p:nvPr/>
          </p:nvSpPr>
          <p:spPr>
            <a:xfrm>
              <a:off x="5264200" y="3653575"/>
              <a:ext cx="170700" cy="226575"/>
            </a:xfrm>
            <a:custGeom>
              <a:avLst/>
              <a:gdLst/>
              <a:ahLst/>
              <a:cxnLst/>
              <a:rect l="l" t="t" r="r" b="b"/>
              <a:pathLst>
                <a:path w="6828" h="9063" extrusionOk="0">
                  <a:moveTo>
                    <a:pt x="5875" y="0"/>
                  </a:moveTo>
                  <a:cubicBezTo>
                    <a:pt x="5830" y="0"/>
                    <a:pt x="5794" y="31"/>
                    <a:pt x="5794" y="80"/>
                  </a:cubicBezTo>
                  <a:cubicBezTo>
                    <a:pt x="3993" y="3115"/>
                    <a:pt x="2091" y="6118"/>
                    <a:pt x="23" y="8986"/>
                  </a:cubicBezTo>
                  <a:cubicBezTo>
                    <a:pt x="0" y="9009"/>
                    <a:pt x="40" y="9063"/>
                    <a:pt x="78" y="9063"/>
                  </a:cubicBezTo>
                  <a:cubicBezTo>
                    <a:pt x="95" y="9063"/>
                    <a:pt x="113" y="9051"/>
                    <a:pt x="123" y="9020"/>
                  </a:cubicBezTo>
                  <a:cubicBezTo>
                    <a:pt x="1157" y="7585"/>
                    <a:pt x="2158" y="6118"/>
                    <a:pt x="3125" y="4650"/>
                  </a:cubicBezTo>
                  <a:cubicBezTo>
                    <a:pt x="3492" y="4116"/>
                    <a:pt x="3826" y="3516"/>
                    <a:pt x="4193" y="2982"/>
                  </a:cubicBezTo>
                  <a:cubicBezTo>
                    <a:pt x="4359" y="2748"/>
                    <a:pt x="5360" y="747"/>
                    <a:pt x="5594" y="747"/>
                  </a:cubicBezTo>
                  <a:cubicBezTo>
                    <a:pt x="5609" y="746"/>
                    <a:pt x="5623" y="745"/>
                    <a:pt x="5637" y="745"/>
                  </a:cubicBezTo>
                  <a:cubicBezTo>
                    <a:pt x="6387" y="745"/>
                    <a:pt x="5290" y="2489"/>
                    <a:pt x="5093" y="2915"/>
                  </a:cubicBezTo>
                  <a:cubicBezTo>
                    <a:pt x="4826" y="3416"/>
                    <a:pt x="4526" y="3916"/>
                    <a:pt x="4259" y="4350"/>
                  </a:cubicBezTo>
                  <a:cubicBezTo>
                    <a:pt x="3325" y="5817"/>
                    <a:pt x="2258" y="7085"/>
                    <a:pt x="990" y="8252"/>
                  </a:cubicBezTo>
                  <a:cubicBezTo>
                    <a:pt x="942" y="8301"/>
                    <a:pt x="982" y="8403"/>
                    <a:pt x="1046" y="8403"/>
                  </a:cubicBezTo>
                  <a:cubicBezTo>
                    <a:pt x="1070" y="8403"/>
                    <a:pt x="1097" y="8389"/>
                    <a:pt x="1124" y="8352"/>
                  </a:cubicBezTo>
                  <a:cubicBezTo>
                    <a:pt x="2792" y="6818"/>
                    <a:pt x="4193" y="5017"/>
                    <a:pt x="5260" y="2982"/>
                  </a:cubicBezTo>
                  <a:cubicBezTo>
                    <a:pt x="5594" y="2315"/>
                    <a:pt x="6828" y="514"/>
                    <a:pt x="5927" y="13"/>
                  </a:cubicBezTo>
                  <a:cubicBezTo>
                    <a:pt x="5909" y="4"/>
                    <a:pt x="5892" y="0"/>
                    <a:pt x="5875"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34"/>
            <p:cNvSpPr/>
            <p:nvPr/>
          </p:nvSpPr>
          <p:spPr>
            <a:xfrm>
              <a:off x="5362325" y="2777100"/>
              <a:ext cx="45900" cy="114450"/>
            </a:xfrm>
            <a:custGeom>
              <a:avLst/>
              <a:gdLst/>
              <a:ahLst/>
              <a:cxnLst/>
              <a:rect l="l" t="t" r="r" b="b"/>
              <a:pathLst>
                <a:path w="1836" h="4578" extrusionOk="0">
                  <a:moveTo>
                    <a:pt x="728" y="0"/>
                  </a:moveTo>
                  <a:cubicBezTo>
                    <a:pt x="538" y="0"/>
                    <a:pt x="343" y="120"/>
                    <a:pt x="268" y="347"/>
                  </a:cubicBezTo>
                  <a:cubicBezTo>
                    <a:pt x="68" y="1048"/>
                    <a:pt x="1" y="1815"/>
                    <a:pt x="68" y="2516"/>
                  </a:cubicBezTo>
                  <a:cubicBezTo>
                    <a:pt x="168" y="3283"/>
                    <a:pt x="368" y="3783"/>
                    <a:pt x="768" y="4384"/>
                  </a:cubicBezTo>
                  <a:lnTo>
                    <a:pt x="835" y="4450"/>
                  </a:lnTo>
                  <a:cubicBezTo>
                    <a:pt x="859" y="4522"/>
                    <a:pt x="952" y="4577"/>
                    <a:pt x="1052" y="4577"/>
                  </a:cubicBezTo>
                  <a:cubicBezTo>
                    <a:pt x="1091" y="4577"/>
                    <a:pt x="1131" y="4569"/>
                    <a:pt x="1168" y="4550"/>
                  </a:cubicBezTo>
                  <a:cubicBezTo>
                    <a:pt x="1769" y="4150"/>
                    <a:pt x="1835" y="3183"/>
                    <a:pt x="1835" y="2549"/>
                  </a:cubicBezTo>
                  <a:cubicBezTo>
                    <a:pt x="1835" y="1715"/>
                    <a:pt x="1535" y="948"/>
                    <a:pt x="1102" y="214"/>
                  </a:cubicBezTo>
                  <a:cubicBezTo>
                    <a:pt x="1015" y="70"/>
                    <a:pt x="873" y="0"/>
                    <a:pt x="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4"/>
            <p:cNvSpPr/>
            <p:nvPr/>
          </p:nvSpPr>
          <p:spPr>
            <a:xfrm>
              <a:off x="5137175" y="3265500"/>
              <a:ext cx="50900" cy="112550"/>
            </a:xfrm>
            <a:custGeom>
              <a:avLst/>
              <a:gdLst/>
              <a:ahLst/>
              <a:cxnLst/>
              <a:rect l="l" t="t" r="r" b="b"/>
              <a:pathLst>
                <a:path w="2036" h="4502" extrusionOk="0">
                  <a:moveTo>
                    <a:pt x="1370" y="1"/>
                  </a:moveTo>
                  <a:cubicBezTo>
                    <a:pt x="1240" y="1"/>
                    <a:pt x="1114" y="60"/>
                    <a:pt x="1034" y="192"/>
                  </a:cubicBezTo>
                  <a:cubicBezTo>
                    <a:pt x="601" y="826"/>
                    <a:pt x="334" y="1493"/>
                    <a:pt x="167" y="2193"/>
                  </a:cubicBezTo>
                  <a:cubicBezTo>
                    <a:pt x="0" y="2960"/>
                    <a:pt x="34" y="3494"/>
                    <a:pt x="267" y="4195"/>
                  </a:cubicBezTo>
                  <a:cubicBezTo>
                    <a:pt x="267" y="4261"/>
                    <a:pt x="334" y="4261"/>
                    <a:pt x="334" y="4295"/>
                  </a:cubicBezTo>
                  <a:cubicBezTo>
                    <a:pt x="334" y="4411"/>
                    <a:pt x="409" y="4501"/>
                    <a:pt x="539" y="4501"/>
                  </a:cubicBezTo>
                  <a:cubicBezTo>
                    <a:pt x="558" y="4501"/>
                    <a:pt x="579" y="4499"/>
                    <a:pt x="601" y="4495"/>
                  </a:cubicBezTo>
                  <a:cubicBezTo>
                    <a:pt x="1235" y="4328"/>
                    <a:pt x="1602" y="3427"/>
                    <a:pt x="1768" y="2827"/>
                  </a:cubicBezTo>
                  <a:cubicBezTo>
                    <a:pt x="2035" y="2026"/>
                    <a:pt x="2035" y="1193"/>
                    <a:pt x="1835" y="359"/>
                  </a:cubicBezTo>
                  <a:cubicBezTo>
                    <a:pt x="1775" y="137"/>
                    <a:pt x="1568" y="1"/>
                    <a:pt x="13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4"/>
            <p:cNvSpPr/>
            <p:nvPr/>
          </p:nvSpPr>
          <p:spPr>
            <a:xfrm>
              <a:off x="5083800" y="3476475"/>
              <a:ext cx="114275" cy="50375"/>
            </a:xfrm>
            <a:custGeom>
              <a:avLst/>
              <a:gdLst/>
              <a:ahLst/>
              <a:cxnLst/>
              <a:rect l="l" t="t" r="r" b="b"/>
              <a:pathLst>
                <a:path w="4571" h="2015" extrusionOk="0">
                  <a:moveTo>
                    <a:pt x="3441" y="0"/>
                  </a:moveTo>
                  <a:cubicBezTo>
                    <a:pt x="3113" y="0"/>
                    <a:pt x="2774" y="49"/>
                    <a:pt x="2502" y="92"/>
                  </a:cubicBezTo>
                  <a:cubicBezTo>
                    <a:pt x="1668" y="259"/>
                    <a:pt x="901" y="659"/>
                    <a:pt x="301" y="1193"/>
                  </a:cubicBezTo>
                  <a:cubicBezTo>
                    <a:pt x="1" y="1426"/>
                    <a:pt x="134" y="1927"/>
                    <a:pt x="534" y="1960"/>
                  </a:cubicBezTo>
                  <a:cubicBezTo>
                    <a:pt x="810" y="1996"/>
                    <a:pt x="1076" y="2015"/>
                    <a:pt x="1338" y="2015"/>
                  </a:cubicBezTo>
                  <a:cubicBezTo>
                    <a:pt x="1804" y="2015"/>
                    <a:pt x="2253" y="1955"/>
                    <a:pt x="2702" y="1827"/>
                  </a:cubicBezTo>
                  <a:cubicBezTo>
                    <a:pt x="3470" y="1593"/>
                    <a:pt x="3903" y="1360"/>
                    <a:pt x="4404" y="826"/>
                  </a:cubicBezTo>
                  <a:cubicBezTo>
                    <a:pt x="4404" y="826"/>
                    <a:pt x="4470" y="759"/>
                    <a:pt x="4470" y="726"/>
                  </a:cubicBezTo>
                  <a:cubicBezTo>
                    <a:pt x="4570" y="659"/>
                    <a:pt x="4570" y="492"/>
                    <a:pt x="4504" y="392"/>
                  </a:cubicBezTo>
                  <a:cubicBezTo>
                    <a:pt x="4294" y="87"/>
                    <a:pt x="3877" y="0"/>
                    <a:pt x="34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4"/>
            <p:cNvSpPr/>
            <p:nvPr/>
          </p:nvSpPr>
          <p:spPr>
            <a:xfrm>
              <a:off x="5331875" y="3572975"/>
              <a:ext cx="77175" cy="100375"/>
            </a:xfrm>
            <a:custGeom>
              <a:avLst/>
              <a:gdLst/>
              <a:ahLst/>
              <a:cxnLst/>
              <a:rect l="l" t="t" r="r" b="b"/>
              <a:pathLst>
                <a:path w="3087" h="4015" extrusionOk="0">
                  <a:moveTo>
                    <a:pt x="509" y="0"/>
                  </a:moveTo>
                  <a:cubicBezTo>
                    <a:pt x="243" y="0"/>
                    <a:pt x="0" y="229"/>
                    <a:pt x="51" y="535"/>
                  </a:cubicBezTo>
                  <a:cubicBezTo>
                    <a:pt x="151" y="1302"/>
                    <a:pt x="418" y="1936"/>
                    <a:pt x="785" y="2570"/>
                  </a:cubicBezTo>
                  <a:cubicBezTo>
                    <a:pt x="1219" y="3237"/>
                    <a:pt x="1586" y="3571"/>
                    <a:pt x="2253" y="3971"/>
                  </a:cubicBezTo>
                  <a:lnTo>
                    <a:pt x="2320" y="3971"/>
                  </a:lnTo>
                  <a:cubicBezTo>
                    <a:pt x="2375" y="3999"/>
                    <a:pt x="2430" y="4015"/>
                    <a:pt x="2481" y="4015"/>
                  </a:cubicBezTo>
                  <a:cubicBezTo>
                    <a:pt x="2552" y="4015"/>
                    <a:pt x="2614" y="3982"/>
                    <a:pt x="2653" y="3904"/>
                  </a:cubicBezTo>
                  <a:cubicBezTo>
                    <a:pt x="3087" y="3337"/>
                    <a:pt x="2720" y="2403"/>
                    <a:pt x="2420" y="1869"/>
                  </a:cubicBezTo>
                  <a:cubicBezTo>
                    <a:pt x="2053" y="1102"/>
                    <a:pt x="1452" y="502"/>
                    <a:pt x="752" y="68"/>
                  </a:cubicBezTo>
                  <a:cubicBezTo>
                    <a:pt x="674" y="21"/>
                    <a:pt x="590" y="0"/>
                    <a:pt x="5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34"/>
            <p:cNvSpPr/>
            <p:nvPr/>
          </p:nvSpPr>
          <p:spPr>
            <a:xfrm>
              <a:off x="5382350" y="3711150"/>
              <a:ext cx="115100" cy="51050"/>
            </a:xfrm>
            <a:custGeom>
              <a:avLst/>
              <a:gdLst/>
              <a:ahLst/>
              <a:cxnLst/>
              <a:rect l="l" t="t" r="r" b="b"/>
              <a:pathLst>
                <a:path w="4604" h="2042" extrusionOk="0">
                  <a:moveTo>
                    <a:pt x="3583" y="1"/>
                  </a:moveTo>
                  <a:cubicBezTo>
                    <a:pt x="3001" y="1"/>
                    <a:pt x="2451" y="55"/>
                    <a:pt x="1902" y="212"/>
                  </a:cubicBezTo>
                  <a:cubicBezTo>
                    <a:pt x="1135" y="445"/>
                    <a:pt x="734" y="712"/>
                    <a:pt x="201" y="1279"/>
                  </a:cubicBezTo>
                  <a:cubicBezTo>
                    <a:pt x="201" y="1279"/>
                    <a:pt x="134" y="1313"/>
                    <a:pt x="134" y="1346"/>
                  </a:cubicBezTo>
                  <a:cubicBezTo>
                    <a:pt x="0" y="1446"/>
                    <a:pt x="0" y="1613"/>
                    <a:pt x="100" y="1680"/>
                  </a:cubicBezTo>
                  <a:cubicBezTo>
                    <a:pt x="343" y="1960"/>
                    <a:pt x="763" y="2041"/>
                    <a:pt x="1191" y="2041"/>
                  </a:cubicBezTo>
                  <a:cubicBezTo>
                    <a:pt x="1529" y="2041"/>
                    <a:pt x="1871" y="1991"/>
                    <a:pt x="2135" y="1947"/>
                  </a:cubicBezTo>
                  <a:cubicBezTo>
                    <a:pt x="2969" y="1780"/>
                    <a:pt x="3736" y="1346"/>
                    <a:pt x="4303" y="812"/>
                  </a:cubicBezTo>
                  <a:cubicBezTo>
                    <a:pt x="4604" y="546"/>
                    <a:pt x="4437" y="45"/>
                    <a:pt x="4070" y="12"/>
                  </a:cubicBezTo>
                  <a:cubicBezTo>
                    <a:pt x="3905" y="5"/>
                    <a:pt x="3743" y="1"/>
                    <a:pt x="35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34"/>
            <p:cNvSpPr/>
            <p:nvPr/>
          </p:nvSpPr>
          <p:spPr>
            <a:xfrm>
              <a:off x="5288950" y="2937025"/>
              <a:ext cx="16825" cy="56000"/>
            </a:xfrm>
            <a:custGeom>
              <a:avLst/>
              <a:gdLst/>
              <a:ahLst/>
              <a:cxnLst/>
              <a:rect l="l" t="t" r="r" b="b"/>
              <a:pathLst>
                <a:path w="673" h="2240" extrusionOk="0">
                  <a:moveTo>
                    <a:pt x="511" y="1"/>
                  </a:moveTo>
                  <a:cubicBezTo>
                    <a:pt x="447" y="1"/>
                    <a:pt x="376" y="38"/>
                    <a:pt x="334" y="121"/>
                  </a:cubicBezTo>
                  <a:cubicBezTo>
                    <a:pt x="167" y="789"/>
                    <a:pt x="34" y="1422"/>
                    <a:pt x="0" y="2089"/>
                  </a:cubicBezTo>
                  <a:cubicBezTo>
                    <a:pt x="0" y="2190"/>
                    <a:pt x="75" y="2240"/>
                    <a:pt x="155" y="2240"/>
                  </a:cubicBezTo>
                  <a:cubicBezTo>
                    <a:pt x="234" y="2240"/>
                    <a:pt x="317" y="2190"/>
                    <a:pt x="334" y="2089"/>
                  </a:cubicBezTo>
                  <a:cubicBezTo>
                    <a:pt x="367" y="1456"/>
                    <a:pt x="467" y="789"/>
                    <a:pt x="634" y="188"/>
                  </a:cubicBezTo>
                  <a:cubicBezTo>
                    <a:pt x="673" y="72"/>
                    <a:pt x="599" y="1"/>
                    <a:pt x="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34"/>
            <p:cNvSpPr/>
            <p:nvPr/>
          </p:nvSpPr>
          <p:spPr>
            <a:xfrm>
              <a:off x="5280200" y="3038250"/>
              <a:ext cx="37950" cy="664450"/>
            </a:xfrm>
            <a:custGeom>
              <a:avLst/>
              <a:gdLst/>
              <a:ahLst/>
              <a:cxnLst/>
              <a:rect l="l" t="t" r="r" b="b"/>
              <a:pathLst>
                <a:path w="1518" h="26578" extrusionOk="0">
                  <a:moveTo>
                    <a:pt x="425" y="0"/>
                  </a:moveTo>
                  <a:cubicBezTo>
                    <a:pt x="350" y="0"/>
                    <a:pt x="284" y="59"/>
                    <a:pt x="284" y="175"/>
                  </a:cubicBezTo>
                  <a:cubicBezTo>
                    <a:pt x="1151" y="8915"/>
                    <a:pt x="1051" y="17721"/>
                    <a:pt x="17" y="26427"/>
                  </a:cubicBezTo>
                  <a:cubicBezTo>
                    <a:pt x="0" y="26528"/>
                    <a:pt x="75" y="26578"/>
                    <a:pt x="159" y="26578"/>
                  </a:cubicBezTo>
                  <a:cubicBezTo>
                    <a:pt x="242" y="26578"/>
                    <a:pt x="334" y="26528"/>
                    <a:pt x="350" y="26427"/>
                  </a:cubicBezTo>
                  <a:cubicBezTo>
                    <a:pt x="1451" y="17721"/>
                    <a:pt x="1518" y="8915"/>
                    <a:pt x="617" y="175"/>
                  </a:cubicBezTo>
                  <a:cubicBezTo>
                    <a:pt x="584" y="59"/>
                    <a:pt x="501" y="0"/>
                    <a:pt x="4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4"/>
            <p:cNvSpPr/>
            <p:nvPr/>
          </p:nvSpPr>
          <p:spPr>
            <a:xfrm>
              <a:off x="5221400" y="3741825"/>
              <a:ext cx="75900" cy="819825"/>
            </a:xfrm>
            <a:custGeom>
              <a:avLst/>
              <a:gdLst/>
              <a:ahLst/>
              <a:cxnLst/>
              <a:rect l="l" t="t" r="r" b="b"/>
              <a:pathLst>
                <a:path w="3036" h="32793" extrusionOk="0">
                  <a:moveTo>
                    <a:pt x="2402" y="1"/>
                  </a:moveTo>
                  <a:cubicBezTo>
                    <a:pt x="2334" y="1"/>
                    <a:pt x="2262" y="38"/>
                    <a:pt x="2235" y="119"/>
                  </a:cubicBezTo>
                  <a:cubicBezTo>
                    <a:pt x="0" y="10893"/>
                    <a:pt x="2402" y="21801"/>
                    <a:pt x="2702" y="32642"/>
                  </a:cubicBezTo>
                  <a:cubicBezTo>
                    <a:pt x="2702" y="32742"/>
                    <a:pt x="2786" y="32792"/>
                    <a:pt x="2869" y="32792"/>
                  </a:cubicBezTo>
                  <a:cubicBezTo>
                    <a:pt x="2953" y="32792"/>
                    <a:pt x="3036" y="32742"/>
                    <a:pt x="3036" y="32642"/>
                  </a:cubicBezTo>
                  <a:cubicBezTo>
                    <a:pt x="2702" y="21835"/>
                    <a:pt x="301" y="10960"/>
                    <a:pt x="2536" y="219"/>
                  </a:cubicBezTo>
                  <a:cubicBezTo>
                    <a:pt x="2595" y="80"/>
                    <a:pt x="2501" y="1"/>
                    <a:pt x="2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34"/>
            <p:cNvSpPr/>
            <p:nvPr/>
          </p:nvSpPr>
          <p:spPr>
            <a:xfrm>
              <a:off x="5295625" y="4316000"/>
              <a:ext cx="29200" cy="50125"/>
            </a:xfrm>
            <a:custGeom>
              <a:avLst/>
              <a:gdLst/>
              <a:ahLst/>
              <a:cxnLst/>
              <a:rect l="l" t="t" r="r" b="b"/>
              <a:pathLst>
                <a:path w="1168" h="2005" extrusionOk="0">
                  <a:moveTo>
                    <a:pt x="901" y="0"/>
                  </a:moveTo>
                  <a:cubicBezTo>
                    <a:pt x="811" y="0"/>
                    <a:pt x="714" y="84"/>
                    <a:pt x="734" y="202"/>
                  </a:cubicBezTo>
                  <a:cubicBezTo>
                    <a:pt x="849" y="662"/>
                    <a:pt x="791" y="1098"/>
                    <a:pt x="622" y="1530"/>
                  </a:cubicBezTo>
                  <a:lnTo>
                    <a:pt x="622" y="1530"/>
                  </a:lnTo>
                  <a:cubicBezTo>
                    <a:pt x="405" y="1218"/>
                    <a:pt x="339" y="832"/>
                    <a:pt x="367" y="469"/>
                  </a:cubicBezTo>
                  <a:cubicBezTo>
                    <a:pt x="387" y="372"/>
                    <a:pt x="294" y="298"/>
                    <a:pt x="206" y="298"/>
                  </a:cubicBezTo>
                  <a:cubicBezTo>
                    <a:pt x="142" y="298"/>
                    <a:pt x="81" y="337"/>
                    <a:pt x="67" y="435"/>
                  </a:cubicBezTo>
                  <a:cubicBezTo>
                    <a:pt x="0" y="1002"/>
                    <a:pt x="167" y="1536"/>
                    <a:pt x="567" y="1970"/>
                  </a:cubicBezTo>
                  <a:cubicBezTo>
                    <a:pt x="603" y="1993"/>
                    <a:pt x="638" y="2005"/>
                    <a:pt x="672" y="2005"/>
                  </a:cubicBezTo>
                  <a:cubicBezTo>
                    <a:pt x="734" y="2005"/>
                    <a:pt x="791" y="1968"/>
                    <a:pt x="834" y="1903"/>
                  </a:cubicBezTo>
                  <a:cubicBezTo>
                    <a:pt x="1101" y="1336"/>
                    <a:pt x="1168" y="736"/>
                    <a:pt x="1034" y="135"/>
                  </a:cubicBezTo>
                  <a:cubicBezTo>
                    <a:pt x="1021" y="40"/>
                    <a:pt x="963"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34"/>
            <p:cNvSpPr/>
            <p:nvPr/>
          </p:nvSpPr>
          <p:spPr>
            <a:xfrm>
              <a:off x="5284775" y="3805450"/>
              <a:ext cx="20050" cy="403650"/>
            </a:xfrm>
            <a:custGeom>
              <a:avLst/>
              <a:gdLst/>
              <a:ahLst/>
              <a:cxnLst/>
              <a:rect l="l" t="t" r="r" b="b"/>
              <a:pathLst>
                <a:path w="802" h="16146" extrusionOk="0">
                  <a:moveTo>
                    <a:pt x="347" y="1"/>
                  </a:moveTo>
                  <a:cubicBezTo>
                    <a:pt x="267" y="1"/>
                    <a:pt x="184" y="59"/>
                    <a:pt x="167" y="176"/>
                  </a:cubicBezTo>
                  <a:cubicBezTo>
                    <a:pt x="1" y="5446"/>
                    <a:pt x="101" y="10717"/>
                    <a:pt x="468" y="16021"/>
                  </a:cubicBezTo>
                  <a:cubicBezTo>
                    <a:pt x="484" y="16104"/>
                    <a:pt x="568" y="16146"/>
                    <a:pt x="647" y="16146"/>
                  </a:cubicBezTo>
                  <a:cubicBezTo>
                    <a:pt x="726" y="16146"/>
                    <a:pt x="801" y="16104"/>
                    <a:pt x="801" y="16021"/>
                  </a:cubicBezTo>
                  <a:cubicBezTo>
                    <a:pt x="434" y="10717"/>
                    <a:pt x="334" y="5446"/>
                    <a:pt x="501" y="176"/>
                  </a:cubicBezTo>
                  <a:cubicBezTo>
                    <a:pt x="501" y="59"/>
                    <a:pt x="426"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34"/>
            <p:cNvSpPr/>
            <p:nvPr/>
          </p:nvSpPr>
          <p:spPr>
            <a:xfrm>
              <a:off x="5313250" y="3711150"/>
              <a:ext cx="81475" cy="102300"/>
            </a:xfrm>
            <a:custGeom>
              <a:avLst/>
              <a:gdLst/>
              <a:ahLst/>
              <a:cxnLst/>
              <a:rect l="l" t="t" r="r" b="b"/>
              <a:pathLst>
                <a:path w="3259" h="4092" extrusionOk="0">
                  <a:moveTo>
                    <a:pt x="3072" y="1"/>
                  </a:moveTo>
                  <a:cubicBezTo>
                    <a:pt x="3008" y="1"/>
                    <a:pt x="2937" y="33"/>
                    <a:pt x="2898" y="112"/>
                  </a:cubicBezTo>
                  <a:cubicBezTo>
                    <a:pt x="2297" y="1546"/>
                    <a:pt x="1330" y="2814"/>
                    <a:pt x="129" y="3815"/>
                  </a:cubicBezTo>
                  <a:cubicBezTo>
                    <a:pt x="1" y="3943"/>
                    <a:pt x="90" y="4092"/>
                    <a:pt x="214" y="4092"/>
                  </a:cubicBezTo>
                  <a:cubicBezTo>
                    <a:pt x="251" y="4092"/>
                    <a:pt x="291" y="4079"/>
                    <a:pt x="329" y="4048"/>
                  </a:cubicBezTo>
                  <a:cubicBezTo>
                    <a:pt x="1630" y="3014"/>
                    <a:pt x="2564" y="1713"/>
                    <a:pt x="3198" y="179"/>
                  </a:cubicBezTo>
                  <a:cubicBezTo>
                    <a:pt x="3259" y="77"/>
                    <a:pt x="3172" y="1"/>
                    <a:pt x="3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34"/>
            <p:cNvSpPr/>
            <p:nvPr/>
          </p:nvSpPr>
          <p:spPr>
            <a:xfrm>
              <a:off x="5107225" y="3339025"/>
              <a:ext cx="189125" cy="259550"/>
            </a:xfrm>
            <a:custGeom>
              <a:avLst/>
              <a:gdLst/>
              <a:ahLst/>
              <a:cxnLst/>
              <a:rect l="l" t="t" r="r" b="b"/>
              <a:pathLst>
                <a:path w="7565" h="10382" extrusionOk="0">
                  <a:moveTo>
                    <a:pt x="206" y="0"/>
                  </a:moveTo>
                  <a:cubicBezTo>
                    <a:pt x="100" y="0"/>
                    <a:pt x="0" y="80"/>
                    <a:pt x="64" y="186"/>
                  </a:cubicBezTo>
                  <a:cubicBezTo>
                    <a:pt x="1532" y="4122"/>
                    <a:pt x="5268" y="6624"/>
                    <a:pt x="7236" y="10327"/>
                  </a:cubicBezTo>
                  <a:cubicBezTo>
                    <a:pt x="7255" y="10365"/>
                    <a:pt x="7293" y="10381"/>
                    <a:pt x="7335" y="10381"/>
                  </a:cubicBezTo>
                  <a:cubicBezTo>
                    <a:pt x="7439" y="10381"/>
                    <a:pt x="7565" y="10279"/>
                    <a:pt x="7470" y="10160"/>
                  </a:cubicBezTo>
                  <a:cubicBezTo>
                    <a:pt x="5535" y="6491"/>
                    <a:pt x="1799" y="3989"/>
                    <a:pt x="364" y="86"/>
                  </a:cubicBezTo>
                  <a:cubicBezTo>
                    <a:pt x="328" y="26"/>
                    <a:pt x="266"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34"/>
            <p:cNvSpPr/>
            <p:nvPr/>
          </p:nvSpPr>
          <p:spPr>
            <a:xfrm>
              <a:off x="5352475" y="2934150"/>
              <a:ext cx="45250" cy="73525"/>
            </a:xfrm>
            <a:custGeom>
              <a:avLst/>
              <a:gdLst/>
              <a:ahLst/>
              <a:cxnLst/>
              <a:rect l="l" t="t" r="r" b="b"/>
              <a:pathLst>
                <a:path w="1810" h="2941" extrusionOk="0">
                  <a:moveTo>
                    <a:pt x="1607" y="0"/>
                  </a:moveTo>
                  <a:cubicBezTo>
                    <a:pt x="1566" y="0"/>
                    <a:pt x="1525" y="21"/>
                    <a:pt x="1496" y="70"/>
                  </a:cubicBezTo>
                  <a:cubicBezTo>
                    <a:pt x="1029" y="937"/>
                    <a:pt x="562" y="1838"/>
                    <a:pt x="95" y="2705"/>
                  </a:cubicBezTo>
                  <a:cubicBezTo>
                    <a:pt x="0" y="2823"/>
                    <a:pt x="123" y="2941"/>
                    <a:pt x="226" y="2941"/>
                  </a:cubicBezTo>
                  <a:cubicBezTo>
                    <a:pt x="269" y="2941"/>
                    <a:pt x="309" y="2920"/>
                    <a:pt x="328" y="2872"/>
                  </a:cubicBezTo>
                  <a:cubicBezTo>
                    <a:pt x="795" y="1971"/>
                    <a:pt x="1295" y="1104"/>
                    <a:pt x="1762" y="236"/>
                  </a:cubicBezTo>
                  <a:cubicBezTo>
                    <a:pt x="1810" y="118"/>
                    <a:pt x="1707" y="0"/>
                    <a:pt x="1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469"/>
        <p:cNvGrpSpPr/>
        <p:nvPr/>
      </p:nvGrpSpPr>
      <p:grpSpPr>
        <a:xfrm>
          <a:off x="0" y="0"/>
          <a:ext cx="0" cy="0"/>
          <a:chOff x="0" y="0"/>
          <a:chExt cx="0" cy="0"/>
        </a:xfrm>
      </p:grpSpPr>
      <p:sp>
        <p:nvSpPr>
          <p:cNvPr id="2470" name="Google Shape;2470;p35"/>
          <p:cNvSpPr/>
          <p:nvPr/>
        </p:nvSpPr>
        <p:spPr>
          <a:xfrm flipH="1">
            <a:off x="0" y="4232626"/>
            <a:ext cx="9144038" cy="955932"/>
          </a:xfrm>
          <a:custGeom>
            <a:avLst/>
            <a:gdLst/>
            <a:ahLst/>
            <a:cxnLst/>
            <a:rect l="l" t="t" r="r" b="b"/>
            <a:pathLst>
              <a:path w="209150" h="57028" extrusionOk="0">
                <a:moveTo>
                  <a:pt x="10228" y="1"/>
                </a:moveTo>
                <a:cubicBezTo>
                  <a:pt x="6740" y="1"/>
                  <a:pt x="3275" y="576"/>
                  <a:pt x="0" y="1688"/>
                </a:cubicBezTo>
                <a:lnTo>
                  <a:pt x="0" y="57028"/>
                </a:lnTo>
                <a:lnTo>
                  <a:pt x="209149" y="57028"/>
                </a:lnTo>
                <a:lnTo>
                  <a:pt x="209149" y="4824"/>
                </a:lnTo>
                <a:lnTo>
                  <a:pt x="209116" y="4824"/>
                </a:lnTo>
                <a:cubicBezTo>
                  <a:pt x="204243" y="1649"/>
                  <a:pt x="198450" y="4"/>
                  <a:pt x="192580" y="4"/>
                </a:cubicBezTo>
                <a:cubicBezTo>
                  <a:pt x="188646" y="4"/>
                  <a:pt x="184678" y="743"/>
                  <a:pt x="180929" y="2255"/>
                </a:cubicBezTo>
                <a:cubicBezTo>
                  <a:pt x="169921" y="6725"/>
                  <a:pt x="162316" y="16232"/>
                  <a:pt x="158513" y="26373"/>
                </a:cubicBezTo>
                <a:cubicBezTo>
                  <a:pt x="157079" y="22737"/>
                  <a:pt x="154143" y="19735"/>
                  <a:pt x="150441" y="17700"/>
                </a:cubicBezTo>
                <a:cubicBezTo>
                  <a:pt x="146876" y="15767"/>
                  <a:pt x="142863" y="14793"/>
                  <a:pt x="138882" y="14793"/>
                </a:cubicBezTo>
                <a:cubicBezTo>
                  <a:pt x="133586" y="14793"/>
                  <a:pt x="128345" y="16517"/>
                  <a:pt x="124289" y="20002"/>
                </a:cubicBezTo>
                <a:cubicBezTo>
                  <a:pt x="117984" y="25405"/>
                  <a:pt x="115382" y="33611"/>
                  <a:pt x="116383" y="41350"/>
                </a:cubicBezTo>
                <a:cubicBezTo>
                  <a:pt x="116250" y="41250"/>
                  <a:pt x="116116" y="41117"/>
                  <a:pt x="115983" y="41050"/>
                </a:cubicBezTo>
                <a:cubicBezTo>
                  <a:pt x="115449" y="40616"/>
                  <a:pt x="114815" y="40216"/>
                  <a:pt x="114248" y="39849"/>
                </a:cubicBezTo>
                <a:cubicBezTo>
                  <a:pt x="110925" y="37380"/>
                  <a:pt x="106581" y="36203"/>
                  <a:pt x="102127" y="36203"/>
                </a:cubicBezTo>
                <a:cubicBezTo>
                  <a:pt x="101887" y="36203"/>
                  <a:pt x="101646" y="36206"/>
                  <a:pt x="101406" y="36213"/>
                </a:cubicBezTo>
                <a:cubicBezTo>
                  <a:pt x="101165" y="36206"/>
                  <a:pt x="100925" y="36203"/>
                  <a:pt x="100685" y="36203"/>
                </a:cubicBezTo>
                <a:cubicBezTo>
                  <a:pt x="96228" y="36203"/>
                  <a:pt x="91855" y="37380"/>
                  <a:pt x="88563" y="39849"/>
                </a:cubicBezTo>
                <a:cubicBezTo>
                  <a:pt x="87930" y="40216"/>
                  <a:pt x="87362" y="40616"/>
                  <a:pt x="86795" y="41050"/>
                </a:cubicBezTo>
                <a:cubicBezTo>
                  <a:pt x="86695" y="41117"/>
                  <a:pt x="86562" y="41250"/>
                  <a:pt x="86428" y="41350"/>
                </a:cubicBezTo>
                <a:cubicBezTo>
                  <a:pt x="87463" y="33611"/>
                  <a:pt x="84861" y="25405"/>
                  <a:pt x="78523" y="20002"/>
                </a:cubicBezTo>
                <a:cubicBezTo>
                  <a:pt x="74467" y="16517"/>
                  <a:pt x="69237" y="14793"/>
                  <a:pt x="63944" y="14793"/>
                </a:cubicBezTo>
                <a:cubicBezTo>
                  <a:pt x="59965" y="14793"/>
                  <a:pt x="55950" y="15767"/>
                  <a:pt x="52371" y="17700"/>
                </a:cubicBezTo>
                <a:cubicBezTo>
                  <a:pt x="48668" y="19701"/>
                  <a:pt x="45733" y="22703"/>
                  <a:pt x="44265" y="26373"/>
                </a:cubicBezTo>
                <a:cubicBezTo>
                  <a:pt x="40496" y="16232"/>
                  <a:pt x="32857" y="6725"/>
                  <a:pt x="21882" y="2255"/>
                </a:cubicBezTo>
                <a:cubicBezTo>
                  <a:pt x="18132" y="734"/>
                  <a:pt x="14166" y="1"/>
                  <a:pt x="102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71" name="Google Shape;2471;p35"/>
          <p:cNvGrpSpPr/>
          <p:nvPr/>
        </p:nvGrpSpPr>
        <p:grpSpPr>
          <a:xfrm rot="781041">
            <a:off x="52878" y="4503612"/>
            <a:ext cx="783321" cy="558847"/>
            <a:chOff x="4750250" y="808275"/>
            <a:chExt cx="1219350" cy="869925"/>
          </a:xfrm>
        </p:grpSpPr>
        <p:sp>
          <p:nvSpPr>
            <p:cNvPr id="2472" name="Google Shape;2472;p35"/>
            <p:cNvSpPr/>
            <p:nvPr/>
          </p:nvSpPr>
          <p:spPr>
            <a:xfrm flipH="1">
              <a:off x="5294800" y="1347800"/>
              <a:ext cx="168975" cy="238225"/>
            </a:xfrm>
            <a:custGeom>
              <a:avLst/>
              <a:gdLst/>
              <a:ahLst/>
              <a:cxnLst/>
              <a:rect l="l" t="t" r="r" b="b"/>
              <a:pathLst>
                <a:path w="6759" h="9529" extrusionOk="0">
                  <a:moveTo>
                    <a:pt x="1166" y="1"/>
                  </a:moveTo>
                  <a:cubicBezTo>
                    <a:pt x="905" y="1"/>
                    <a:pt x="664" y="147"/>
                    <a:pt x="565" y="410"/>
                  </a:cubicBezTo>
                  <a:cubicBezTo>
                    <a:pt x="0" y="1938"/>
                    <a:pt x="356" y="3654"/>
                    <a:pt x="1319" y="5223"/>
                  </a:cubicBezTo>
                  <a:cubicBezTo>
                    <a:pt x="2260" y="6855"/>
                    <a:pt x="3829" y="8403"/>
                    <a:pt x="5712" y="9449"/>
                  </a:cubicBezTo>
                  <a:cubicBezTo>
                    <a:pt x="5806" y="9503"/>
                    <a:pt x="5908" y="9529"/>
                    <a:pt x="6010" y="9529"/>
                  </a:cubicBezTo>
                  <a:cubicBezTo>
                    <a:pt x="6227" y="9529"/>
                    <a:pt x="6442" y="9412"/>
                    <a:pt x="6570" y="9198"/>
                  </a:cubicBezTo>
                  <a:cubicBezTo>
                    <a:pt x="6759" y="8926"/>
                    <a:pt x="6654" y="8529"/>
                    <a:pt x="6340" y="8341"/>
                  </a:cubicBezTo>
                  <a:cubicBezTo>
                    <a:pt x="4666" y="7399"/>
                    <a:pt x="3264" y="6039"/>
                    <a:pt x="2427" y="4595"/>
                  </a:cubicBezTo>
                  <a:cubicBezTo>
                    <a:pt x="1653" y="3298"/>
                    <a:pt x="1339" y="1959"/>
                    <a:pt x="1758" y="829"/>
                  </a:cubicBezTo>
                  <a:cubicBezTo>
                    <a:pt x="1863" y="515"/>
                    <a:pt x="1716" y="159"/>
                    <a:pt x="1381" y="34"/>
                  </a:cubicBezTo>
                  <a:cubicBezTo>
                    <a:pt x="1310" y="11"/>
                    <a:pt x="1237" y="1"/>
                    <a:pt x="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5"/>
            <p:cNvSpPr/>
            <p:nvPr/>
          </p:nvSpPr>
          <p:spPr>
            <a:xfrm flipH="1">
              <a:off x="5294800" y="1555200"/>
              <a:ext cx="76400" cy="123000"/>
            </a:xfrm>
            <a:custGeom>
              <a:avLst/>
              <a:gdLst/>
              <a:ahLst/>
              <a:cxnLst/>
              <a:rect l="l" t="t" r="r" b="b"/>
              <a:pathLst>
                <a:path w="3056" h="4920" extrusionOk="0">
                  <a:moveTo>
                    <a:pt x="2326" y="0"/>
                  </a:moveTo>
                  <a:cubicBezTo>
                    <a:pt x="2226" y="0"/>
                    <a:pt x="2124" y="22"/>
                    <a:pt x="2030" y="65"/>
                  </a:cubicBezTo>
                  <a:cubicBezTo>
                    <a:pt x="1110" y="547"/>
                    <a:pt x="629" y="1216"/>
                    <a:pt x="336" y="2011"/>
                  </a:cubicBezTo>
                  <a:cubicBezTo>
                    <a:pt x="64" y="2744"/>
                    <a:pt x="22" y="3497"/>
                    <a:pt x="1" y="4250"/>
                  </a:cubicBezTo>
                  <a:cubicBezTo>
                    <a:pt x="1" y="4606"/>
                    <a:pt x="252" y="4920"/>
                    <a:pt x="629" y="4920"/>
                  </a:cubicBezTo>
                  <a:cubicBezTo>
                    <a:pt x="963" y="4920"/>
                    <a:pt x="1277" y="4648"/>
                    <a:pt x="1277" y="4292"/>
                  </a:cubicBezTo>
                  <a:cubicBezTo>
                    <a:pt x="1277" y="3664"/>
                    <a:pt x="1340" y="2995"/>
                    <a:pt x="1528" y="2451"/>
                  </a:cubicBezTo>
                  <a:cubicBezTo>
                    <a:pt x="1717" y="1949"/>
                    <a:pt x="2051" y="1509"/>
                    <a:pt x="2637" y="1195"/>
                  </a:cubicBezTo>
                  <a:cubicBezTo>
                    <a:pt x="2951" y="1049"/>
                    <a:pt x="3056" y="651"/>
                    <a:pt x="2888" y="337"/>
                  </a:cubicBezTo>
                  <a:cubicBezTo>
                    <a:pt x="2786" y="117"/>
                    <a:pt x="2560" y="0"/>
                    <a:pt x="2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35"/>
            <p:cNvSpPr/>
            <p:nvPr/>
          </p:nvSpPr>
          <p:spPr>
            <a:xfrm flipH="1">
              <a:off x="5244575" y="1555025"/>
              <a:ext cx="87900" cy="118425"/>
            </a:xfrm>
            <a:custGeom>
              <a:avLst/>
              <a:gdLst/>
              <a:ahLst/>
              <a:cxnLst/>
              <a:rect l="l" t="t" r="r" b="b"/>
              <a:pathLst>
                <a:path w="3516" h="4737" extrusionOk="0">
                  <a:moveTo>
                    <a:pt x="734" y="1"/>
                  </a:moveTo>
                  <a:cubicBezTo>
                    <a:pt x="423" y="1"/>
                    <a:pt x="163" y="252"/>
                    <a:pt x="126" y="554"/>
                  </a:cubicBezTo>
                  <a:cubicBezTo>
                    <a:pt x="0" y="1600"/>
                    <a:pt x="272" y="2374"/>
                    <a:pt x="753" y="3065"/>
                  </a:cubicBezTo>
                  <a:cubicBezTo>
                    <a:pt x="1214" y="3692"/>
                    <a:pt x="1821" y="4153"/>
                    <a:pt x="2427" y="4613"/>
                  </a:cubicBezTo>
                  <a:cubicBezTo>
                    <a:pt x="2544" y="4696"/>
                    <a:pt x="2673" y="4736"/>
                    <a:pt x="2800" y="4736"/>
                  </a:cubicBezTo>
                  <a:cubicBezTo>
                    <a:pt x="2993" y="4736"/>
                    <a:pt x="3180" y="4643"/>
                    <a:pt x="3306" y="4466"/>
                  </a:cubicBezTo>
                  <a:cubicBezTo>
                    <a:pt x="3515" y="4194"/>
                    <a:pt x="3473" y="3797"/>
                    <a:pt x="3181" y="3588"/>
                  </a:cubicBezTo>
                  <a:cubicBezTo>
                    <a:pt x="2657" y="3211"/>
                    <a:pt x="2155" y="2793"/>
                    <a:pt x="1800" y="2332"/>
                  </a:cubicBezTo>
                  <a:cubicBezTo>
                    <a:pt x="1486" y="1893"/>
                    <a:pt x="1297" y="1370"/>
                    <a:pt x="1381" y="700"/>
                  </a:cubicBezTo>
                  <a:cubicBezTo>
                    <a:pt x="1423" y="365"/>
                    <a:pt x="1172" y="52"/>
                    <a:pt x="837" y="10"/>
                  </a:cubicBezTo>
                  <a:cubicBezTo>
                    <a:pt x="802" y="4"/>
                    <a:pt x="768" y="1"/>
                    <a:pt x="7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5"/>
            <p:cNvSpPr/>
            <p:nvPr/>
          </p:nvSpPr>
          <p:spPr>
            <a:xfrm flipH="1">
              <a:off x="5355475" y="877850"/>
              <a:ext cx="614125" cy="605775"/>
            </a:xfrm>
            <a:custGeom>
              <a:avLst/>
              <a:gdLst/>
              <a:ahLst/>
              <a:cxnLst/>
              <a:rect l="l" t="t" r="r" b="b"/>
              <a:pathLst>
                <a:path w="24565" h="24231" extrusionOk="0">
                  <a:moveTo>
                    <a:pt x="0" y="24230"/>
                  </a:moveTo>
                  <a:cubicBezTo>
                    <a:pt x="314" y="17723"/>
                    <a:pt x="12868" y="1"/>
                    <a:pt x="19124" y="11153"/>
                  </a:cubicBezTo>
                  <a:cubicBezTo>
                    <a:pt x="24565" y="20861"/>
                    <a:pt x="5357" y="18895"/>
                    <a:pt x="0" y="242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35"/>
            <p:cNvSpPr/>
            <p:nvPr/>
          </p:nvSpPr>
          <p:spPr>
            <a:xfrm flipH="1">
              <a:off x="5370125" y="1009150"/>
              <a:ext cx="547175" cy="437325"/>
            </a:xfrm>
            <a:custGeom>
              <a:avLst/>
              <a:gdLst/>
              <a:ahLst/>
              <a:cxnLst/>
              <a:rect l="l" t="t" r="r" b="b"/>
              <a:pathLst>
                <a:path w="21887" h="17493" extrusionOk="0">
                  <a:moveTo>
                    <a:pt x="16907" y="5671"/>
                  </a:moveTo>
                  <a:cubicBezTo>
                    <a:pt x="16949" y="5754"/>
                    <a:pt x="16970" y="5817"/>
                    <a:pt x="17032" y="5880"/>
                  </a:cubicBezTo>
                  <a:cubicBezTo>
                    <a:pt x="21887" y="14563"/>
                    <a:pt x="7010" y="13915"/>
                    <a:pt x="1" y="17493"/>
                  </a:cubicBezTo>
                  <a:cubicBezTo>
                    <a:pt x="2637" y="10525"/>
                    <a:pt x="11320" y="0"/>
                    <a:pt x="16907" y="567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35"/>
            <p:cNvSpPr/>
            <p:nvPr/>
          </p:nvSpPr>
          <p:spPr>
            <a:xfrm flipH="1">
              <a:off x="4933875" y="808800"/>
              <a:ext cx="900250" cy="716150"/>
            </a:xfrm>
            <a:custGeom>
              <a:avLst/>
              <a:gdLst/>
              <a:ahLst/>
              <a:cxnLst/>
              <a:rect l="l" t="t" r="r" b="b"/>
              <a:pathLst>
                <a:path w="36010" h="28646" extrusionOk="0">
                  <a:moveTo>
                    <a:pt x="36010" y="17493"/>
                  </a:moveTo>
                  <a:cubicBezTo>
                    <a:pt x="25757" y="28415"/>
                    <a:pt x="0" y="28645"/>
                    <a:pt x="5461" y="9165"/>
                  </a:cubicBezTo>
                  <a:cubicBezTo>
                    <a:pt x="8014" y="1"/>
                    <a:pt x="14249" y="105"/>
                    <a:pt x="20443" y="3328"/>
                  </a:cubicBezTo>
                  <a:cubicBezTo>
                    <a:pt x="27431" y="6989"/>
                    <a:pt x="30465" y="16488"/>
                    <a:pt x="36010" y="1749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35"/>
            <p:cNvSpPr/>
            <p:nvPr/>
          </p:nvSpPr>
          <p:spPr>
            <a:xfrm flipH="1">
              <a:off x="5613350" y="1240800"/>
              <a:ext cx="90525" cy="36450"/>
            </a:xfrm>
            <a:custGeom>
              <a:avLst/>
              <a:gdLst/>
              <a:ahLst/>
              <a:cxnLst/>
              <a:rect l="l" t="t" r="r" b="b"/>
              <a:pathLst>
                <a:path w="3621" h="1458" extrusionOk="0">
                  <a:moveTo>
                    <a:pt x="3341" y="1"/>
                  </a:moveTo>
                  <a:cubicBezTo>
                    <a:pt x="3260" y="1"/>
                    <a:pt x="3179" y="42"/>
                    <a:pt x="3139" y="108"/>
                  </a:cubicBezTo>
                  <a:cubicBezTo>
                    <a:pt x="2909" y="422"/>
                    <a:pt x="2637" y="673"/>
                    <a:pt x="2281" y="799"/>
                  </a:cubicBezTo>
                  <a:cubicBezTo>
                    <a:pt x="2049" y="898"/>
                    <a:pt x="1778" y="958"/>
                    <a:pt x="1509" y="958"/>
                  </a:cubicBezTo>
                  <a:cubicBezTo>
                    <a:pt x="1438" y="958"/>
                    <a:pt x="1368" y="954"/>
                    <a:pt x="1298" y="945"/>
                  </a:cubicBezTo>
                  <a:cubicBezTo>
                    <a:pt x="963" y="924"/>
                    <a:pt x="628" y="820"/>
                    <a:pt x="335" y="631"/>
                  </a:cubicBezTo>
                  <a:cubicBezTo>
                    <a:pt x="189" y="569"/>
                    <a:pt x="105" y="464"/>
                    <a:pt x="0" y="359"/>
                  </a:cubicBezTo>
                  <a:lnTo>
                    <a:pt x="0" y="359"/>
                  </a:lnTo>
                  <a:cubicBezTo>
                    <a:pt x="105" y="652"/>
                    <a:pt x="189" y="903"/>
                    <a:pt x="293" y="1196"/>
                  </a:cubicBezTo>
                  <a:cubicBezTo>
                    <a:pt x="607" y="1343"/>
                    <a:pt x="921" y="1426"/>
                    <a:pt x="1277" y="1447"/>
                  </a:cubicBezTo>
                  <a:cubicBezTo>
                    <a:pt x="1349" y="1454"/>
                    <a:pt x="1420" y="1458"/>
                    <a:pt x="1492" y="1458"/>
                  </a:cubicBezTo>
                  <a:cubicBezTo>
                    <a:pt x="1838" y="1458"/>
                    <a:pt x="2178" y="1377"/>
                    <a:pt x="2490" y="1238"/>
                  </a:cubicBezTo>
                  <a:cubicBezTo>
                    <a:pt x="2909" y="1050"/>
                    <a:pt x="3285" y="778"/>
                    <a:pt x="3536" y="380"/>
                  </a:cubicBezTo>
                  <a:cubicBezTo>
                    <a:pt x="3620" y="276"/>
                    <a:pt x="3578" y="108"/>
                    <a:pt x="3474" y="45"/>
                  </a:cubicBezTo>
                  <a:cubicBezTo>
                    <a:pt x="3435" y="15"/>
                    <a:pt x="3388" y="1"/>
                    <a:pt x="33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35"/>
            <p:cNvSpPr/>
            <p:nvPr/>
          </p:nvSpPr>
          <p:spPr>
            <a:xfrm flipH="1">
              <a:off x="5473175" y="1211500"/>
              <a:ext cx="107250" cy="53625"/>
            </a:xfrm>
            <a:custGeom>
              <a:avLst/>
              <a:gdLst/>
              <a:ahLst/>
              <a:cxnLst/>
              <a:rect l="l" t="t" r="r" b="b"/>
              <a:pathLst>
                <a:path w="4290" h="2145" extrusionOk="0">
                  <a:moveTo>
                    <a:pt x="4041" y="1"/>
                  </a:moveTo>
                  <a:cubicBezTo>
                    <a:pt x="3926" y="1"/>
                    <a:pt x="3806" y="80"/>
                    <a:pt x="3788" y="192"/>
                  </a:cubicBezTo>
                  <a:cubicBezTo>
                    <a:pt x="3704" y="548"/>
                    <a:pt x="3495" y="862"/>
                    <a:pt x="3244" y="1113"/>
                  </a:cubicBezTo>
                  <a:cubicBezTo>
                    <a:pt x="2972" y="1343"/>
                    <a:pt x="2679" y="1489"/>
                    <a:pt x="2344" y="1594"/>
                  </a:cubicBezTo>
                  <a:cubicBezTo>
                    <a:pt x="2154" y="1645"/>
                    <a:pt x="1956" y="1672"/>
                    <a:pt x="1755" y="1672"/>
                  </a:cubicBezTo>
                  <a:cubicBezTo>
                    <a:pt x="1625" y="1672"/>
                    <a:pt x="1492" y="1661"/>
                    <a:pt x="1360" y="1636"/>
                  </a:cubicBezTo>
                  <a:cubicBezTo>
                    <a:pt x="1047" y="1552"/>
                    <a:pt x="712" y="1364"/>
                    <a:pt x="440" y="1071"/>
                  </a:cubicBezTo>
                  <a:cubicBezTo>
                    <a:pt x="394" y="1013"/>
                    <a:pt x="329" y="981"/>
                    <a:pt x="262" y="981"/>
                  </a:cubicBezTo>
                  <a:cubicBezTo>
                    <a:pt x="208" y="981"/>
                    <a:pt x="152" y="1003"/>
                    <a:pt x="105" y="1050"/>
                  </a:cubicBezTo>
                  <a:cubicBezTo>
                    <a:pt x="0" y="1134"/>
                    <a:pt x="0" y="1280"/>
                    <a:pt x="84" y="1385"/>
                  </a:cubicBezTo>
                  <a:cubicBezTo>
                    <a:pt x="419" y="1782"/>
                    <a:pt x="816" y="1992"/>
                    <a:pt x="1235" y="2075"/>
                  </a:cubicBezTo>
                  <a:cubicBezTo>
                    <a:pt x="1414" y="2122"/>
                    <a:pt x="1606" y="2144"/>
                    <a:pt x="1799" y="2144"/>
                  </a:cubicBezTo>
                  <a:cubicBezTo>
                    <a:pt x="2034" y="2144"/>
                    <a:pt x="2272" y="2112"/>
                    <a:pt x="2490" y="2054"/>
                  </a:cubicBezTo>
                  <a:cubicBezTo>
                    <a:pt x="2867" y="1950"/>
                    <a:pt x="3244" y="1741"/>
                    <a:pt x="3557" y="1448"/>
                  </a:cubicBezTo>
                  <a:cubicBezTo>
                    <a:pt x="3892" y="1134"/>
                    <a:pt x="4164" y="736"/>
                    <a:pt x="4269" y="297"/>
                  </a:cubicBezTo>
                  <a:cubicBezTo>
                    <a:pt x="4290" y="171"/>
                    <a:pt x="4206" y="25"/>
                    <a:pt x="4080" y="4"/>
                  </a:cubicBezTo>
                  <a:cubicBezTo>
                    <a:pt x="4068" y="2"/>
                    <a:pt x="4054" y="1"/>
                    <a:pt x="40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35"/>
            <p:cNvSpPr/>
            <p:nvPr/>
          </p:nvSpPr>
          <p:spPr>
            <a:xfrm flipH="1">
              <a:off x="5346050" y="1139175"/>
              <a:ext cx="92625" cy="76450"/>
            </a:xfrm>
            <a:custGeom>
              <a:avLst/>
              <a:gdLst/>
              <a:ahLst/>
              <a:cxnLst/>
              <a:rect l="l" t="t" r="r" b="b"/>
              <a:pathLst>
                <a:path w="3705" h="3058" extrusionOk="0">
                  <a:moveTo>
                    <a:pt x="3406" y="0"/>
                  </a:moveTo>
                  <a:cubicBezTo>
                    <a:pt x="3387" y="0"/>
                    <a:pt x="3367" y="3"/>
                    <a:pt x="3348" y="9"/>
                  </a:cubicBezTo>
                  <a:cubicBezTo>
                    <a:pt x="3223" y="30"/>
                    <a:pt x="3118" y="156"/>
                    <a:pt x="3139" y="281"/>
                  </a:cubicBezTo>
                  <a:cubicBezTo>
                    <a:pt x="3181" y="637"/>
                    <a:pt x="3139" y="993"/>
                    <a:pt x="2993" y="1328"/>
                  </a:cubicBezTo>
                  <a:cubicBezTo>
                    <a:pt x="2846" y="1621"/>
                    <a:pt x="2616" y="1913"/>
                    <a:pt x="2365" y="2123"/>
                  </a:cubicBezTo>
                  <a:cubicBezTo>
                    <a:pt x="2093" y="2332"/>
                    <a:pt x="1779" y="2478"/>
                    <a:pt x="1444" y="2541"/>
                  </a:cubicBezTo>
                  <a:cubicBezTo>
                    <a:pt x="1360" y="2551"/>
                    <a:pt x="1276" y="2556"/>
                    <a:pt x="1192" y="2556"/>
                  </a:cubicBezTo>
                  <a:cubicBezTo>
                    <a:pt x="921" y="2556"/>
                    <a:pt x="649" y="2502"/>
                    <a:pt x="377" y="2374"/>
                  </a:cubicBezTo>
                  <a:cubicBezTo>
                    <a:pt x="347" y="2364"/>
                    <a:pt x="315" y="2358"/>
                    <a:pt x="284" y="2358"/>
                  </a:cubicBezTo>
                  <a:cubicBezTo>
                    <a:pt x="186" y="2358"/>
                    <a:pt x="90" y="2409"/>
                    <a:pt x="43" y="2520"/>
                  </a:cubicBezTo>
                  <a:cubicBezTo>
                    <a:pt x="1" y="2604"/>
                    <a:pt x="43" y="2771"/>
                    <a:pt x="189" y="2834"/>
                  </a:cubicBezTo>
                  <a:cubicBezTo>
                    <a:pt x="530" y="2996"/>
                    <a:pt x="883" y="3058"/>
                    <a:pt x="1229" y="3058"/>
                  </a:cubicBezTo>
                  <a:cubicBezTo>
                    <a:pt x="1330" y="3058"/>
                    <a:pt x="1429" y="3053"/>
                    <a:pt x="1528" y="3043"/>
                  </a:cubicBezTo>
                  <a:cubicBezTo>
                    <a:pt x="1947" y="2960"/>
                    <a:pt x="2323" y="2771"/>
                    <a:pt x="2679" y="2520"/>
                  </a:cubicBezTo>
                  <a:cubicBezTo>
                    <a:pt x="2993" y="2248"/>
                    <a:pt x="3244" y="1913"/>
                    <a:pt x="3432" y="1537"/>
                  </a:cubicBezTo>
                  <a:cubicBezTo>
                    <a:pt x="3641" y="1118"/>
                    <a:pt x="3704" y="679"/>
                    <a:pt x="3641" y="219"/>
                  </a:cubicBezTo>
                  <a:cubicBezTo>
                    <a:pt x="3624" y="94"/>
                    <a:pt x="3515" y="0"/>
                    <a:pt x="34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35"/>
            <p:cNvSpPr/>
            <p:nvPr/>
          </p:nvSpPr>
          <p:spPr>
            <a:xfrm flipH="1">
              <a:off x="5243000" y="1036850"/>
              <a:ext cx="81125" cy="86500"/>
            </a:xfrm>
            <a:custGeom>
              <a:avLst/>
              <a:gdLst/>
              <a:ahLst/>
              <a:cxnLst/>
              <a:rect l="l" t="t" r="r" b="b"/>
              <a:pathLst>
                <a:path w="3245" h="3460" extrusionOk="0">
                  <a:moveTo>
                    <a:pt x="2853" y="1"/>
                  </a:moveTo>
                  <a:cubicBezTo>
                    <a:pt x="2823" y="1"/>
                    <a:pt x="2792" y="8"/>
                    <a:pt x="2763" y="22"/>
                  </a:cubicBezTo>
                  <a:cubicBezTo>
                    <a:pt x="2637" y="64"/>
                    <a:pt x="2554" y="190"/>
                    <a:pt x="2616" y="336"/>
                  </a:cubicBezTo>
                  <a:cubicBezTo>
                    <a:pt x="2742" y="671"/>
                    <a:pt x="2742" y="1027"/>
                    <a:pt x="2658" y="1403"/>
                  </a:cubicBezTo>
                  <a:cubicBezTo>
                    <a:pt x="2595" y="1717"/>
                    <a:pt x="2428" y="2031"/>
                    <a:pt x="2198" y="2282"/>
                  </a:cubicBezTo>
                  <a:cubicBezTo>
                    <a:pt x="1989" y="2554"/>
                    <a:pt x="1696" y="2763"/>
                    <a:pt x="1382" y="2868"/>
                  </a:cubicBezTo>
                  <a:cubicBezTo>
                    <a:pt x="1204" y="2939"/>
                    <a:pt x="1005" y="2977"/>
                    <a:pt x="798" y="2977"/>
                  </a:cubicBezTo>
                  <a:cubicBezTo>
                    <a:pt x="640" y="2977"/>
                    <a:pt x="478" y="2955"/>
                    <a:pt x="315" y="2910"/>
                  </a:cubicBezTo>
                  <a:cubicBezTo>
                    <a:pt x="300" y="2908"/>
                    <a:pt x="285" y="2907"/>
                    <a:pt x="270" y="2907"/>
                  </a:cubicBezTo>
                  <a:cubicBezTo>
                    <a:pt x="144" y="2907"/>
                    <a:pt x="41" y="2985"/>
                    <a:pt x="22" y="3098"/>
                  </a:cubicBezTo>
                  <a:cubicBezTo>
                    <a:pt x="1" y="3224"/>
                    <a:pt x="85" y="3370"/>
                    <a:pt x="210" y="3391"/>
                  </a:cubicBezTo>
                  <a:cubicBezTo>
                    <a:pt x="418" y="3438"/>
                    <a:pt x="629" y="3460"/>
                    <a:pt x="835" y="3460"/>
                  </a:cubicBezTo>
                  <a:cubicBezTo>
                    <a:pt x="1087" y="3460"/>
                    <a:pt x="1331" y="3428"/>
                    <a:pt x="1549" y="3370"/>
                  </a:cubicBezTo>
                  <a:cubicBezTo>
                    <a:pt x="1926" y="3203"/>
                    <a:pt x="2303" y="2952"/>
                    <a:pt x="2554" y="2638"/>
                  </a:cubicBezTo>
                  <a:cubicBezTo>
                    <a:pt x="2847" y="2324"/>
                    <a:pt x="3035" y="1926"/>
                    <a:pt x="3139" y="1529"/>
                  </a:cubicBezTo>
                  <a:cubicBezTo>
                    <a:pt x="3244" y="1089"/>
                    <a:pt x="3244" y="608"/>
                    <a:pt x="3077" y="169"/>
                  </a:cubicBezTo>
                  <a:cubicBezTo>
                    <a:pt x="3045" y="73"/>
                    <a:pt x="2951" y="1"/>
                    <a:pt x="2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35"/>
            <p:cNvSpPr/>
            <p:nvPr/>
          </p:nvSpPr>
          <p:spPr>
            <a:xfrm flipH="1">
              <a:off x="5204300" y="978275"/>
              <a:ext cx="49725" cy="26725"/>
            </a:xfrm>
            <a:custGeom>
              <a:avLst/>
              <a:gdLst/>
              <a:ahLst/>
              <a:cxnLst/>
              <a:rect l="l" t="t" r="r" b="b"/>
              <a:pathLst>
                <a:path w="1989" h="1069" extrusionOk="0">
                  <a:moveTo>
                    <a:pt x="1633" y="1"/>
                  </a:moveTo>
                  <a:cubicBezTo>
                    <a:pt x="1528" y="106"/>
                    <a:pt x="1403" y="210"/>
                    <a:pt x="1277" y="315"/>
                  </a:cubicBezTo>
                  <a:cubicBezTo>
                    <a:pt x="984" y="503"/>
                    <a:pt x="649" y="608"/>
                    <a:pt x="252" y="608"/>
                  </a:cubicBezTo>
                  <a:cubicBezTo>
                    <a:pt x="105" y="608"/>
                    <a:pt x="1" y="712"/>
                    <a:pt x="1" y="838"/>
                  </a:cubicBezTo>
                  <a:cubicBezTo>
                    <a:pt x="1" y="963"/>
                    <a:pt x="105" y="1068"/>
                    <a:pt x="231" y="1068"/>
                  </a:cubicBezTo>
                  <a:cubicBezTo>
                    <a:pt x="754" y="1068"/>
                    <a:pt x="1193" y="942"/>
                    <a:pt x="1528" y="754"/>
                  </a:cubicBezTo>
                  <a:cubicBezTo>
                    <a:pt x="1696" y="629"/>
                    <a:pt x="1842" y="503"/>
                    <a:pt x="1988" y="378"/>
                  </a:cubicBezTo>
                  <a:cubicBezTo>
                    <a:pt x="1884" y="231"/>
                    <a:pt x="1737" y="126"/>
                    <a:pt x="16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35"/>
            <p:cNvSpPr/>
            <p:nvPr/>
          </p:nvSpPr>
          <p:spPr>
            <a:xfrm flipH="1">
              <a:off x="5533325" y="1292275"/>
              <a:ext cx="110400" cy="45475"/>
            </a:xfrm>
            <a:custGeom>
              <a:avLst/>
              <a:gdLst/>
              <a:ahLst/>
              <a:cxnLst/>
              <a:rect l="l" t="t" r="r" b="b"/>
              <a:pathLst>
                <a:path w="4416" h="1819" extrusionOk="0">
                  <a:moveTo>
                    <a:pt x="4143" y="0"/>
                  </a:moveTo>
                  <a:cubicBezTo>
                    <a:pt x="4055" y="0"/>
                    <a:pt x="3960" y="47"/>
                    <a:pt x="3913" y="142"/>
                  </a:cubicBezTo>
                  <a:cubicBezTo>
                    <a:pt x="3788" y="497"/>
                    <a:pt x="3537" y="748"/>
                    <a:pt x="3223" y="958"/>
                  </a:cubicBezTo>
                  <a:cubicBezTo>
                    <a:pt x="2972" y="1146"/>
                    <a:pt x="2637" y="1251"/>
                    <a:pt x="2281" y="1313"/>
                  </a:cubicBezTo>
                  <a:cubicBezTo>
                    <a:pt x="2212" y="1318"/>
                    <a:pt x="2143" y="1320"/>
                    <a:pt x="2073" y="1320"/>
                  </a:cubicBezTo>
                  <a:cubicBezTo>
                    <a:pt x="1809" y="1320"/>
                    <a:pt x="1547" y="1283"/>
                    <a:pt x="1298" y="1167"/>
                  </a:cubicBezTo>
                  <a:cubicBezTo>
                    <a:pt x="984" y="1041"/>
                    <a:pt x="691" y="832"/>
                    <a:pt x="482" y="497"/>
                  </a:cubicBezTo>
                  <a:cubicBezTo>
                    <a:pt x="428" y="416"/>
                    <a:pt x="348" y="370"/>
                    <a:pt x="269" y="370"/>
                  </a:cubicBezTo>
                  <a:cubicBezTo>
                    <a:pt x="226" y="370"/>
                    <a:pt x="184" y="384"/>
                    <a:pt x="147" y="414"/>
                  </a:cubicBezTo>
                  <a:cubicBezTo>
                    <a:pt x="22" y="497"/>
                    <a:pt x="1" y="644"/>
                    <a:pt x="63" y="748"/>
                  </a:cubicBezTo>
                  <a:cubicBezTo>
                    <a:pt x="335" y="1167"/>
                    <a:pt x="691" y="1460"/>
                    <a:pt x="1068" y="1648"/>
                  </a:cubicBezTo>
                  <a:cubicBezTo>
                    <a:pt x="1377" y="1756"/>
                    <a:pt x="1686" y="1819"/>
                    <a:pt x="1995" y="1819"/>
                  </a:cubicBezTo>
                  <a:cubicBezTo>
                    <a:pt x="2104" y="1819"/>
                    <a:pt x="2214" y="1811"/>
                    <a:pt x="2323" y="1795"/>
                  </a:cubicBezTo>
                  <a:cubicBezTo>
                    <a:pt x="2742" y="1753"/>
                    <a:pt x="3160" y="1606"/>
                    <a:pt x="3495" y="1376"/>
                  </a:cubicBezTo>
                  <a:cubicBezTo>
                    <a:pt x="3871" y="1125"/>
                    <a:pt x="4164" y="748"/>
                    <a:pt x="4353" y="330"/>
                  </a:cubicBezTo>
                  <a:cubicBezTo>
                    <a:pt x="4415" y="225"/>
                    <a:pt x="4353" y="79"/>
                    <a:pt x="4227" y="16"/>
                  </a:cubicBezTo>
                  <a:cubicBezTo>
                    <a:pt x="4201" y="6"/>
                    <a:pt x="4172" y="0"/>
                    <a:pt x="41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35"/>
            <p:cNvSpPr/>
            <p:nvPr/>
          </p:nvSpPr>
          <p:spPr>
            <a:xfrm flipH="1">
              <a:off x="5357575" y="1244300"/>
              <a:ext cx="107250" cy="58200"/>
            </a:xfrm>
            <a:custGeom>
              <a:avLst/>
              <a:gdLst/>
              <a:ahLst/>
              <a:cxnLst/>
              <a:rect l="l" t="t" r="r" b="b"/>
              <a:pathLst>
                <a:path w="4290" h="2328" extrusionOk="0">
                  <a:moveTo>
                    <a:pt x="3995" y="1"/>
                  </a:moveTo>
                  <a:cubicBezTo>
                    <a:pt x="3878" y="1"/>
                    <a:pt x="3785" y="95"/>
                    <a:pt x="3767" y="219"/>
                  </a:cubicBezTo>
                  <a:cubicBezTo>
                    <a:pt x="3683" y="554"/>
                    <a:pt x="3537" y="889"/>
                    <a:pt x="3265" y="1161"/>
                  </a:cubicBezTo>
                  <a:cubicBezTo>
                    <a:pt x="3034" y="1391"/>
                    <a:pt x="2721" y="1600"/>
                    <a:pt x="2407" y="1705"/>
                  </a:cubicBezTo>
                  <a:cubicBezTo>
                    <a:pt x="2188" y="1792"/>
                    <a:pt x="1959" y="1829"/>
                    <a:pt x="1727" y="1829"/>
                  </a:cubicBezTo>
                  <a:cubicBezTo>
                    <a:pt x="1626" y="1829"/>
                    <a:pt x="1525" y="1822"/>
                    <a:pt x="1423" y="1809"/>
                  </a:cubicBezTo>
                  <a:cubicBezTo>
                    <a:pt x="1068" y="1726"/>
                    <a:pt x="733" y="1600"/>
                    <a:pt x="440" y="1307"/>
                  </a:cubicBezTo>
                  <a:cubicBezTo>
                    <a:pt x="409" y="1255"/>
                    <a:pt x="351" y="1229"/>
                    <a:pt x="288" y="1229"/>
                  </a:cubicBezTo>
                  <a:cubicBezTo>
                    <a:pt x="225" y="1229"/>
                    <a:pt x="157" y="1255"/>
                    <a:pt x="105" y="1307"/>
                  </a:cubicBezTo>
                  <a:cubicBezTo>
                    <a:pt x="0" y="1391"/>
                    <a:pt x="0" y="1537"/>
                    <a:pt x="105" y="1642"/>
                  </a:cubicBezTo>
                  <a:cubicBezTo>
                    <a:pt x="482" y="1998"/>
                    <a:pt x="900" y="2207"/>
                    <a:pt x="1340" y="2312"/>
                  </a:cubicBezTo>
                  <a:cubicBezTo>
                    <a:pt x="1441" y="2322"/>
                    <a:pt x="1544" y="2327"/>
                    <a:pt x="1647" y="2327"/>
                  </a:cubicBezTo>
                  <a:cubicBezTo>
                    <a:pt x="1969" y="2327"/>
                    <a:pt x="2294" y="2276"/>
                    <a:pt x="2595" y="2165"/>
                  </a:cubicBezTo>
                  <a:cubicBezTo>
                    <a:pt x="2972" y="2019"/>
                    <a:pt x="3348" y="1789"/>
                    <a:pt x="3641" y="1496"/>
                  </a:cubicBezTo>
                  <a:cubicBezTo>
                    <a:pt x="3955" y="1161"/>
                    <a:pt x="4185" y="742"/>
                    <a:pt x="4269" y="282"/>
                  </a:cubicBezTo>
                  <a:cubicBezTo>
                    <a:pt x="4290" y="157"/>
                    <a:pt x="4185" y="31"/>
                    <a:pt x="4060" y="10"/>
                  </a:cubicBezTo>
                  <a:cubicBezTo>
                    <a:pt x="4038" y="4"/>
                    <a:pt x="4016" y="1"/>
                    <a:pt x="3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35"/>
            <p:cNvSpPr/>
            <p:nvPr/>
          </p:nvSpPr>
          <p:spPr>
            <a:xfrm flipH="1">
              <a:off x="5141525" y="1049950"/>
              <a:ext cx="61750" cy="51275"/>
            </a:xfrm>
            <a:custGeom>
              <a:avLst/>
              <a:gdLst/>
              <a:ahLst/>
              <a:cxnLst/>
              <a:rect l="l" t="t" r="r" b="b"/>
              <a:pathLst>
                <a:path w="2470" h="2051" extrusionOk="0">
                  <a:moveTo>
                    <a:pt x="2093" y="0"/>
                  </a:moveTo>
                  <a:cubicBezTo>
                    <a:pt x="2072" y="189"/>
                    <a:pt x="1988" y="377"/>
                    <a:pt x="1904" y="524"/>
                  </a:cubicBezTo>
                  <a:cubicBezTo>
                    <a:pt x="1758" y="858"/>
                    <a:pt x="1549" y="1109"/>
                    <a:pt x="1256" y="1298"/>
                  </a:cubicBezTo>
                  <a:cubicBezTo>
                    <a:pt x="963" y="1465"/>
                    <a:pt x="628" y="1570"/>
                    <a:pt x="230" y="1570"/>
                  </a:cubicBezTo>
                  <a:cubicBezTo>
                    <a:pt x="105" y="1570"/>
                    <a:pt x="0" y="1695"/>
                    <a:pt x="0" y="1821"/>
                  </a:cubicBezTo>
                  <a:cubicBezTo>
                    <a:pt x="0" y="1946"/>
                    <a:pt x="105" y="2051"/>
                    <a:pt x="230" y="2051"/>
                  </a:cubicBezTo>
                  <a:cubicBezTo>
                    <a:pt x="733" y="2051"/>
                    <a:pt x="1172" y="1905"/>
                    <a:pt x="1486" y="1716"/>
                  </a:cubicBezTo>
                  <a:cubicBezTo>
                    <a:pt x="1863" y="1465"/>
                    <a:pt x="2155" y="1130"/>
                    <a:pt x="2323" y="775"/>
                  </a:cubicBezTo>
                  <a:cubicBezTo>
                    <a:pt x="2386" y="670"/>
                    <a:pt x="2427" y="586"/>
                    <a:pt x="2469" y="482"/>
                  </a:cubicBezTo>
                  <a:cubicBezTo>
                    <a:pt x="2365" y="335"/>
                    <a:pt x="2218" y="168"/>
                    <a:pt x="20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35"/>
            <p:cNvSpPr/>
            <p:nvPr/>
          </p:nvSpPr>
          <p:spPr>
            <a:xfrm flipH="1">
              <a:off x="5424525" y="1331275"/>
              <a:ext cx="107775" cy="53625"/>
            </a:xfrm>
            <a:custGeom>
              <a:avLst/>
              <a:gdLst/>
              <a:ahLst/>
              <a:cxnLst/>
              <a:rect l="l" t="t" r="r" b="b"/>
              <a:pathLst>
                <a:path w="4311" h="2145" extrusionOk="0">
                  <a:moveTo>
                    <a:pt x="4069" y="0"/>
                  </a:moveTo>
                  <a:cubicBezTo>
                    <a:pt x="3946" y="0"/>
                    <a:pt x="3848" y="65"/>
                    <a:pt x="3829" y="193"/>
                  </a:cubicBezTo>
                  <a:cubicBezTo>
                    <a:pt x="3746" y="548"/>
                    <a:pt x="3536" y="862"/>
                    <a:pt x="3264" y="1092"/>
                  </a:cubicBezTo>
                  <a:cubicBezTo>
                    <a:pt x="3013" y="1343"/>
                    <a:pt x="2720" y="1490"/>
                    <a:pt x="2386" y="1595"/>
                  </a:cubicBezTo>
                  <a:cubicBezTo>
                    <a:pt x="2209" y="1642"/>
                    <a:pt x="2027" y="1669"/>
                    <a:pt x="1841" y="1669"/>
                  </a:cubicBezTo>
                  <a:cubicBezTo>
                    <a:pt x="1696" y="1669"/>
                    <a:pt x="1549" y="1652"/>
                    <a:pt x="1402" y="1615"/>
                  </a:cubicBezTo>
                  <a:cubicBezTo>
                    <a:pt x="1047" y="1553"/>
                    <a:pt x="733" y="1364"/>
                    <a:pt x="482" y="1071"/>
                  </a:cubicBezTo>
                  <a:cubicBezTo>
                    <a:pt x="437" y="1016"/>
                    <a:pt x="376" y="990"/>
                    <a:pt x="312" y="990"/>
                  </a:cubicBezTo>
                  <a:cubicBezTo>
                    <a:pt x="255" y="990"/>
                    <a:pt x="196" y="1011"/>
                    <a:pt x="147" y="1051"/>
                  </a:cubicBezTo>
                  <a:cubicBezTo>
                    <a:pt x="42" y="1134"/>
                    <a:pt x="0" y="1281"/>
                    <a:pt x="105" y="1385"/>
                  </a:cubicBezTo>
                  <a:cubicBezTo>
                    <a:pt x="461" y="1762"/>
                    <a:pt x="837" y="1992"/>
                    <a:pt x="1256" y="2076"/>
                  </a:cubicBezTo>
                  <a:cubicBezTo>
                    <a:pt x="1444" y="2123"/>
                    <a:pt x="1641" y="2145"/>
                    <a:pt x="1835" y="2145"/>
                  </a:cubicBezTo>
                  <a:cubicBezTo>
                    <a:pt x="2072" y="2145"/>
                    <a:pt x="2304" y="2112"/>
                    <a:pt x="2511" y="2055"/>
                  </a:cubicBezTo>
                  <a:cubicBezTo>
                    <a:pt x="2909" y="1950"/>
                    <a:pt x="3264" y="1741"/>
                    <a:pt x="3599" y="1448"/>
                  </a:cubicBezTo>
                  <a:cubicBezTo>
                    <a:pt x="3934" y="1134"/>
                    <a:pt x="4185" y="737"/>
                    <a:pt x="4290" y="297"/>
                  </a:cubicBezTo>
                  <a:cubicBezTo>
                    <a:pt x="4311" y="172"/>
                    <a:pt x="4248" y="25"/>
                    <a:pt x="4122" y="4"/>
                  </a:cubicBezTo>
                  <a:cubicBezTo>
                    <a:pt x="4104" y="2"/>
                    <a:pt x="4086" y="0"/>
                    <a:pt x="40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35"/>
            <p:cNvSpPr/>
            <p:nvPr/>
          </p:nvSpPr>
          <p:spPr>
            <a:xfrm flipH="1">
              <a:off x="5308400" y="1342350"/>
              <a:ext cx="102025" cy="64950"/>
            </a:xfrm>
            <a:custGeom>
              <a:avLst/>
              <a:gdLst/>
              <a:ahLst/>
              <a:cxnLst/>
              <a:rect l="l" t="t" r="r" b="b"/>
              <a:pathLst>
                <a:path w="4081" h="2598" extrusionOk="0">
                  <a:moveTo>
                    <a:pt x="3830" y="1"/>
                  </a:moveTo>
                  <a:cubicBezTo>
                    <a:pt x="3704" y="1"/>
                    <a:pt x="3578" y="105"/>
                    <a:pt x="3578" y="252"/>
                  </a:cubicBezTo>
                  <a:cubicBezTo>
                    <a:pt x="3578" y="608"/>
                    <a:pt x="3411" y="942"/>
                    <a:pt x="3202" y="1235"/>
                  </a:cubicBezTo>
                  <a:cubicBezTo>
                    <a:pt x="2993" y="1507"/>
                    <a:pt x="2742" y="1737"/>
                    <a:pt x="2428" y="1884"/>
                  </a:cubicBezTo>
                  <a:cubicBezTo>
                    <a:pt x="2161" y="2008"/>
                    <a:pt x="1880" y="2102"/>
                    <a:pt x="1583" y="2102"/>
                  </a:cubicBezTo>
                  <a:cubicBezTo>
                    <a:pt x="1530" y="2102"/>
                    <a:pt x="1477" y="2099"/>
                    <a:pt x="1423" y="2093"/>
                  </a:cubicBezTo>
                  <a:cubicBezTo>
                    <a:pt x="1068" y="2072"/>
                    <a:pt x="733" y="1968"/>
                    <a:pt x="419" y="1737"/>
                  </a:cubicBezTo>
                  <a:cubicBezTo>
                    <a:pt x="375" y="1702"/>
                    <a:pt x="321" y="1686"/>
                    <a:pt x="266" y="1686"/>
                  </a:cubicBezTo>
                  <a:cubicBezTo>
                    <a:pt x="189" y="1686"/>
                    <a:pt x="112" y="1718"/>
                    <a:pt x="63" y="1779"/>
                  </a:cubicBezTo>
                  <a:cubicBezTo>
                    <a:pt x="1" y="1884"/>
                    <a:pt x="21" y="2051"/>
                    <a:pt x="126" y="2135"/>
                  </a:cubicBezTo>
                  <a:cubicBezTo>
                    <a:pt x="524" y="2407"/>
                    <a:pt x="963" y="2574"/>
                    <a:pt x="1423" y="2595"/>
                  </a:cubicBezTo>
                  <a:cubicBezTo>
                    <a:pt x="1463" y="2597"/>
                    <a:pt x="1501" y="2598"/>
                    <a:pt x="1540" y="2598"/>
                  </a:cubicBezTo>
                  <a:cubicBezTo>
                    <a:pt x="1954" y="2598"/>
                    <a:pt x="2332" y="2497"/>
                    <a:pt x="2658" y="2344"/>
                  </a:cubicBezTo>
                  <a:cubicBezTo>
                    <a:pt x="3034" y="2156"/>
                    <a:pt x="3369" y="1884"/>
                    <a:pt x="3599" y="1549"/>
                  </a:cubicBezTo>
                  <a:cubicBezTo>
                    <a:pt x="3892" y="1152"/>
                    <a:pt x="4039" y="733"/>
                    <a:pt x="4081" y="273"/>
                  </a:cubicBezTo>
                  <a:cubicBezTo>
                    <a:pt x="4081" y="126"/>
                    <a:pt x="3976" y="1"/>
                    <a:pt x="38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35"/>
            <p:cNvSpPr/>
            <p:nvPr/>
          </p:nvSpPr>
          <p:spPr>
            <a:xfrm flipH="1">
              <a:off x="5104400" y="1116575"/>
              <a:ext cx="85275" cy="85550"/>
            </a:xfrm>
            <a:custGeom>
              <a:avLst/>
              <a:gdLst/>
              <a:ahLst/>
              <a:cxnLst/>
              <a:rect l="l" t="t" r="r" b="b"/>
              <a:pathLst>
                <a:path w="3411" h="3422" extrusionOk="0">
                  <a:moveTo>
                    <a:pt x="3016" y="1"/>
                  </a:moveTo>
                  <a:cubicBezTo>
                    <a:pt x="2989" y="1"/>
                    <a:pt x="2960" y="5"/>
                    <a:pt x="2930" y="14"/>
                  </a:cubicBezTo>
                  <a:cubicBezTo>
                    <a:pt x="2804" y="76"/>
                    <a:pt x="2720" y="202"/>
                    <a:pt x="2783" y="328"/>
                  </a:cubicBezTo>
                  <a:cubicBezTo>
                    <a:pt x="2888" y="662"/>
                    <a:pt x="2888" y="1060"/>
                    <a:pt x="2783" y="1395"/>
                  </a:cubicBezTo>
                  <a:cubicBezTo>
                    <a:pt x="2679" y="1750"/>
                    <a:pt x="2511" y="2022"/>
                    <a:pt x="2281" y="2294"/>
                  </a:cubicBezTo>
                  <a:cubicBezTo>
                    <a:pt x="2051" y="2525"/>
                    <a:pt x="1758" y="2734"/>
                    <a:pt x="1444" y="2838"/>
                  </a:cubicBezTo>
                  <a:cubicBezTo>
                    <a:pt x="1272" y="2896"/>
                    <a:pt x="1086" y="2928"/>
                    <a:pt x="889" y="2928"/>
                  </a:cubicBezTo>
                  <a:cubicBezTo>
                    <a:pt x="727" y="2928"/>
                    <a:pt x="556" y="2906"/>
                    <a:pt x="377" y="2859"/>
                  </a:cubicBezTo>
                  <a:cubicBezTo>
                    <a:pt x="355" y="2852"/>
                    <a:pt x="331" y="2848"/>
                    <a:pt x="307" y="2848"/>
                  </a:cubicBezTo>
                  <a:cubicBezTo>
                    <a:pt x="197" y="2848"/>
                    <a:pt x="80" y="2923"/>
                    <a:pt x="63" y="3027"/>
                  </a:cubicBezTo>
                  <a:cubicBezTo>
                    <a:pt x="0" y="3152"/>
                    <a:pt x="84" y="3320"/>
                    <a:pt x="210" y="3341"/>
                  </a:cubicBezTo>
                  <a:cubicBezTo>
                    <a:pt x="425" y="3394"/>
                    <a:pt x="628" y="3421"/>
                    <a:pt x="829" y="3421"/>
                  </a:cubicBezTo>
                  <a:cubicBezTo>
                    <a:pt x="1096" y="3421"/>
                    <a:pt x="1357" y="3373"/>
                    <a:pt x="1632" y="3278"/>
                  </a:cubicBezTo>
                  <a:cubicBezTo>
                    <a:pt x="2030" y="3152"/>
                    <a:pt x="2386" y="2922"/>
                    <a:pt x="2679" y="2608"/>
                  </a:cubicBezTo>
                  <a:cubicBezTo>
                    <a:pt x="2971" y="2315"/>
                    <a:pt x="3181" y="1918"/>
                    <a:pt x="3285" y="1541"/>
                  </a:cubicBezTo>
                  <a:cubicBezTo>
                    <a:pt x="3390" y="1081"/>
                    <a:pt x="3411" y="620"/>
                    <a:pt x="3243" y="181"/>
                  </a:cubicBezTo>
                  <a:cubicBezTo>
                    <a:pt x="3210" y="65"/>
                    <a:pt x="3124" y="1"/>
                    <a:pt x="30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35"/>
            <p:cNvSpPr/>
            <p:nvPr/>
          </p:nvSpPr>
          <p:spPr>
            <a:xfrm flipH="1">
              <a:off x="5008150" y="1207850"/>
              <a:ext cx="49700" cy="109700"/>
            </a:xfrm>
            <a:custGeom>
              <a:avLst/>
              <a:gdLst/>
              <a:ahLst/>
              <a:cxnLst/>
              <a:rect l="l" t="t" r="r" b="b"/>
              <a:pathLst>
                <a:path w="1988" h="4388" extrusionOk="0">
                  <a:moveTo>
                    <a:pt x="877" y="1"/>
                  </a:moveTo>
                  <a:cubicBezTo>
                    <a:pt x="801" y="1"/>
                    <a:pt x="723" y="42"/>
                    <a:pt x="670" y="108"/>
                  </a:cubicBezTo>
                  <a:cubicBezTo>
                    <a:pt x="586" y="213"/>
                    <a:pt x="628" y="359"/>
                    <a:pt x="732" y="443"/>
                  </a:cubicBezTo>
                  <a:cubicBezTo>
                    <a:pt x="1004" y="652"/>
                    <a:pt x="1193" y="966"/>
                    <a:pt x="1318" y="1301"/>
                  </a:cubicBezTo>
                  <a:cubicBezTo>
                    <a:pt x="1423" y="1656"/>
                    <a:pt x="1486" y="1991"/>
                    <a:pt x="1423" y="2326"/>
                  </a:cubicBezTo>
                  <a:cubicBezTo>
                    <a:pt x="1402" y="2661"/>
                    <a:pt x="1276" y="3016"/>
                    <a:pt x="1067" y="3267"/>
                  </a:cubicBezTo>
                  <a:cubicBezTo>
                    <a:pt x="858" y="3560"/>
                    <a:pt x="565" y="3770"/>
                    <a:pt x="209" y="3895"/>
                  </a:cubicBezTo>
                  <a:cubicBezTo>
                    <a:pt x="63" y="3958"/>
                    <a:pt x="0" y="4083"/>
                    <a:pt x="42" y="4209"/>
                  </a:cubicBezTo>
                  <a:cubicBezTo>
                    <a:pt x="94" y="4312"/>
                    <a:pt x="188" y="4387"/>
                    <a:pt x="289" y="4387"/>
                  </a:cubicBezTo>
                  <a:cubicBezTo>
                    <a:pt x="311" y="4387"/>
                    <a:pt x="334" y="4384"/>
                    <a:pt x="356" y="4376"/>
                  </a:cubicBezTo>
                  <a:cubicBezTo>
                    <a:pt x="837" y="4188"/>
                    <a:pt x="1193" y="3916"/>
                    <a:pt x="1465" y="3560"/>
                  </a:cubicBezTo>
                  <a:cubicBezTo>
                    <a:pt x="1716" y="3184"/>
                    <a:pt x="1862" y="2786"/>
                    <a:pt x="1925" y="2368"/>
                  </a:cubicBezTo>
                  <a:cubicBezTo>
                    <a:pt x="1988" y="1949"/>
                    <a:pt x="1925" y="1531"/>
                    <a:pt x="1799" y="1154"/>
                  </a:cubicBezTo>
                  <a:cubicBezTo>
                    <a:pt x="1632" y="736"/>
                    <a:pt x="1381" y="338"/>
                    <a:pt x="1004" y="45"/>
                  </a:cubicBezTo>
                  <a:cubicBezTo>
                    <a:pt x="966" y="15"/>
                    <a:pt x="922" y="1"/>
                    <a:pt x="8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35"/>
            <p:cNvSpPr/>
            <p:nvPr/>
          </p:nvSpPr>
          <p:spPr>
            <a:xfrm flipH="1">
              <a:off x="5306825" y="808275"/>
              <a:ext cx="408550" cy="400200"/>
            </a:xfrm>
            <a:custGeom>
              <a:avLst/>
              <a:gdLst/>
              <a:ahLst/>
              <a:cxnLst/>
              <a:rect l="l" t="t" r="r" b="b"/>
              <a:pathLst>
                <a:path w="16342" h="16008" extrusionOk="0">
                  <a:moveTo>
                    <a:pt x="0" y="13099"/>
                  </a:moveTo>
                  <a:cubicBezTo>
                    <a:pt x="84" y="11906"/>
                    <a:pt x="314" y="10588"/>
                    <a:pt x="711" y="9165"/>
                  </a:cubicBezTo>
                  <a:cubicBezTo>
                    <a:pt x="3264" y="1"/>
                    <a:pt x="9499" y="105"/>
                    <a:pt x="15693" y="3328"/>
                  </a:cubicBezTo>
                  <a:cubicBezTo>
                    <a:pt x="15902" y="3432"/>
                    <a:pt x="16090" y="3537"/>
                    <a:pt x="16279" y="3641"/>
                  </a:cubicBezTo>
                  <a:cubicBezTo>
                    <a:pt x="16321" y="3851"/>
                    <a:pt x="16341" y="4081"/>
                    <a:pt x="16341" y="4311"/>
                  </a:cubicBezTo>
                  <a:cubicBezTo>
                    <a:pt x="16341" y="5190"/>
                    <a:pt x="15965" y="5943"/>
                    <a:pt x="15358" y="6466"/>
                  </a:cubicBezTo>
                  <a:cubicBezTo>
                    <a:pt x="15776" y="6968"/>
                    <a:pt x="16048" y="7617"/>
                    <a:pt x="16048" y="8286"/>
                  </a:cubicBezTo>
                  <a:cubicBezTo>
                    <a:pt x="16048" y="9835"/>
                    <a:pt x="14814" y="11090"/>
                    <a:pt x="13266" y="11153"/>
                  </a:cubicBezTo>
                  <a:cubicBezTo>
                    <a:pt x="13161" y="12618"/>
                    <a:pt x="11927" y="13768"/>
                    <a:pt x="10441" y="13768"/>
                  </a:cubicBezTo>
                  <a:cubicBezTo>
                    <a:pt x="9981" y="13768"/>
                    <a:pt x="9562" y="13664"/>
                    <a:pt x="9165" y="13455"/>
                  </a:cubicBezTo>
                  <a:cubicBezTo>
                    <a:pt x="8788" y="14605"/>
                    <a:pt x="7721" y="15442"/>
                    <a:pt x="6445" y="15442"/>
                  </a:cubicBezTo>
                  <a:cubicBezTo>
                    <a:pt x="5942" y="15442"/>
                    <a:pt x="5440" y="15296"/>
                    <a:pt x="5064" y="15066"/>
                  </a:cubicBezTo>
                  <a:cubicBezTo>
                    <a:pt x="4541" y="15652"/>
                    <a:pt x="3766" y="16007"/>
                    <a:pt x="2929" y="16007"/>
                  </a:cubicBezTo>
                  <a:cubicBezTo>
                    <a:pt x="1360" y="16007"/>
                    <a:pt x="84" y="14731"/>
                    <a:pt x="84" y="13162"/>
                  </a:cubicBezTo>
                  <a:lnTo>
                    <a:pt x="84" y="12973"/>
                  </a:lnTo>
                  <a:cubicBezTo>
                    <a:pt x="63" y="13078"/>
                    <a:pt x="42" y="13078"/>
                    <a:pt x="0" y="130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35"/>
            <p:cNvSpPr/>
            <p:nvPr/>
          </p:nvSpPr>
          <p:spPr>
            <a:xfrm flipH="1">
              <a:off x="5629575" y="996600"/>
              <a:ext cx="184675" cy="114050"/>
            </a:xfrm>
            <a:custGeom>
              <a:avLst/>
              <a:gdLst/>
              <a:ahLst/>
              <a:cxnLst/>
              <a:rect l="l" t="t" r="r" b="b"/>
              <a:pathLst>
                <a:path w="7387" h="4562" extrusionOk="0">
                  <a:moveTo>
                    <a:pt x="6215" y="0"/>
                  </a:moveTo>
                  <a:lnTo>
                    <a:pt x="1" y="1465"/>
                  </a:lnTo>
                  <a:lnTo>
                    <a:pt x="4959" y="4499"/>
                  </a:lnTo>
                  <a:cubicBezTo>
                    <a:pt x="6550" y="4562"/>
                    <a:pt x="7387" y="1214"/>
                    <a:pt x="62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35"/>
            <p:cNvSpPr/>
            <p:nvPr/>
          </p:nvSpPr>
          <p:spPr>
            <a:xfrm flipH="1">
              <a:off x="4832375" y="1148300"/>
              <a:ext cx="101525" cy="99925"/>
            </a:xfrm>
            <a:custGeom>
              <a:avLst/>
              <a:gdLst/>
              <a:ahLst/>
              <a:cxnLst/>
              <a:rect l="l" t="t" r="r" b="b"/>
              <a:pathLst>
                <a:path w="4061" h="3997" extrusionOk="0">
                  <a:moveTo>
                    <a:pt x="1" y="3913"/>
                  </a:moveTo>
                  <a:cubicBezTo>
                    <a:pt x="524" y="3997"/>
                    <a:pt x="4060" y="3160"/>
                    <a:pt x="2637" y="1590"/>
                  </a:cubicBezTo>
                  <a:cubicBezTo>
                    <a:pt x="1215" y="0"/>
                    <a:pt x="64" y="3348"/>
                    <a:pt x="1" y="39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35"/>
            <p:cNvSpPr/>
            <p:nvPr/>
          </p:nvSpPr>
          <p:spPr>
            <a:xfrm flipH="1">
              <a:off x="4750250" y="1244025"/>
              <a:ext cx="183650" cy="100450"/>
            </a:xfrm>
            <a:custGeom>
              <a:avLst/>
              <a:gdLst/>
              <a:ahLst/>
              <a:cxnLst/>
              <a:rect l="l" t="t" r="r" b="b"/>
              <a:pathLst>
                <a:path w="7346" h="4018" extrusionOk="0">
                  <a:moveTo>
                    <a:pt x="1" y="84"/>
                  </a:moveTo>
                  <a:cubicBezTo>
                    <a:pt x="503" y="670"/>
                    <a:pt x="5776" y="4017"/>
                    <a:pt x="6571" y="2155"/>
                  </a:cubicBezTo>
                  <a:cubicBezTo>
                    <a:pt x="7345" y="314"/>
                    <a:pt x="943" y="0"/>
                    <a:pt x="1" y="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35"/>
            <p:cNvSpPr/>
            <p:nvPr/>
          </p:nvSpPr>
          <p:spPr>
            <a:xfrm flipH="1">
              <a:off x="4886275" y="1246100"/>
              <a:ext cx="82650" cy="72225"/>
            </a:xfrm>
            <a:custGeom>
              <a:avLst/>
              <a:gdLst/>
              <a:ahLst/>
              <a:cxnLst/>
              <a:rect l="l" t="t" r="r" b="b"/>
              <a:pathLst>
                <a:path w="3306" h="2889" extrusionOk="0">
                  <a:moveTo>
                    <a:pt x="1402" y="1"/>
                  </a:moveTo>
                  <a:cubicBezTo>
                    <a:pt x="1737" y="252"/>
                    <a:pt x="3306" y="2595"/>
                    <a:pt x="1674" y="2763"/>
                  </a:cubicBezTo>
                  <a:cubicBezTo>
                    <a:pt x="0" y="2888"/>
                    <a:pt x="1109" y="377"/>
                    <a:pt x="1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35"/>
            <p:cNvSpPr/>
            <p:nvPr/>
          </p:nvSpPr>
          <p:spPr>
            <a:xfrm flipH="1">
              <a:off x="5183375" y="1330425"/>
              <a:ext cx="194625" cy="217775"/>
            </a:xfrm>
            <a:custGeom>
              <a:avLst/>
              <a:gdLst/>
              <a:ahLst/>
              <a:cxnLst/>
              <a:rect l="l" t="t" r="r" b="b"/>
              <a:pathLst>
                <a:path w="7785" h="8711" extrusionOk="0">
                  <a:moveTo>
                    <a:pt x="936" y="0"/>
                  </a:moveTo>
                  <a:cubicBezTo>
                    <a:pt x="629" y="0"/>
                    <a:pt x="387" y="213"/>
                    <a:pt x="315" y="520"/>
                  </a:cubicBezTo>
                  <a:cubicBezTo>
                    <a:pt x="1" y="2089"/>
                    <a:pt x="629" y="3721"/>
                    <a:pt x="1842" y="5227"/>
                  </a:cubicBezTo>
                  <a:cubicBezTo>
                    <a:pt x="3035" y="6650"/>
                    <a:pt x="4855" y="7927"/>
                    <a:pt x="6864" y="8680"/>
                  </a:cubicBezTo>
                  <a:cubicBezTo>
                    <a:pt x="6927" y="8701"/>
                    <a:pt x="6991" y="8711"/>
                    <a:pt x="7055" y="8711"/>
                  </a:cubicBezTo>
                  <a:cubicBezTo>
                    <a:pt x="7312" y="8711"/>
                    <a:pt x="7563" y="8550"/>
                    <a:pt x="7680" y="8282"/>
                  </a:cubicBezTo>
                  <a:cubicBezTo>
                    <a:pt x="7784" y="7968"/>
                    <a:pt x="7617" y="7592"/>
                    <a:pt x="7282" y="7466"/>
                  </a:cubicBezTo>
                  <a:cubicBezTo>
                    <a:pt x="5483" y="6818"/>
                    <a:pt x="3872" y="5688"/>
                    <a:pt x="2805" y="4411"/>
                  </a:cubicBezTo>
                  <a:cubicBezTo>
                    <a:pt x="1863" y="3240"/>
                    <a:pt x="1340" y="1942"/>
                    <a:pt x="1570" y="771"/>
                  </a:cubicBezTo>
                  <a:cubicBezTo>
                    <a:pt x="1654" y="415"/>
                    <a:pt x="1424" y="101"/>
                    <a:pt x="1089" y="17"/>
                  </a:cubicBezTo>
                  <a:cubicBezTo>
                    <a:pt x="1036" y="6"/>
                    <a:pt x="985"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35"/>
            <p:cNvSpPr/>
            <p:nvPr/>
          </p:nvSpPr>
          <p:spPr>
            <a:xfrm flipH="1">
              <a:off x="5183900" y="1514500"/>
              <a:ext cx="64375" cy="128875"/>
            </a:xfrm>
            <a:custGeom>
              <a:avLst/>
              <a:gdLst/>
              <a:ahLst/>
              <a:cxnLst/>
              <a:rect l="l" t="t" r="r" b="b"/>
              <a:pathLst>
                <a:path w="2575" h="5155" extrusionOk="0">
                  <a:moveTo>
                    <a:pt x="1866" y="1"/>
                  </a:moveTo>
                  <a:cubicBezTo>
                    <a:pt x="1735" y="1"/>
                    <a:pt x="1603" y="41"/>
                    <a:pt x="1486" y="124"/>
                  </a:cubicBezTo>
                  <a:cubicBezTo>
                    <a:pt x="670" y="752"/>
                    <a:pt x="294" y="1526"/>
                    <a:pt x="126" y="2321"/>
                  </a:cubicBezTo>
                  <a:cubicBezTo>
                    <a:pt x="1" y="3074"/>
                    <a:pt x="43" y="3869"/>
                    <a:pt x="147" y="4602"/>
                  </a:cubicBezTo>
                  <a:cubicBezTo>
                    <a:pt x="185" y="4904"/>
                    <a:pt x="461" y="5155"/>
                    <a:pt x="761" y="5155"/>
                  </a:cubicBezTo>
                  <a:cubicBezTo>
                    <a:pt x="793" y="5155"/>
                    <a:pt x="826" y="5152"/>
                    <a:pt x="859" y="5146"/>
                  </a:cubicBezTo>
                  <a:cubicBezTo>
                    <a:pt x="1194" y="5125"/>
                    <a:pt x="1466" y="4790"/>
                    <a:pt x="1403" y="4455"/>
                  </a:cubicBezTo>
                  <a:cubicBezTo>
                    <a:pt x="1340" y="3828"/>
                    <a:pt x="1256" y="3158"/>
                    <a:pt x="1361" y="2572"/>
                  </a:cubicBezTo>
                  <a:cubicBezTo>
                    <a:pt x="1466" y="2049"/>
                    <a:pt x="1717" y="1547"/>
                    <a:pt x="2240" y="1149"/>
                  </a:cubicBezTo>
                  <a:cubicBezTo>
                    <a:pt x="2533" y="940"/>
                    <a:pt x="2574" y="543"/>
                    <a:pt x="2386" y="271"/>
                  </a:cubicBezTo>
                  <a:cubicBezTo>
                    <a:pt x="2260" y="94"/>
                    <a:pt x="2065" y="1"/>
                    <a:pt x="18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35"/>
            <p:cNvSpPr/>
            <p:nvPr/>
          </p:nvSpPr>
          <p:spPr>
            <a:xfrm flipH="1">
              <a:off x="5119550" y="1514950"/>
              <a:ext cx="98900" cy="109850"/>
            </a:xfrm>
            <a:custGeom>
              <a:avLst/>
              <a:gdLst/>
              <a:ahLst/>
              <a:cxnLst/>
              <a:rect l="l" t="t" r="r" b="b"/>
              <a:pathLst>
                <a:path w="3956" h="4394" extrusionOk="0">
                  <a:moveTo>
                    <a:pt x="664" y="0"/>
                  </a:moveTo>
                  <a:cubicBezTo>
                    <a:pt x="652" y="0"/>
                    <a:pt x="640" y="1"/>
                    <a:pt x="628" y="2"/>
                  </a:cubicBezTo>
                  <a:cubicBezTo>
                    <a:pt x="293" y="43"/>
                    <a:pt x="1" y="357"/>
                    <a:pt x="42" y="692"/>
                  </a:cubicBezTo>
                  <a:cubicBezTo>
                    <a:pt x="84" y="1717"/>
                    <a:pt x="482" y="2471"/>
                    <a:pt x="1047" y="3035"/>
                  </a:cubicBezTo>
                  <a:cubicBezTo>
                    <a:pt x="1612" y="3600"/>
                    <a:pt x="2260" y="3977"/>
                    <a:pt x="2930" y="4333"/>
                  </a:cubicBezTo>
                  <a:cubicBezTo>
                    <a:pt x="3018" y="4374"/>
                    <a:pt x="3113" y="4394"/>
                    <a:pt x="3208" y="4394"/>
                  </a:cubicBezTo>
                  <a:cubicBezTo>
                    <a:pt x="3449" y="4394"/>
                    <a:pt x="3688" y="4265"/>
                    <a:pt x="3809" y="4040"/>
                  </a:cubicBezTo>
                  <a:cubicBezTo>
                    <a:pt x="3955" y="3726"/>
                    <a:pt x="3830" y="3328"/>
                    <a:pt x="3516" y="3182"/>
                  </a:cubicBezTo>
                  <a:cubicBezTo>
                    <a:pt x="2930" y="2889"/>
                    <a:pt x="2386" y="2575"/>
                    <a:pt x="1967" y="2136"/>
                  </a:cubicBezTo>
                  <a:cubicBezTo>
                    <a:pt x="1612" y="1759"/>
                    <a:pt x="1340" y="1257"/>
                    <a:pt x="1319" y="608"/>
                  </a:cubicBezTo>
                  <a:cubicBezTo>
                    <a:pt x="1298" y="285"/>
                    <a:pt x="1005" y="0"/>
                    <a:pt x="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35"/>
            <p:cNvSpPr/>
            <p:nvPr/>
          </p:nvSpPr>
          <p:spPr>
            <a:xfrm flipH="1">
              <a:off x="4945375" y="915525"/>
              <a:ext cx="601575" cy="674800"/>
            </a:xfrm>
            <a:custGeom>
              <a:avLst/>
              <a:gdLst/>
              <a:ahLst/>
              <a:cxnLst/>
              <a:rect l="l" t="t" r="r" b="b"/>
              <a:pathLst>
                <a:path w="24063" h="26992" extrusionOk="0">
                  <a:moveTo>
                    <a:pt x="22389" y="26992"/>
                  </a:moveTo>
                  <a:cubicBezTo>
                    <a:pt x="24063" y="20694"/>
                    <a:pt x="17430" y="0"/>
                    <a:pt x="8098" y="8767"/>
                  </a:cubicBezTo>
                  <a:cubicBezTo>
                    <a:pt x="0" y="16383"/>
                    <a:pt x="18874" y="20296"/>
                    <a:pt x="22389" y="2699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35"/>
            <p:cNvSpPr/>
            <p:nvPr/>
          </p:nvSpPr>
          <p:spPr>
            <a:xfrm flipH="1">
              <a:off x="5506125" y="957300"/>
              <a:ext cx="105175" cy="43575"/>
            </a:xfrm>
            <a:custGeom>
              <a:avLst/>
              <a:gdLst/>
              <a:ahLst/>
              <a:cxnLst/>
              <a:rect l="l" t="t" r="r" b="b"/>
              <a:pathLst>
                <a:path w="4207" h="1743" extrusionOk="0">
                  <a:moveTo>
                    <a:pt x="373" y="0"/>
                  </a:moveTo>
                  <a:cubicBezTo>
                    <a:pt x="327" y="0"/>
                    <a:pt x="279" y="8"/>
                    <a:pt x="231" y="24"/>
                  </a:cubicBezTo>
                  <a:cubicBezTo>
                    <a:pt x="85" y="108"/>
                    <a:pt x="1" y="296"/>
                    <a:pt x="85" y="484"/>
                  </a:cubicBezTo>
                  <a:cubicBezTo>
                    <a:pt x="231" y="819"/>
                    <a:pt x="440" y="1049"/>
                    <a:pt x="712" y="1258"/>
                  </a:cubicBezTo>
                  <a:cubicBezTo>
                    <a:pt x="1089" y="1551"/>
                    <a:pt x="1570" y="1698"/>
                    <a:pt x="2030" y="1740"/>
                  </a:cubicBezTo>
                  <a:cubicBezTo>
                    <a:pt x="2071" y="1741"/>
                    <a:pt x="2112" y="1742"/>
                    <a:pt x="2152" y="1742"/>
                  </a:cubicBezTo>
                  <a:cubicBezTo>
                    <a:pt x="2589" y="1742"/>
                    <a:pt x="3006" y="1640"/>
                    <a:pt x="3370" y="1468"/>
                  </a:cubicBezTo>
                  <a:cubicBezTo>
                    <a:pt x="3663" y="1342"/>
                    <a:pt x="3935" y="1154"/>
                    <a:pt x="4102" y="924"/>
                  </a:cubicBezTo>
                  <a:cubicBezTo>
                    <a:pt x="4207" y="798"/>
                    <a:pt x="4186" y="589"/>
                    <a:pt x="4060" y="442"/>
                  </a:cubicBezTo>
                  <a:cubicBezTo>
                    <a:pt x="4003" y="402"/>
                    <a:pt x="3940" y="383"/>
                    <a:pt x="3875" y="383"/>
                  </a:cubicBezTo>
                  <a:cubicBezTo>
                    <a:pt x="3773" y="383"/>
                    <a:pt x="3668" y="429"/>
                    <a:pt x="3579" y="505"/>
                  </a:cubicBezTo>
                  <a:cubicBezTo>
                    <a:pt x="3474" y="652"/>
                    <a:pt x="3286" y="756"/>
                    <a:pt x="3098" y="861"/>
                  </a:cubicBezTo>
                  <a:cubicBezTo>
                    <a:pt x="2805" y="1007"/>
                    <a:pt x="2428" y="1070"/>
                    <a:pt x="2072" y="1070"/>
                  </a:cubicBezTo>
                  <a:cubicBezTo>
                    <a:pt x="1738" y="1049"/>
                    <a:pt x="1361" y="965"/>
                    <a:pt x="1110" y="735"/>
                  </a:cubicBezTo>
                  <a:cubicBezTo>
                    <a:pt x="922" y="610"/>
                    <a:pt x="775" y="421"/>
                    <a:pt x="670" y="191"/>
                  </a:cubicBezTo>
                  <a:cubicBezTo>
                    <a:pt x="624" y="67"/>
                    <a:pt x="507" y="0"/>
                    <a:pt x="3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0" name="Google Shape;2500;p35"/>
          <p:cNvGrpSpPr/>
          <p:nvPr/>
        </p:nvGrpSpPr>
        <p:grpSpPr>
          <a:xfrm rot="875348">
            <a:off x="8028353" y="146851"/>
            <a:ext cx="1050285" cy="779303"/>
            <a:chOff x="7440630" y="3827386"/>
            <a:chExt cx="1455982" cy="1080327"/>
          </a:xfrm>
        </p:grpSpPr>
        <p:grpSp>
          <p:nvGrpSpPr>
            <p:cNvPr id="2501" name="Google Shape;2501;p35"/>
            <p:cNvGrpSpPr/>
            <p:nvPr/>
          </p:nvGrpSpPr>
          <p:grpSpPr>
            <a:xfrm flipH="1">
              <a:off x="7440630" y="3827386"/>
              <a:ext cx="1455982" cy="1080327"/>
              <a:chOff x="2341000" y="2236050"/>
              <a:chExt cx="1314300" cy="975200"/>
            </a:xfrm>
          </p:grpSpPr>
          <p:sp>
            <p:nvSpPr>
              <p:cNvPr id="2502" name="Google Shape;2502;p35"/>
              <p:cNvSpPr/>
              <p:nvPr/>
            </p:nvSpPr>
            <p:spPr>
              <a:xfrm>
                <a:off x="2867225" y="3028450"/>
                <a:ext cx="172650" cy="181025"/>
              </a:xfrm>
              <a:custGeom>
                <a:avLst/>
                <a:gdLst/>
                <a:ahLst/>
                <a:cxnLst/>
                <a:rect l="l" t="t" r="r" b="b"/>
                <a:pathLst>
                  <a:path w="6906" h="7241" extrusionOk="0">
                    <a:moveTo>
                      <a:pt x="1234" y="0"/>
                    </a:moveTo>
                    <a:cubicBezTo>
                      <a:pt x="0" y="467"/>
                      <a:pt x="1301" y="1935"/>
                      <a:pt x="1835" y="2269"/>
                    </a:cubicBezTo>
                    <a:cubicBezTo>
                      <a:pt x="2669" y="2802"/>
                      <a:pt x="3569" y="3303"/>
                      <a:pt x="4337" y="3936"/>
                    </a:cubicBezTo>
                    <a:cubicBezTo>
                      <a:pt x="4770" y="4270"/>
                      <a:pt x="5271" y="4604"/>
                      <a:pt x="5571" y="5004"/>
                    </a:cubicBezTo>
                    <a:cubicBezTo>
                      <a:pt x="6138" y="5771"/>
                      <a:pt x="5771" y="6305"/>
                      <a:pt x="5671" y="7039"/>
                    </a:cubicBezTo>
                    <a:cubicBezTo>
                      <a:pt x="5671" y="7139"/>
                      <a:pt x="5747" y="7240"/>
                      <a:pt x="5842" y="7240"/>
                    </a:cubicBezTo>
                    <a:cubicBezTo>
                      <a:pt x="5873" y="7240"/>
                      <a:pt x="5905" y="7230"/>
                      <a:pt x="5938" y="7205"/>
                    </a:cubicBezTo>
                    <a:cubicBezTo>
                      <a:pt x="6905" y="6538"/>
                      <a:pt x="6338" y="5104"/>
                      <a:pt x="5671" y="4437"/>
                    </a:cubicBezTo>
                    <a:cubicBezTo>
                      <a:pt x="5071" y="3803"/>
                      <a:pt x="4303" y="3303"/>
                      <a:pt x="3603" y="2802"/>
                    </a:cubicBezTo>
                    <a:cubicBezTo>
                      <a:pt x="2736" y="2235"/>
                      <a:pt x="467" y="1401"/>
                      <a:pt x="1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35"/>
              <p:cNvSpPr/>
              <p:nvPr/>
            </p:nvSpPr>
            <p:spPr>
              <a:xfrm>
                <a:off x="3012975" y="3154800"/>
                <a:ext cx="35175" cy="43000"/>
              </a:xfrm>
              <a:custGeom>
                <a:avLst/>
                <a:gdLst/>
                <a:ahLst/>
                <a:cxnLst/>
                <a:rect l="l" t="t" r="r" b="b"/>
                <a:pathLst>
                  <a:path w="1407" h="1720" extrusionOk="0">
                    <a:moveTo>
                      <a:pt x="100" y="1"/>
                    </a:moveTo>
                    <a:cubicBezTo>
                      <a:pt x="36" y="1"/>
                      <a:pt x="0" y="118"/>
                      <a:pt x="74" y="217"/>
                    </a:cubicBezTo>
                    <a:cubicBezTo>
                      <a:pt x="475" y="584"/>
                      <a:pt x="775" y="1051"/>
                      <a:pt x="975" y="1584"/>
                    </a:cubicBezTo>
                    <a:cubicBezTo>
                      <a:pt x="1023" y="1679"/>
                      <a:pt x="1096" y="1719"/>
                      <a:pt x="1165" y="1719"/>
                    </a:cubicBezTo>
                    <a:cubicBezTo>
                      <a:pt x="1291" y="1719"/>
                      <a:pt x="1406" y="1589"/>
                      <a:pt x="1342" y="1418"/>
                    </a:cubicBezTo>
                    <a:cubicBezTo>
                      <a:pt x="1109" y="850"/>
                      <a:pt x="742" y="383"/>
                      <a:pt x="175" y="50"/>
                    </a:cubicBezTo>
                    <a:cubicBezTo>
                      <a:pt x="149" y="15"/>
                      <a:pt x="123"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35"/>
              <p:cNvSpPr/>
              <p:nvPr/>
            </p:nvSpPr>
            <p:spPr>
              <a:xfrm>
                <a:off x="2986550" y="3156900"/>
                <a:ext cx="32600" cy="41800"/>
              </a:xfrm>
              <a:custGeom>
                <a:avLst/>
                <a:gdLst/>
                <a:ahLst/>
                <a:cxnLst/>
                <a:rect l="l" t="t" r="r" b="b"/>
                <a:pathLst>
                  <a:path w="1304" h="1672" extrusionOk="0">
                    <a:moveTo>
                      <a:pt x="1190" y="0"/>
                    </a:moveTo>
                    <a:cubicBezTo>
                      <a:pt x="1144" y="0"/>
                      <a:pt x="1093" y="29"/>
                      <a:pt x="1065" y="99"/>
                    </a:cubicBezTo>
                    <a:cubicBezTo>
                      <a:pt x="1031" y="333"/>
                      <a:pt x="898" y="533"/>
                      <a:pt x="731" y="766"/>
                    </a:cubicBezTo>
                    <a:cubicBezTo>
                      <a:pt x="564" y="933"/>
                      <a:pt x="398" y="1033"/>
                      <a:pt x="197" y="1167"/>
                    </a:cubicBezTo>
                    <a:cubicBezTo>
                      <a:pt x="0" y="1336"/>
                      <a:pt x="160" y="1671"/>
                      <a:pt x="375" y="1671"/>
                    </a:cubicBezTo>
                    <a:cubicBezTo>
                      <a:pt x="415" y="1671"/>
                      <a:pt x="456" y="1660"/>
                      <a:pt x="498" y="1634"/>
                    </a:cubicBezTo>
                    <a:cubicBezTo>
                      <a:pt x="998" y="1367"/>
                      <a:pt x="1265" y="666"/>
                      <a:pt x="1265" y="133"/>
                    </a:cubicBezTo>
                    <a:cubicBezTo>
                      <a:pt x="1304" y="55"/>
                      <a:pt x="1253" y="0"/>
                      <a:pt x="11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35"/>
              <p:cNvSpPr/>
              <p:nvPr/>
            </p:nvSpPr>
            <p:spPr>
              <a:xfrm>
                <a:off x="3554125" y="2816900"/>
                <a:ext cx="101175" cy="86475"/>
              </a:xfrm>
              <a:custGeom>
                <a:avLst/>
                <a:gdLst/>
                <a:ahLst/>
                <a:cxnLst/>
                <a:rect l="l" t="t" r="r" b="b"/>
                <a:pathLst>
                  <a:path w="4047" h="3459" extrusionOk="0">
                    <a:moveTo>
                      <a:pt x="180" y="0"/>
                    </a:moveTo>
                    <a:cubicBezTo>
                      <a:pt x="32" y="0"/>
                      <a:pt x="0" y="405"/>
                      <a:pt x="177" y="523"/>
                    </a:cubicBezTo>
                    <a:cubicBezTo>
                      <a:pt x="177" y="523"/>
                      <a:pt x="211" y="523"/>
                      <a:pt x="211" y="557"/>
                    </a:cubicBezTo>
                    <a:lnTo>
                      <a:pt x="211" y="3125"/>
                    </a:lnTo>
                    <a:lnTo>
                      <a:pt x="177" y="3125"/>
                    </a:lnTo>
                    <a:cubicBezTo>
                      <a:pt x="44" y="3158"/>
                      <a:pt x="111" y="3459"/>
                      <a:pt x="211" y="3459"/>
                    </a:cubicBezTo>
                    <a:cubicBezTo>
                      <a:pt x="1478" y="3259"/>
                      <a:pt x="2679" y="3025"/>
                      <a:pt x="3880" y="2558"/>
                    </a:cubicBezTo>
                    <a:cubicBezTo>
                      <a:pt x="4013" y="2458"/>
                      <a:pt x="4047" y="2191"/>
                      <a:pt x="3947" y="2091"/>
                    </a:cubicBezTo>
                    <a:cubicBezTo>
                      <a:pt x="2712" y="1357"/>
                      <a:pt x="1512" y="623"/>
                      <a:pt x="244" y="23"/>
                    </a:cubicBezTo>
                    <a:cubicBezTo>
                      <a:pt x="221" y="7"/>
                      <a:pt x="199" y="0"/>
                      <a:pt x="1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35"/>
              <p:cNvSpPr/>
              <p:nvPr/>
            </p:nvSpPr>
            <p:spPr>
              <a:xfrm>
                <a:off x="3558550" y="2877500"/>
                <a:ext cx="95100" cy="10125"/>
              </a:xfrm>
              <a:custGeom>
                <a:avLst/>
                <a:gdLst/>
                <a:ahLst/>
                <a:cxnLst/>
                <a:rect l="l" t="t" r="r" b="b"/>
                <a:pathLst>
                  <a:path w="3804" h="405" extrusionOk="0">
                    <a:moveTo>
                      <a:pt x="3803" y="1"/>
                    </a:moveTo>
                    <a:lnTo>
                      <a:pt x="3803" y="1"/>
                    </a:lnTo>
                    <a:cubicBezTo>
                      <a:pt x="2535" y="267"/>
                      <a:pt x="1301" y="301"/>
                      <a:pt x="34" y="334"/>
                    </a:cubicBezTo>
                    <a:cubicBezTo>
                      <a:pt x="0" y="334"/>
                      <a:pt x="0" y="368"/>
                      <a:pt x="34" y="368"/>
                    </a:cubicBezTo>
                    <a:cubicBezTo>
                      <a:pt x="330" y="392"/>
                      <a:pt x="633" y="404"/>
                      <a:pt x="938" y="404"/>
                    </a:cubicBezTo>
                    <a:cubicBezTo>
                      <a:pt x="1902" y="404"/>
                      <a:pt x="2891" y="279"/>
                      <a:pt x="38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35"/>
              <p:cNvSpPr/>
              <p:nvPr/>
            </p:nvSpPr>
            <p:spPr>
              <a:xfrm>
                <a:off x="2416075" y="2530300"/>
                <a:ext cx="346925" cy="302200"/>
              </a:xfrm>
              <a:custGeom>
                <a:avLst/>
                <a:gdLst/>
                <a:ahLst/>
                <a:cxnLst/>
                <a:rect l="l" t="t" r="r" b="b"/>
                <a:pathLst>
                  <a:path w="13877" h="12088" extrusionOk="0">
                    <a:moveTo>
                      <a:pt x="602" y="1"/>
                    </a:moveTo>
                    <a:cubicBezTo>
                      <a:pt x="504" y="1"/>
                      <a:pt x="411" y="23"/>
                      <a:pt x="334" y="79"/>
                    </a:cubicBezTo>
                    <a:cubicBezTo>
                      <a:pt x="33" y="245"/>
                      <a:pt x="0" y="646"/>
                      <a:pt x="100" y="979"/>
                    </a:cubicBezTo>
                    <a:cubicBezTo>
                      <a:pt x="200" y="1246"/>
                      <a:pt x="434" y="1513"/>
                      <a:pt x="667" y="1713"/>
                    </a:cubicBezTo>
                    <a:cubicBezTo>
                      <a:pt x="4703" y="5683"/>
                      <a:pt x="8840" y="9686"/>
                      <a:pt x="13877" y="12087"/>
                    </a:cubicBezTo>
                    <a:lnTo>
                      <a:pt x="11442" y="9385"/>
                    </a:lnTo>
                    <a:cubicBezTo>
                      <a:pt x="10374" y="9252"/>
                      <a:pt x="9507" y="8585"/>
                      <a:pt x="8706" y="7918"/>
                    </a:cubicBezTo>
                    <a:cubicBezTo>
                      <a:pt x="7105" y="6550"/>
                      <a:pt x="5604" y="5016"/>
                      <a:pt x="4270" y="3314"/>
                    </a:cubicBezTo>
                    <a:cubicBezTo>
                      <a:pt x="3336" y="2147"/>
                      <a:pt x="2468" y="846"/>
                      <a:pt x="1168" y="179"/>
                    </a:cubicBezTo>
                    <a:cubicBezTo>
                      <a:pt x="1012" y="90"/>
                      <a:pt x="797" y="1"/>
                      <a:pt x="6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35"/>
              <p:cNvSpPr/>
              <p:nvPr/>
            </p:nvSpPr>
            <p:spPr>
              <a:xfrm>
                <a:off x="2407725" y="2520525"/>
                <a:ext cx="366575" cy="316100"/>
              </a:xfrm>
              <a:custGeom>
                <a:avLst/>
                <a:gdLst/>
                <a:ahLst/>
                <a:cxnLst/>
                <a:rect l="l" t="t" r="r" b="b"/>
                <a:pathLst>
                  <a:path w="14663" h="12644" extrusionOk="0">
                    <a:moveTo>
                      <a:pt x="976" y="1"/>
                    </a:moveTo>
                    <a:cubicBezTo>
                      <a:pt x="539" y="1"/>
                      <a:pt x="144" y="263"/>
                      <a:pt x="67" y="803"/>
                    </a:cubicBezTo>
                    <a:cubicBezTo>
                      <a:pt x="0" y="1737"/>
                      <a:pt x="1035" y="2438"/>
                      <a:pt x="1568" y="2971"/>
                    </a:cubicBezTo>
                    <a:cubicBezTo>
                      <a:pt x="3403" y="4773"/>
                      <a:pt x="5238" y="6541"/>
                      <a:pt x="7206" y="8142"/>
                    </a:cubicBezTo>
                    <a:cubicBezTo>
                      <a:pt x="9340" y="9910"/>
                      <a:pt x="11575" y="11444"/>
                      <a:pt x="14044" y="12612"/>
                    </a:cubicBezTo>
                    <a:cubicBezTo>
                      <a:pt x="14092" y="12634"/>
                      <a:pt x="14140" y="12644"/>
                      <a:pt x="14185" y="12644"/>
                    </a:cubicBezTo>
                    <a:cubicBezTo>
                      <a:pt x="14479" y="12644"/>
                      <a:pt x="14662" y="12223"/>
                      <a:pt x="14344" y="12078"/>
                    </a:cubicBezTo>
                    <a:cubicBezTo>
                      <a:pt x="9407" y="9710"/>
                      <a:pt x="5404" y="5840"/>
                      <a:pt x="1502" y="2071"/>
                    </a:cubicBezTo>
                    <a:cubicBezTo>
                      <a:pt x="1335" y="1904"/>
                      <a:pt x="834" y="1504"/>
                      <a:pt x="801" y="1270"/>
                    </a:cubicBezTo>
                    <a:cubicBezTo>
                      <a:pt x="938" y="904"/>
                      <a:pt x="1091" y="726"/>
                      <a:pt x="1271" y="726"/>
                    </a:cubicBezTo>
                    <a:cubicBezTo>
                      <a:pt x="1353" y="726"/>
                      <a:pt x="1441" y="763"/>
                      <a:pt x="1535" y="837"/>
                    </a:cubicBezTo>
                    <a:cubicBezTo>
                      <a:pt x="1668" y="937"/>
                      <a:pt x="1735" y="970"/>
                      <a:pt x="1868" y="1070"/>
                    </a:cubicBezTo>
                    <a:cubicBezTo>
                      <a:pt x="2402" y="1437"/>
                      <a:pt x="2869" y="1937"/>
                      <a:pt x="3303" y="2471"/>
                    </a:cubicBezTo>
                    <a:cubicBezTo>
                      <a:pt x="4137" y="3472"/>
                      <a:pt x="4871" y="4573"/>
                      <a:pt x="5738" y="5540"/>
                    </a:cubicBezTo>
                    <a:cubicBezTo>
                      <a:pt x="6672" y="6541"/>
                      <a:pt x="7639" y="7475"/>
                      <a:pt x="8673" y="8375"/>
                    </a:cubicBezTo>
                    <a:cubicBezTo>
                      <a:pt x="9541" y="9109"/>
                      <a:pt x="10508" y="9776"/>
                      <a:pt x="11642" y="9976"/>
                    </a:cubicBezTo>
                    <a:cubicBezTo>
                      <a:pt x="11690" y="9997"/>
                      <a:pt x="11735" y="10006"/>
                      <a:pt x="11776" y="10006"/>
                    </a:cubicBezTo>
                    <a:cubicBezTo>
                      <a:pt x="12075" y="10006"/>
                      <a:pt x="12165" y="9531"/>
                      <a:pt x="11842" y="9443"/>
                    </a:cubicBezTo>
                    <a:cubicBezTo>
                      <a:pt x="10541" y="9209"/>
                      <a:pt x="9541" y="8375"/>
                      <a:pt x="8573" y="7475"/>
                    </a:cubicBezTo>
                    <a:cubicBezTo>
                      <a:pt x="7639" y="6641"/>
                      <a:pt x="6739" y="5740"/>
                      <a:pt x="5905" y="4773"/>
                    </a:cubicBezTo>
                    <a:cubicBezTo>
                      <a:pt x="5137" y="3872"/>
                      <a:pt x="4404" y="2905"/>
                      <a:pt x="3670" y="1937"/>
                    </a:cubicBezTo>
                    <a:cubicBezTo>
                      <a:pt x="3069" y="1237"/>
                      <a:pt x="2302" y="403"/>
                      <a:pt x="1368" y="69"/>
                    </a:cubicBezTo>
                    <a:cubicBezTo>
                      <a:pt x="1238" y="24"/>
                      <a:pt x="1105" y="1"/>
                      <a:pt x="9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35"/>
              <p:cNvSpPr/>
              <p:nvPr/>
            </p:nvSpPr>
            <p:spPr>
              <a:xfrm>
                <a:off x="2371025" y="2596475"/>
                <a:ext cx="457025" cy="272700"/>
              </a:xfrm>
              <a:custGeom>
                <a:avLst/>
                <a:gdLst/>
                <a:ahLst/>
                <a:cxnLst/>
                <a:rect l="l" t="t" r="r" b="b"/>
                <a:pathLst>
                  <a:path w="18281" h="10908" extrusionOk="0">
                    <a:moveTo>
                      <a:pt x="683" y="0"/>
                    </a:moveTo>
                    <a:cubicBezTo>
                      <a:pt x="501" y="0"/>
                      <a:pt x="318" y="21"/>
                      <a:pt x="134" y="67"/>
                    </a:cubicBezTo>
                    <a:cubicBezTo>
                      <a:pt x="1" y="534"/>
                      <a:pt x="368" y="934"/>
                      <a:pt x="735" y="1234"/>
                    </a:cubicBezTo>
                    <a:cubicBezTo>
                      <a:pt x="5738" y="5838"/>
                      <a:pt x="11776" y="9207"/>
                      <a:pt x="18280" y="10908"/>
                    </a:cubicBezTo>
                    <a:lnTo>
                      <a:pt x="12643" y="7572"/>
                    </a:lnTo>
                    <a:cubicBezTo>
                      <a:pt x="9608" y="5437"/>
                      <a:pt x="6572" y="3369"/>
                      <a:pt x="3503" y="1234"/>
                    </a:cubicBezTo>
                    <a:cubicBezTo>
                      <a:pt x="2656" y="641"/>
                      <a:pt x="1689" y="0"/>
                      <a:pt x="6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35"/>
              <p:cNvSpPr/>
              <p:nvPr/>
            </p:nvSpPr>
            <p:spPr>
              <a:xfrm>
                <a:off x="2364350" y="2588700"/>
                <a:ext cx="474600" cy="287450"/>
              </a:xfrm>
              <a:custGeom>
                <a:avLst/>
                <a:gdLst/>
                <a:ahLst/>
                <a:cxnLst/>
                <a:rect l="l" t="t" r="r" b="b"/>
                <a:pathLst>
                  <a:path w="18984" h="11498" extrusionOk="0">
                    <a:moveTo>
                      <a:pt x="813" y="1"/>
                    </a:moveTo>
                    <a:cubicBezTo>
                      <a:pt x="633" y="1"/>
                      <a:pt x="451" y="15"/>
                      <a:pt x="268" y="44"/>
                    </a:cubicBezTo>
                    <a:cubicBezTo>
                      <a:pt x="168" y="78"/>
                      <a:pt x="68" y="211"/>
                      <a:pt x="68" y="345"/>
                    </a:cubicBezTo>
                    <a:cubicBezTo>
                      <a:pt x="1" y="1078"/>
                      <a:pt x="568" y="1579"/>
                      <a:pt x="1068" y="2012"/>
                    </a:cubicBezTo>
                    <a:cubicBezTo>
                      <a:pt x="1735" y="2646"/>
                      <a:pt x="2436" y="3213"/>
                      <a:pt x="3203" y="3814"/>
                    </a:cubicBezTo>
                    <a:cubicBezTo>
                      <a:pt x="4704" y="5015"/>
                      <a:pt x="6272" y="6082"/>
                      <a:pt x="7940" y="7049"/>
                    </a:cubicBezTo>
                    <a:cubicBezTo>
                      <a:pt x="11242" y="9017"/>
                      <a:pt x="14778" y="10485"/>
                      <a:pt x="18447" y="11486"/>
                    </a:cubicBezTo>
                    <a:cubicBezTo>
                      <a:pt x="18478" y="11493"/>
                      <a:pt x="18507" y="11497"/>
                      <a:pt x="18535" y="11497"/>
                    </a:cubicBezTo>
                    <a:cubicBezTo>
                      <a:pt x="18870" y="11497"/>
                      <a:pt x="18984" y="10975"/>
                      <a:pt x="18614" y="10852"/>
                    </a:cubicBezTo>
                    <a:cubicBezTo>
                      <a:pt x="15278" y="9918"/>
                      <a:pt x="12043" y="8650"/>
                      <a:pt x="9007" y="6883"/>
                    </a:cubicBezTo>
                    <a:cubicBezTo>
                      <a:pt x="7540" y="6049"/>
                      <a:pt x="6105" y="5148"/>
                      <a:pt x="4738" y="4147"/>
                    </a:cubicBezTo>
                    <a:cubicBezTo>
                      <a:pt x="4004" y="3580"/>
                      <a:pt x="3270" y="3013"/>
                      <a:pt x="2569" y="2413"/>
                    </a:cubicBezTo>
                    <a:cubicBezTo>
                      <a:pt x="2094" y="2027"/>
                      <a:pt x="905" y="1270"/>
                      <a:pt x="720" y="520"/>
                    </a:cubicBezTo>
                    <a:lnTo>
                      <a:pt x="720" y="520"/>
                    </a:lnTo>
                    <a:cubicBezTo>
                      <a:pt x="776" y="516"/>
                      <a:pt x="832" y="514"/>
                      <a:pt x="887" y="514"/>
                    </a:cubicBezTo>
                    <a:cubicBezTo>
                      <a:pt x="1994" y="514"/>
                      <a:pt x="2976" y="1250"/>
                      <a:pt x="3904" y="1879"/>
                    </a:cubicBezTo>
                    <a:cubicBezTo>
                      <a:pt x="4904" y="2546"/>
                      <a:pt x="5872" y="3247"/>
                      <a:pt x="6872" y="3914"/>
                    </a:cubicBezTo>
                    <a:cubicBezTo>
                      <a:pt x="8841" y="5315"/>
                      <a:pt x="10775" y="6682"/>
                      <a:pt x="12777" y="8017"/>
                    </a:cubicBezTo>
                    <a:cubicBezTo>
                      <a:pt x="12849" y="8105"/>
                      <a:pt x="12922" y="8141"/>
                      <a:pt x="12985" y="8141"/>
                    </a:cubicBezTo>
                    <a:cubicBezTo>
                      <a:pt x="13185" y="8141"/>
                      <a:pt x="13297" y="7785"/>
                      <a:pt x="13044" y="7583"/>
                    </a:cubicBezTo>
                    <a:cubicBezTo>
                      <a:pt x="10775" y="6049"/>
                      <a:pt x="8574" y="4514"/>
                      <a:pt x="6339" y="2913"/>
                    </a:cubicBezTo>
                    <a:cubicBezTo>
                      <a:pt x="4714" y="1809"/>
                      <a:pt x="2863" y="1"/>
                      <a:pt x="8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35"/>
              <p:cNvSpPr/>
              <p:nvPr/>
            </p:nvSpPr>
            <p:spPr>
              <a:xfrm>
                <a:off x="2351850" y="2676825"/>
                <a:ext cx="347775" cy="170675"/>
              </a:xfrm>
              <a:custGeom>
                <a:avLst/>
                <a:gdLst/>
                <a:ahLst/>
                <a:cxnLst/>
                <a:rect l="l" t="t" r="r" b="b"/>
                <a:pathLst>
                  <a:path w="13911" h="6827" extrusionOk="0">
                    <a:moveTo>
                      <a:pt x="986" y="0"/>
                    </a:moveTo>
                    <a:cubicBezTo>
                      <a:pt x="815" y="0"/>
                      <a:pt x="651" y="43"/>
                      <a:pt x="501" y="155"/>
                    </a:cubicBezTo>
                    <a:cubicBezTo>
                      <a:pt x="1" y="522"/>
                      <a:pt x="67" y="1356"/>
                      <a:pt x="367" y="1890"/>
                    </a:cubicBezTo>
                    <a:cubicBezTo>
                      <a:pt x="1101" y="3224"/>
                      <a:pt x="2569" y="3858"/>
                      <a:pt x="4003" y="4292"/>
                    </a:cubicBezTo>
                    <a:cubicBezTo>
                      <a:pt x="6425" y="5035"/>
                      <a:pt x="8961" y="5528"/>
                      <a:pt x="11478" y="5528"/>
                    </a:cubicBezTo>
                    <a:cubicBezTo>
                      <a:pt x="11605" y="5528"/>
                      <a:pt x="11731" y="5527"/>
                      <a:pt x="11857" y="5524"/>
                    </a:cubicBezTo>
                    <a:lnTo>
                      <a:pt x="11857" y="5524"/>
                    </a:lnTo>
                    <a:cubicBezTo>
                      <a:pt x="12494" y="5945"/>
                      <a:pt x="13123" y="6379"/>
                      <a:pt x="13744" y="6827"/>
                    </a:cubicBezTo>
                    <a:lnTo>
                      <a:pt x="13910" y="5226"/>
                    </a:lnTo>
                    <a:lnTo>
                      <a:pt x="13910" y="5226"/>
                    </a:lnTo>
                    <a:cubicBezTo>
                      <a:pt x="13677" y="5359"/>
                      <a:pt x="13377" y="5392"/>
                      <a:pt x="13077" y="5459"/>
                    </a:cubicBezTo>
                    <a:cubicBezTo>
                      <a:pt x="12671" y="5495"/>
                      <a:pt x="12264" y="5516"/>
                      <a:pt x="11857" y="5524"/>
                    </a:cubicBezTo>
                    <a:lnTo>
                      <a:pt x="11857" y="5524"/>
                    </a:lnTo>
                    <a:cubicBezTo>
                      <a:pt x="8694" y="3433"/>
                      <a:pt x="5339" y="1666"/>
                      <a:pt x="1869" y="222"/>
                    </a:cubicBezTo>
                    <a:cubicBezTo>
                      <a:pt x="1577" y="118"/>
                      <a:pt x="1272" y="0"/>
                      <a:pt x="9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35"/>
              <p:cNvSpPr/>
              <p:nvPr/>
            </p:nvSpPr>
            <p:spPr>
              <a:xfrm>
                <a:off x="2341000" y="2669200"/>
                <a:ext cx="369175" cy="187200"/>
              </a:xfrm>
              <a:custGeom>
                <a:avLst/>
                <a:gdLst/>
                <a:ahLst/>
                <a:cxnLst/>
                <a:rect l="l" t="t" r="r" b="b"/>
                <a:pathLst>
                  <a:path w="14767" h="7488" extrusionOk="0">
                    <a:moveTo>
                      <a:pt x="1434" y="692"/>
                    </a:moveTo>
                    <a:cubicBezTo>
                      <a:pt x="1874" y="692"/>
                      <a:pt x="2449" y="962"/>
                      <a:pt x="2770" y="1094"/>
                    </a:cubicBezTo>
                    <a:cubicBezTo>
                      <a:pt x="3370" y="1328"/>
                      <a:pt x="4004" y="1628"/>
                      <a:pt x="4638" y="1928"/>
                    </a:cubicBezTo>
                    <a:cubicBezTo>
                      <a:pt x="5705" y="2428"/>
                      <a:pt x="6806" y="2962"/>
                      <a:pt x="7873" y="3529"/>
                    </a:cubicBezTo>
                    <a:cubicBezTo>
                      <a:pt x="9010" y="4151"/>
                      <a:pt x="10118" y="4810"/>
                      <a:pt x="11203" y="5508"/>
                    </a:cubicBezTo>
                    <a:lnTo>
                      <a:pt x="11203" y="5508"/>
                    </a:lnTo>
                    <a:cubicBezTo>
                      <a:pt x="10941" y="5494"/>
                      <a:pt x="10685" y="5477"/>
                      <a:pt x="10442" y="5464"/>
                    </a:cubicBezTo>
                    <a:cubicBezTo>
                      <a:pt x="9141" y="5364"/>
                      <a:pt x="7840" y="5164"/>
                      <a:pt x="6539" y="4830"/>
                    </a:cubicBezTo>
                    <a:cubicBezTo>
                      <a:pt x="5471" y="4597"/>
                      <a:pt x="4337" y="4296"/>
                      <a:pt x="3303" y="3829"/>
                    </a:cubicBezTo>
                    <a:cubicBezTo>
                      <a:pt x="2336" y="3429"/>
                      <a:pt x="835" y="2595"/>
                      <a:pt x="835" y="1361"/>
                    </a:cubicBezTo>
                    <a:cubicBezTo>
                      <a:pt x="835" y="853"/>
                      <a:pt x="1094" y="692"/>
                      <a:pt x="1434" y="692"/>
                    </a:cubicBezTo>
                    <a:close/>
                    <a:moveTo>
                      <a:pt x="1443" y="1"/>
                    </a:moveTo>
                    <a:cubicBezTo>
                      <a:pt x="826" y="1"/>
                      <a:pt x="274" y="325"/>
                      <a:pt x="201" y="1127"/>
                    </a:cubicBezTo>
                    <a:cubicBezTo>
                      <a:pt x="1" y="3629"/>
                      <a:pt x="3470" y="4630"/>
                      <a:pt x="5171" y="5130"/>
                    </a:cubicBezTo>
                    <a:cubicBezTo>
                      <a:pt x="6672" y="5531"/>
                      <a:pt x="8207" y="5864"/>
                      <a:pt x="9808" y="6031"/>
                    </a:cubicBezTo>
                    <a:cubicBezTo>
                      <a:pt x="10508" y="6098"/>
                      <a:pt x="11309" y="6181"/>
                      <a:pt x="12105" y="6181"/>
                    </a:cubicBezTo>
                    <a:cubicBezTo>
                      <a:pt x="12145" y="6181"/>
                      <a:pt x="12186" y="6181"/>
                      <a:pt x="12226" y="6180"/>
                    </a:cubicBezTo>
                    <a:lnTo>
                      <a:pt x="12226" y="6180"/>
                    </a:lnTo>
                    <a:cubicBezTo>
                      <a:pt x="12827" y="6586"/>
                      <a:pt x="13422" y="7003"/>
                      <a:pt x="14011" y="7432"/>
                    </a:cubicBezTo>
                    <a:cubicBezTo>
                      <a:pt x="14066" y="7470"/>
                      <a:pt x="14120" y="7487"/>
                      <a:pt x="14171" y="7487"/>
                    </a:cubicBezTo>
                    <a:cubicBezTo>
                      <a:pt x="14426" y="7487"/>
                      <a:pt x="14590" y="7060"/>
                      <a:pt x="14311" y="6865"/>
                    </a:cubicBezTo>
                    <a:cubicBezTo>
                      <a:pt x="13953" y="6611"/>
                      <a:pt x="13591" y="6360"/>
                      <a:pt x="13227" y="6114"/>
                    </a:cubicBezTo>
                    <a:lnTo>
                      <a:pt x="13227" y="6114"/>
                    </a:lnTo>
                    <a:cubicBezTo>
                      <a:pt x="13630" y="6060"/>
                      <a:pt x="14019" y="5971"/>
                      <a:pt x="14378" y="5831"/>
                    </a:cubicBezTo>
                    <a:cubicBezTo>
                      <a:pt x="14766" y="5711"/>
                      <a:pt x="14673" y="5244"/>
                      <a:pt x="14385" y="5244"/>
                    </a:cubicBezTo>
                    <a:cubicBezTo>
                      <a:pt x="14352" y="5244"/>
                      <a:pt x="14316" y="5250"/>
                      <a:pt x="14278" y="5264"/>
                    </a:cubicBezTo>
                    <a:cubicBezTo>
                      <a:pt x="13704" y="5466"/>
                      <a:pt x="13037" y="5532"/>
                      <a:pt x="12363" y="5539"/>
                    </a:cubicBezTo>
                    <a:lnTo>
                      <a:pt x="12363" y="5539"/>
                    </a:lnTo>
                    <a:cubicBezTo>
                      <a:pt x="10311" y="4198"/>
                      <a:pt x="8177" y="2973"/>
                      <a:pt x="6005" y="1861"/>
                    </a:cubicBezTo>
                    <a:cubicBezTo>
                      <a:pt x="4738" y="1261"/>
                      <a:pt x="3470" y="594"/>
                      <a:pt x="2136" y="127"/>
                    </a:cubicBezTo>
                    <a:cubicBezTo>
                      <a:pt x="1910" y="45"/>
                      <a:pt x="1672" y="1"/>
                      <a:pt x="14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35"/>
              <p:cNvSpPr/>
              <p:nvPr/>
            </p:nvSpPr>
            <p:spPr>
              <a:xfrm>
                <a:off x="2424400" y="2538100"/>
                <a:ext cx="253550" cy="236025"/>
              </a:xfrm>
              <a:custGeom>
                <a:avLst/>
                <a:gdLst/>
                <a:ahLst/>
                <a:cxnLst/>
                <a:rect l="l" t="t" r="r" b="b"/>
                <a:pathLst>
                  <a:path w="10142" h="9441" extrusionOk="0">
                    <a:moveTo>
                      <a:pt x="1" y="0"/>
                    </a:moveTo>
                    <a:lnTo>
                      <a:pt x="1" y="0"/>
                    </a:lnTo>
                    <a:cubicBezTo>
                      <a:pt x="1769" y="1835"/>
                      <a:pt x="3270" y="3836"/>
                      <a:pt x="4971" y="5704"/>
                    </a:cubicBezTo>
                    <a:cubicBezTo>
                      <a:pt x="6372" y="7272"/>
                      <a:pt x="8106" y="8773"/>
                      <a:pt x="10108" y="9440"/>
                    </a:cubicBezTo>
                    <a:cubicBezTo>
                      <a:pt x="10141" y="9440"/>
                      <a:pt x="10141" y="9407"/>
                      <a:pt x="10108" y="9407"/>
                    </a:cubicBezTo>
                    <a:cubicBezTo>
                      <a:pt x="7940" y="8540"/>
                      <a:pt x="6205" y="7039"/>
                      <a:pt x="4637" y="5237"/>
                    </a:cubicBezTo>
                    <a:cubicBezTo>
                      <a:pt x="3136" y="3503"/>
                      <a:pt x="1802" y="1501"/>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35"/>
              <p:cNvSpPr/>
              <p:nvPr/>
            </p:nvSpPr>
            <p:spPr>
              <a:xfrm>
                <a:off x="2373525" y="2611475"/>
                <a:ext cx="303575" cy="170975"/>
              </a:xfrm>
              <a:custGeom>
                <a:avLst/>
                <a:gdLst/>
                <a:ahLst/>
                <a:cxnLst/>
                <a:rect l="l" t="t" r="r" b="b"/>
                <a:pathLst>
                  <a:path w="12143" h="6839" extrusionOk="0">
                    <a:moveTo>
                      <a:pt x="1" y="1"/>
                    </a:moveTo>
                    <a:lnTo>
                      <a:pt x="1" y="67"/>
                    </a:lnTo>
                    <a:cubicBezTo>
                      <a:pt x="4371" y="1568"/>
                      <a:pt x="7406" y="6138"/>
                      <a:pt x="12076" y="6839"/>
                    </a:cubicBezTo>
                    <a:cubicBezTo>
                      <a:pt x="12143" y="6839"/>
                      <a:pt x="12143" y="6805"/>
                      <a:pt x="12076" y="6805"/>
                    </a:cubicBezTo>
                    <a:cubicBezTo>
                      <a:pt x="7373" y="5805"/>
                      <a:pt x="4504" y="1402"/>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35"/>
              <p:cNvSpPr/>
              <p:nvPr/>
            </p:nvSpPr>
            <p:spPr>
              <a:xfrm>
                <a:off x="2362700" y="2690700"/>
                <a:ext cx="316900" cy="116775"/>
              </a:xfrm>
              <a:custGeom>
                <a:avLst/>
                <a:gdLst/>
                <a:ahLst/>
                <a:cxnLst/>
                <a:rect l="l" t="t" r="r" b="b"/>
                <a:pathLst>
                  <a:path w="12676" h="4671" extrusionOk="0">
                    <a:moveTo>
                      <a:pt x="0" y="1"/>
                    </a:moveTo>
                    <a:lnTo>
                      <a:pt x="0" y="1"/>
                    </a:lnTo>
                    <a:cubicBezTo>
                      <a:pt x="1768" y="1435"/>
                      <a:pt x="3569" y="2769"/>
                      <a:pt x="5771" y="3236"/>
                    </a:cubicBezTo>
                    <a:cubicBezTo>
                      <a:pt x="8106" y="3737"/>
                      <a:pt x="10441" y="3737"/>
                      <a:pt x="12643" y="4671"/>
                    </a:cubicBezTo>
                    <a:cubicBezTo>
                      <a:pt x="12676" y="4671"/>
                      <a:pt x="12676" y="4637"/>
                      <a:pt x="12676" y="4637"/>
                    </a:cubicBezTo>
                    <a:cubicBezTo>
                      <a:pt x="10775" y="3570"/>
                      <a:pt x="8440" y="3636"/>
                      <a:pt x="6338" y="3270"/>
                    </a:cubicBezTo>
                    <a:cubicBezTo>
                      <a:pt x="3903" y="2836"/>
                      <a:pt x="2002" y="1502"/>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35"/>
              <p:cNvSpPr/>
              <p:nvPr/>
            </p:nvSpPr>
            <p:spPr>
              <a:xfrm>
                <a:off x="2356850" y="2714875"/>
                <a:ext cx="301900" cy="111775"/>
              </a:xfrm>
              <a:custGeom>
                <a:avLst/>
                <a:gdLst/>
                <a:ahLst/>
                <a:cxnLst/>
                <a:rect l="l" t="t" r="r" b="b"/>
                <a:pathLst>
                  <a:path w="12076" h="4471" extrusionOk="0">
                    <a:moveTo>
                      <a:pt x="1" y="1"/>
                    </a:moveTo>
                    <a:lnTo>
                      <a:pt x="1" y="1"/>
                    </a:lnTo>
                    <a:cubicBezTo>
                      <a:pt x="1068" y="1669"/>
                      <a:pt x="3003" y="2369"/>
                      <a:pt x="4804" y="2770"/>
                    </a:cubicBezTo>
                    <a:cubicBezTo>
                      <a:pt x="7239" y="3237"/>
                      <a:pt x="9741" y="3237"/>
                      <a:pt x="12043" y="4471"/>
                    </a:cubicBezTo>
                    <a:cubicBezTo>
                      <a:pt x="12076" y="4471"/>
                      <a:pt x="12076" y="4437"/>
                      <a:pt x="12076" y="4437"/>
                    </a:cubicBezTo>
                    <a:cubicBezTo>
                      <a:pt x="8240" y="2036"/>
                      <a:pt x="3070" y="3837"/>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35"/>
              <p:cNvSpPr/>
              <p:nvPr/>
            </p:nvSpPr>
            <p:spPr>
              <a:xfrm>
                <a:off x="2387300" y="2685900"/>
                <a:ext cx="289575" cy="115075"/>
              </a:xfrm>
              <a:custGeom>
                <a:avLst/>
                <a:gdLst/>
                <a:ahLst/>
                <a:cxnLst/>
                <a:rect l="l" t="t" r="r" b="b"/>
                <a:pathLst>
                  <a:path w="11583" h="4603" extrusionOk="0">
                    <a:moveTo>
                      <a:pt x="4" y="1"/>
                    </a:moveTo>
                    <a:cubicBezTo>
                      <a:pt x="0" y="1"/>
                      <a:pt x="0" y="9"/>
                      <a:pt x="17" y="26"/>
                    </a:cubicBezTo>
                    <a:cubicBezTo>
                      <a:pt x="17" y="9"/>
                      <a:pt x="9" y="1"/>
                      <a:pt x="4" y="1"/>
                    </a:cubicBezTo>
                    <a:close/>
                    <a:moveTo>
                      <a:pt x="17" y="26"/>
                    </a:moveTo>
                    <a:lnTo>
                      <a:pt x="17" y="26"/>
                    </a:lnTo>
                    <a:cubicBezTo>
                      <a:pt x="1952" y="793"/>
                      <a:pt x="3653" y="1927"/>
                      <a:pt x="5654" y="2427"/>
                    </a:cubicBezTo>
                    <a:cubicBezTo>
                      <a:pt x="7689" y="2961"/>
                      <a:pt x="9757" y="3261"/>
                      <a:pt x="11492" y="4596"/>
                    </a:cubicBezTo>
                    <a:cubicBezTo>
                      <a:pt x="11497" y="4600"/>
                      <a:pt x="11502" y="4603"/>
                      <a:pt x="11508" y="4603"/>
                    </a:cubicBezTo>
                    <a:cubicBezTo>
                      <a:pt x="11541" y="4603"/>
                      <a:pt x="11582" y="4529"/>
                      <a:pt x="11525" y="4529"/>
                    </a:cubicBezTo>
                    <a:cubicBezTo>
                      <a:pt x="10091" y="3161"/>
                      <a:pt x="8023" y="2861"/>
                      <a:pt x="6155" y="2427"/>
                    </a:cubicBezTo>
                    <a:cubicBezTo>
                      <a:pt x="4987" y="2127"/>
                      <a:pt x="3853" y="1760"/>
                      <a:pt x="2786" y="1260"/>
                    </a:cubicBezTo>
                    <a:cubicBezTo>
                      <a:pt x="1852" y="826"/>
                      <a:pt x="984" y="193"/>
                      <a:pt x="17" y="2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35"/>
              <p:cNvSpPr/>
              <p:nvPr/>
            </p:nvSpPr>
            <p:spPr>
              <a:xfrm>
                <a:off x="2401875" y="2604800"/>
                <a:ext cx="287750" cy="196000"/>
              </a:xfrm>
              <a:custGeom>
                <a:avLst/>
                <a:gdLst/>
                <a:ahLst/>
                <a:cxnLst/>
                <a:rect l="l" t="t" r="r" b="b"/>
                <a:pathLst>
                  <a:path w="11510" h="7840" extrusionOk="0">
                    <a:moveTo>
                      <a:pt x="1" y="1"/>
                    </a:moveTo>
                    <a:lnTo>
                      <a:pt x="1" y="1"/>
                    </a:lnTo>
                    <a:cubicBezTo>
                      <a:pt x="1002" y="501"/>
                      <a:pt x="2069" y="835"/>
                      <a:pt x="3036" y="1435"/>
                    </a:cubicBezTo>
                    <a:cubicBezTo>
                      <a:pt x="4104" y="2169"/>
                      <a:pt x="4938" y="3170"/>
                      <a:pt x="5905" y="4037"/>
                    </a:cubicBezTo>
                    <a:cubicBezTo>
                      <a:pt x="7573" y="5538"/>
                      <a:pt x="9441" y="6906"/>
                      <a:pt x="11442" y="7840"/>
                    </a:cubicBezTo>
                    <a:cubicBezTo>
                      <a:pt x="11509" y="7840"/>
                      <a:pt x="11509" y="7773"/>
                      <a:pt x="11509" y="7773"/>
                    </a:cubicBezTo>
                    <a:cubicBezTo>
                      <a:pt x="9374" y="6505"/>
                      <a:pt x="7340" y="5138"/>
                      <a:pt x="5505" y="3437"/>
                    </a:cubicBezTo>
                    <a:cubicBezTo>
                      <a:pt x="4704" y="2703"/>
                      <a:pt x="4004" y="1902"/>
                      <a:pt x="3103" y="1368"/>
                    </a:cubicBezTo>
                    <a:cubicBezTo>
                      <a:pt x="2169" y="735"/>
                      <a:pt x="1035" y="268"/>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35"/>
              <p:cNvSpPr/>
              <p:nvPr/>
            </p:nvSpPr>
            <p:spPr>
              <a:xfrm>
                <a:off x="2387050" y="2626250"/>
                <a:ext cx="311750" cy="183725"/>
              </a:xfrm>
              <a:custGeom>
                <a:avLst/>
                <a:gdLst/>
                <a:ahLst/>
                <a:cxnLst/>
                <a:rect l="l" t="t" r="r" b="b"/>
                <a:pathLst>
                  <a:path w="12470" h="7349" extrusionOk="0">
                    <a:moveTo>
                      <a:pt x="41" y="1"/>
                    </a:moveTo>
                    <a:cubicBezTo>
                      <a:pt x="16" y="1"/>
                      <a:pt x="0" y="43"/>
                      <a:pt x="27" y="43"/>
                    </a:cubicBezTo>
                    <a:cubicBezTo>
                      <a:pt x="1161" y="811"/>
                      <a:pt x="2262" y="1578"/>
                      <a:pt x="3296" y="2412"/>
                    </a:cubicBezTo>
                    <a:cubicBezTo>
                      <a:pt x="4163" y="3112"/>
                      <a:pt x="4964" y="3913"/>
                      <a:pt x="5864" y="4580"/>
                    </a:cubicBezTo>
                    <a:cubicBezTo>
                      <a:pt x="7766" y="5948"/>
                      <a:pt x="10201" y="6615"/>
                      <a:pt x="12369" y="7349"/>
                    </a:cubicBezTo>
                    <a:cubicBezTo>
                      <a:pt x="12436" y="7349"/>
                      <a:pt x="12469" y="7249"/>
                      <a:pt x="12436" y="7249"/>
                    </a:cubicBezTo>
                    <a:cubicBezTo>
                      <a:pt x="10134" y="6348"/>
                      <a:pt x="7632" y="5747"/>
                      <a:pt x="5631" y="4213"/>
                    </a:cubicBezTo>
                    <a:cubicBezTo>
                      <a:pt x="3796" y="2745"/>
                      <a:pt x="2062" y="1211"/>
                      <a:pt x="60" y="10"/>
                    </a:cubicBezTo>
                    <a:cubicBezTo>
                      <a:pt x="54" y="3"/>
                      <a:pt x="47" y="1"/>
                      <a:pt x="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35"/>
              <p:cNvSpPr/>
              <p:nvPr/>
            </p:nvSpPr>
            <p:spPr>
              <a:xfrm>
                <a:off x="2432175" y="2534375"/>
                <a:ext cx="250325" cy="243250"/>
              </a:xfrm>
              <a:custGeom>
                <a:avLst/>
                <a:gdLst/>
                <a:ahLst/>
                <a:cxnLst/>
                <a:rect l="l" t="t" r="r" b="b"/>
                <a:pathLst>
                  <a:path w="10013" h="9730" extrusionOk="0">
                    <a:moveTo>
                      <a:pt x="16" y="1"/>
                    </a:moveTo>
                    <a:cubicBezTo>
                      <a:pt x="8" y="1"/>
                      <a:pt x="1" y="16"/>
                      <a:pt x="23" y="16"/>
                    </a:cubicBezTo>
                    <a:cubicBezTo>
                      <a:pt x="23" y="5"/>
                      <a:pt x="19" y="1"/>
                      <a:pt x="16" y="1"/>
                    </a:cubicBezTo>
                    <a:close/>
                    <a:moveTo>
                      <a:pt x="23" y="16"/>
                    </a:moveTo>
                    <a:lnTo>
                      <a:pt x="23" y="16"/>
                    </a:lnTo>
                    <a:cubicBezTo>
                      <a:pt x="1958" y="1483"/>
                      <a:pt x="3459" y="3318"/>
                      <a:pt x="4993" y="5219"/>
                    </a:cubicBezTo>
                    <a:cubicBezTo>
                      <a:pt x="6361" y="6921"/>
                      <a:pt x="7862" y="8755"/>
                      <a:pt x="9830" y="9723"/>
                    </a:cubicBezTo>
                    <a:cubicBezTo>
                      <a:pt x="9839" y="9727"/>
                      <a:pt x="9849" y="9729"/>
                      <a:pt x="9860" y="9729"/>
                    </a:cubicBezTo>
                    <a:cubicBezTo>
                      <a:pt x="9928" y="9729"/>
                      <a:pt x="10012" y="9643"/>
                      <a:pt x="9897" y="9556"/>
                    </a:cubicBezTo>
                    <a:cubicBezTo>
                      <a:pt x="7862" y="8255"/>
                      <a:pt x="6328" y="6554"/>
                      <a:pt x="4760" y="4686"/>
                    </a:cubicBezTo>
                    <a:cubicBezTo>
                      <a:pt x="3359" y="3018"/>
                      <a:pt x="1958" y="1150"/>
                      <a:pt x="23" y="1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35"/>
              <p:cNvSpPr/>
              <p:nvPr/>
            </p:nvSpPr>
            <p:spPr>
              <a:xfrm>
                <a:off x="2420225" y="2547275"/>
                <a:ext cx="200850" cy="201225"/>
              </a:xfrm>
              <a:custGeom>
                <a:avLst/>
                <a:gdLst/>
                <a:ahLst/>
                <a:cxnLst/>
                <a:rect l="l" t="t" r="r" b="b"/>
                <a:pathLst>
                  <a:path w="8034" h="8049" extrusionOk="0">
                    <a:moveTo>
                      <a:pt x="1" y="0"/>
                    </a:moveTo>
                    <a:lnTo>
                      <a:pt x="1" y="0"/>
                    </a:lnTo>
                    <a:cubicBezTo>
                      <a:pt x="601" y="1635"/>
                      <a:pt x="2469" y="2368"/>
                      <a:pt x="3470" y="3703"/>
                    </a:cubicBezTo>
                    <a:cubicBezTo>
                      <a:pt x="4804" y="5404"/>
                      <a:pt x="6272" y="6738"/>
                      <a:pt x="7973" y="8039"/>
                    </a:cubicBezTo>
                    <a:cubicBezTo>
                      <a:pt x="7980" y="8046"/>
                      <a:pt x="7987" y="8049"/>
                      <a:pt x="7993" y="8049"/>
                    </a:cubicBezTo>
                    <a:cubicBezTo>
                      <a:pt x="8017" y="8049"/>
                      <a:pt x="8033" y="8006"/>
                      <a:pt x="8007" y="8006"/>
                    </a:cubicBezTo>
                    <a:cubicBezTo>
                      <a:pt x="6472" y="6705"/>
                      <a:pt x="4971" y="5471"/>
                      <a:pt x="3703" y="3836"/>
                    </a:cubicBezTo>
                    <a:cubicBezTo>
                      <a:pt x="2636" y="2368"/>
                      <a:pt x="868" y="1568"/>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35"/>
              <p:cNvSpPr/>
              <p:nvPr/>
            </p:nvSpPr>
            <p:spPr>
              <a:xfrm>
                <a:off x="3212475" y="2551750"/>
                <a:ext cx="356925" cy="307425"/>
              </a:xfrm>
              <a:custGeom>
                <a:avLst/>
                <a:gdLst/>
                <a:ahLst/>
                <a:cxnLst/>
                <a:rect l="l" t="t" r="r" b="b"/>
                <a:pathLst>
                  <a:path w="14277" h="12297" extrusionOk="0">
                    <a:moveTo>
                      <a:pt x="7945" y="0"/>
                    </a:moveTo>
                    <a:cubicBezTo>
                      <a:pt x="7812" y="0"/>
                      <a:pt x="7781" y="149"/>
                      <a:pt x="7606" y="455"/>
                    </a:cubicBezTo>
                    <a:cubicBezTo>
                      <a:pt x="7439" y="722"/>
                      <a:pt x="7339" y="1122"/>
                      <a:pt x="7305" y="1456"/>
                    </a:cubicBezTo>
                    <a:cubicBezTo>
                      <a:pt x="6705" y="4958"/>
                      <a:pt x="5337" y="7293"/>
                      <a:pt x="0" y="7860"/>
                    </a:cubicBezTo>
                    <a:lnTo>
                      <a:pt x="14144" y="12297"/>
                    </a:lnTo>
                    <a:cubicBezTo>
                      <a:pt x="14277" y="8127"/>
                      <a:pt x="11308" y="3123"/>
                      <a:pt x="9507" y="1122"/>
                    </a:cubicBezTo>
                    <a:cubicBezTo>
                      <a:pt x="9140" y="688"/>
                      <a:pt x="8706" y="288"/>
                      <a:pt x="8273" y="121"/>
                    </a:cubicBezTo>
                    <a:cubicBezTo>
                      <a:pt x="8112" y="41"/>
                      <a:pt x="8014" y="0"/>
                      <a:pt x="79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35"/>
              <p:cNvSpPr/>
              <p:nvPr/>
            </p:nvSpPr>
            <p:spPr>
              <a:xfrm>
                <a:off x="3212475" y="2550600"/>
                <a:ext cx="356100" cy="310450"/>
              </a:xfrm>
              <a:custGeom>
                <a:avLst/>
                <a:gdLst/>
                <a:ahLst/>
                <a:cxnLst/>
                <a:rect l="l" t="t" r="r" b="b"/>
                <a:pathLst>
                  <a:path w="14244" h="12418" extrusionOk="0">
                    <a:moveTo>
                      <a:pt x="8006" y="1"/>
                    </a:moveTo>
                    <a:cubicBezTo>
                      <a:pt x="7539" y="34"/>
                      <a:pt x="7372" y="668"/>
                      <a:pt x="7239" y="1068"/>
                    </a:cubicBezTo>
                    <a:cubicBezTo>
                      <a:pt x="6872" y="2669"/>
                      <a:pt x="6672" y="4204"/>
                      <a:pt x="5571" y="5438"/>
                    </a:cubicBezTo>
                    <a:cubicBezTo>
                      <a:pt x="4203" y="7106"/>
                      <a:pt x="2035" y="7573"/>
                      <a:pt x="0" y="7906"/>
                    </a:cubicBezTo>
                    <a:cubicBezTo>
                      <a:pt x="1868" y="7739"/>
                      <a:pt x="3936" y="7272"/>
                      <a:pt x="5337" y="5938"/>
                    </a:cubicBezTo>
                    <a:cubicBezTo>
                      <a:pt x="6471" y="4904"/>
                      <a:pt x="7005" y="3370"/>
                      <a:pt x="7305" y="1869"/>
                    </a:cubicBezTo>
                    <a:cubicBezTo>
                      <a:pt x="7419" y="1301"/>
                      <a:pt x="7484" y="226"/>
                      <a:pt x="8076" y="226"/>
                    </a:cubicBezTo>
                    <a:cubicBezTo>
                      <a:pt x="8180" y="226"/>
                      <a:pt x="8300" y="259"/>
                      <a:pt x="8439" y="334"/>
                    </a:cubicBezTo>
                    <a:cubicBezTo>
                      <a:pt x="8973" y="601"/>
                      <a:pt x="9373" y="1101"/>
                      <a:pt x="9740" y="1568"/>
                    </a:cubicBezTo>
                    <a:cubicBezTo>
                      <a:pt x="10474" y="2436"/>
                      <a:pt x="11075" y="3403"/>
                      <a:pt x="11642" y="4404"/>
                    </a:cubicBezTo>
                    <a:cubicBezTo>
                      <a:pt x="12976" y="6772"/>
                      <a:pt x="14043" y="9541"/>
                      <a:pt x="14010" y="12343"/>
                    </a:cubicBezTo>
                    <a:cubicBezTo>
                      <a:pt x="14010" y="12393"/>
                      <a:pt x="14060" y="12418"/>
                      <a:pt x="14110" y="12418"/>
                    </a:cubicBezTo>
                    <a:cubicBezTo>
                      <a:pt x="14160" y="12418"/>
                      <a:pt x="14210" y="12393"/>
                      <a:pt x="14210" y="12343"/>
                    </a:cubicBezTo>
                    <a:cubicBezTo>
                      <a:pt x="14244" y="8440"/>
                      <a:pt x="12242" y="4370"/>
                      <a:pt x="9874" y="1502"/>
                    </a:cubicBezTo>
                    <a:cubicBezTo>
                      <a:pt x="9507" y="1001"/>
                      <a:pt x="8706" y="1"/>
                      <a:pt x="80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35"/>
              <p:cNvSpPr/>
              <p:nvPr/>
            </p:nvSpPr>
            <p:spPr>
              <a:xfrm>
                <a:off x="2927250" y="2236050"/>
                <a:ext cx="556275" cy="697425"/>
              </a:xfrm>
              <a:custGeom>
                <a:avLst/>
                <a:gdLst/>
                <a:ahLst/>
                <a:cxnLst/>
                <a:rect l="l" t="t" r="r" b="b"/>
                <a:pathLst>
                  <a:path w="22251" h="27897" extrusionOk="0">
                    <a:moveTo>
                      <a:pt x="13184" y="1"/>
                    </a:moveTo>
                    <a:cubicBezTo>
                      <a:pt x="13137" y="1"/>
                      <a:pt x="13090" y="3"/>
                      <a:pt x="13044" y="7"/>
                    </a:cubicBezTo>
                    <a:cubicBezTo>
                      <a:pt x="11776" y="174"/>
                      <a:pt x="11242" y="1441"/>
                      <a:pt x="10508" y="2342"/>
                    </a:cubicBezTo>
                    <a:cubicBezTo>
                      <a:pt x="10508" y="1808"/>
                      <a:pt x="10242" y="1308"/>
                      <a:pt x="9775" y="941"/>
                    </a:cubicBezTo>
                    <a:cubicBezTo>
                      <a:pt x="9725" y="874"/>
                      <a:pt x="9658" y="841"/>
                      <a:pt x="9587" y="841"/>
                    </a:cubicBezTo>
                    <a:cubicBezTo>
                      <a:pt x="9516" y="841"/>
                      <a:pt x="9441" y="874"/>
                      <a:pt x="9374" y="941"/>
                    </a:cubicBezTo>
                    <a:cubicBezTo>
                      <a:pt x="7706" y="2642"/>
                      <a:pt x="6272" y="4644"/>
                      <a:pt x="5171" y="6812"/>
                    </a:cubicBezTo>
                    <a:cubicBezTo>
                      <a:pt x="5005" y="6311"/>
                      <a:pt x="4771" y="5811"/>
                      <a:pt x="4404" y="5377"/>
                    </a:cubicBezTo>
                    <a:cubicBezTo>
                      <a:pt x="4331" y="5286"/>
                      <a:pt x="4237" y="5234"/>
                      <a:pt x="4140" y="5234"/>
                    </a:cubicBezTo>
                    <a:cubicBezTo>
                      <a:pt x="4061" y="5234"/>
                      <a:pt x="3979" y="5269"/>
                      <a:pt x="3904" y="5344"/>
                    </a:cubicBezTo>
                    <a:cubicBezTo>
                      <a:pt x="2736" y="6512"/>
                      <a:pt x="2102" y="8113"/>
                      <a:pt x="2169" y="9714"/>
                    </a:cubicBezTo>
                    <a:cubicBezTo>
                      <a:pt x="2069" y="9714"/>
                      <a:pt x="1936" y="9714"/>
                      <a:pt x="1869" y="9814"/>
                    </a:cubicBezTo>
                    <a:cubicBezTo>
                      <a:pt x="268" y="11315"/>
                      <a:pt x="1" y="13883"/>
                      <a:pt x="1102" y="15785"/>
                    </a:cubicBezTo>
                    <a:cubicBezTo>
                      <a:pt x="1168" y="15885"/>
                      <a:pt x="1269" y="15927"/>
                      <a:pt x="1364" y="15927"/>
                    </a:cubicBezTo>
                    <a:cubicBezTo>
                      <a:pt x="1460" y="15927"/>
                      <a:pt x="1552" y="15885"/>
                      <a:pt x="1602" y="15818"/>
                    </a:cubicBezTo>
                    <a:cubicBezTo>
                      <a:pt x="2169" y="18520"/>
                      <a:pt x="4604" y="20555"/>
                      <a:pt x="6506" y="22390"/>
                    </a:cubicBezTo>
                    <a:cubicBezTo>
                      <a:pt x="9208" y="24958"/>
                      <a:pt x="12176" y="27660"/>
                      <a:pt x="16012" y="27894"/>
                    </a:cubicBezTo>
                    <a:cubicBezTo>
                      <a:pt x="16026" y="27895"/>
                      <a:pt x="16039" y="27896"/>
                      <a:pt x="16052" y="27896"/>
                    </a:cubicBezTo>
                    <a:cubicBezTo>
                      <a:pt x="16261" y="27896"/>
                      <a:pt x="16377" y="27648"/>
                      <a:pt x="16346" y="27460"/>
                    </a:cubicBezTo>
                    <a:cubicBezTo>
                      <a:pt x="15712" y="25092"/>
                      <a:pt x="15078" y="22690"/>
                      <a:pt x="14912" y="20288"/>
                    </a:cubicBezTo>
                    <a:cubicBezTo>
                      <a:pt x="14711" y="17586"/>
                      <a:pt x="15279" y="15118"/>
                      <a:pt x="16246" y="12616"/>
                    </a:cubicBezTo>
                    <a:cubicBezTo>
                      <a:pt x="17213" y="10081"/>
                      <a:pt x="18114" y="7446"/>
                      <a:pt x="19848" y="5277"/>
                    </a:cubicBezTo>
                    <a:cubicBezTo>
                      <a:pt x="20716" y="4143"/>
                      <a:pt x="22250" y="2275"/>
                      <a:pt x="20682" y="974"/>
                    </a:cubicBezTo>
                    <a:cubicBezTo>
                      <a:pt x="20103" y="511"/>
                      <a:pt x="19332" y="386"/>
                      <a:pt x="18601" y="386"/>
                    </a:cubicBezTo>
                    <a:cubicBezTo>
                      <a:pt x="18280" y="386"/>
                      <a:pt x="17966" y="410"/>
                      <a:pt x="17680" y="441"/>
                    </a:cubicBezTo>
                    <a:cubicBezTo>
                      <a:pt x="16680" y="507"/>
                      <a:pt x="15679" y="641"/>
                      <a:pt x="14711" y="1108"/>
                    </a:cubicBezTo>
                    <a:cubicBezTo>
                      <a:pt x="14524" y="452"/>
                      <a:pt x="13869" y="1"/>
                      <a:pt x="131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35"/>
              <p:cNvSpPr/>
              <p:nvPr/>
            </p:nvSpPr>
            <p:spPr>
              <a:xfrm>
                <a:off x="2624800" y="2734725"/>
                <a:ext cx="837875" cy="397525"/>
              </a:xfrm>
              <a:custGeom>
                <a:avLst/>
                <a:gdLst/>
                <a:ahLst/>
                <a:cxnLst/>
                <a:rect l="l" t="t" r="r" b="b"/>
                <a:pathLst>
                  <a:path w="33515" h="15901" extrusionOk="0">
                    <a:moveTo>
                      <a:pt x="17089" y="1"/>
                    </a:moveTo>
                    <a:cubicBezTo>
                      <a:pt x="15203" y="1"/>
                      <a:pt x="13317" y="104"/>
                      <a:pt x="11432" y="241"/>
                    </a:cubicBezTo>
                    <a:cubicBezTo>
                      <a:pt x="8779" y="458"/>
                      <a:pt x="6147" y="762"/>
                      <a:pt x="3502" y="762"/>
                    </a:cubicBezTo>
                    <a:cubicBezTo>
                      <a:pt x="2888" y="762"/>
                      <a:pt x="2274" y="746"/>
                      <a:pt x="1658" y="708"/>
                    </a:cubicBezTo>
                    <a:cubicBezTo>
                      <a:pt x="1325" y="708"/>
                      <a:pt x="1291" y="1142"/>
                      <a:pt x="1491" y="1308"/>
                    </a:cubicBezTo>
                    <a:lnTo>
                      <a:pt x="491" y="3043"/>
                    </a:lnTo>
                    <a:cubicBezTo>
                      <a:pt x="431" y="3003"/>
                      <a:pt x="362" y="2984"/>
                      <a:pt x="296" y="2984"/>
                    </a:cubicBezTo>
                    <a:cubicBezTo>
                      <a:pt x="141" y="2984"/>
                      <a:pt x="0" y="3089"/>
                      <a:pt x="24" y="3277"/>
                    </a:cubicBezTo>
                    <a:cubicBezTo>
                      <a:pt x="224" y="5745"/>
                      <a:pt x="2092" y="7613"/>
                      <a:pt x="3493" y="9481"/>
                    </a:cubicBezTo>
                    <a:cubicBezTo>
                      <a:pt x="4293" y="10448"/>
                      <a:pt x="5027" y="11416"/>
                      <a:pt x="6161" y="12116"/>
                    </a:cubicBezTo>
                    <a:cubicBezTo>
                      <a:pt x="7296" y="12850"/>
                      <a:pt x="8496" y="13384"/>
                      <a:pt x="9664" y="13917"/>
                    </a:cubicBezTo>
                    <a:cubicBezTo>
                      <a:pt x="11966" y="14952"/>
                      <a:pt x="14434" y="15752"/>
                      <a:pt x="16969" y="15886"/>
                    </a:cubicBezTo>
                    <a:cubicBezTo>
                      <a:pt x="17164" y="15895"/>
                      <a:pt x="17357" y="15900"/>
                      <a:pt x="17549" y="15900"/>
                    </a:cubicBezTo>
                    <a:cubicBezTo>
                      <a:pt x="19979" y="15900"/>
                      <a:pt x="22148" y="15133"/>
                      <a:pt x="24374" y="14051"/>
                    </a:cubicBezTo>
                    <a:cubicBezTo>
                      <a:pt x="25675" y="13417"/>
                      <a:pt x="27010" y="12750"/>
                      <a:pt x="28311" y="12116"/>
                    </a:cubicBezTo>
                    <a:cubicBezTo>
                      <a:pt x="29445" y="11582"/>
                      <a:pt x="30545" y="10949"/>
                      <a:pt x="31479" y="10081"/>
                    </a:cubicBezTo>
                    <a:cubicBezTo>
                      <a:pt x="32113" y="9514"/>
                      <a:pt x="33181" y="8580"/>
                      <a:pt x="33347" y="7680"/>
                    </a:cubicBezTo>
                    <a:cubicBezTo>
                      <a:pt x="33481" y="7079"/>
                      <a:pt x="33214" y="6445"/>
                      <a:pt x="33181" y="5912"/>
                    </a:cubicBezTo>
                    <a:cubicBezTo>
                      <a:pt x="33147" y="5145"/>
                      <a:pt x="33347" y="4477"/>
                      <a:pt x="33448" y="3710"/>
                    </a:cubicBezTo>
                    <a:cubicBezTo>
                      <a:pt x="33514" y="2843"/>
                      <a:pt x="32447" y="2309"/>
                      <a:pt x="31813" y="2009"/>
                    </a:cubicBezTo>
                    <a:cubicBezTo>
                      <a:pt x="30812" y="1509"/>
                      <a:pt x="29778" y="1208"/>
                      <a:pt x="28677" y="1008"/>
                    </a:cubicBezTo>
                    <a:cubicBezTo>
                      <a:pt x="26176" y="541"/>
                      <a:pt x="23607" y="374"/>
                      <a:pt x="21039" y="174"/>
                    </a:cubicBezTo>
                    <a:cubicBezTo>
                      <a:pt x="19722" y="51"/>
                      <a:pt x="18405" y="1"/>
                      <a:pt x="170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35"/>
              <p:cNvSpPr/>
              <p:nvPr/>
            </p:nvSpPr>
            <p:spPr>
              <a:xfrm>
                <a:off x="2744625" y="2276775"/>
                <a:ext cx="597125" cy="641075"/>
              </a:xfrm>
              <a:custGeom>
                <a:avLst/>
                <a:gdLst/>
                <a:ahLst/>
                <a:cxnLst/>
                <a:rect l="l" t="t" r="r" b="b"/>
                <a:pathLst>
                  <a:path w="23885" h="25643" extrusionOk="0">
                    <a:moveTo>
                      <a:pt x="9568" y="1"/>
                    </a:moveTo>
                    <a:cubicBezTo>
                      <a:pt x="9495" y="1"/>
                      <a:pt x="9419" y="5"/>
                      <a:pt x="9341" y="12"/>
                    </a:cubicBezTo>
                    <a:cubicBezTo>
                      <a:pt x="8273" y="112"/>
                      <a:pt x="7439" y="1013"/>
                      <a:pt x="6772" y="1780"/>
                    </a:cubicBezTo>
                    <a:cubicBezTo>
                      <a:pt x="6072" y="2548"/>
                      <a:pt x="5438" y="3348"/>
                      <a:pt x="5071" y="4315"/>
                    </a:cubicBezTo>
                    <a:cubicBezTo>
                      <a:pt x="4840" y="4169"/>
                      <a:pt x="4591" y="4099"/>
                      <a:pt x="4344" y="4099"/>
                    </a:cubicBezTo>
                    <a:cubicBezTo>
                      <a:pt x="3913" y="4099"/>
                      <a:pt x="3488" y="4313"/>
                      <a:pt x="3170" y="4716"/>
                    </a:cubicBezTo>
                    <a:cubicBezTo>
                      <a:pt x="2369" y="5716"/>
                      <a:pt x="2769" y="7017"/>
                      <a:pt x="2869" y="8218"/>
                    </a:cubicBezTo>
                    <a:cubicBezTo>
                      <a:pt x="2529" y="7878"/>
                      <a:pt x="2074" y="7681"/>
                      <a:pt x="1530" y="7681"/>
                    </a:cubicBezTo>
                    <a:cubicBezTo>
                      <a:pt x="1488" y="7681"/>
                      <a:pt x="1445" y="7682"/>
                      <a:pt x="1402" y="7685"/>
                    </a:cubicBezTo>
                    <a:cubicBezTo>
                      <a:pt x="1235" y="7685"/>
                      <a:pt x="1135" y="7818"/>
                      <a:pt x="1135" y="8018"/>
                    </a:cubicBezTo>
                    <a:cubicBezTo>
                      <a:pt x="1035" y="10487"/>
                      <a:pt x="1302" y="12888"/>
                      <a:pt x="1902" y="15290"/>
                    </a:cubicBezTo>
                    <a:cubicBezTo>
                      <a:pt x="1468" y="15023"/>
                      <a:pt x="1001" y="14856"/>
                      <a:pt x="468" y="14790"/>
                    </a:cubicBezTo>
                    <a:cubicBezTo>
                      <a:pt x="426" y="14778"/>
                      <a:pt x="387" y="14772"/>
                      <a:pt x="350" y="14772"/>
                    </a:cubicBezTo>
                    <a:cubicBezTo>
                      <a:pt x="180" y="14772"/>
                      <a:pt x="67" y="14892"/>
                      <a:pt x="67" y="15056"/>
                    </a:cubicBezTo>
                    <a:cubicBezTo>
                      <a:pt x="1" y="16724"/>
                      <a:pt x="568" y="18325"/>
                      <a:pt x="1669" y="19493"/>
                    </a:cubicBezTo>
                    <a:cubicBezTo>
                      <a:pt x="1569" y="19526"/>
                      <a:pt x="1535" y="19660"/>
                      <a:pt x="1535" y="19726"/>
                    </a:cubicBezTo>
                    <a:cubicBezTo>
                      <a:pt x="1368" y="21995"/>
                      <a:pt x="2836" y="24063"/>
                      <a:pt x="4904" y="24597"/>
                    </a:cubicBezTo>
                    <a:cubicBezTo>
                      <a:pt x="4939" y="24607"/>
                      <a:pt x="4973" y="24611"/>
                      <a:pt x="5005" y="24611"/>
                    </a:cubicBezTo>
                    <a:cubicBezTo>
                      <a:pt x="5184" y="24611"/>
                      <a:pt x="5305" y="24461"/>
                      <a:pt x="5305" y="24263"/>
                    </a:cubicBezTo>
                    <a:cubicBezTo>
                      <a:pt x="6894" y="25437"/>
                      <a:pt x="9020" y="25643"/>
                      <a:pt x="11041" y="25643"/>
                    </a:cubicBezTo>
                    <a:cubicBezTo>
                      <a:pt x="11778" y="25643"/>
                      <a:pt x="12500" y="25615"/>
                      <a:pt x="13177" y="25597"/>
                    </a:cubicBezTo>
                    <a:cubicBezTo>
                      <a:pt x="16846" y="25564"/>
                      <a:pt x="20816" y="25431"/>
                      <a:pt x="23718" y="22862"/>
                    </a:cubicBezTo>
                    <a:cubicBezTo>
                      <a:pt x="23884" y="22695"/>
                      <a:pt x="23851" y="22462"/>
                      <a:pt x="23684" y="22362"/>
                    </a:cubicBezTo>
                    <a:cubicBezTo>
                      <a:pt x="21683" y="21061"/>
                      <a:pt x="19648" y="19793"/>
                      <a:pt x="17880" y="18159"/>
                    </a:cubicBezTo>
                    <a:cubicBezTo>
                      <a:pt x="15979" y="16324"/>
                      <a:pt x="14745" y="14122"/>
                      <a:pt x="13811" y="11621"/>
                    </a:cubicBezTo>
                    <a:cubicBezTo>
                      <a:pt x="12810" y="9052"/>
                      <a:pt x="11742" y="6484"/>
                      <a:pt x="11576" y="3715"/>
                    </a:cubicBezTo>
                    <a:cubicBezTo>
                      <a:pt x="11512" y="2336"/>
                      <a:pt x="11386" y="1"/>
                      <a:pt x="956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35"/>
              <p:cNvSpPr/>
              <p:nvPr/>
            </p:nvSpPr>
            <p:spPr>
              <a:xfrm>
                <a:off x="3148250" y="2733950"/>
                <a:ext cx="421150" cy="334550"/>
              </a:xfrm>
              <a:custGeom>
                <a:avLst/>
                <a:gdLst/>
                <a:ahLst/>
                <a:cxnLst/>
                <a:rect l="l" t="t" r="r" b="b"/>
                <a:pathLst>
                  <a:path w="16846" h="13382" extrusionOk="0">
                    <a:moveTo>
                      <a:pt x="9641" y="1"/>
                    </a:moveTo>
                    <a:cubicBezTo>
                      <a:pt x="7579" y="1"/>
                      <a:pt x="5579" y="649"/>
                      <a:pt x="3670" y="1540"/>
                    </a:cubicBezTo>
                    <a:lnTo>
                      <a:pt x="1" y="13381"/>
                    </a:lnTo>
                    <a:cubicBezTo>
                      <a:pt x="768" y="13181"/>
                      <a:pt x="1535" y="13014"/>
                      <a:pt x="2336" y="12781"/>
                    </a:cubicBezTo>
                    <a:cubicBezTo>
                      <a:pt x="6872" y="11680"/>
                      <a:pt x="11542" y="10513"/>
                      <a:pt x="15178" y="7410"/>
                    </a:cubicBezTo>
                    <a:cubicBezTo>
                      <a:pt x="15912" y="6777"/>
                      <a:pt x="16679" y="5943"/>
                      <a:pt x="16746" y="4942"/>
                    </a:cubicBezTo>
                    <a:cubicBezTo>
                      <a:pt x="16846" y="4075"/>
                      <a:pt x="16379" y="3241"/>
                      <a:pt x="15779" y="2574"/>
                    </a:cubicBezTo>
                    <a:cubicBezTo>
                      <a:pt x="14378" y="872"/>
                      <a:pt x="12109" y="38"/>
                      <a:pt x="9941" y="5"/>
                    </a:cubicBezTo>
                    <a:cubicBezTo>
                      <a:pt x="9841" y="2"/>
                      <a:pt x="9741" y="1"/>
                      <a:pt x="96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35"/>
              <p:cNvSpPr/>
              <p:nvPr/>
            </p:nvSpPr>
            <p:spPr>
              <a:xfrm>
                <a:off x="3145750" y="2723850"/>
                <a:ext cx="424500" cy="345475"/>
              </a:xfrm>
              <a:custGeom>
                <a:avLst/>
                <a:gdLst/>
                <a:ahLst/>
                <a:cxnLst/>
                <a:rect l="l" t="t" r="r" b="b"/>
                <a:pathLst>
                  <a:path w="16980" h="13819" extrusionOk="0">
                    <a:moveTo>
                      <a:pt x="9522" y="1"/>
                    </a:moveTo>
                    <a:cubicBezTo>
                      <a:pt x="7454" y="1"/>
                      <a:pt x="5341" y="581"/>
                      <a:pt x="3636" y="1677"/>
                    </a:cubicBezTo>
                    <a:cubicBezTo>
                      <a:pt x="3397" y="1827"/>
                      <a:pt x="3507" y="2192"/>
                      <a:pt x="3750" y="2192"/>
                    </a:cubicBezTo>
                    <a:cubicBezTo>
                      <a:pt x="3777" y="2192"/>
                      <a:pt x="3806" y="2187"/>
                      <a:pt x="3837" y="2177"/>
                    </a:cubicBezTo>
                    <a:cubicBezTo>
                      <a:pt x="5271" y="1777"/>
                      <a:pt x="6639" y="1176"/>
                      <a:pt x="8073" y="943"/>
                    </a:cubicBezTo>
                    <a:cubicBezTo>
                      <a:pt x="8684" y="855"/>
                      <a:pt x="9290" y="806"/>
                      <a:pt x="9888" y="806"/>
                    </a:cubicBezTo>
                    <a:cubicBezTo>
                      <a:pt x="10662" y="806"/>
                      <a:pt x="11424" y="888"/>
                      <a:pt x="12176" y="1076"/>
                    </a:cubicBezTo>
                    <a:cubicBezTo>
                      <a:pt x="13510" y="1410"/>
                      <a:pt x="14744" y="2010"/>
                      <a:pt x="15678" y="3111"/>
                    </a:cubicBezTo>
                    <a:cubicBezTo>
                      <a:pt x="16212" y="3778"/>
                      <a:pt x="16679" y="4612"/>
                      <a:pt x="16512" y="5513"/>
                    </a:cubicBezTo>
                    <a:cubicBezTo>
                      <a:pt x="16379" y="6280"/>
                      <a:pt x="15845" y="6914"/>
                      <a:pt x="15311" y="7414"/>
                    </a:cubicBezTo>
                    <a:cubicBezTo>
                      <a:pt x="11042" y="11350"/>
                      <a:pt x="5204" y="11951"/>
                      <a:pt x="1" y="13752"/>
                    </a:cubicBezTo>
                    <a:cubicBezTo>
                      <a:pt x="34" y="13785"/>
                      <a:pt x="34" y="13819"/>
                      <a:pt x="101" y="13819"/>
                    </a:cubicBezTo>
                    <a:cubicBezTo>
                      <a:pt x="2636" y="13452"/>
                      <a:pt x="5204" y="12785"/>
                      <a:pt x="7673" y="11984"/>
                    </a:cubicBezTo>
                    <a:cubicBezTo>
                      <a:pt x="10041" y="11250"/>
                      <a:pt x="12343" y="10283"/>
                      <a:pt x="14377" y="8782"/>
                    </a:cubicBezTo>
                    <a:cubicBezTo>
                      <a:pt x="15945" y="7648"/>
                      <a:pt x="16979" y="6147"/>
                      <a:pt x="16479" y="3845"/>
                    </a:cubicBezTo>
                    <a:cubicBezTo>
                      <a:pt x="16112" y="2077"/>
                      <a:pt x="13710" y="643"/>
                      <a:pt x="11776" y="242"/>
                    </a:cubicBezTo>
                    <a:cubicBezTo>
                      <a:pt x="11046" y="80"/>
                      <a:pt x="10287" y="1"/>
                      <a:pt x="95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35"/>
              <p:cNvSpPr/>
              <p:nvPr/>
            </p:nvSpPr>
            <p:spPr>
              <a:xfrm>
                <a:off x="3321700" y="2875825"/>
                <a:ext cx="225425" cy="159525"/>
              </a:xfrm>
              <a:custGeom>
                <a:avLst/>
                <a:gdLst/>
                <a:ahLst/>
                <a:cxnLst/>
                <a:rect l="l" t="t" r="r" b="b"/>
                <a:pathLst>
                  <a:path w="9017" h="6381" extrusionOk="0">
                    <a:moveTo>
                      <a:pt x="6072" y="1"/>
                    </a:moveTo>
                    <a:cubicBezTo>
                      <a:pt x="5438" y="201"/>
                      <a:pt x="4904" y="535"/>
                      <a:pt x="4304" y="835"/>
                    </a:cubicBezTo>
                    <a:cubicBezTo>
                      <a:pt x="3970" y="1002"/>
                      <a:pt x="3136" y="1235"/>
                      <a:pt x="2970" y="1602"/>
                    </a:cubicBezTo>
                    <a:cubicBezTo>
                      <a:pt x="2736" y="2069"/>
                      <a:pt x="3103" y="2269"/>
                      <a:pt x="3470" y="2303"/>
                    </a:cubicBezTo>
                    <a:cubicBezTo>
                      <a:pt x="2836" y="3103"/>
                      <a:pt x="1635" y="3637"/>
                      <a:pt x="835" y="4204"/>
                    </a:cubicBezTo>
                    <a:cubicBezTo>
                      <a:pt x="668" y="4271"/>
                      <a:pt x="768" y="4537"/>
                      <a:pt x="935" y="4537"/>
                    </a:cubicBezTo>
                    <a:cubicBezTo>
                      <a:pt x="1168" y="4537"/>
                      <a:pt x="1402" y="4571"/>
                      <a:pt x="1635" y="4571"/>
                    </a:cubicBezTo>
                    <a:cubicBezTo>
                      <a:pt x="1202" y="4871"/>
                      <a:pt x="768" y="5205"/>
                      <a:pt x="368" y="5538"/>
                    </a:cubicBezTo>
                    <a:cubicBezTo>
                      <a:pt x="134" y="5738"/>
                      <a:pt x="1" y="5872"/>
                      <a:pt x="1" y="6205"/>
                    </a:cubicBezTo>
                    <a:cubicBezTo>
                      <a:pt x="1" y="6316"/>
                      <a:pt x="92" y="6381"/>
                      <a:pt x="162" y="6381"/>
                    </a:cubicBezTo>
                    <a:cubicBezTo>
                      <a:pt x="176" y="6381"/>
                      <a:pt x="190" y="6378"/>
                      <a:pt x="201" y="6372"/>
                    </a:cubicBezTo>
                    <a:cubicBezTo>
                      <a:pt x="2269" y="6039"/>
                      <a:pt x="3937" y="4871"/>
                      <a:pt x="5705" y="3870"/>
                    </a:cubicBezTo>
                    <a:cubicBezTo>
                      <a:pt x="7039" y="3170"/>
                      <a:pt x="8474" y="2403"/>
                      <a:pt x="8941" y="835"/>
                    </a:cubicBezTo>
                    <a:cubicBezTo>
                      <a:pt x="9017" y="702"/>
                      <a:pt x="8908" y="623"/>
                      <a:pt x="8789" y="623"/>
                    </a:cubicBezTo>
                    <a:cubicBezTo>
                      <a:pt x="8699" y="623"/>
                      <a:pt x="8602" y="668"/>
                      <a:pt x="8574" y="768"/>
                    </a:cubicBezTo>
                    <a:lnTo>
                      <a:pt x="6105" y="34"/>
                    </a:lnTo>
                    <a:cubicBezTo>
                      <a:pt x="6105" y="1"/>
                      <a:pt x="6105" y="1"/>
                      <a:pt x="60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35"/>
              <p:cNvSpPr/>
              <p:nvPr/>
            </p:nvSpPr>
            <p:spPr>
              <a:xfrm>
                <a:off x="3395100" y="2742050"/>
                <a:ext cx="184475" cy="198550"/>
              </a:xfrm>
              <a:custGeom>
                <a:avLst/>
                <a:gdLst/>
                <a:ahLst/>
                <a:cxnLst/>
                <a:rect l="l" t="t" r="r" b="b"/>
                <a:pathLst>
                  <a:path w="7379" h="7942" extrusionOk="0">
                    <a:moveTo>
                      <a:pt x="5214" y="1"/>
                    </a:moveTo>
                    <a:cubicBezTo>
                      <a:pt x="5156" y="1"/>
                      <a:pt x="5098" y="5"/>
                      <a:pt x="5037" y="15"/>
                    </a:cubicBezTo>
                    <a:cubicBezTo>
                      <a:pt x="4037" y="181"/>
                      <a:pt x="2802" y="1249"/>
                      <a:pt x="2402" y="1416"/>
                    </a:cubicBezTo>
                    <a:cubicBezTo>
                      <a:pt x="1601" y="1716"/>
                      <a:pt x="1034" y="2083"/>
                      <a:pt x="467" y="2783"/>
                    </a:cubicBezTo>
                    <a:cubicBezTo>
                      <a:pt x="34" y="3284"/>
                      <a:pt x="0" y="4051"/>
                      <a:pt x="301" y="4618"/>
                    </a:cubicBezTo>
                    <a:cubicBezTo>
                      <a:pt x="734" y="5552"/>
                      <a:pt x="2035" y="5685"/>
                      <a:pt x="2802" y="6286"/>
                    </a:cubicBezTo>
                    <a:cubicBezTo>
                      <a:pt x="3421" y="6812"/>
                      <a:pt x="3782" y="7942"/>
                      <a:pt x="4630" y="7942"/>
                    </a:cubicBezTo>
                    <a:cubicBezTo>
                      <a:pt x="4696" y="7942"/>
                      <a:pt x="4765" y="7935"/>
                      <a:pt x="4837" y="7920"/>
                    </a:cubicBezTo>
                    <a:cubicBezTo>
                      <a:pt x="5638" y="7754"/>
                      <a:pt x="6205" y="6920"/>
                      <a:pt x="6538" y="6219"/>
                    </a:cubicBezTo>
                    <a:cubicBezTo>
                      <a:pt x="7379" y="4409"/>
                      <a:pt x="6998" y="1"/>
                      <a:pt x="521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35"/>
              <p:cNvSpPr/>
              <p:nvPr/>
            </p:nvSpPr>
            <p:spPr>
              <a:xfrm>
                <a:off x="2748800" y="2652000"/>
                <a:ext cx="404000" cy="158125"/>
              </a:xfrm>
              <a:custGeom>
                <a:avLst/>
                <a:gdLst/>
                <a:ahLst/>
                <a:cxnLst/>
                <a:rect l="l" t="t" r="r" b="b"/>
                <a:pathLst>
                  <a:path w="16160" h="6325" extrusionOk="0">
                    <a:moveTo>
                      <a:pt x="27" y="0"/>
                    </a:moveTo>
                    <a:cubicBezTo>
                      <a:pt x="17" y="0"/>
                      <a:pt x="1" y="24"/>
                      <a:pt x="1" y="47"/>
                    </a:cubicBezTo>
                    <a:cubicBezTo>
                      <a:pt x="1101" y="2649"/>
                      <a:pt x="3403" y="4451"/>
                      <a:pt x="5971" y="5351"/>
                    </a:cubicBezTo>
                    <a:cubicBezTo>
                      <a:pt x="7539" y="5952"/>
                      <a:pt x="9207" y="6152"/>
                      <a:pt x="10875" y="6219"/>
                    </a:cubicBezTo>
                    <a:cubicBezTo>
                      <a:pt x="11640" y="6264"/>
                      <a:pt x="12467" y="6324"/>
                      <a:pt x="13291" y="6324"/>
                    </a:cubicBezTo>
                    <a:cubicBezTo>
                      <a:pt x="14263" y="6324"/>
                      <a:pt x="15230" y="6241"/>
                      <a:pt x="16079" y="5952"/>
                    </a:cubicBezTo>
                    <a:cubicBezTo>
                      <a:pt x="16160" y="5898"/>
                      <a:pt x="16153" y="5800"/>
                      <a:pt x="16095" y="5800"/>
                    </a:cubicBezTo>
                    <a:cubicBezTo>
                      <a:pt x="16081" y="5800"/>
                      <a:pt x="16064" y="5806"/>
                      <a:pt x="16045" y="5818"/>
                    </a:cubicBezTo>
                    <a:cubicBezTo>
                      <a:pt x="15120" y="6055"/>
                      <a:pt x="14101" y="6128"/>
                      <a:pt x="13085" y="6128"/>
                    </a:cubicBezTo>
                    <a:cubicBezTo>
                      <a:pt x="12381" y="6128"/>
                      <a:pt x="11678" y="6093"/>
                      <a:pt x="11008" y="6052"/>
                    </a:cubicBezTo>
                    <a:cubicBezTo>
                      <a:pt x="9374" y="5985"/>
                      <a:pt x="7739" y="5752"/>
                      <a:pt x="6205" y="5251"/>
                    </a:cubicBezTo>
                    <a:cubicBezTo>
                      <a:pt x="3570" y="4384"/>
                      <a:pt x="1201" y="2649"/>
                      <a:pt x="34" y="14"/>
                    </a:cubicBezTo>
                    <a:cubicBezTo>
                      <a:pt x="34" y="4"/>
                      <a:pt x="31" y="0"/>
                      <a:pt x="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35"/>
              <p:cNvSpPr/>
              <p:nvPr/>
            </p:nvSpPr>
            <p:spPr>
              <a:xfrm>
                <a:off x="2775725" y="2472700"/>
                <a:ext cx="369225" cy="334100"/>
              </a:xfrm>
              <a:custGeom>
                <a:avLst/>
                <a:gdLst/>
                <a:ahLst/>
                <a:cxnLst/>
                <a:rect l="l" t="t" r="r" b="b"/>
                <a:pathLst>
                  <a:path w="14769" h="13364" extrusionOk="0">
                    <a:moveTo>
                      <a:pt x="71" y="1"/>
                    </a:moveTo>
                    <a:cubicBezTo>
                      <a:pt x="44" y="1"/>
                      <a:pt x="1" y="24"/>
                      <a:pt x="24" y="48"/>
                    </a:cubicBezTo>
                    <a:cubicBezTo>
                      <a:pt x="1692" y="3383"/>
                      <a:pt x="3493" y="6719"/>
                      <a:pt x="6129" y="9354"/>
                    </a:cubicBezTo>
                    <a:cubicBezTo>
                      <a:pt x="8323" y="11484"/>
                      <a:pt x="11297" y="13364"/>
                      <a:pt x="14357" y="13364"/>
                    </a:cubicBezTo>
                    <a:cubicBezTo>
                      <a:pt x="14461" y="13364"/>
                      <a:pt x="14564" y="13362"/>
                      <a:pt x="14668" y="13357"/>
                    </a:cubicBezTo>
                    <a:cubicBezTo>
                      <a:pt x="14768" y="13357"/>
                      <a:pt x="14768" y="13224"/>
                      <a:pt x="14668" y="13190"/>
                    </a:cubicBezTo>
                    <a:cubicBezTo>
                      <a:pt x="11266" y="12890"/>
                      <a:pt x="8297" y="11356"/>
                      <a:pt x="5895" y="8821"/>
                    </a:cubicBezTo>
                    <a:cubicBezTo>
                      <a:pt x="3460" y="6285"/>
                      <a:pt x="1759" y="3117"/>
                      <a:pt x="91" y="14"/>
                    </a:cubicBezTo>
                    <a:cubicBezTo>
                      <a:pt x="91" y="5"/>
                      <a:pt x="82" y="1"/>
                      <a:pt x="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35"/>
              <p:cNvSpPr/>
              <p:nvPr/>
            </p:nvSpPr>
            <p:spPr>
              <a:xfrm>
                <a:off x="2832600" y="2389225"/>
                <a:ext cx="286975" cy="429425"/>
              </a:xfrm>
              <a:custGeom>
                <a:avLst/>
                <a:gdLst/>
                <a:ahLst/>
                <a:cxnLst/>
                <a:rect l="l" t="t" r="r" b="b"/>
                <a:pathLst>
                  <a:path w="11479" h="17177" extrusionOk="0">
                    <a:moveTo>
                      <a:pt x="30" y="1"/>
                    </a:moveTo>
                    <a:cubicBezTo>
                      <a:pt x="9" y="1"/>
                      <a:pt x="1" y="18"/>
                      <a:pt x="18" y="51"/>
                    </a:cubicBezTo>
                    <a:cubicBezTo>
                      <a:pt x="2219" y="6456"/>
                      <a:pt x="4988" y="13961"/>
                      <a:pt x="11292" y="17163"/>
                    </a:cubicBezTo>
                    <a:cubicBezTo>
                      <a:pt x="11306" y="17173"/>
                      <a:pt x="11320" y="17177"/>
                      <a:pt x="11334" y="17177"/>
                    </a:cubicBezTo>
                    <a:cubicBezTo>
                      <a:pt x="11416" y="17177"/>
                      <a:pt x="11478" y="17020"/>
                      <a:pt x="11392" y="16963"/>
                    </a:cubicBezTo>
                    <a:cubicBezTo>
                      <a:pt x="9891" y="15896"/>
                      <a:pt x="8457" y="14895"/>
                      <a:pt x="7156" y="13527"/>
                    </a:cubicBezTo>
                    <a:cubicBezTo>
                      <a:pt x="6022" y="12293"/>
                      <a:pt x="5021" y="10859"/>
                      <a:pt x="4187" y="9391"/>
                    </a:cubicBezTo>
                    <a:cubicBezTo>
                      <a:pt x="2519" y="6456"/>
                      <a:pt x="1319" y="3220"/>
                      <a:pt x="118" y="51"/>
                    </a:cubicBezTo>
                    <a:cubicBezTo>
                      <a:pt x="84" y="18"/>
                      <a:pt x="51" y="1"/>
                      <a:pt x="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35"/>
              <p:cNvSpPr/>
              <p:nvPr/>
            </p:nvSpPr>
            <p:spPr>
              <a:xfrm>
                <a:off x="2957275" y="2297375"/>
                <a:ext cx="194800" cy="508650"/>
              </a:xfrm>
              <a:custGeom>
                <a:avLst/>
                <a:gdLst/>
                <a:ahLst/>
                <a:cxnLst/>
                <a:rect l="l" t="t" r="r" b="b"/>
                <a:pathLst>
                  <a:path w="7792" h="20346" extrusionOk="0">
                    <a:moveTo>
                      <a:pt x="634" y="0"/>
                    </a:moveTo>
                    <a:cubicBezTo>
                      <a:pt x="617" y="0"/>
                      <a:pt x="596" y="8"/>
                      <a:pt x="568" y="22"/>
                    </a:cubicBezTo>
                    <a:cubicBezTo>
                      <a:pt x="201" y="1857"/>
                      <a:pt x="134" y="3725"/>
                      <a:pt x="368" y="5626"/>
                    </a:cubicBezTo>
                    <a:cubicBezTo>
                      <a:pt x="668" y="7728"/>
                      <a:pt x="1402" y="9729"/>
                      <a:pt x="2169" y="11731"/>
                    </a:cubicBezTo>
                    <a:cubicBezTo>
                      <a:pt x="2903" y="13632"/>
                      <a:pt x="3737" y="15500"/>
                      <a:pt x="4704" y="17301"/>
                    </a:cubicBezTo>
                    <a:cubicBezTo>
                      <a:pt x="5371" y="18569"/>
                      <a:pt x="6139" y="19870"/>
                      <a:pt x="7540" y="20337"/>
                    </a:cubicBezTo>
                    <a:cubicBezTo>
                      <a:pt x="7558" y="20343"/>
                      <a:pt x="7575" y="20346"/>
                      <a:pt x="7591" y="20346"/>
                    </a:cubicBezTo>
                    <a:cubicBezTo>
                      <a:pt x="7750" y="20346"/>
                      <a:pt x="7791" y="20067"/>
                      <a:pt x="7640" y="20037"/>
                    </a:cubicBezTo>
                    <a:cubicBezTo>
                      <a:pt x="6072" y="19503"/>
                      <a:pt x="5338" y="17835"/>
                      <a:pt x="4637" y="16401"/>
                    </a:cubicBezTo>
                    <a:cubicBezTo>
                      <a:pt x="3804" y="14733"/>
                      <a:pt x="3003" y="13065"/>
                      <a:pt x="2302" y="11364"/>
                    </a:cubicBezTo>
                    <a:cubicBezTo>
                      <a:pt x="801" y="7728"/>
                      <a:pt x="1" y="4025"/>
                      <a:pt x="668" y="56"/>
                    </a:cubicBezTo>
                    <a:cubicBezTo>
                      <a:pt x="668" y="17"/>
                      <a:pt x="657" y="0"/>
                      <a:pt x="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35"/>
              <p:cNvSpPr/>
              <p:nvPr/>
            </p:nvSpPr>
            <p:spPr>
              <a:xfrm>
                <a:off x="2986475" y="2309175"/>
                <a:ext cx="212675" cy="472450"/>
              </a:xfrm>
              <a:custGeom>
                <a:avLst/>
                <a:gdLst/>
                <a:ahLst/>
                <a:cxnLst/>
                <a:rect l="l" t="t" r="r" b="b"/>
                <a:pathLst>
                  <a:path w="8507" h="18898" extrusionOk="0">
                    <a:moveTo>
                      <a:pt x="526" y="1"/>
                    </a:moveTo>
                    <a:cubicBezTo>
                      <a:pt x="501" y="1"/>
                      <a:pt x="467" y="17"/>
                      <a:pt x="434" y="51"/>
                    </a:cubicBezTo>
                    <a:cubicBezTo>
                      <a:pt x="0" y="3720"/>
                      <a:pt x="901" y="7356"/>
                      <a:pt x="2402" y="10692"/>
                    </a:cubicBezTo>
                    <a:cubicBezTo>
                      <a:pt x="3203" y="12393"/>
                      <a:pt x="4103" y="14027"/>
                      <a:pt x="5104" y="15562"/>
                    </a:cubicBezTo>
                    <a:cubicBezTo>
                      <a:pt x="6038" y="16896"/>
                      <a:pt x="7039" y="18197"/>
                      <a:pt x="8506" y="18897"/>
                    </a:cubicBezTo>
                    <a:cubicBezTo>
                      <a:pt x="7005" y="17997"/>
                      <a:pt x="5971" y="16596"/>
                      <a:pt x="5037" y="15161"/>
                    </a:cubicBezTo>
                    <a:cubicBezTo>
                      <a:pt x="4137" y="13694"/>
                      <a:pt x="3236" y="12193"/>
                      <a:pt x="2535" y="10592"/>
                    </a:cubicBezTo>
                    <a:cubicBezTo>
                      <a:pt x="1034" y="7323"/>
                      <a:pt x="167" y="3720"/>
                      <a:pt x="567" y="51"/>
                    </a:cubicBezTo>
                    <a:cubicBezTo>
                      <a:pt x="567" y="17"/>
                      <a:pt x="551" y="1"/>
                      <a:pt x="5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35"/>
              <p:cNvSpPr/>
              <p:nvPr/>
            </p:nvSpPr>
            <p:spPr>
              <a:xfrm>
                <a:off x="2904750" y="2332525"/>
                <a:ext cx="261875" cy="473275"/>
              </a:xfrm>
              <a:custGeom>
                <a:avLst/>
                <a:gdLst/>
                <a:ahLst/>
                <a:cxnLst/>
                <a:rect l="l" t="t" r="r" b="b"/>
                <a:pathLst>
                  <a:path w="10475" h="18931" extrusionOk="0">
                    <a:moveTo>
                      <a:pt x="934" y="1"/>
                    </a:moveTo>
                    <a:cubicBezTo>
                      <a:pt x="918" y="1"/>
                      <a:pt x="901" y="17"/>
                      <a:pt x="901" y="51"/>
                    </a:cubicBezTo>
                    <a:cubicBezTo>
                      <a:pt x="0" y="4054"/>
                      <a:pt x="1635" y="8323"/>
                      <a:pt x="3169" y="11926"/>
                    </a:cubicBezTo>
                    <a:cubicBezTo>
                      <a:pt x="3903" y="13594"/>
                      <a:pt x="4737" y="15228"/>
                      <a:pt x="6071" y="16429"/>
                    </a:cubicBezTo>
                    <a:cubicBezTo>
                      <a:pt x="7272" y="17563"/>
                      <a:pt x="8907" y="18497"/>
                      <a:pt x="10474" y="18931"/>
                    </a:cubicBezTo>
                    <a:cubicBezTo>
                      <a:pt x="8940" y="18164"/>
                      <a:pt x="7439" y="17563"/>
                      <a:pt x="6138" y="16329"/>
                    </a:cubicBezTo>
                    <a:cubicBezTo>
                      <a:pt x="4804" y="15095"/>
                      <a:pt x="4003" y="13494"/>
                      <a:pt x="3303" y="11826"/>
                    </a:cubicBezTo>
                    <a:cubicBezTo>
                      <a:pt x="2535" y="9991"/>
                      <a:pt x="1835" y="8123"/>
                      <a:pt x="1335" y="6222"/>
                    </a:cubicBezTo>
                    <a:cubicBezTo>
                      <a:pt x="834" y="4154"/>
                      <a:pt x="768" y="2119"/>
                      <a:pt x="968" y="51"/>
                    </a:cubicBezTo>
                    <a:cubicBezTo>
                      <a:pt x="968" y="17"/>
                      <a:pt x="951" y="1"/>
                      <a:pt x="9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35"/>
              <p:cNvSpPr/>
              <p:nvPr/>
            </p:nvSpPr>
            <p:spPr>
              <a:xfrm>
                <a:off x="2833025" y="2493550"/>
                <a:ext cx="306925" cy="309750"/>
              </a:xfrm>
              <a:custGeom>
                <a:avLst/>
                <a:gdLst/>
                <a:ahLst/>
                <a:cxnLst/>
                <a:rect l="l" t="t" r="r" b="b"/>
                <a:pathLst>
                  <a:path w="12277" h="12390" extrusionOk="0">
                    <a:moveTo>
                      <a:pt x="92" y="0"/>
                    </a:moveTo>
                    <a:cubicBezTo>
                      <a:pt x="51" y="0"/>
                      <a:pt x="1" y="24"/>
                      <a:pt x="1" y="48"/>
                    </a:cubicBezTo>
                    <a:cubicBezTo>
                      <a:pt x="1068" y="2983"/>
                      <a:pt x="3203" y="5318"/>
                      <a:pt x="5271" y="7553"/>
                    </a:cubicBezTo>
                    <a:cubicBezTo>
                      <a:pt x="7206" y="9654"/>
                      <a:pt x="9374" y="12023"/>
                      <a:pt x="12276" y="12390"/>
                    </a:cubicBezTo>
                    <a:cubicBezTo>
                      <a:pt x="9374" y="11656"/>
                      <a:pt x="7339" y="9554"/>
                      <a:pt x="5338" y="7353"/>
                    </a:cubicBezTo>
                    <a:cubicBezTo>
                      <a:pt x="3336" y="5118"/>
                      <a:pt x="1368" y="2850"/>
                      <a:pt x="134" y="14"/>
                    </a:cubicBezTo>
                    <a:cubicBezTo>
                      <a:pt x="124" y="4"/>
                      <a:pt x="109" y="0"/>
                      <a:pt x="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35"/>
              <p:cNvSpPr/>
              <p:nvPr/>
            </p:nvSpPr>
            <p:spPr>
              <a:xfrm>
                <a:off x="2801000" y="2576950"/>
                <a:ext cx="339775" cy="238975"/>
              </a:xfrm>
              <a:custGeom>
                <a:avLst/>
                <a:gdLst/>
                <a:ahLst/>
                <a:cxnLst/>
                <a:rect l="l" t="t" r="r" b="b"/>
                <a:pathLst>
                  <a:path w="13591" h="9559" extrusionOk="0">
                    <a:moveTo>
                      <a:pt x="73" y="0"/>
                    </a:moveTo>
                    <a:cubicBezTo>
                      <a:pt x="36" y="0"/>
                      <a:pt x="0" y="24"/>
                      <a:pt x="47" y="47"/>
                    </a:cubicBezTo>
                    <a:cubicBezTo>
                      <a:pt x="1048" y="2849"/>
                      <a:pt x="2816" y="5351"/>
                      <a:pt x="5284" y="6952"/>
                    </a:cubicBezTo>
                    <a:cubicBezTo>
                      <a:pt x="6585" y="7786"/>
                      <a:pt x="7986" y="8520"/>
                      <a:pt x="9421" y="9054"/>
                    </a:cubicBezTo>
                    <a:cubicBezTo>
                      <a:pt x="10200" y="9346"/>
                      <a:pt x="11025" y="9559"/>
                      <a:pt x="11849" y="9559"/>
                    </a:cubicBezTo>
                    <a:cubicBezTo>
                      <a:pt x="12435" y="9559"/>
                      <a:pt x="13022" y="9451"/>
                      <a:pt x="13590" y="9187"/>
                    </a:cubicBezTo>
                    <a:cubicBezTo>
                      <a:pt x="13557" y="9154"/>
                      <a:pt x="13557" y="9054"/>
                      <a:pt x="13490" y="9054"/>
                    </a:cubicBezTo>
                    <a:cubicBezTo>
                      <a:pt x="12938" y="9275"/>
                      <a:pt x="12393" y="9368"/>
                      <a:pt x="11853" y="9368"/>
                    </a:cubicBezTo>
                    <a:cubicBezTo>
                      <a:pt x="10762" y="9368"/>
                      <a:pt x="9691" y="8989"/>
                      <a:pt x="8620" y="8520"/>
                    </a:cubicBezTo>
                    <a:cubicBezTo>
                      <a:pt x="7419" y="7986"/>
                      <a:pt x="6218" y="7319"/>
                      <a:pt x="5118" y="6552"/>
                    </a:cubicBezTo>
                    <a:cubicBezTo>
                      <a:pt x="2783" y="4951"/>
                      <a:pt x="1282" y="2616"/>
                      <a:pt x="114" y="14"/>
                    </a:cubicBezTo>
                    <a:cubicBezTo>
                      <a:pt x="104" y="4"/>
                      <a:pt x="89" y="0"/>
                      <a:pt x="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35"/>
              <p:cNvSpPr/>
              <p:nvPr/>
            </p:nvSpPr>
            <p:spPr>
              <a:xfrm>
                <a:off x="2762400" y="2712525"/>
                <a:ext cx="383275" cy="107400"/>
              </a:xfrm>
              <a:custGeom>
                <a:avLst/>
                <a:gdLst/>
                <a:ahLst/>
                <a:cxnLst/>
                <a:rect l="l" t="t" r="r" b="b"/>
                <a:pathLst>
                  <a:path w="15331" h="4296" extrusionOk="0">
                    <a:moveTo>
                      <a:pt x="15323" y="3501"/>
                    </a:moveTo>
                    <a:cubicBezTo>
                      <a:pt x="15320" y="3501"/>
                      <a:pt x="15312" y="3508"/>
                      <a:pt x="15301" y="3531"/>
                    </a:cubicBezTo>
                    <a:cubicBezTo>
                      <a:pt x="15323" y="3531"/>
                      <a:pt x="15331" y="3501"/>
                      <a:pt x="15323" y="3501"/>
                    </a:cubicBezTo>
                    <a:close/>
                    <a:moveTo>
                      <a:pt x="82" y="1"/>
                    </a:moveTo>
                    <a:cubicBezTo>
                      <a:pt x="43" y="1"/>
                      <a:pt x="0" y="48"/>
                      <a:pt x="24" y="95"/>
                    </a:cubicBezTo>
                    <a:cubicBezTo>
                      <a:pt x="1425" y="2430"/>
                      <a:pt x="4026" y="3531"/>
                      <a:pt x="6528" y="3931"/>
                    </a:cubicBezTo>
                    <a:cubicBezTo>
                      <a:pt x="7850" y="4136"/>
                      <a:pt x="9283" y="4296"/>
                      <a:pt x="10708" y="4296"/>
                    </a:cubicBezTo>
                    <a:cubicBezTo>
                      <a:pt x="12304" y="4296"/>
                      <a:pt x="13891" y="4095"/>
                      <a:pt x="15301" y="3531"/>
                    </a:cubicBezTo>
                    <a:lnTo>
                      <a:pt x="15301" y="3531"/>
                    </a:lnTo>
                    <a:cubicBezTo>
                      <a:pt x="13897" y="3903"/>
                      <a:pt x="12433" y="4052"/>
                      <a:pt x="10969" y="4052"/>
                    </a:cubicBezTo>
                    <a:cubicBezTo>
                      <a:pt x="9547" y="4052"/>
                      <a:pt x="8126" y="3911"/>
                      <a:pt x="6762" y="3697"/>
                    </a:cubicBezTo>
                    <a:cubicBezTo>
                      <a:pt x="4160" y="3264"/>
                      <a:pt x="1792" y="2196"/>
                      <a:pt x="124" y="28"/>
                    </a:cubicBezTo>
                    <a:cubicBezTo>
                      <a:pt x="114" y="9"/>
                      <a:pt x="98" y="1"/>
                      <a:pt x="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35"/>
              <p:cNvSpPr/>
              <p:nvPr/>
            </p:nvSpPr>
            <p:spPr>
              <a:xfrm>
                <a:off x="2792425" y="2657925"/>
                <a:ext cx="351675" cy="146175"/>
              </a:xfrm>
              <a:custGeom>
                <a:avLst/>
                <a:gdLst/>
                <a:ahLst/>
                <a:cxnLst/>
                <a:rect l="l" t="t" r="r" b="b"/>
                <a:pathLst>
                  <a:path w="14067" h="5847" extrusionOk="0">
                    <a:moveTo>
                      <a:pt x="103" y="1"/>
                    </a:moveTo>
                    <a:cubicBezTo>
                      <a:pt x="56" y="1"/>
                      <a:pt x="1" y="55"/>
                      <a:pt x="23" y="77"/>
                    </a:cubicBezTo>
                    <a:cubicBezTo>
                      <a:pt x="390" y="2412"/>
                      <a:pt x="3292" y="3380"/>
                      <a:pt x="5094" y="4114"/>
                    </a:cubicBezTo>
                    <a:cubicBezTo>
                      <a:pt x="7280" y="5039"/>
                      <a:pt x="9585" y="5846"/>
                      <a:pt x="11947" y="5846"/>
                    </a:cubicBezTo>
                    <a:cubicBezTo>
                      <a:pt x="12649" y="5846"/>
                      <a:pt x="13356" y="5775"/>
                      <a:pt x="14067" y="5615"/>
                    </a:cubicBezTo>
                    <a:lnTo>
                      <a:pt x="14067" y="5615"/>
                    </a:lnTo>
                    <a:cubicBezTo>
                      <a:pt x="13496" y="5712"/>
                      <a:pt x="12930" y="5756"/>
                      <a:pt x="12367" y="5756"/>
                    </a:cubicBezTo>
                    <a:cubicBezTo>
                      <a:pt x="10035" y="5756"/>
                      <a:pt x="7771" y="4994"/>
                      <a:pt x="5594" y="4080"/>
                    </a:cubicBezTo>
                    <a:cubicBezTo>
                      <a:pt x="3426" y="3146"/>
                      <a:pt x="1224" y="2379"/>
                      <a:pt x="157" y="44"/>
                    </a:cubicBezTo>
                    <a:cubicBezTo>
                      <a:pt x="146" y="12"/>
                      <a:pt x="126" y="1"/>
                      <a:pt x="1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35"/>
              <p:cNvSpPr/>
              <p:nvPr/>
            </p:nvSpPr>
            <p:spPr>
              <a:xfrm>
                <a:off x="2807175" y="2691400"/>
                <a:ext cx="382800" cy="133450"/>
              </a:xfrm>
              <a:custGeom>
                <a:avLst/>
                <a:gdLst/>
                <a:ahLst/>
                <a:cxnLst/>
                <a:rect l="l" t="t" r="r" b="b"/>
                <a:pathLst>
                  <a:path w="15312" h="5338" extrusionOk="0">
                    <a:moveTo>
                      <a:pt x="1568" y="0"/>
                    </a:moveTo>
                    <a:cubicBezTo>
                      <a:pt x="979" y="0"/>
                      <a:pt x="386" y="173"/>
                      <a:pt x="1" y="606"/>
                    </a:cubicBezTo>
                    <a:cubicBezTo>
                      <a:pt x="234" y="1640"/>
                      <a:pt x="1201" y="2308"/>
                      <a:pt x="2069" y="2875"/>
                    </a:cubicBezTo>
                    <a:cubicBezTo>
                      <a:pt x="3970" y="3975"/>
                      <a:pt x="6005" y="4909"/>
                      <a:pt x="8173" y="5210"/>
                    </a:cubicBezTo>
                    <a:cubicBezTo>
                      <a:pt x="8713" y="5294"/>
                      <a:pt x="9262" y="5338"/>
                      <a:pt x="9811" y="5338"/>
                    </a:cubicBezTo>
                    <a:cubicBezTo>
                      <a:pt x="11432" y="5338"/>
                      <a:pt x="13057" y="4956"/>
                      <a:pt x="14478" y="4109"/>
                    </a:cubicBezTo>
                    <a:cubicBezTo>
                      <a:pt x="14744" y="3942"/>
                      <a:pt x="15078" y="3709"/>
                      <a:pt x="15311" y="3408"/>
                    </a:cubicBezTo>
                    <a:lnTo>
                      <a:pt x="15178" y="3342"/>
                    </a:lnTo>
                    <a:cubicBezTo>
                      <a:pt x="14236" y="3656"/>
                      <a:pt x="13249" y="3805"/>
                      <a:pt x="12259" y="3805"/>
                    </a:cubicBezTo>
                    <a:cubicBezTo>
                      <a:pt x="11355" y="3805"/>
                      <a:pt x="10450" y="3680"/>
                      <a:pt x="9574" y="3442"/>
                    </a:cubicBezTo>
                    <a:cubicBezTo>
                      <a:pt x="7739" y="2941"/>
                      <a:pt x="6038" y="2107"/>
                      <a:pt x="4404" y="1107"/>
                    </a:cubicBezTo>
                    <a:cubicBezTo>
                      <a:pt x="3703" y="673"/>
                      <a:pt x="3036" y="239"/>
                      <a:pt x="2235" y="73"/>
                    </a:cubicBezTo>
                    <a:cubicBezTo>
                      <a:pt x="2022" y="26"/>
                      <a:pt x="1795" y="0"/>
                      <a:pt x="15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35"/>
              <p:cNvSpPr/>
              <p:nvPr/>
            </p:nvSpPr>
            <p:spPr>
              <a:xfrm>
                <a:off x="2803850" y="2685875"/>
                <a:ext cx="388000" cy="141575"/>
              </a:xfrm>
              <a:custGeom>
                <a:avLst/>
                <a:gdLst/>
                <a:ahLst/>
                <a:cxnLst/>
                <a:rect l="l" t="t" r="r" b="b"/>
                <a:pathLst>
                  <a:path w="15520" h="5663" extrusionOk="0">
                    <a:moveTo>
                      <a:pt x="1571" y="359"/>
                    </a:moveTo>
                    <a:cubicBezTo>
                      <a:pt x="1957" y="359"/>
                      <a:pt x="2340" y="429"/>
                      <a:pt x="2535" y="494"/>
                    </a:cubicBezTo>
                    <a:cubicBezTo>
                      <a:pt x="3169" y="694"/>
                      <a:pt x="3769" y="1094"/>
                      <a:pt x="4303" y="1428"/>
                    </a:cubicBezTo>
                    <a:cubicBezTo>
                      <a:pt x="5371" y="2095"/>
                      <a:pt x="6505" y="2662"/>
                      <a:pt x="7672" y="3162"/>
                    </a:cubicBezTo>
                    <a:cubicBezTo>
                      <a:pt x="9199" y="3781"/>
                      <a:pt x="10802" y="4158"/>
                      <a:pt x="12402" y="4158"/>
                    </a:cubicBezTo>
                    <a:cubicBezTo>
                      <a:pt x="13389" y="4158"/>
                      <a:pt x="14375" y="4015"/>
                      <a:pt x="15342" y="3697"/>
                    </a:cubicBezTo>
                    <a:lnTo>
                      <a:pt x="15342" y="3697"/>
                    </a:lnTo>
                    <a:cubicBezTo>
                      <a:pt x="14042" y="4940"/>
                      <a:pt x="12069" y="5393"/>
                      <a:pt x="10172" y="5393"/>
                    </a:cubicBezTo>
                    <a:cubicBezTo>
                      <a:pt x="9116" y="5393"/>
                      <a:pt x="8085" y="5253"/>
                      <a:pt x="7205" y="5030"/>
                    </a:cubicBezTo>
                    <a:cubicBezTo>
                      <a:pt x="5938" y="4763"/>
                      <a:pt x="4703" y="4263"/>
                      <a:pt x="3536" y="3629"/>
                    </a:cubicBezTo>
                    <a:cubicBezTo>
                      <a:pt x="2969" y="3329"/>
                      <a:pt x="2435" y="2996"/>
                      <a:pt x="1868" y="2662"/>
                    </a:cubicBezTo>
                    <a:cubicBezTo>
                      <a:pt x="1468" y="2428"/>
                      <a:pt x="500" y="1761"/>
                      <a:pt x="434" y="1161"/>
                    </a:cubicBezTo>
                    <a:cubicBezTo>
                      <a:pt x="352" y="530"/>
                      <a:pt x="966" y="359"/>
                      <a:pt x="1571" y="359"/>
                    </a:cubicBezTo>
                    <a:close/>
                    <a:moveTo>
                      <a:pt x="1712" y="0"/>
                    </a:moveTo>
                    <a:cubicBezTo>
                      <a:pt x="1129" y="0"/>
                      <a:pt x="561" y="194"/>
                      <a:pt x="33" y="694"/>
                    </a:cubicBezTo>
                    <a:cubicBezTo>
                      <a:pt x="0" y="727"/>
                      <a:pt x="0" y="827"/>
                      <a:pt x="0" y="861"/>
                    </a:cubicBezTo>
                    <a:cubicBezTo>
                      <a:pt x="434" y="2162"/>
                      <a:pt x="1601" y="2862"/>
                      <a:pt x="2669" y="3496"/>
                    </a:cubicBezTo>
                    <a:cubicBezTo>
                      <a:pt x="4136" y="4330"/>
                      <a:pt x="5671" y="4997"/>
                      <a:pt x="7305" y="5364"/>
                    </a:cubicBezTo>
                    <a:cubicBezTo>
                      <a:pt x="8160" y="5558"/>
                      <a:pt x="9027" y="5662"/>
                      <a:pt x="9885" y="5662"/>
                    </a:cubicBezTo>
                    <a:cubicBezTo>
                      <a:pt x="10499" y="5662"/>
                      <a:pt x="11110" y="5609"/>
                      <a:pt x="11708" y="5497"/>
                    </a:cubicBezTo>
                    <a:cubicBezTo>
                      <a:pt x="12944" y="5270"/>
                      <a:pt x="14559" y="4725"/>
                      <a:pt x="15382" y="3679"/>
                    </a:cubicBezTo>
                    <a:lnTo>
                      <a:pt x="15382" y="3679"/>
                    </a:lnTo>
                    <a:cubicBezTo>
                      <a:pt x="15520" y="3595"/>
                      <a:pt x="15476" y="3354"/>
                      <a:pt x="15328" y="3354"/>
                    </a:cubicBezTo>
                    <a:cubicBezTo>
                      <a:pt x="15313" y="3354"/>
                      <a:pt x="15296" y="3356"/>
                      <a:pt x="15278" y="3362"/>
                    </a:cubicBezTo>
                    <a:cubicBezTo>
                      <a:pt x="14346" y="3660"/>
                      <a:pt x="13409" y="3792"/>
                      <a:pt x="12478" y="3792"/>
                    </a:cubicBezTo>
                    <a:cubicBezTo>
                      <a:pt x="10272" y="3792"/>
                      <a:pt x="8098" y="3050"/>
                      <a:pt x="6104" y="1995"/>
                    </a:cubicBezTo>
                    <a:cubicBezTo>
                      <a:pt x="4851" y="1320"/>
                      <a:pt x="3231" y="0"/>
                      <a:pt x="17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35"/>
              <p:cNvSpPr/>
              <p:nvPr/>
            </p:nvSpPr>
            <p:spPr>
              <a:xfrm>
                <a:off x="2815525" y="2546675"/>
                <a:ext cx="371125" cy="241600"/>
              </a:xfrm>
              <a:custGeom>
                <a:avLst/>
                <a:gdLst/>
                <a:ahLst/>
                <a:cxnLst/>
                <a:rect l="l" t="t" r="r" b="b"/>
                <a:pathLst>
                  <a:path w="14845" h="9664" extrusionOk="0">
                    <a:moveTo>
                      <a:pt x="818" y="1"/>
                    </a:moveTo>
                    <a:cubicBezTo>
                      <a:pt x="649" y="1"/>
                      <a:pt x="491" y="53"/>
                      <a:pt x="367" y="191"/>
                    </a:cubicBezTo>
                    <a:cubicBezTo>
                      <a:pt x="234" y="324"/>
                      <a:pt x="200" y="491"/>
                      <a:pt x="167" y="658"/>
                    </a:cubicBezTo>
                    <a:cubicBezTo>
                      <a:pt x="0" y="1659"/>
                      <a:pt x="567" y="2559"/>
                      <a:pt x="1168" y="3393"/>
                    </a:cubicBezTo>
                    <a:cubicBezTo>
                      <a:pt x="1868" y="4394"/>
                      <a:pt x="2602" y="5395"/>
                      <a:pt x="3469" y="6262"/>
                    </a:cubicBezTo>
                    <a:cubicBezTo>
                      <a:pt x="5612" y="8454"/>
                      <a:pt x="8645" y="9664"/>
                      <a:pt x="11670" y="9664"/>
                    </a:cubicBezTo>
                    <a:cubicBezTo>
                      <a:pt x="12743" y="9664"/>
                      <a:pt x="13814" y="9512"/>
                      <a:pt x="14844" y="9197"/>
                    </a:cubicBezTo>
                    <a:lnTo>
                      <a:pt x="14510" y="9064"/>
                    </a:lnTo>
                    <a:cubicBezTo>
                      <a:pt x="11375" y="7863"/>
                      <a:pt x="8206" y="6429"/>
                      <a:pt x="5738" y="4060"/>
                    </a:cubicBezTo>
                    <a:cubicBezTo>
                      <a:pt x="4370" y="2726"/>
                      <a:pt x="3202" y="1092"/>
                      <a:pt x="1535" y="224"/>
                    </a:cubicBezTo>
                    <a:cubicBezTo>
                      <a:pt x="1319" y="107"/>
                      <a:pt x="1058" y="1"/>
                      <a:pt x="8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35"/>
              <p:cNvSpPr/>
              <p:nvPr/>
            </p:nvSpPr>
            <p:spPr>
              <a:xfrm>
                <a:off x="2813225" y="2541175"/>
                <a:ext cx="377275" cy="252475"/>
              </a:xfrm>
              <a:custGeom>
                <a:avLst/>
                <a:gdLst/>
                <a:ahLst/>
                <a:cxnLst/>
                <a:rect l="l" t="t" r="r" b="b"/>
                <a:pathLst>
                  <a:path w="15091" h="10099" extrusionOk="0">
                    <a:moveTo>
                      <a:pt x="1077" y="475"/>
                    </a:moveTo>
                    <a:cubicBezTo>
                      <a:pt x="1103" y="475"/>
                      <a:pt x="1131" y="476"/>
                      <a:pt x="1160" y="478"/>
                    </a:cubicBezTo>
                    <a:cubicBezTo>
                      <a:pt x="1493" y="544"/>
                      <a:pt x="1927" y="878"/>
                      <a:pt x="2227" y="1078"/>
                    </a:cubicBezTo>
                    <a:cubicBezTo>
                      <a:pt x="2827" y="1545"/>
                      <a:pt x="3428" y="2079"/>
                      <a:pt x="3962" y="2646"/>
                    </a:cubicBezTo>
                    <a:cubicBezTo>
                      <a:pt x="4929" y="3647"/>
                      <a:pt x="5830" y="4647"/>
                      <a:pt x="6897" y="5481"/>
                    </a:cubicBezTo>
                    <a:cubicBezTo>
                      <a:pt x="9144" y="7265"/>
                      <a:pt x="11848" y="8460"/>
                      <a:pt x="14493" y="9423"/>
                    </a:cubicBezTo>
                    <a:lnTo>
                      <a:pt x="14493" y="9423"/>
                    </a:lnTo>
                    <a:cubicBezTo>
                      <a:pt x="13634" y="9626"/>
                      <a:pt x="12749" y="9726"/>
                      <a:pt x="11861" y="9726"/>
                    </a:cubicBezTo>
                    <a:cubicBezTo>
                      <a:pt x="10134" y="9726"/>
                      <a:pt x="8397" y="9348"/>
                      <a:pt x="6830" y="8617"/>
                    </a:cubicBezTo>
                    <a:cubicBezTo>
                      <a:pt x="5596" y="7983"/>
                      <a:pt x="4429" y="7149"/>
                      <a:pt x="3461" y="6115"/>
                    </a:cubicBezTo>
                    <a:cubicBezTo>
                      <a:pt x="2427" y="4981"/>
                      <a:pt x="1160" y="3546"/>
                      <a:pt x="626" y="2079"/>
                    </a:cubicBezTo>
                    <a:cubicBezTo>
                      <a:pt x="464" y="1624"/>
                      <a:pt x="112" y="475"/>
                      <a:pt x="1077" y="475"/>
                    </a:cubicBezTo>
                    <a:close/>
                    <a:moveTo>
                      <a:pt x="1004" y="0"/>
                    </a:moveTo>
                    <a:cubicBezTo>
                      <a:pt x="323" y="0"/>
                      <a:pt x="1" y="655"/>
                      <a:pt x="59" y="1412"/>
                    </a:cubicBezTo>
                    <a:cubicBezTo>
                      <a:pt x="125" y="2646"/>
                      <a:pt x="1126" y="3780"/>
                      <a:pt x="1827" y="4747"/>
                    </a:cubicBezTo>
                    <a:cubicBezTo>
                      <a:pt x="3294" y="6749"/>
                      <a:pt x="5062" y="8317"/>
                      <a:pt x="7297" y="9251"/>
                    </a:cubicBezTo>
                    <a:cubicBezTo>
                      <a:pt x="8677" y="9810"/>
                      <a:pt x="10119" y="10098"/>
                      <a:pt x="11565" y="10098"/>
                    </a:cubicBezTo>
                    <a:cubicBezTo>
                      <a:pt x="12707" y="10098"/>
                      <a:pt x="13851" y="9919"/>
                      <a:pt x="14969" y="9551"/>
                    </a:cubicBezTo>
                    <a:cubicBezTo>
                      <a:pt x="15091" y="9460"/>
                      <a:pt x="15019" y="9313"/>
                      <a:pt x="14929" y="9313"/>
                    </a:cubicBezTo>
                    <a:cubicBezTo>
                      <a:pt x="14920" y="9313"/>
                      <a:pt x="14912" y="9314"/>
                      <a:pt x="14903" y="9317"/>
                    </a:cubicBezTo>
                    <a:cubicBezTo>
                      <a:pt x="14864" y="9328"/>
                      <a:pt x="14826" y="9338"/>
                      <a:pt x="14787" y="9349"/>
                    </a:cubicBezTo>
                    <a:lnTo>
                      <a:pt x="14787" y="9349"/>
                    </a:lnTo>
                    <a:cubicBezTo>
                      <a:pt x="14824" y="9246"/>
                      <a:pt x="14795" y="9104"/>
                      <a:pt x="14669" y="9050"/>
                    </a:cubicBezTo>
                    <a:cubicBezTo>
                      <a:pt x="12001" y="7916"/>
                      <a:pt x="9399" y="6749"/>
                      <a:pt x="7097" y="4947"/>
                    </a:cubicBezTo>
                    <a:cubicBezTo>
                      <a:pt x="5963" y="4080"/>
                      <a:pt x="5062" y="2979"/>
                      <a:pt x="4062" y="1979"/>
                    </a:cubicBezTo>
                    <a:cubicBezTo>
                      <a:pt x="3294" y="1245"/>
                      <a:pt x="2327" y="277"/>
                      <a:pt x="1326" y="44"/>
                    </a:cubicBezTo>
                    <a:cubicBezTo>
                      <a:pt x="1211" y="14"/>
                      <a:pt x="1104" y="0"/>
                      <a:pt x="10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35"/>
              <p:cNvSpPr/>
              <p:nvPr/>
            </p:nvSpPr>
            <p:spPr>
              <a:xfrm>
                <a:off x="2853050" y="2480550"/>
                <a:ext cx="322750" cy="286900"/>
              </a:xfrm>
              <a:custGeom>
                <a:avLst/>
                <a:gdLst/>
                <a:ahLst/>
                <a:cxnLst/>
                <a:rect l="l" t="t" r="r" b="b"/>
                <a:pathLst>
                  <a:path w="12910" h="11476" extrusionOk="0">
                    <a:moveTo>
                      <a:pt x="901" y="1"/>
                    </a:moveTo>
                    <a:cubicBezTo>
                      <a:pt x="501" y="1"/>
                      <a:pt x="0" y="334"/>
                      <a:pt x="34" y="801"/>
                    </a:cubicBezTo>
                    <a:cubicBezTo>
                      <a:pt x="34" y="935"/>
                      <a:pt x="134" y="1135"/>
                      <a:pt x="200" y="1301"/>
                    </a:cubicBezTo>
                    <a:cubicBezTo>
                      <a:pt x="2565" y="6000"/>
                      <a:pt x="6904" y="9537"/>
                      <a:pt x="11835" y="10939"/>
                    </a:cubicBezTo>
                    <a:lnTo>
                      <a:pt x="11835" y="10939"/>
                    </a:lnTo>
                    <a:cubicBezTo>
                      <a:pt x="10010" y="9850"/>
                      <a:pt x="8496" y="8152"/>
                      <a:pt x="7172" y="6405"/>
                    </a:cubicBezTo>
                    <a:cubicBezTo>
                      <a:pt x="5571" y="4370"/>
                      <a:pt x="4070" y="2202"/>
                      <a:pt x="2068" y="568"/>
                    </a:cubicBezTo>
                    <a:cubicBezTo>
                      <a:pt x="1735" y="301"/>
                      <a:pt x="1334" y="1"/>
                      <a:pt x="901" y="1"/>
                    </a:cubicBezTo>
                    <a:close/>
                    <a:moveTo>
                      <a:pt x="11835" y="10939"/>
                    </a:moveTo>
                    <a:cubicBezTo>
                      <a:pt x="12171" y="11140"/>
                      <a:pt x="12518" y="11320"/>
                      <a:pt x="12876" y="11475"/>
                    </a:cubicBezTo>
                    <a:lnTo>
                      <a:pt x="12909" y="11209"/>
                    </a:lnTo>
                    <a:cubicBezTo>
                      <a:pt x="12549" y="11130"/>
                      <a:pt x="12190" y="11040"/>
                      <a:pt x="11835" y="109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35"/>
              <p:cNvSpPr/>
              <p:nvPr/>
            </p:nvSpPr>
            <p:spPr>
              <a:xfrm>
                <a:off x="2841375" y="2475575"/>
                <a:ext cx="337300" cy="292700"/>
              </a:xfrm>
              <a:custGeom>
                <a:avLst/>
                <a:gdLst/>
                <a:ahLst/>
                <a:cxnLst/>
                <a:rect l="l" t="t" r="r" b="b"/>
                <a:pathLst>
                  <a:path w="13492" h="11708" extrusionOk="0">
                    <a:moveTo>
                      <a:pt x="1529" y="461"/>
                    </a:moveTo>
                    <a:cubicBezTo>
                      <a:pt x="1662" y="461"/>
                      <a:pt x="1809" y="528"/>
                      <a:pt x="1968" y="667"/>
                    </a:cubicBezTo>
                    <a:cubicBezTo>
                      <a:pt x="2335" y="867"/>
                      <a:pt x="2669" y="1200"/>
                      <a:pt x="3002" y="1500"/>
                    </a:cubicBezTo>
                    <a:cubicBezTo>
                      <a:pt x="3503" y="1934"/>
                      <a:pt x="3970" y="2401"/>
                      <a:pt x="4370" y="2901"/>
                    </a:cubicBezTo>
                    <a:cubicBezTo>
                      <a:pt x="5371" y="4069"/>
                      <a:pt x="6305" y="5337"/>
                      <a:pt x="7272" y="6537"/>
                    </a:cubicBezTo>
                    <a:cubicBezTo>
                      <a:pt x="8139" y="7605"/>
                      <a:pt x="9040" y="8706"/>
                      <a:pt x="10041" y="9606"/>
                    </a:cubicBezTo>
                    <a:cubicBezTo>
                      <a:pt x="10414" y="9940"/>
                      <a:pt x="10819" y="10289"/>
                      <a:pt x="11248" y="10610"/>
                    </a:cubicBezTo>
                    <a:lnTo>
                      <a:pt x="11248" y="10610"/>
                    </a:lnTo>
                    <a:cubicBezTo>
                      <a:pt x="7013" y="9009"/>
                      <a:pt x="3307" y="5892"/>
                      <a:pt x="1101" y="1767"/>
                    </a:cubicBezTo>
                    <a:cubicBezTo>
                      <a:pt x="1001" y="1601"/>
                      <a:pt x="934" y="1500"/>
                      <a:pt x="834" y="1334"/>
                    </a:cubicBezTo>
                    <a:cubicBezTo>
                      <a:pt x="1016" y="766"/>
                      <a:pt x="1244" y="461"/>
                      <a:pt x="1529" y="461"/>
                    </a:cubicBezTo>
                    <a:close/>
                    <a:moveTo>
                      <a:pt x="1300" y="0"/>
                    </a:moveTo>
                    <a:cubicBezTo>
                      <a:pt x="843" y="0"/>
                      <a:pt x="412" y="201"/>
                      <a:pt x="267" y="700"/>
                    </a:cubicBezTo>
                    <a:cubicBezTo>
                      <a:pt x="0" y="1534"/>
                      <a:pt x="1101" y="2801"/>
                      <a:pt x="1501" y="3435"/>
                    </a:cubicBezTo>
                    <a:cubicBezTo>
                      <a:pt x="2769" y="5303"/>
                      <a:pt x="4337" y="6971"/>
                      <a:pt x="6138" y="8305"/>
                    </a:cubicBezTo>
                    <a:cubicBezTo>
                      <a:pt x="7973" y="9689"/>
                      <a:pt x="9976" y="10642"/>
                      <a:pt x="12146" y="11206"/>
                    </a:cubicBezTo>
                    <a:lnTo>
                      <a:pt x="12146" y="11206"/>
                    </a:lnTo>
                    <a:cubicBezTo>
                      <a:pt x="12524" y="11422"/>
                      <a:pt x="12913" y="11598"/>
                      <a:pt x="13310" y="11708"/>
                    </a:cubicBezTo>
                    <a:cubicBezTo>
                      <a:pt x="13343" y="11708"/>
                      <a:pt x="13376" y="11608"/>
                      <a:pt x="13343" y="11608"/>
                    </a:cubicBezTo>
                    <a:cubicBezTo>
                      <a:pt x="13246" y="11544"/>
                      <a:pt x="13149" y="11480"/>
                      <a:pt x="13051" y="11417"/>
                    </a:cubicBezTo>
                    <a:lnTo>
                      <a:pt x="13051" y="11417"/>
                    </a:lnTo>
                    <a:cubicBezTo>
                      <a:pt x="13148" y="11437"/>
                      <a:pt x="13246" y="11456"/>
                      <a:pt x="13343" y="11474"/>
                    </a:cubicBezTo>
                    <a:cubicBezTo>
                      <a:pt x="13362" y="11484"/>
                      <a:pt x="13378" y="11488"/>
                      <a:pt x="13393" y="11488"/>
                    </a:cubicBezTo>
                    <a:cubicBezTo>
                      <a:pt x="13483" y="11488"/>
                      <a:pt x="13491" y="11332"/>
                      <a:pt x="13376" y="11274"/>
                    </a:cubicBezTo>
                    <a:cubicBezTo>
                      <a:pt x="13064" y="11197"/>
                      <a:pt x="12753" y="11111"/>
                      <a:pt x="12445" y="11017"/>
                    </a:cubicBezTo>
                    <a:lnTo>
                      <a:pt x="12445" y="11017"/>
                    </a:lnTo>
                    <a:cubicBezTo>
                      <a:pt x="11586" y="10445"/>
                      <a:pt x="10751" y="9849"/>
                      <a:pt x="10007" y="9106"/>
                    </a:cubicBezTo>
                    <a:cubicBezTo>
                      <a:pt x="9040" y="8172"/>
                      <a:pt x="8206" y="7071"/>
                      <a:pt x="7439" y="6004"/>
                    </a:cubicBezTo>
                    <a:cubicBezTo>
                      <a:pt x="6605" y="4903"/>
                      <a:pt x="5804" y="3835"/>
                      <a:pt x="4937" y="2835"/>
                    </a:cubicBezTo>
                    <a:cubicBezTo>
                      <a:pt x="4136" y="1901"/>
                      <a:pt x="3169" y="767"/>
                      <a:pt x="2102" y="200"/>
                    </a:cubicBezTo>
                    <a:cubicBezTo>
                      <a:pt x="1863" y="74"/>
                      <a:pt x="1576" y="0"/>
                      <a:pt x="13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35"/>
              <p:cNvSpPr/>
              <p:nvPr/>
            </p:nvSpPr>
            <p:spPr>
              <a:xfrm>
                <a:off x="2917250" y="2351825"/>
                <a:ext cx="260225" cy="413950"/>
              </a:xfrm>
              <a:custGeom>
                <a:avLst/>
                <a:gdLst/>
                <a:ahLst/>
                <a:cxnLst/>
                <a:rect l="l" t="t" r="r" b="b"/>
                <a:pathLst>
                  <a:path w="10409" h="16558" extrusionOk="0">
                    <a:moveTo>
                      <a:pt x="1367" y="0"/>
                    </a:moveTo>
                    <a:cubicBezTo>
                      <a:pt x="715" y="0"/>
                      <a:pt x="330" y="895"/>
                      <a:pt x="268" y="1614"/>
                    </a:cubicBezTo>
                    <a:cubicBezTo>
                      <a:pt x="1" y="4216"/>
                      <a:pt x="968" y="6884"/>
                      <a:pt x="2302" y="9152"/>
                    </a:cubicBezTo>
                    <a:cubicBezTo>
                      <a:pt x="4170" y="12221"/>
                      <a:pt x="6806" y="14823"/>
                      <a:pt x="9908" y="16524"/>
                    </a:cubicBezTo>
                    <a:lnTo>
                      <a:pt x="10408" y="16558"/>
                    </a:lnTo>
                    <a:cubicBezTo>
                      <a:pt x="8607" y="14656"/>
                      <a:pt x="7172" y="12355"/>
                      <a:pt x="6238" y="9853"/>
                    </a:cubicBezTo>
                    <a:cubicBezTo>
                      <a:pt x="5438" y="7718"/>
                      <a:pt x="5004" y="5483"/>
                      <a:pt x="4070" y="3448"/>
                    </a:cubicBezTo>
                    <a:cubicBezTo>
                      <a:pt x="3603" y="2481"/>
                      <a:pt x="3070" y="1514"/>
                      <a:pt x="2402" y="680"/>
                    </a:cubicBezTo>
                    <a:cubicBezTo>
                      <a:pt x="2136" y="379"/>
                      <a:pt x="1902" y="46"/>
                      <a:pt x="1502" y="13"/>
                    </a:cubicBezTo>
                    <a:cubicBezTo>
                      <a:pt x="1456" y="4"/>
                      <a:pt x="1411" y="0"/>
                      <a:pt x="13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35"/>
              <p:cNvSpPr/>
              <p:nvPr/>
            </p:nvSpPr>
            <p:spPr>
              <a:xfrm>
                <a:off x="2949175" y="2393150"/>
                <a:ext cx="236625" cy="388475"/>
              </a:xfrm>
              <a:custGeom>
                <a:avLst/>
                <a:gdLst/>
                <a:ahLst/>
                <a:cxnLst/>
                <a:rect l="l" t="t" r="r" b="b"/>
                <a:pathLst>
                  <a:path w="9465" h="15539" extrusionOk="0">
                    <a:moveTo>
                      <a:pt x="112" y="1"/>
                    </a:moveTo>
                    <a:cubicBezTo>
                      <a:pt x="63" y="1"/>
                      <a:pt x="1" y="55"/>
                      <a:pt x="25" y="127"/>
                    </a:cubicBezTo>
                    <a:cubicBezTo>
                      <a:pt x="1292" y="3163"/>
                      <a:pt x="2626" y="6198"/>
                      <a:pt x="4161" y="9067"/>
                    </a:cubicBezTo>
                    <a:cubicBezTo>
                      <a:pt x="5462" y="11469"/>
                      <a:pt x="7063" y="14137"/>
                      <a:pt x="9398" y="15538"/>
                    </a:cubicBezTo>
                    <a:cubicBezTo>
                      <a:pt x="9465" y="15538"/>
                      <a:pt x="9465" y="15505"/>
                      <a:pt x="9465" y="15472"/>
                    </a:cubicBezTo>
                    <a:cubicBezTo>
                      <a:pt x="8464" y="14471"/>
                      <a:pt x="7463" y="13537"/>
                      <a:pt x="6563" y="12403"/>
                    </a:cubicBezTo>
                    <a:cubicBezTo>
                      <a:pt x="5662" y="11202"/>
                      <a:pt x="4895" y="9901"/>
                      <a:pt x="4194" y="8567"/>
                    </a:cubicBezTo>
                    <a:cubicBezTo>
                      <a:pt x="2727" y="5798"/>
                      <a:pt x="1559" y="2863"/>
                      <a:pt x="158" y="27"/>
                    </a:cubicBezTo>
                    <a:cubicBezTo>
                      <a:pt x="149" y="9"/>
                      <a:pt x="132" y="1"/>
                      <a:pt x="1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35"/>
              <p:cNvSpPr/>
              <p:nvPr/>
            </p:nvSpPr>
            <p:spPr>
              <a:xfrm>
                <a:off x="2872225" y="2489400"/>
                <a:ext cx="307750" cy="287225"/>
              </a:xfrm>
              <a:custGeom>
                <a:avLst/>
                <a:gdLst/>
                <a:ahLst/>
                <a:cxnLst/>
                <a:rect l="l" t="t" r="r" b="b"/>
                <a:pathLst>
                  <a:path w="12310" h="11489" extrusionOk="0">
                    <a:moveTo>
                      <a:pt x="99" y="1"/>
                    </a:moveTo>
                    <a:cubicBezTo>
                      <a:pt x="57" y="1"/>
                      <a:pt x="0" y="38"/>
                      <a:pt x="0" y="114"/>
                    </a:cubicBezTo>
                    <a:cubicBezTo>
                      <a:pt x="334" y="781"/>
                      <a:pt x="934" y="1348"/>
                      <a:pt x="1401" y="1982"/>
                    </a:cubicBezTo>
                    <a:lnTo>
                      <a:pt x="2769" y="3716"/>
                    </a:lnTo>
                    <a:cubicBezTo>
                      <a:pt x="3703" y="4884"/>
                      <a:pt x="4704" y="5984"/>
                      <a:pt x="5771" y="6985"/>
                    </a:cubicBezTo>
                    <a:cubicBezTo>
                      <a:pt x="7706" y="8720"/>
                      <a:pt x="9741" y="10788"/>
                      <a:pt x="12242" y="11488"/>
                    </a:cubicBezTo>
                    <a:cubicBezTo>
                      <a:pt x="12309" y="11488"/>
                      <a:pt x="12309" y="11388"/>
                      <a:pt x="12276" y="11355"/>
                    </a:cubicBezTo>
                    <a:cubicBezTo>
                      <a:pt x="9707" y="10488"/>
                      <a:pt x="7606" y="8319"/>
                      <a:pt x="5638" y="6418"/>
                    </a:cubicBezTo>
                    <a:cubicBezTo>
                      <a:pt x="4704" y="5517"/>
                      <a:pt x="3803" y="4550"/>
                      <a:pt x="2969" y="3516"/>
                    </a:cubicBezTo>
                    <a:lnTo>
                      <a:pt x="1602" y="1781"/>
                    </a:lnTo>
                    <a:cubicBezTo>
                      <a:pt x="1135" y="1181"/>
                      <a:pt x="734" y="514"/>
                      <a:pt x="134" y="13"/>
                    </a:cubicBezTo>
                    <a:cubicBezTo>
                      <a:pt x="125" y="5"/>
                      <a:pt x="113" y="1"/>
                      <a:pt x="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35"/>
              <p:cNvSpPr/>
              <p:nvPr/>
            </p:nvSpPr>
            <p:spPr>
              <a:xfrm>
                <a:off x="2828325" y="2548075"/>
                <a:ext cx="340800" cy="236875"/>
              </a:xfrm>
              <a:custGeom>
                <a:avLst/>
                <a:gdLst/>
                <a:ahLst/>
                <a:cxnLst/>
                <a:rect l="l" t="t" r="r" b="b"/>
                <a:pathLst>
                  <a:path w="13632" h="9475" extrusionOk="0">
                    <a:moveTo>
                      <a:pt x="37" y="0"/>
                    </a:moveTo>
                    <a:cubicBezTo>
                      <a:pt x="20" y="0"/>
                      <a:pt x="0" y="37"/>
                      <a:pt x="22" y="102"/>
                    </a:cubicBezTo>
                    <a:cubicBezTo>
                      <a:pt x="1456" y="2703"/>
                      <a:pt x="3791" y="4838"/>
                      <a:pt x="5993" y="6706"/>
                    </a:cubicBezTo>
                    <a:cubicBezTo>
                      <a:pt x="8061" y="8508"/>
                      <a:pt x="10830" y="9475"/>
                      <a:pt x="13531" y="9475"/>
                    </a:cubicBezTo>
                    <a:cubicBezTo>
                      <a:pt x="13565" y="9475"/>
                      <a:pt x="13632" y="9375"/>
                      <a:pt x="13531" y="9341"/>
                    </a:cubicBezTo>
                    <a:cubicBezTo>
                      <a:pt x="12231" y="9175"/>
                      <a:pt x="10996" y="9041"/>
                      <a:pt x="9729" y="8641"/>
                    </a:cubicBezTo>
                    <a:cubicBezTo>
                      <a:pt x="8228" y="8141"/>
                      <a:pt x="6960" y="7340"/>
                      <a:pt x="5726" y="6306"/>
                    </a:cubicBezTo>
                    <a:cubicBezTo>
                      <a:pt x="3658" y="4471"/>
                      <a:pt x="1523" y="2503"/>
                      <a:pt x="55" y="35"/>
                    </a:cubicBezTo>
                    <a:cubicBezTo>
                      <a:pt x="55" y="11"/>
                      <a:pt x="47" y="0"/>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35"/>
              <p:cNvSpPr/>
              <p:nvPr/>
            </p:nvSpPr>
            <p:spPr>
              <a:xfrm>
                <a:off x="2822050" y="2706425"/>
                <a:ext cx="339575" cy="76475"/>
              </a:xfrm>
              <a:custGeom>
                <a:avLst/>
                <a:gdLst/>
                <a:ahLst/>
                <a:cxnLst/>
                <a:rect l="l" t="t" r="r" b="b"/>
                <a:pathLst>
                  <a:path w="13583" h="3059" extrusionOk="0">
                    <a:moveTo>
                      <a:pt x="19" y="0"/>
                    </a:moveTo>
                    <a:cubicBezTo>
                      <a:pt x="7" y="0"/>
                      <a:pt x="1" y="19"/>
                      <a:pt x="39" y="39"/>
                    </a:cubicBezTo>
                    <a:cubicBezTo>
                      <a:pt x="39" y="11"/>
                      <a:pt x="27" y="0"/>
                      <a:pt x="19" y="0"/>
                    </a:cubicBezTo>
                    <a:close/>
                    <a:moveTo>
                      <a:pt x="39" y="39"/>
                    </a:moveTo>
                    <a:lnTo>
                      <a:pt x="39" y="39"/>
                    </a:lnTo>
                    <a:cubicBezTo>
                      <a:pt x="2074" y="1340"/>
                      <a:pt x="4376" y="2174"/>
                      <a:pt x="6711" y="2641"/>
                    </a:cubicBezTo>
                    <a:cubicBezTo>
                      <a:pt x="8003" y="2879"/>
                      <a:pt x="9414" y="3058"/>
                      <a:pt x="10802" y="3058"/>
                    </a:cubicBezTo>
                    <a:cubicBezTo>
                      <a:pt x="11743" y="3058"/>
                      <a:pt x="12673" y="2976"/>
                      <a:pt x="13549" y="2774"/>
                    </a:cubicBezTo>
                    <a:cubicBezTo>
                      <a:pt x="13582" y="2774"/>
                      <a:pt x="13582" y="2674"/>
                      <a:pt x="13549" y="2674"/>
                    </a:cubicBezTo>
                    <a:cubicBezTo>
                      <a:pt x="12384" y="2722"/>
                      <a:pt x="11266" y="2787"/>
                      <a:pt x="10158" y="2787"/>
                    </a:cubicBezTo>
                    <a:cubicBezTo>
                      <a:pt x="8980" y="2787"/>
                      <a:pt x="7813" y="2714"/>
                      <a:pt x="6611" y="2474"/>
                    </a:cubicBezTo>
                    <a:cubicBezTo>
                      <a:pt x="4276" y="1973"/>
                      <a:pt x="2107" y="1106"/>
                      <a:pt x="39" y="3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35"/>
              <p:cNvSpPr/>
              <p:nvPr/>
            </p:nvSpPr>
            <p:spPr>
              <a:xfrm>
                <a:off x="2993975" y="2413000"/>
                <a:ext cx="10875" cy="26250"/>
              </a:xfrm>
              <a:custGeom>
                <a:avLst/>
                <a:gdLst/>
                <a:ahLst/>
                <a:cxnLst/>
                <a:rect l="l" t="t" r="r" b="b"/>
                <a:pathLst>
                  <a:path w="435" h="1050" extrusionOk="0">
                    <a:moveTo>
                      <a:pt x="1" y="1"/>
                    </a:moveTo>
                    <a:lnTo>
                      <a:pt x="1" y="1"/>
                    </a:lnTo>
                    <a:cubicBezTo>
                      <a:pt x="67" y="167"/>
                      <a:pt x="101" y="368"/>
                      <a:pt x="201" y="534"/>
                    </a:cubicBezTo>
                    <a:cubicBezTo>
                      <a:pt x="234" y="701"/>
                      <a:pt x="267" y="868"/>
                      <a:pt x="401" y="1035"/>
                    </a:cubicBezTo>
                    <a:cubicBezTo>
                      <a:pt x="401" y="1046"/>
                      <a:pt x="405" y="1050"/>
                      <a:pt x="409" y="1050"/>
                    </a:cubicBezTo>
                    <a:cubicBezTo>
                      <a:pt x="419" y="1050"/>
                      <a:pt x="434" y="1035"/>
                      <a:pt x="434" y="1035"/>
                    </a:cubicBezTo>
                    <a:cubicBezTo>
                      <a:pt x="434" y="668"/>
                      <a:pt x="201" y="267"/>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35"/>
              <p:cNvSpPr/>
              <p:nvPr/>
            </p:nvSpPr>
            <p:spPr>
              <a:xfrm>
                <a:off x="2946450" y="2450050"/>
                <a:ext cx="8350" cy="19225"/>
              </a:xfrm>
              <a:custGeom>
                <a:avLst/>
                <a:gdLst/>
                <a:ahLst/>
                <a:cxnLst/>
                <a:rect l="l" t="t" r="r" b="b"/>
                <a:pathLst>
                  <a:path w="334" h="769" extrusionOk="0">
                    <a:moveTo>
                      <a:pt x="52" y="0"/>
                    </a:moveTo>
                    <a:cubicBezTo>
                      <a:pt x="25" y="0"/>
                      <a:pt x="0" y="33"/>
                      <a:pt x="0" y="53"/>
                    </a:cubicBezTo>
                    <a:cubicBezTo>
                      <a:pt x="100" y="253"/>
                      <a:pt x="134" y="553"/>
                      <a:pt x="234" y="754"/>
                    </a:cubicBezTo>
                    <a:cubicBezTo>
                      <a:pt x="234" y="765"/>
                      <a:pt x="241" y="768"/>
                      <a:pt x="251" y="768"/>
                    </a:cubicBezTo>
                    <a:cubicBezTo>
                      <a:pt x="271" y="768"/>
                      <a:pt x="300" y="754"/>
                      <a:pt x="300" y="754"/>
                    </a:cubicBezTo>
                    <a:cubicBezTo>
                      <a:pt x="334" y="520"/>
                      <a:pt x="234" y="253"/>
                      <a:pt x="100" y="53"/>
                    </a:cubicBezTo>
                    <a:cubicBezTo>
                      <a:pt x="87" y="14"/>
                      <a:pt x="69" y="0"/>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35"/>
              <p:cNvSpPr/>
              <p:nvPr/>
            </p:nvSpPr>
            <p:spPr>
              <a:xfrm>
                <a:off x="2914975" y="2515250"/>
                <a:ext cx="18150" cy="23200"/>
              </a:xfrm>
              <a:custGeom>
                <a:avLst/>
                <a:gdLst/>
                <a:ahLst/>
                <a:cxnLst/>
                <a:rect l="l" t="t" r="r" b="b"/>
                <a:pathLst>
                  <a:path w="726" h="928" extrusionOk="0">
                    <a:moveTo>
                      <a:pt x="46" y="0"/>
                    </a:moveTo>
                    <a:cubicBezTo>
                      <a:pt x="12" y="0"/>
                      <a:pt x="1" y="31"/>
                      <a:pt x="25" y="80"/>
                    </a:cubicBezTo>
                    <a:cubicBezTo>
                      <a:pt x="192" y="347"/>
                      <a:pt x="392" y="647"/>
                      <a:pt x="659" y="914"/>
                    </a:cubicBezTo>
                    <a:cubicBezTo>
                      <a:pt x="668" y="923"/>
                      <a:pt x="677" y="927"/>
                      <a:pt x="685" y="927"/>
                    </a:cubicBezTo>
                    <a:cubicBezTo>
                      <a:pt x="708" y="927"/>
                      <a:pt x="725" y="896"/>
                      <a:pt x="725" y="847"/>
                    </a:cubicBezTo>
                    <a:cubicBezTo>
                      <a:pt x="559" y="581"/>
                      <a:pt x="359" y="280"/>
                      <a:pt x="92" y="14"/>
                    </a:cubicBezTo>
                    <a:cubicBezTo>
                      <a:pt x="74" y="5"/>
                      <a:pt x="58" y="0"/>
                      <a:pt x="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35"/>
              <p:cNvSpPr/>
              <p:nvPr/>
            </p:nvSpPr>
            <p:spPr>
              <a:xfrm>
                <a:off x="2895825" y="2553700"/>
                <a:ext cx="9775" cy="12650"/>
              </a:xfrm>
              <a:custGeom>
                <a:avLst/>
                <a:gdLst/>
                <a:ahLst/>
                <a:cxnLst/>
                <a:rect l="l" t="t" r="r" b="b"/>
                <a:pathLst>
                  <a:path w="391" h="506" extrusionOk="0">
                    <a:moveTo>
                      <a:pt x="78" y="0"/>
                    </a:moveTo>
                    <a:cubicBezTo>
                      <a:pt x="40" y="0"/>
                      <a:pt x="1" y="54"/>
                      <a:pt x="24" y="77"/>
                    </a:cubicBezTo>
                    <a:cubicBezTo>
                      <a:pt x="124" y="210"/>
                      <a:pt x="191" y="377"/>
                      <a:pt x="324" y="477"/>
                    </a:cubicBezTo>
                    <a:cubicBezTo>
                      <a:pt x="334" y="498"/>
                      <a:pt x="345" y="506"/>
                      <a:pt x="354" y="506"/>
                    </a:cubicBezTo>
                    <a:cubicBezTo>
                      <a:pt x="375" y="506"/>
                      <a:pt x="391" y="467"/>
                      <a:pt x="391" y="444"/>
                    </a:cubicBezTo>
                    <a:cubicBezTo>
                      <a:pt x="324" y="277"/>
                      <a:pt x="224" y="143"/>
                      <a:pt x="124" y="43"/>
                    </a:cubicBezTo>
                    <a:cubicBezTo>
                      <a:pt x="113" y="12"/>
                      <a:pt x="96" y="0"/>
                      <a:pt x="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35"/>
              <p:cNvSpPr/>
              <p:nvPr/>
            </p:nvSpPr>
            <p:spPr>
              <a:xfrm>
                <a:off x="2859125" y="2555250"/>
                <a:ext cx="205750" cy="171325"/>
              </a:xfrm>
              <a:custGeom>
                <a:avLst/>
                <a:gdLst/>
                <a:ahLst/>
                <a:cxnLst/>
                <a:rect l="l" t="t" r="r" b="b"/>
                <a:pathLst>
                  <a:path w="8230" h="6853" extrusionOk="0">
                    <a:moveTo>
                      <a:pt x="42" y="1"/>
                    </a:moveTo>
                    <a:cubicBezTo>
                      <a:pt x="10" y="1"/>
                      <a:pt x="0" y="24"/>
                      <a:pt x="24" y="48"/>
                    </a:cubicBezTo>
                    <a:cubicBezTo>
                      <a:pt x="2759" y="2316"/>
                      <a:pt x="5228" y="4918"/>
                      <a:pt x="8163" y="6853"/>
                    </a:cubicBezTo>
                    <a:cubicBezTo>
                      <a:pt x="8230" y="6853"/>
                      <a:pt x="8230" y="6820"/>
                      <a:pt x="8230" y="6820"/>
                    </a:cubicBezTo>
                    <a:cubicBezTo>
                      <a:pt x="5361" y="4685"/>
                      <a:pt x="2826" y="2216"/>
                      <a:pt x="91" y="15"/>
                    </a:cubicBezTo>
                    <a:cubicBezTo>
                      <a:pt x="71" y="5"/>
                      <a:pt x="55" y="1"/>
                      <a:pt x="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35"/>
              <p:cNvSpPr/>
              <p:nvPr/>
            </p:nvSpPr>
            <p:spPr>
              <a:xfrm>
                <a:off x="2821350" y="2573325"/>
                <a:ext cx="154100" cy="147150"/>
              </a:xfrm>
              <a:custGeom>
                <a:avLst/>
                <a:gdLst/>
                <a:ahLst/>
                <a:cxnLst/>
                <a:rect l="l" t="t" r="r" b="b"/>
                <a:pathLst>
                  <a:path w="6164" h="5886" extrusionOk="0">
                    <a:moveTo>
                      <a:pt x="26" y="1"/>
                    </a:moveTo>
                    <a:cubicBezTo>
                      <a:pt x="17" y="1"/>
                      <a:pt x="1" y="9"/>
                      <a:pt x="1" y="26"/>
                    </a:cubicBezTo>
                    <a:cubicBezTo>
                      <a:pt x="34" y="9"/>
                      <a:pt x="34" y="1"/>
                      <a:pt x="26" y="1"/>
                    </a:cubicBezTo>
                    <a:close/>
                    <a:moveTo>
                      <a:pt x="1" y="26"/>
                    </a:moveTo>
                    <a:lnTo>
                      <a:pt x="1" y="26"/>
                    </a:lnTo>
                    <a:cubicBezTo>
                      <a:pt x="668" y="1293"/>
                      <a:pt x="1435" y="2361"/>
                      <a:pt x="2502" y="3261"/>
                    </a:cubicBezTo>
                    <a:cubicBezTo>
                      <a:pt x="3637" y="4162"/>
                      <a:pt x="4837" y="5129"/>
                      <a:pt x="6072" y="5863"/>
                    </a:cubicBezTo>
                    <a:cubicBezTo>
                      <a:pt x="6080" y="5879"/>
                      <a:pt x="6090" y="5886"/>
                      <a:pt x="6100" y="5886"/>
                    </a:cubicBezTo>
                    <a:cubicBezTo>
                      <a:pt x="6131" y="5886"/>
                      <a:pt x="6164" y="5822"/>
                      <a:pt x="6138" y="5796"/>
                    </a:cubicBezTo>
                    <a:cubicBezTo>
                      <a:pt x="5138" y="4929"/>
                      <a:pt x="4070" y="4162"/>
                      <a:pt x="2969" y="3361"/>
                    </a:cubicBezTo>
                    <a:cubicBezTo>
                      <a:pt x="1769" y="2427"/>
                      <a:pt x="935" y="1293"/>
                      <a:pt x="1" y="2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35"/>
              <p:cNvSpPr/>
              <p:nvPr/>
            </p:nvSpPr>
            <p:spPr>
              <a:xfrm>
                <a:off x="2967300" y="2388200"/>
                <a:ext cx="96750" cy="220375"/>
              </a:xfrm>
              <a:custGeom>
                <a:avLst/>
                <a:gdLst/>
                <a:ahLst/>
                <a:cxnLst/>
                <a:rect l="l" t="t" r="r" b="b"/>
                <a:pathLst>
                  <a:path w="3870" h="8815" extrusionOk="0">
                    <a:moveTo>
                      <a:pt x="25" y="0"/>
                    </a:moveTo>
                    <a:cubicBezTo>
                      <a:pt x="17" y="0"/>
                      <a:pt x="0" y="9"/>
                      <a:pt x="0" y="25"/>
                    </a:cubicBezTo>
                    <a:cubicBezTo>
                      <a:pt x="33" y="9"/>
                      <a:pt x="33" y="0"/>
                      <a:pt x="25" y="0"/>
                    </a:cubicBezTo>
                    <a:close/>
                    <a:moveTo>
                      <a:pt x="0" y="25"/>
                    </a:moveTo>
                    <a:lnTo>
                      <a:pt x="0" y="25"/>
                    </a:lnTo>
                    <a:cubicBezTo>
                      <a:pt x="2002" y="2694"/>
                      <a:pt x="3169" y="5496"/>
                      <a:pt x="3803" y="8765"/>
                    </a:cubicBezTo>
                    <a:cubicBezTo>
                      <a:pt x="3803" y="8798"/>
                      <a:pt x="3828" y="8815"/>
                      <a:pt x="3845" y="8815"/>
                    </a:cubicBezTo>
                    <a:cubicBezTo>
                      <a:pt x="3861" y="8815"/>
                      <a:pt x="3870" y="8798"/>
                      <a:pt x="3836" y="8765"/>
                    </a:cubicBezTo>
                    <a:cubicBezTo>
                      <a:pt x="3603" y="5596"/>
                      <a:pt x="2135" y="2327"/>
                      <a:pt x="0" y="2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35"/>
              <p:cNvSpPr/>
              <p:nvPr/>
            </p:nvSpPr>
            <p:spPr>
              <a:xfrm>
                <a:off x="2848050" y="2700750"/>
                <a:ext cx="170050" cy="59325"/>
              </a:xfrm>
              <a:custGeom>
                <a:avLst/>
                <a:gdLst/>
                <a:ahLst/>
                <a:cxnLst/>
                <a:rect l="l" t="t" r="r" b="b"/>
                <a:pathLst>
                  <a:path w="6802" h="2373" extrusionOk="0">
                    <a:moveTo>
                      <a:pt x="759" y="0"/>
                    </a:moveTo>
                    <a:cubicBezTo>
                      <a:pt x="502" y="0"/>
                      <a:pt x="249" y="21"/>
                      <a:pt x="0" y="66"/>
                    </a:cubicBezTo>
                    <a:cubicBezTo>
                      <a:pt x="1168" y="366"/>
                      <a:pt x="2268" y="399"/>
                      <a:pt x="3402" y="833"/>
                    </a:cubicBezTo>
                    <a:cubicBezTo>
                      <a:pt x="4537" y="1266"/>
                      <a:pt x="5604" y="1900"/>
                      <a:pt x="6738" y="2367"/>
                    </a:cubicBezTo>
                    <a:cubicBezTo>
                      <a:pt x="6742" y="2371"/>
                      <a:pt x="6745" y="2373"/>
                      <a:pt x="6749" y="2373"/>
                    </a:cubicBezTo>
                    <a:cubicBezTo>
                      <a:pt x="6778" y="2373"/>
                      <a:pt x="6801" y="2263"/>
                      <a:pt x="6772" y="2234"/>
                    </a:cubicBezTo>
                    <a:cubicBezTo>
                      <a:pt x="5082" y="1315"/>
                      <a:pt x="2812" y="0"/>
                      <a:pt x="7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35"/>
              <p:cNvSpPr/>
              <p:nvPr/>
            </p:nvSpPr>
            <p:spPr>
              <a:xfrm>
                <a:off x="2823300" y="2718675"/>
                <a:ext cx="259100" cy="87150"/>
              </a:xfrm>
              <a:custGeom>
                <a:avLst/>
                <a:gdLst/>
                <a:ahLst/>
                <a:cxnLst/>
                <a:rect l="l" t="t" r="r" b="b"/>
                <a:pathLst>
                  <a:path w="10364" h="3486" extrusionOk="0">
                    <a:moveTo>
                      <a:pt x="15" y="1"/>
                    </a:moveTo>
                    <a:cubicBezTo>
                      <a:pt x="8" y="1"/>
                      <a:pt x="0" y="16"/>
                      <a:pt x="23" y="16"/>
                    </a:cubicBezTo>
                    <a:cubicBezTo>
                      <a:pt x="23" y="5"/>
                      <a:pt x="19" y="1"/>
                      <a:pt x="15" y="1"/>
                    </a:cubicBezTo>
                    <a:close/>
                    <a:moveTo>
                      <a:pt x="23" y="16"/>
                    </a:moveTo>
                    <a:lnTo>
                      <a:pt x="23" y="16"/>
                    </a:lnTo>
                    <a:cubicBezTo>
                      <a:pt x="2557" y="2184"/>
                      <a:pt x="6042" y="3485"/>
                      <a:pt x="9377" y="3485"/>
                    </a:cubicBezTo>
                    <a:cubicBezTo>
                      <a:pt x="9685" y="3485"/>
                      <a:pt x="9992" y="3474"/>
                      <a:pt x="10297" y="3451"/>
                    </a:cubicBezTo>
                    <a:cubicBezTo>
                      <a:pt x="10363" y="3451"/>
                      <a:pt x="10363" y="3351"/>
                      <a:pt x="10297" y="3351"/>
                    </a:cubicBezTo>
                    <a:cubicBezTo>
                      <a:pt x="6527" y="3351"/>
                      <a:pt x="3158" y="2284"/>
                      <a:pt x="23" y="1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35"/>
              <p:cNvSpPr/>
              <p:nvPr/>
            </p:nvSpPr>
            <p:spPr>
              <a:xfrm>
                <a:off x="2903075" y="2494675"/>
                <a:ext cx="285225" cy="326675"/>
              </a:xfrm>
              <a:custGeom>
                <a:avLst/>
                <a:gdLst/>
                <a:ahLst/>
                <a:cxnLst/>
                <a:rect l="l" t="t" r="r" b="b"/>
                <a:pathLst>
                  <a:path w="11409" h="13067" extrusionOk="0">
                    <a:moveTo>
                      <a:pt x="2940" y="1"/>
                    </a:moveTo>
                    <a:cubicBezTo>
                      <a:pt x="2472" y="1"/>
                      <a:pt x="2128" y="356"/>
                      <a:pt x="1969" y="803"/>
                    </a:cubicBezTo>
                    <a:cubicBezTo>
                      <a:pt x="1702" y="1570"/>
                      <a:pt x="2035" y="2638"/>
                      <a:pt x="2202" y="3338"/>
                    </a:cubicBezTo>
                    <a:cubicBezTo>
                      <a:pt x="2369" y="3939"/>
                      <a:pt x="2569" y="4472"/>
                      <a:pt x="2803" y="4973"/>
                    </a:cubicBezTo>
                    <a:cubicBezTo>
                      <a:pt x="2303" y="4548"/>
                      <a:pt x="1822" y="4105"/>
                      <a:pt x="1192" y="4105"/>
                    </a:cubicBezTo>
                    <a:cubicBezTo>
                      <a:pt x="981" y="4105"/>
                      <a:pt x="752" y="4155"/>
                      <a:pt x="501" y="4272"/>
                    </a:cubicBezTo>
                    <a:cubicBezTo>
                      <a:pt x="368" y="4306"/>
                      <a:pt x="334" y="4506"/>
                      <a:pt x="368" y="4639"/>
                    </a:cubicBezTo>
                    <a:cubicBezTo>
                      <a:pt x="901" y="6307"/>
                      <a:pt x="1702" y="7842"/>
                      <a:pt x="2736" y="9243"/>
                    </a:cubicBezTo>
                    <a:cubicBezTo>
                      <a:pt x="1935" y="9142"/>
                      <a:pt x="1101" y="9076"/>
                      <a:pt x="334" y="8976"/>
                    </a:cubicBezTo>
                    <a:cubicBezTo>
                      <a:pt x="167" y="8976"/>
                      <a:pt x="1" y="9142"/>
                      <a:pt x="34" y="9309"/>
                    </a:cubicBezTo>
                    <a:cubicBezTo>
                      <a:pt x="101" y="10343"/>
                      <a:pt x="1101" y="11177"/>
                      <a:pt x="1935" y="11744"/>
                    </a:cubicBezTo>
                    <a:cubicBezTo>
                      <a:pt x="2936" y="12345"/>
                      <a:pt x="4070" y="12745"/>
                      <a:pt x="5204" y="12912"/>
                    </a:cubicBezTo>
                    <a:cubicBezTo>
                      <a:pt x="5825" y="12996"/>
                      <a:pt x="6529" y="13067"/>
                      <a:pt x="7243" y="13067"/>
                    </a:cubicBezTo>
                    <a:cubicBezTo>
                      <a:pt x="8791" y="13067"/>
                      <a:pt x="10385" y="12733"/>
                      <a:pt x="11275" y="11477"/>
                    </a:cubicBezTo>
                    <a:lnTo>
                      <a:pt x="11275" y="11444"/>
                    </a:lnTo>
                    <a:cubicBezTo>
                      <a:pt x="11275" y="11411"/>
                      <a:pt x="11342" y="11411"/>
                      <a:pt x="11342" y="11344"/>
                    </a:cubicBezTo>
                    <a:cubicBezTo>
                      <a:pt x="11409" y="11177"/>
                      <a:pt x="11375" y="10977"/>
                      <a:pt x="11309" y="10910"/>
                    </a:cubicBezTo>
                    <a:cubicBezTo>
                      <a:pt x="8307" y="8242"/>
                      <a:pt x="6472" y="4673"/>
                      <a:pt x="4304" y="1270"/>
                    </a:cubicBezTo>
                    <a:cubicBezTo>
                      <a:pt x="4003" y="803"/>
                      <a:pt x="3637" y="69"/>
                      <a:pt x="3003" y="3"/>
                    </a:cubicBezTo>
                    <a:cubicBezTo>
                      <a:pt x="2982" y="1"/>
                      <a:pt x="2961" y="1"/>
                      <a:pt x="29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35"/>
              <p:cNvSpPr/>
              <p:nvPr/>
            </p:nvSpPr>
            <p:spPr>
              <a:xfrm>
                <a:off x="2913075" y="2730725"/>
                <a:ext cx="254375" cy="68950"/>
              </a:xfrm>
              <a:custGeom>
                <a:avLst/>
                <a:gdLst/>
                <a:ahLst/>
                <a:cxnLst/>
                <a:rect l="l" t="t" r="r" b="b"/>
                <a:pathLst>
                  <a:path w="10175" h="2758" extrusionOk="0">
                    <a:moveTo>
                      <a:pt x="1" y="1"/>
                    </a:moveTo>
                    <a:lnTo>
                      <a:pt x="1" y="1"/>
                    </a:lnTo>
                    <a:cubicBezTo>
                      <a:pt x="1135" y="1335"/>
                      <a:pt x="3103" y="2035"/>
                      <a:pt x="4671" y="2502"/>
                    </a:cubicBezTo>
                    <a:cubicBezTo>
                      <a:pt x="5296" y="2676"/>
                      <a:pt x="5945" y="2757"/>
                      <a:pt x="6596" y="2757"/>
                    </a:cubicBezTo>
                    <a:cubicBezTo>
                      <a:pt x="7821" y="2757"/>
                      <a:pt x="9052" y="2470"/>
                      <a:pt x="10141" y="1969"/>
                    </a:cubicBezTo>
                    <a:cubicBezTo>
                      <a:pt x="10175" y="1969"/>
                      <a:pt x="10141" y="1869"/>
                      <a:pt x="10108" y="1869"/>
                    </a:cubicBezTo>
                    <a:cubicBezTo>
                      <a:pt x="9241" y="2035"/>
                      <a:pt x="8340" y="2402"/>
                      <a:pt x="7473" y="2536"/>
                    </a:cubicBezTo>
                    <a:cubicBezTo>
                      <a:pt x="7174" y="2576"/>
                      <a:pt x="6879" y="2595"/>
                      <a:pt x="6586" y="2595"/>
                    </a:cubicBezTo>
                    <a:cubicBezTo>
                      <a:pt x="5898" y="2595"/>
                      <a:pt x="5226" y="2490"/>
                      <a:pt x="4571" y="2302"/>
                    </a:cubicBezTo>
                    <a:cubicBezTo>
                      <a:pt x="3003" y="1835"/>
                      <a:pt x="1302" y="1135"/>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35"/>
              <p:cNvSpPr/>
              <p:nvPr/>
            </p:nvSpPr>
            <p:spPr>
              <a:xfrm>
                <a:off x="2934725" y="2626950"/>
                <a:ext cx="197700" cy="148000"/>
              </a:xfrm>
              <a:custGeom>
                <a:avLst/>
                <a:gdLst/>
                <a:ahLst/>
                <a:cxnLst/>
                <a:rect l="l" t="t" r="r" b="b"/>
                <a:pathLst>
                  <a:path w="7908" h="5920" extrusionOk="0">
                    <a:moveTo>
                      <a:pt x="11" y="1"/>
                    </a:moveTo>
                    <a:cubicBezTo>
                      <a:pt x="8" y="1"/>
                      <a:pt x="1" y="6"/>
                      <a:pt x="7" y="11"/>
                    </a:cubicBezTo>
                    <a:lnTo>
                      <a:pt x="7" y="11"/>
                    </a:lnTo>
                    <a:cubicBezTo>
                      <a:pt x="13" y="3"/>
                      <a:pt x="13" y="1"/>
                      <a:pt x="11" y="1"/>
                    </a:cubicBezTo>
                    <a:close/>
                    <a:moveTo>
                      <a:pt x="7" y="11"/>
                    </a:moveTo>
                    <a:cubicBezTo>
                      <a:pt x="5" y="12"/>
                      <a:pt x="4" y="14"/>
                      <a:pt x="2" y="15"/>
                    </a:cubicBezTo>
                    <a:cubicBezTo>
                      <a:pt x="39" y="56"/>
                      <a:pt x="75" y="96"/>
                      <a:pt x="112" y="136"/>
                    </a:cubicBezTo>
                    <a:lnTo>
                      <a:pt x="112" y="136"/>
                    </a:lnTo>
                    <a:cubicBezTo>
                      <a:pt x="86" y="96"/>
                      <a:pt x="61" y="56"/>
                      <a:pt x="36" y="15"/>
                    </a:cubicBezTo>
                    <a:cubicBezTo>
                      <a:pt x="19" y="15"/>
                      <a:pt x="10" y="13"/>
                      <a:pt x="7" y="11"/>
                    </a:cubicBezTo>
                    <a:close/>
                    <a:moveTo>
                      <a:pt x="112" y="136"/>
                    </a:moveTo>
                    <a:cubicBezTo>
                      <a:pt x="1849" y="2868"/>
                      <a:pt x="4520" y="5690"/>
                      <a:pt x="7808" y="5920"/>
                    </a:cubicBezTo>
                    <a:cubicBezTo>
                      <a:pt x="7908" y="5920"/>
                      <a:pt x="7908" y="5820"/>
                      <a:pt x="7808" y="5753"/>
                    </a:cubicBezTo>
                    <a:cubicBezTo>
                      <a:pt x="6940" y="5486"/>
                      <a:pt x="6073" y="5353"/>
                      <a:pt x="5206" y="4919"/>
                    </a:cubicBezTo>
                    <a:cubicBezTo>
                      <a:pt x="4439" y="4552"/>
                      <a:pt x="3738" y="4018"/>
                      <a:pt x="3104" y="3485"/>
                    </a:cubicBezTo>
                    <a:cubicBezTo>
                      <a:pt x="2009" y="2454"/>
                      <a:pt x="1132" y="1268"/>
                      <a:pt x="112" y="1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35"/>
              <p:cNvSpPr/>
              <p:nvPr/>
            </p:nvSpPr>
            <p:spPr>
              <a:xfrm>
                <a:off x="2970625" y="2527250"/>
                <a:ext cx="183500" cy="246025"/>
              </a:xfrm>
              <a:custGeom>
                <a:avLst/>
                <a:gdLst/>
                <a:ahLst/>
                <a:cxnLst/>
                <a:rect l="l" t="t" r="r" b="b"/>
                <a:pathLst>
                  <a:path w="7340" h="9841" extrusionOk="0">
                    <a:moveTo>
                      <a:pt x="1" y="1"/>
                    </a:moveTo>
                    <a:lnTo>
                      <a:pt x="1" y="1"/>
                    </a:lnTo>
                    <a:cubicBezTo>
                      <a:pt x="801" y="2135"/>
                      <a:pt x="1969" y="4137"/>
                      <a:pt x="3270" y="5938"/>
                    </a:cubicBezTo>
                    <a:cubicBezTo>
                      <a:pt x="3870" y="6805"/>
                      <a:pt x="4537" y="7639"/>
                      <a:pt x="5271" y="8373"/>
                    </a:cubicBezTo>
                    <a:cubicBezTo>
                      <a:pt x="5805" y="8974"/>
                      <a:pt x="6438" y="9841"/>
                      <a:pt x="7306" y="9841"/>
                    </a:cubicBezTo>
                    <a:cubicBezTo>
                      <a:pt x="7339" y="9841"/>
                      <a:pt x="7339" y="9774"/>
                      <a:pt x="7339" y="9774"/>
                    </a:cubicBezTo>
                    <a:cubicBezTo>
                      <a:pt x="5538" y="8940"/>
                      <a:pt x="4170" y="6839"/>
                      <a:pt x="3036" y="5204"/>
                    </a:cubicBezTo>
                    <a:cubicBezTo>
                      <a:pt x="1869" y="3603"/>
                      <a:pt x="935" y="1835"/>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35"/>
              <p:cNvSpPr/>
              <p:nvPr/>
            </p:nvSpPr>
            <p:spPr>
              <a:xfrm>
                <a:off x="2989800" y="2531425"/>
                <a:ext cx="168375" cy="232025"/>
              </a:xfrm>
              <a:custGeom>
                <a:avLst/>
                <a:gdLst/>
                <a:ahLst/>
                <a:cxnLst/>
                <a:rect l="l" t="t" r="r" b="b"/>
                <a:pathLst>
                  <a:path w="6735" h="9281" extrusionOk="0">
                    <a:moveTo>
                      <a:pt x="1" y="0"/>
                    </a:moveTo>
                    <a:lnTo>
                      <a:pt x="1" y="0"/>
                    </a:lnTo>
                    <a:cubicBezTo>
                      <a:pt x="935" y="1835"/>
                      <a:pt x="2036" y="3603"/>
                      <a:pt x="3203" y="5304"/>
                    </a:cubicBezTo>
                    <a:cubicBezTo>
                      <a:pt x="4104" y="6638"/>
                      <a:pt x="5138" y="8506"/>
                      <a:pt x="6605" y="9274"/>
                    </a:cubicBezTo>
                    <a:cubicBezTo>
                      <a:pt x="6610" y="9278"/>
                      <a:pt x="6616" y="9280"/>
                      <a:pt x="6623" y="9280"/>
                    </a:cubicBezTo>
                    <a:cubicBezTo>
                      <a:pt x="6664" y="9280"/>
                      <a:pt x="6734" y="9202"/>
                      <a:pt x="6706" y="9174"/>
                    </a:cubicBezTo>
                    <a:cubicBezTo>
                      <a:pt x="5371" y="7806"/>
                      <a:pt x="4237" y="6372"/>
                      <a:pt x="3103" y="4837"/>
                    </a:cubicBezTo>
                    <a:cubicBezTo>
                      <a:pt x="2036" y="3269"/>
                      <a:pt x="1001" y="1635"/>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35"/>
              <p:cNvSpPr/>
              <p:nvPr/>
            </p:nvSpPr>
            <p:spPr>
              <a:xfrm>
                <a:off x="2966725" y="2569400"/>
                <a:ext cx="129700" cy="182425"/>
              </a:xfrm>
              <a:custGeom>
                <a:avLst/>
                <a:gdLst/>
                <a:ahLst/>
                <a:cxnLst/>
                <a:rect l="l" t="t" r="r" b="b"/>
                <a:pathLst>
                  <a:path w="5188" h="7297" extrusionOk="0">
                    <a:moveTo>
                      <a:pt x="16" y="1"/>
                    </a:moveTo>
                    <a:cubicBezTo>
                      <a:pt x="8" y="1"/>
                      <a:pt x="1" y="16"/>
                      <a:pt x="23" y="16"/>
                    </a:cubicBezTo>
                    <a:cubicBezTo>
                      <a:pt x="23" y="5"/>
                      <a:pt x="19" y="1"/>
                      <a:pt x="16" y="1"/>
                    </a:cubicBezTo>
                    <a:close/>
                    <a:moveTo>
                      <a:pt x="23" y="16"/>
                    </a:moveTo>
                    <a:lnTo>
                      <a:pt x="23" y="16"/>
                    </a:lnTo>
                    <a:cubicBezTo>
                      <a:pt x="1091" y="2751"/>
                      <a:pt x="2925" y="5453"/>
                      <a:pt x="5093" y="7288"/>
                    </a:cubicBezTo>
                    <a:cubicBezTo>
                      <a:pt x="5100" y="7294"/>
                      <a:pt x="5107" y="7297"/>
                      <a:pt x="5114" y="7297"/>
                    </a:cubicBezTo>
                    <a:cubicBezTo>
                      <a:pt x="5148" y="7297"/>
                      <a:pt x="5187" y="7242"/>
                      <a:pt x="5160" y="7188"/>
                    </a:cubicBezTo>
                    <a:cubicBezTo>
                      <a:pt x="4159" y="6087"/>
                      <a:pt x="3125" y="4986"/>
                      <a:pt x="2258" y="3752"/>
                    </a:cubicBezTo>
                    <a:cubicBezTo>
                      <a:pt x="1424" y="2584"/>
                      <a:pt x="690" y="1317"/>
                      <a:pt x="23" y="1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35"/>
              <p:cNvSpPr/>
              <p:nvPr/>
            </p:nvSpPr>
            <p:spPr>
              <a:xfrm>
                <a:off x="2948525" y="2611900"/>
                <a:ext cx="81125" cy="83550"/>
              </a:xfrm>
              <a:custGeom>
                <a:avLst/>
                <a:gdLst/>
                <a:ahLst/>
                <a:cxnLst/>
                <a:rect l="l" t="t" r="r" b="b"/>
                <a:pathLst>
                  <a:path w="3245" h="3342" extrusionOk="0">
                    <a:moveTo>
                      <a:pt x="5" y="0"/>
                    </a:moveTo>
                    <a:cubicBezTo>
                      <a:pt x="1" y="0"/>
                      <a:pt x="1" y="17"/>
                      <a:pt x="17" y="50"/>
                    </a:cubicBezTo>
                    <a:cubicBezTo>
                      <a:pt x="17" y="17"/>
                      <a:pt x="9" y="0"/>
                      <a:pt x="5" y="0"/>
                    </a:cubicBezTo>
                    <a:close/>
                    <a:moveTo>
                      <a:pt x="17" y="50"/>
                    </a:moveTo>
                    <a:cubicBezTo>
                      <a:pt x="1018" y="1151"/>
                      <a:pt x="2052" y="2252"/>
                      <a:pt x="3153" y="3319"/>
                    </a:cubicBezTo>
                    <a:cubicBezTo>
                      <a:pt x="3161" y="3335"/>
                      <a:pt x="3171" y="3342"/>
                      <a:pt x="3181" y="3342"/>
                    </a:cubicBezTo>
                    <a:cubicBezTo>
                      <a:pt x="3212" y="3342"/>
                      <a:pt x="3245" y="3278"/>
                      <a:pt x="3220" y="3253"/>
                    </a:cubicBezTo>
                    <a:cubicBezTo>
                      <a:pt x="2219" y="2085"/>
                      <a:pt x="1151" y="984"/>
                      <a:pt x="17" y="5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35"/>
              <p:cNvSpPr/>
              <p:nvPr/>
            </p:nvSpPr>
            <p:spPr>
              <a:xfrm>
                <a:off x="2942275" y="2726550"/>
                <a:ext cx="180150" cy="45800"/>
              </a:xfrm>
              <a:custGeom>
                <a:avLst/>
                <a:gdLst/>
                <a:ahLst/>
                <a:cxnLst/>
                <a:rect l="l" t="t" r="r" b="b"/>
                <a:pathLst>
                  <a:path w="7206" h="1832" extrusionOk="0">
                    <a:moveTo>
                      <a:pt x="0" y="1"/>
                    </a:moveTo>
                    <a:cubicBezTo>
                      <a:pt x="968" y="735"/>
                      <a:pt x="2302" y="1168"/>
                      <a:pt x="3436" y="1469"/>
                    </a:cubicBezTo>
                    <a:cubicBezTo>
                      <a:pt x="4397" y="1682"/>
                      <a:pt x="5400" y="1832"/>
                      <a:pt x="6395" y="1832"/>
                    </a:cubicBezTo>
                    <a:cubicBezTo>
                      <a:pt x="6644" y="1832"/>
                      <a:pt x="6892" y="1822"/>
                      <a:pt x="7139" y="1802"/>
                    </a:cubicBezTo>
                    <a:cubicBezTo>
                      <a:pt x="7206" y="1802"/>
                      <a:pt x="7206" y="1669"/>
                      <a:pt x="7139" y="1669"/>
                    </a:cubicBezTo>
                    <a:cubicBezTo>
                      <a:pt x="5838" y="1569"/>
                      <a:pt x="4604" y="1535"/>
                      <a:pt x="3336" y="1202"/>
                    </a:cubicBezTo>
                    <a:cubicBezTo>
                      <a:pt x="2169" y="968"/>
                      <a:pt x="1135" y="368"/>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35"/>
              <p:cNvSpPr/>
              <p:nvPr/>
            </p:nvSpPr>
            <p:spPr>
              <a:xfrm>
                <a:off x="2912250" y="2743250"/>
                <a:ext cx="233475" cy="74175"/>
              </a:xfrm>
              <a:custGeom>
                <a:avLst/>
                <a:gdLst/>
                <a:ahLst/>
                <a:cxnLst/>
                <a:rect l="l" t="t" r="r" b="b"/>
                <a:pathLst>
                  <a:path w="9339" h="2967" extrusionOk="0">
                    <a:moveTo>
                      <a:pt x="1" y="0"/>
                    </a:moveTo>
                    <a:cubicBezTo>
                      <a:pt x="534" y="667"/>
                      <a:pt x="1368" y="1001"/>
                      <a:pt x="2102" y="1368"/>
                    </a:cubicBezTo>
                    <a:cubicBezTo>
                      <a:pt x="2803" y="1735"/>
                      <a:pt x="3536" y="2135"/>
                      <a:pt x="4337" y="2368"/>
                    </a:cubicBezTo>
                    <a:cubicBezTo>
                      <a:pt x="5319" y="2737"/>
                      <a:pt x="6338" y="2967"/>
                      <a:pt x="7364" y="2967"/>
                    </a:cubicBezTo>
                    <a:cubicBezTo>
                      <a:pt x="8012" y="2967"/>
                      <a:pt x="8662" y="2875"/>
                      <a:pt x="9307" y="2669"/>
                    </a:cubicBezTo>
                    <a:cubicBezTo>
                      <a:pt x="9332" y="2669"/>
                      <a:pt x="9338" y="2612"/>
                      <a:pt x="9326" y="2612"/>
                    </a:cubicBezTo>
                    <a:cubicBezTo>
                      <a:pt x="9322" y="2612"/>
                      <a:pt x="9316" y="2619"/>
                      <a:pt x="9307" y="2635"/>
                    </a:cubicBezTo>
                    <a:cubicBezTo>
                      <a:pt x="8663" y="2803"/>
                      <a:pt x="8025" y="2881"/>
                      <a:pt x="7389" y="2881"/>
                    </a:cubicBezTo>
                    <a:cubicBezTo>
                      <a:pt x="6378" y="2881"/>
                      <a:pt x="5374" y="2683"/>
                      <a:pt x="4370" y="2335"/>
                    </a:cubicBezTo>
                    <a:cubicBezTo>
                      <a:pt x="3636" y="2035"/>
                      <a:pt x="2869" y="1701"/>
                      <a:pt x="2169" y="1334"/>
                    </a:cubicBezTo>
                    <a:cubicBezTo>
                      <a:pt x="1368" y="967"/>
                      <a:pt x="601" y="634"/>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35"/>
              <p:cNvSpPr/>
              <p:nvPr/>
            </p:nvSpPr>
            <p:spPr>
              <a:xfrm>
                <a:off x="3253325" y="2307100"/>
                <a:ext cx="149300" cy="396125"/>
              </a:xfrm>
              <a:custGeom>
                <a:avLst/>
                <a:gdLst/>
                <a:ahLst/>
                <a:cxnLst/>
                <a:rect l="l" t="t" r="r" b="b"/>
                <a:pathLst>
                  <a:path w="5972" h="15845" extrusionOk="0">
                    <a:moveTo>
                      <a:pt x="5905" y="0"/>
                    </a:moveTo>
                    <a:cubicBezTo>
                      <a:pt x="2202" y="4170"/>
                      <a:pt x="968" y="10474"/>
                      <a:pt x="1" y="15845"/>
                    </a:cubicBezTo>
                    <a:lnTo>
                      <a:pt x="1" y="15845"/>
                    </a:lnTo>
                    <a:cubicBezTo>
                      <a:pt x="634" y="13110"/>
                      <a:pt x="1168" y="10308"/>
                      <a:pt x="2035" y="7606"/>
                    </a:cubicBezTo>
                    <a:cubicBezTo>
                      <a:pt x="2969" y="4804"/>
                      <a:pt x="4237" y="2402"/>
                      <a:pt x="5972" y="67"/>
                    </a:cubicBezTo>
                    <a:cubicBezTo>
                      <a:pt x="5972" y="0"/>
                      <a:pt x="5905" y="0"/>
                      <a:pt x="59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35"/>
              <p:cNvSpPr/>
              <p:nvPr/>
            </p:nvSpPr>
            <p:spPr>
              <a:xfrm>
                <a:off x="3190775" y="2294250"/>
                <a:ext cx="97375" cy="428800"/>
              </a:xfrm>
              <a:custGeom>
                <a:avLst/>
                <a:gdLst/>
                <a:ahLst/>
                <a:cxnLst/>
                <a:rect l="l" t="t" r="r" b="b"/>
                <a:pathLst>
                  <a:path w="3895" h="17152" extrusionOk="0">
                    <a:moveTo>
                      <a:pt x="3848" y="1"/>
                    </a:moveTo>
                    <a:cubicBezTo>
                      <a:pt x="3842" y="1"/>
                      <a:pt x="3837" y="5"/>
                      <a:pt x="3837" y="14"/>
                    </a:cubicBezTo>
                    <a:cubicBezTo>
                      <a:pt x="468" y="4851"/>
                      <a:pt x="1" y="11355"/>
                      <a:pt x="168" y="17126"/>
                    </a:cubicBezTo>
                    <a:cubicBezTo>
                      <a:pt x="151" y="17143"/>
                      <a:pt x="159" y="17151"/>
                      <a:pt x="172" y="17151"/>
                    </a:cubicBezTo>
                    <a:cubicBezTo>
                      <a:pt x="184" y="17151"/>
                      <a:pt x="201" y="17143"/>
                      <a:pt x="201" y="17126"/>
                    </a:cubicBezTo>
                    <a:cubicBezTo>
                      <a:pt x="134" y="11122"/>
                      <a:pt x="735" y="5251"/>
                      <a:pt x="3870" y="81"/>
                    </a:cubicBezTo>
                    <a:cubicBezTo>
                      <a:pt x="3895" y="32"/>
                      <a:pt x="3865" y="1"/>
                      <a:pt x="38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35"/>
              <p:cNvSpPr/>
              <p:nvPr/>
            </p:nvSpPr>
            <p:spPr>
              <a:xfrm>
                <a:off x="3152425" y="2310650"/>
                <a:ext cx="26700" cy="374375"/>
              </a:xfrm>
              <a:custGeom>
                <a:avLst/>
                <a:gdLst/>
                <a:ahLst/>
                <a:cxnLst/>
                <a:rect l="l" t="t" r="r" b="b"/>
                <a:pathLst>
                  <a:path w="1068" h="14975" extrusionOk="0">
                    <a:moveTo>
                      <a:pt x="1051" y="0"/>
                    </a:moveTo>
                    <a:cubicBezTo>
                      <a:pt x="1043" y="0"/>
                      <a:pt x="1034" y="8"/>
                      <a:pt x="1034" y="25"/>
                    </a:cubicBezTo>
                    <a:cubicBezTo>
                      <a:pt x="334" y="2360"/>
                      <a:pt x="100" y="5029"/>
                      <a:pt x="67" y="7464"/>
                    </a:cubicBezTo>
                    <a:cubicBezTo>
                      <a:pt x="0" y="9965"/>
                      <a:pt x="201" y="12467"/>
                      <a:pt x="601" y="14936"/>
                    </a:cubicBezTo>
                    <a:cubicBezTo>
                      <a:pt x="234" y="12467"/>
                      <a:pt x="67" y="9965"/>
                      <a:pt x="167" y="7464"/>
                    </a:cubicBezTo>
                    <a:cubicBezTo>
                      <a:pt x="234" y="4929"/>
                      <a:pt x="701" y="2527"/>
                      <a:pt x="1068" y="25"/>
                    </a:cubicBezTo>
                    <a:cubicBezTo>
                      <a:pt x="1068" y="8"/>
                      <a:pt x="1059" y="0"/>
                      <a:pt x="1051" y="0"/>
                    </a:cubicBezTo>
                    <a:close/>
                    <a:moveTo>
                      <a:pt x="601" y="14936"/>
                    </a:moveTo>
                    <a:cubicBezTo>
                      <a:pt x="587" y="14964"/>
                      <a:pt x="585" y="14974"/>
                      <a:pt x="587" y="14974"/>
                    </a:cubicBezTo>
                    <a:cubicBezTo>
                      <a:pt x="590" y="14974"/>
                      <a:pt x="601" y="14955"/>
                      <a:pt x="601" y="1493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35"/>
              <p:cNvSpPr/>
              <p:nvPr/>
            </p:nvSpPr>
            <p:spPr>
              <a:xfrm>
                <a:off x="3060700" y="2418000"/>
                <a:ext cx="85900" cy="215075"/>
              </a:xfrm>
              <a:custGeom>
                <a:avLst/>
                <a:gdLst/>
                <a:ahLst/>
                <a:cxnLst/>
                <a:rect l="l" t="t" r="r" b="b"/>
                <a:pathLst>
                  <a:path w="3436" h="8603" extrusionOk="0">
                    <a:moveTo>
                      <a:pt x="167" y="1"/>
                    </a:moveTo>
                    <a:cubicBezTo>
                      <a:pt x="0" y="668"/>
                      <a:pt x="234" y="1302"/>
                      <a:pt x="400" y="1902"/>
                    </a:cubicBezTo>
                    <a:cubicBezTo>
                      <a:pt x="667" y="2736"/>
                      <a:pt x="934" y="3537"/>
                      <a:pt x="1234" y="4337"/>
                    </a:cubicBezTo>
                    <a:cubicBezTo>
                      <a:pt x="1835" y="5838"/>
                      <a:pt x="2569" y="7239"/>
                      <a:pt x="3403" y="8574"/>
                    </a:cubicBezTo>
                    <a:cubicBezTo>
                      <a:pt x="3403" y="8594"/>
                      <a:pt x="3406" y="8602"/>
                      <a:pt x="3410" y="8602"/>
                    </a:cubicBezTo>
                    <a:cubicBezTo>
                      <a:pt x="3420" y="8602"/>
                      <a:pt x="3436" y="8563"/>
                      <a:pt x="3436" y="8540"/>
                    </a:cubicBezTo>
                    <a:cubicBezTo>
                      <a:pt x="2702" y="7306"/>
                      <a:pt x="2035" y="6038"/>
                      <a:pt x="1434" y="4704"/>
                    </a:cubicBezTo>
                    <a:cubicBezTo>
                      <a:pt x="934" y="3370"/>
                      <a:pt x="33" y="1468"/>
                      <a:pt x="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35"/>
              <p:cNvSpPr/>
              <p:nvPr/>
            </p:nvSpPr>
            <p:spPr>
              <a:xfrm>
                <a:off x="3390100" y="2330450"/>
                <a:ext cx="30050" cy="25025"/>
              </a:xfrm>
              <a:custGeom>
                <a:avLst/>
                <a:gdLst/>
                <a:ahLst/>
                <a:cxnLst/>
                <a:rect l="l" t="t" r="r" b="b"/>
                <a:pathLst>
                  <a:path w="1202" h="1001" extrusionOk="0">
                    <a:moveTo>
                      <a:pt x="601" y="0"/>
                    </a:moveTo>
                    <a:cubicBezTo>
                      <a:pt x="167" y="0"/>
                      <a:pt x="0" y="567"/>
                      <a:pt x="34" y="1001"/>
                    </a:cubicBezTo>
                    <a:cubicBezTo>
                      <a:pt x="67" y="701"/>
                      <a:pt x="100" y="334"/>
                      <a:pt x="400" y="167"/>
                    </a:cubicBezTo>
                    <a:cubicBezTo>
                      <a:pt x="473" y="123"/>
                      <a:pt x="552" y="99"/>
                      <a:pt x="627" y="99"/>
                    </a:cubicBezTo>
                    <a:cubicBezTo>
                      <a:pt x="723" y="99"/>
                      <a:pt x="811" y="140"/>
                      <a:pt x="867" y="234"/>
                    </a:cubicBezTo>
                    <a:cubicBezTo>
                      <a:pt x="934" y="367"/>
                      <a:pt x="901" y="467"/>
                      <a:pt x="867" y="567"/>
                    </a:cubicBezTo>
                    <a:cubicBezTo>
                      <a:pt x="867" y="634"/>
                      <a:pt x="901" y="634"/>
                      <a:pt x="901" y="634"/>
                    </a:cubicBezTo>
                    <a:cubicBezTo>
                      <a:pt x="1201" y="467"/>
                      <a:pt x="867" y="0"/>
                      <a:pt x="6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35"/>
              <p:cNvSpPr/>
              <p:nvPr/>
            </p:nvSpPr>
            <p:spPr>
              <a:xfrm>
                <a:off x="3331050" y="2442650"/>
                <a:ext cx="15700" cy="27800"/>
              </a:xfrm>
              <a:custGeom>
                <a:avLst/>
                <a:gdLst/>
                <a:ahLst/>
                <a:cxnLst/>
                <a:rect l="l" t="t" r="r" b="b"/>
                <a:pathLst>
                  <a:path w="628" h="1112" extrusionOk="0">
                    <a:moveTo>
                      <a:pt x="94" y="983"/>
                    </a:moveTo>
                    <a:lnTo>
                      <a:pt x="94" y="983"/>
                    </a:lnTo>
                    <a:cubicBezTo>
                      <a:pt x="66" y="1011"/>
                      <a:pt x="61" y="1021"/>
                      <a:pt x="66" y="1021"/>
                    </a:cubicBezTo>
                    <a:cubicBezTo>
                      <a:pt x="72" y="1021"/>
                      <a:pt x="94" y="1002"/>
                      <a:pt x="94" y="983"/>
                    </a:cubicBezTo>
                    <a:close/>
                    <a:moveTo>
                      <a:pt x="369" y="1"/>
                    </a:moveTo>
                    <a:cubicBezTo>
                      <a:pt x="364" y="1"/>
                      <a:pt x="361" y="4"/>
                      <a:pt x="361" y="15"/>
                    </a:cubicBezTo>
                    <a:cubicBezTo>
                      <a:pt x="348" y="26"/>
                      <a:pt x="336" y="37"/>
                      <a:pt x="325" y="49"/>
                    </a:cubicBezTo>
                    <a:lnTo>
                      <a:pt x="294" y="49"/>
                    </a:lnTo>
                    <a:cubicBezTo>
                      <a:pt x="299" y="55"/>
                      <a:pt x="303" y="60"/>
                      <a:pt x="308" y="66"/>
                    </a:cubicBezTo>
                    <a:lnTo>
                      <a:pt x="308" y="66"/>
                    </a:lnTo>
                    <a:cubicBezTo>
                      <a:pt x="81" y="304"/>
                      <a:pt x="1" y="672"/>
                      <a:pt x="94" y="983"/>
                    </a:cubicBezTo>
                    <a:cubicBezTo>
                      <a:pt x="30" y="665"/>
                      <a:pt x="88" y="348"/>
                      <a:pt x="324" y="88"/>
                    </a:cubicBezTo>
                    <a:lnTo>
                      <a:pt x="324" y="88"/>
                    </a:lnTo>
                    <a:cubicBezTo>
                      <a:pt x="553" y="408"/>
                      <a:pt x="457" y="729"/>
                      <a:pt x="361" y="1050"/>
                    </a:cubicBezTo>
                    <a:cubicBezTo>
                      <a:pt x="361" y="1073"/>
                      <a:pt x="377" y="1111"/>
                      <a:pt x="386" y="1111"/>
                    </a:cubicBezTo>
                    <a:cubicBezTo>
                      <a:pt x="391" y="1111"/>
                      <a:pt x="394" y="1104"/>
                      <a:pt x="394" y="1083"/>
                    </a:cubicBezTo>
                    <a:cubicBezTo>
                      <a:pt x="628" y="816"/>
                      <a:pt x="594" y="316"/>
                      <a:pt x="394" y="15"/>
                    </a:cubicBezTo>
                    <a:cubicBezTo>
                      <a:pt x="394" y="15"/>
                      <a:pt x="379" y="1"/>
                      <a:pt x="3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35"/>
              <p:cNvSpPr/>
              <p:nvPr/>
            </p:nvSpPr>
            <p:spPr>
              <a:xfrm>
                <a:off x="3288125" y="2583950"/>
                <a:ext cx="16100" cy="23375"/>
              </a:xfrm>
              <a:custGeom>
                <a:avLst/>
                <a:gdLst/>
                <a:ahLst/>
                <a:cxnLst/>
                <a:rect l="l" t="t" r="r" b="b"/>
                <a:pathLst>
                  <a:path w="644" h="935" extrusionOk="0">
                    <a:moveTo>
                      <a:pt x="176" y="1"/>
                    </a:moveTo>
                    <a:cubicBezTo>
                      <a:pt x="51" y="252"/>
                      <a:pt x="1" y="466"/>
                      <a:pt x="27" y="699"/>
                    </a:cubicBezTo>
                    <a:lnTo>
                      <a:pt x="27" y="699"/>
                    </a:lnTo>
                    <a:cubicBezTo>
                      <a:pt x="30" y="639"/>
                      <a:pt x="46" y="577"/>
                      <a:pt x="76" y="501"/>
                    </a:cubicBezTo>
                    <a:cubicBezTo>
                      <a:pt x="76" y="401"/>
                      <a:pt x="110" y="168"/>
                      <a:pt x="176" y="101"/>
                    </a:cubicBezTo>
                    <a:cubicBezTo>
                      <a:pt x="187" y="97"/>
                      <a:pt x="198" y="96"/>
                      <a:pt x="210" y="96"/>
                    </a:cubicBezTo>
                    <a:cubicBezTo>
                      <a:pt x="304" y="96"/>
                      <a:pt x="414" y="208"/>
                      <a:pt x="443" y="268"/>
                    </a:cubicBezTo>
                    <a:cubicBezTo>
                      <a:pt x="510" y="401"/>
                      <a:pt x="510" y="568"/>
                      <a:pt x="510" y="701"/>
                    </a:cubicBezTo>
                    <a:cubicBezTo>
                      <a:pt x="510" y="718"/>
                      <a:pt x="527" y="726"/>
                      <a:pt x="543" y="726"/>
                    </a:cubicBezTo>
                    <a:cubicBezTo>
                      <a:pt x="560" y="726"/>
                      <a:pt x="577" y="718"/>
                      <a:pt x="577" y="701"/>
                    </a:cubicBezTo>
                    <a:cubicBezTo>
                      <a:pt x="643" y="401"/>
                      <a:pt x="477" y="101"/>
                      <a:pt x="243" y="1"/>
                    </a:cubicBezTo>
                    <a:close/>
                    <a:moveTo>
                      <a:pt x="27" y="699"/>
                    </a:moveTo>
                    <a:cubicBezTo>
                      <a:pt x="23" y="772"/>
                      <a:pt x="40" y="844"/>
                      <a:pt x="76" y="935"/>
                    </a:cubicBezTo>
                    <a:cubicBezTo>
                      <a:pt x="52" y="853"/>
                      <a:pt x="35" y="775"/>
                      <a:pt x="27" y="6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35"/>
              <p:cNvSpPr/>
              <p:nvPr/>
            </p:nvSpPr>
            <p:spPr>
              <a:xfrm>
                <a:off x="3220800" y="2626125"/>
                <a:ext cx="17550" cy="26250"/>
              </a:xfrm>
              <a:custGeom>
                <a:avLst/>
                <a:gdLst/>
                <a:ahLst/>
                <a:cxnLst/>
                <a:rect l="l" t="t" r="r" b="b"/>
                <a:pathLst>
                  <a:path w="702" h="1050" extrusionOk="0">
                    <a:moveTo>
                      <a:pt x="512" y="1"/>
                    </a:moveTo>
                    <a:cubicBezTo>
                      <a:pt x="349" y="1"/>
                      <a:pt x="184" y="139"/>
                      <a:pt x="134" y="315"/>
                    </a:cubicBezTo>
                    <a:cubicBezTo>
                      <a:pt x="1" y="482"/>
                      <a:pt x="101" y="849"/>
                      <a:pt x="268" y="1049"/>
                    </a:cubicBezTo>
                    <a:cubicBezTo>
                      <a:pt x="268" y="849"/>
                      <a:pt x="167" y="682"/>
                      <a:pt x="201" y="482"/>
                    </a:cubicBezTo>
                    <a:cubicBezTo>
                      <a:pt x="261" y="242"/>
                      <a:pt x="402" y="110"/>
                      <a:pt x="575" y="110"/>
                    </a:cubicBezTo>
                    <a:cubicBezTo>
                      <a:pt x="594" y="110"/>
                      <a:pt x="614" y="112"/>
                      <a:pt x="634" y="115"/>
                    </a:cubicBezTo>
                    <a:cubicBezTo>
                      <a:pt x="668" y="115"/>
                      <a:pt x="701" y="48"/>
                      <a:pt x="668" y="48"/>
                    </a:cubicBezTo>
                    <a:cubicBezTo>
                      <a:pt x="619" y="16"/>
                      <a:pt x="565" y="1"/>
                      <a:pt x="5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35"/>
              <p:cNvSpPr/>
              <p:nvPr/>
            </p:nvSpPr>
            <p:spPr>
              <a:xfrm>
                <a:off x="3202450" y="2285225"/>
                <a:ext cx="42500" cy="29750"/>
              </a:xfrm>
              <a:custGeom>
                <a:avLst/>
                <a:gdLst/>
                <a:ahLst/>
                <a:cxnLst/>
                <a:rect l="l" t="t" r="r" b="b"/>
                <a:pathLst>
                  <a:path w="1700" h="1190" extrusionOk="0">
                    <a:moveTo>
                      <a:pt x="846" y="0"/>
                    </a:moveTo>
                    <a:cubicBezTo>
                      <a:pt x="809" y="0"/>
                      <a:pt x="772" y="3"/>
                      <a:pt x="735" y="8"/>
                    </a:cubicBezTo>
                    <a:cubicBezTo>
                      <a:pt x="234" y="75"/>
                      <a:pt x="1" y="675"/>
                      <a:pt x="68" y="1175"/>
                    </a:cubicBezTo>
                    <a:cubicBezTo>
                      <a:pt x="77" y="1185"/>
                      <a:pt x="93" y="1189"/>
                      <a:pt x="110" y="1189"/>
                    </a:cubicBezTo>
                    <a:cubicBezTo>
                      <a:pt x="151" y="1189"/>
                      <a:pt x="201" y="1166"/>
                      <a:pt x="201" y="1142"/>
                    </a:cubicBezTo>
                    <a:cubicBezTo>
                      <a:pt x="101" y="708"/>
                      <a:pt x="334" y="275"/>
                      <a:pt x="735" y="141"/>
                    </a:cubicBezTo>
                    <a:cubicBezTo>
                      <a:pt x="796" y="122"/>
                      <a:pt x="857" y="114"/>
                      <a:pt x="915" y="114"/>
                    </a:cubicBezTo>
                    <a:cubicBezTo>
                      <a:pt x="1266" y="114"/>
                      <a:pt x="1540" y="436"/>
                      <a:pt x="1569" y="809"/>
                    </a:cubicBezTo>
                    <a:cubicBezTo>
                      <a:pt x="1569" y="825"/>
                      <a:pt x="1577" y="834"/>
                      <a:pt x="1594" y="834"/>
                    </a:cubicBezTo>
                    <a:cubicBezTo>
                      <a:pt x="1610" y="834"/>
                      <a:pt x="1635" y="825"/>
                      <a:pt x="1669" y="809"/>
                    </a:cubicBezTo>
                    <a:cubicBezTo>
                      <a:pt x="1699" y="348"/>
                      <a:pt x="1277" y="0"/>
                      <a:pt x="8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35"/>
              <p:cNvSpPr/>
              <p:nvPr/>
            </p:nvSpPr>
            <p:spPr>
              <a:xfrm>
                <a:off x="3083200" y="2444700"/>
                <a:ext cx="25" cy="1675"/>
              </a:xfrm>
              <a:custGeom>
                <a:avLst/>
                <a:gdLst/>
                <a:ahLst/>
                <a:cxnLst/>
                <a:rect l="l" t="t" r="r" b="b"/>
                <a:pathLst>
                  <a:path w="1" h="67" extrusionOk="0">
                    <a:moveTo>
                      <a:pt x="1" y="67"/>
                    </a:moveTo>
                    <a:cubicBezTo>
                      <a:pt x="1" y="67"/>
                      <a:pt x="1" y="0"/>
                      <a:pt x="1" y="67"/>
                    </a:cubicBezTo>
                    <a:cubicBezTo>
                      <a:pt x="1" y="0"/>
                      <a:pt x="1" y="67"/>
                      <a:pt x="1" y="67"/>
                    </a:cubicBezTo>
                    <a:close/>
                  </a:path>
                </a:pathLst>
              </a:custGeom>
              <a:solidFill>
                <a:srgbClr val="BF0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35"/>
              <p:cNvSpPr/>
              <p:nvPr/>
            </p:nvSpPr>
            <p:spPr>
              <a:xfrm>
                <a:off x="3088200" y="2344275"/>
                <a:ext cx="40875" cy="85425"/>
              </a:xfrm>
              <a:custGeom>
                <a:avLst/>
                <a:gdLst/>
                <a:ahLst/>
                <a:cxnLst/>
                <a:rect l="l" t="t" r="r" b="b"/>
                <a:pathLst>
                  <a:path w="1635" h="3417" extrusionOk="0">
                    <a:moveTo>
                      <a:pt x="1251" y="1"/>
                    </a:moveTo>
                    <a:cubicBezTo>
                      <a:pt x="1166" y="1"/>
                      <a:pt x="1062" y="54"/>
                      <a:pt x="935" y="181"/>
                    </a:cubicBezTo>
                    <a:cubicBezTo>
                      <a:pt x="134" y="982"/>
                      <a:pt x="1" y="2416"/>
                      <a:pt x="168" y="3417"/>
                    </a:cubicBezTo>
                    <a:cubicBezTo>
                      <a:pt x="101" y="2683"/>
                      <a:pt x="134" y="2016"/>
                      <a:pt x="401" y="1349"/>
                    </a:cubicBezTo>
                    <a:cubicBezTo>
                      <a:pt x="468" y="1148"/>
                      <a:pt x="568" y="948"/>
                      <a:pt x="635" y="782"/>
                    </a:cubicBezTo>
                    <a:cubicBezTo>
                      <a:pt x="768" y="481"/>
                      <a:pt x="768" y="481"/>
                      <a:pt x="1135" y="381"/>
                    </a:cubicBezTo>
                    <a:cubicBezTo>
                      <a:pt x="1248" y="355"/>
                      <a:pt x="1324" y="341"/>
                      <a:pt x="1377" y="341"/>
                    </a:cubicBezTo>
                    <a:cubicBezTo>
                      <a:pt x="1526" y="341"/>
                      <a:pt x="1477" y="460"/>
                      <a:pt x="1502" y="782"/>
                    </a:cubicBezTo>
                    <a:cubicBezTo>
                      <a:pt x="1569" y="982"/>
                      <a:pt x="1569" y="1215"/>
                      <a:pt x="1569" y="1449"/>
                    </a:cubicBezTo>
                    <a:cubicBezTo>
                      <a:pt x="1569" y="1465"/>
                      <a:pt x="1577" y="1474"/>
                      <a:pt x="1585" y="1474"/>
                    </a:cubicBezTo>
                    <a:cubicBezTo>
                      <a:pt x="1594" y="1474"/>
                      <a:pt x="1602" y="1465"/>
                      <a:pt x="1602" y="1449"/>
                    </a:cubicBezTo>
                    <a:cubicBezTo>
                      <a:pt x="1629" y="1094"/>
                      <a:pt x="1634" y="1"/>
                      <a:pt x="12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35"/>
              <p:cNvSpPr/>
              <p:nvPr/>
            </p:nvSpPr>
            <p:spPr>
              <a:xfrm>
                <a:off x="3174950" y="2439325"/>
                <a:ext cx="23375" cy="44575"/>
              </a:xfrm>
              <a:custGeom>
                <a:avLst/>
                <a:gdLst/>
                <a:ahLst/>
                <a:cxnLst/>
                <a:rect l="l" t="t" r="r" b="b"/>
                <a:pathLst>
                  <a:path w="935" h="1783" extrusionOk="0">
                    <a:moveTo>
                      <a:pt x="633" y="0"/>
                    </a:moveTo>
                    <a:cubicBezTo>
                      <a:pt x="623" y="0"/>
                      <a:pt x="612" y="4"/>
                      <a:pt x="600" y="15"/>
                    </a:cubicBezTo>
                    <a:cubicBezTo>
                      <a:pt x="267" y="515"/>
                      <a:pt x="0" y="1316"/>
                      <a:pt x="367" y="1783"/>
                    </a:cubicBezTo>
                    <a:cubicBezTo>
                      <a:pt x="367" y="1449"/>
                      <a:pt x="300" y="1183"/>
                      <a:pt x="334" y="849"/>
                    </a:cubicBezTo>
                    <a:cubicBezTo>
                      <a:pt x="367" y="682"/>
                      <a:pt x="434" y="549"/>
                      <a:pt x="500" y="382"/>
                    </a:cubicBezTo>
                    <a:cubicBezTo>
                      <a:pt x="534" y="282"/>
                      <a:pt x="534" y="282"/>
                      <a:pt x="667" y="282"/>
                    </a:cubicBezTo>
                    <a:cubicBezTo>
                      <a:pt x="834" y="315"/>
                      <a:pt x="801" y="382"/>
                      <a:pt x="834" y="515"/>
                    </a:cubicBezTo>
                    <a:cubicBezTo>
                      <a:pt x="834" y="532"/>
                      <a:pt x="842" y="540"/>
                      <a:pt x="851" y="540"/>
                    </a:cubicBezTo>
                    <a:cubicBezTo>
                      <a:pt x="859" y="540"/>
                      <a:pt x="867" y="532"/>
                      <a:pt x="867" y="515"/>
                    </a:cubicBezTo>
                    <a:cubicBezTo>
                      <a:pt x="934" y="315"/>
                      <a:pt x="801" y="148"/>
                      <a:pt x="667" y="15"/>
                    </a:cubicBezTo>
                    <a:cubicBezTo>
                      <a:pt x="667" y="15"/>
                      <a:pt x="652" y="0"/>
                      <a:pt x="6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35"/>
              <p:cNvSpPr/>
              <p:nvPr/>
            </p:nvSpPr>
            <p:spPr>
              <a:xfrm>
                <a:off x="3310875" y="2289375"/>
                <a:ext cx="54225" cy="50275"/>
              </a:xfrm>
              <a:custGeom>
                <a:avLst/>
                <a:gdLst/>
                <a:ahLst/>
                <a:cxnLst/>
                <a:rect l="l" t="t" r="r" b="b"/>
                <a:pathLst>
                  <a:path w="2169" h="2011" extrusionOk="0">
                    <a:moveTo>
                      <a:pt x="1747" y="0"/>
                    </a:moveTo>
                    <a:cubicBezTo>
                      <a:pt x="1590" y="0"/>
                      <a:pt x="1410" y="94"/>
                      <a:pt x="1268" y="176"/>
                    </a:cubicBezTo>
                    <a:cubicBezTo>
                      <a:pt x="601" y="509"/>
                      <a:pt x="100" y="1210"/>
                      <a:pt x="0" y="2010"/>
                    </a:cubicBezTo>
                    <a:cubicBezTo>
                      <a:pt x="100" y="1543"/>
                      <a:pt x="367" y="1143"/>
                      <a:pt x="667" y="809"/>
                    </a:cubicBezTo>
                    <a:cubicBezTo>
                      <a:pt x="834" y="643"/>
                      <a:pt x="934" y="509"/>
                      <a:pt x="1168" y="376"/>
                    </a:cubicBezTo>
                    <a:cubicBezTo>
                      <a:pt x="1234" y="342"/>
                      <a:pt x="1335" y="242"/>
                      <a:pt x="1401" y="209"/>
                    </a:cubicBezTo>
                    <a:cubicBezTo>
                      <a:pt x="1468" y="176"/>
                      <a:pt x="1535" y="176"/>
                      <a:pt x="1601" y="142"/>
                    </a:cubicBezTo>
                    <a:cubicBezTo>
                      <a:pt x="1868" y="342"/>
                      <a:pt x="1902" y="542"/>
                      <a:pt x="1768" y="809"/>
                    </a:cubicBezTo>
                    <a:cubicBezTo>
                      <a:pt x="1768" y="833"/>
                      <a:pt x="1802" y="856"/>
                      <a:pt x="1821" y="856"/>
                    </a:cubicBezTo>
                    <a:cubicBezTo>
                      <a:pt x="1829" y="856"/>
                      <a:pt x="1835" y="852"/>
                      <a:pt x="1835" y="843"/>
                    </a:cubicBezTo>
                    <a:cubicBezTo>
                      <a:pt x="2002" y="676"/>
                      <a:pt x="2168" y="342"/>
                      <a:pt x="2002" y="142"/>
                    </a:cubicBezTo>
                    <a:cubicBezTo>
                      <a:pt x="1937" y="38"/>
                      <a:pt x="1847" y="0"/>
                      <a:pt x="17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35"/>
              <p:cNvSpPr/>
              <p:nvPr/>
            </p:nvSpPr>
            <p:spPr>
              <a:xfrm>
                <a:off x="3242625" y="2480325"/>
                <a:ext cx="33075" cy="43850"/>
              </a:xfrm>
              <a:custGeom>
                <a:avLst/>
                <a:gdLst/>
                <a:ahLst/>
                <a:cxnLst/>
                <a:rect l="l" t="t" r="r" b="b"/>
                <a:pathLst>
                  <a:path w="1323" h="1754" extrusionOk="0">
                    <a:moveTo>
                      <a:pt x="775" y="1"/>
                    </a:moveTo>
                    <a:cubicBezTo>
                      <a:pt x="676" y="1"/>
                      <a:pt x="562" y="72"/>
                      <a:pt x="429" y="243"/>
                    </a:cubicBezTo>
                    <a:cubicBezTo>
                      <a:pt x="162" y="577"/>
                      <a:pt x="28" y="944"/>
                      <a:pt x="95" y="1377"/>
                    </a:cubicBezTo>
                    <a:cubicBezTo>
                      <a:pt x="68" y="1487"/>
                      <a:pt x="108" y="1753"/>
                      <a:pt x="215" y="1753"/>
                    </a:cubicBezTo>
                    <a:cubicBezTo>
                      <a:pt x="239" y="1753"/>
                      <a:pt x="265" y="1741"/>
                      <a:pt x="295" y="1711"/>
                    </a:cubicBezTo>
                    <a:lnTo>
                      <a:pt x="295" y="1711"/>
                    </a:lnTo>
                    <a:cubicBezTo>
                      <a:pt x="289" y="1712"/>
                      <a:pt x="282" y="1712"/>
                      <a:pt x="276" y="1712"/>
                    </a:cubicBezTo>
                    <a:cubicBezTo>
                      <a:pt x="1" y="1712"/>
                      <a:pt x="129" y="1007"/>
                      <a:pt x="162" y="877"/>
                    </a:cubicBezTo>
                    <a:cubicBezTo>
                      <a:pt x="195" y="710"/>
                      <a:pt x="395" y="343"/>
                      <a:pt x="562" y="210"/>
                    </a:cubicBezTo>
                    <a:lnTo>
                      <a:pt x="929" y="210"/>
                    </a:lnTo>
                    <a:cubicBezTo>
                      <a:pt x="962" y="310"/>
                      <a:pt x="996" y="376"/>
                      <a:pt x="1062" y="510"/>
                    </a:cubicBezTo>
                    <a:cubicBezTo>
                      <a:pt x="1096" y="643"/>
                      <a:pt x="1129" y="710"/>
                      <a:pt x="1129" y="843"/>
                    </a:cubicBezTo>
                    <a:cubicBezTo>
                      <a:pt x="1162" y="1144"/>
                      <a:pt x="1162" y="1377"/>
                      <a:pt x="1229" y="1677"/>
                    </a:cubicBezTo>
                    <a:cubicBezTo>
                      <a:pt x="1229" y="1694"/>
                      <a:pt x="1246" y="1702"/>
                      <a:pt x="1263" y="1702"/>
                    </a:cubicBezTo>
                    <a:cubicBezTo>
                      <a:pt x="1279" y="1702"/>
                      <a:pt x="1296" y="1694"/>
                      <a:pt x="1296" y="1677"/>
                    </a:cubicBezTo>
                    <a:cubicBezTo>
                      <a:pt x="1323" y="1299"/>
                      <a:pt x="1197" y="1"/>
                      <a:pt x="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35"/>
              <p:cNvSpPr/>
              <p:nvPr/>
            </p:nvSpPr>
            <p:spPr>
              <a:xfrm>
                <a:off x="3234150" y="2714775"/>
                <a:ext cx="31700" cy="29325"/>
              </a:xfrm>
              <a:custGeom>
                <a:avLst/>
                <a:gdLst/>
                <a:ahLst/>
                <a:cxnLst/>
                <a:rect l="l" t="t" r="r" b="b"/>
                <a:pathLst>
                  <a:path w="1268" h="1173" extrusionOk="0">
                    <a:moveTo>
                      <a:pt x="653" y="0"/>
                    </a:moveTo>
                    <a:cubicBezTo>
                      <a:pt x="595" y="0"/>
                      <a:pt x="533" y="12"/>
                      <a:pt x="467" y="38"/>
                    </a:cubicBezTo>
                    <a:cubicBezTo>
                      <a:pt x="134" y="205"/>
                      <a:pt x="0" y="839"/>
                      <a:pt x="234" y="1172"/>
                    </a:cubicBezTo>
                    <a:cubicBezTo>
                      <a:pt x="167" y="839"/>
                      <a:pt x="167" y="472"/>
                      <a:pt x="434" y="205"/>
                    </a:cubicBezTo>
                    <a:cubicBezTo>
                      <a:pt x="514" y="132"/>
                      <a:pt x="588" y="101"/>
                      <a:pt x="657" y="101"/>
                    </a:cubicBezTo>
                    <a:cubicBezTo>
                      <a:pt x="933" y="101"/>
                      <a:pt x="1114" y="598"/>
                      <a:pt x="1168" y="839"/>
                    </a:cubicBezTo>
                    <a:cubicBezTo>
                      <a:pt x="1168" y="856"/>
                      <a:pt x="1193" y="864"/>
                      <a:pt x="1218" y="864"/>
                    </a:cubicBezTo>
                    <a:cubicBezTo>
                      <a:pt x="1243" y="864"/>
                      <a:pt x="1268" y="856"/>
                      <a:pt x="1268" y="839"/>
                    </a:cubicBezTo>
                    <a:cubicBezTo>
                      <a:pt x="1239" y="520"/>
                      <a:pt x="1034" y="0"/>
                      <a:pt x="6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35"/>
              <p:cNvSpPr/>
              <p:nvPr/>
            </p:nvSpPr>
            <p:spPr>
              <a:xfrm>
                <a:off x="3420225" y="2555450"/>
                <a:ext cx="99975" cy="161375"/>
              </a:xfrm>
              <a:custGeom>
                <a:avLst/>
                <a:gdLst/>
                <a:ahLst/>
                <a:cxnLst/>
                <a:rect l="l" t="t" r="r" b="b"/>
                <a:pathLst>
                  <a:path w="3999" h="6455" extrusionOk="0">
                    <a:moveTo>
                      <a:pt x="92" y="0"/>
                    </a:moveTo>
                    <a:cubicBezTo>
                      <a:pt x="22" y="0"/>
                      <a:pt x="1" y="83"/>
                      <a:pt x="29" y="140"/>
                    </a:cubicBezTo>
                    <a:cubicBezTo>
                      <a:pt x="1964" y="1508"/>
                      <a:pt x="2998" y="4243"/>
                      <a:pt x="3865" y="6411"/>
                    </a:cubicBezTo>
                    <a:cubicBezTo>
                      <a:pt x="3876" y="6443"/>
                      <a:pt x="3893" y="6455"/>
                      <a:pt x="3912" y="6455"/>
                    </a:cubicBezTo>
                    <a:cubicBezTo>
                      <a:pt x="3952" y="6455"/>
                      <a:pt x="3999" y="6401"/>
                      <a:pt x="3999" y="6378"/>
                    </a:cubicBezTo>
                    <a:cubicBezTo>
                      <a:pt x="3499" y="5044"/>
                      <a:pt x="2865" y="3809"/>
                      <a:pt x="2198" y="2542"/>
                    </a:cubicBezTo>
                    <a:cubicBezTo>
                      <a:pt x="1664" y="1574"/>
                      <a:pt x="1063" y="574"/>
                      <a:pt x="129" y="7"/>
                    </a:cubicBezTo>
                    <a:cubicBezTo>
                      <a:pt x="116" y="2"/>
                      <a:pt x="103" y="0"/>
                      <a:pt x="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35"/>
              <p:cNvSpPr/>
              <p:nvPr/>
            </p:nvSpPr>
            <p:spPr>
              <a:xfrm>
                <a:off x="3334225" y="2563525"/>
                <a:ext cx="83400" cy="150550"/>
              </a:xfrm>
              <a:custGeom>
                <a:avLst/>
                <a:gdLst/>
                <a:ahLst/>
                <a:cxnLst/>
                <a:rect l="l" t="t" r="r" b="b"/>
                <a:pathLst>
                  <a:path w="3336" h="6022" extrusionOk="0">
                    <a:moveTo>
                      <a:pt x="3286" y="1"/>
                    </a:moveTo>
                    <a:cubicBezTo>
                      <a:pt x="3261" y="1"/>
                      <a:pt x="3236" y="17"/>
                      <a:pt x="3236" y="51"/>
                    </a:cubicBezTo>
                    <a:cubicBezTo>
                      <a:pt x="3236" y="2419"/>
                      <a:pt x="2502" y="5088"/>
                      <a:pt x="100" y="5921"/>
                    </a:cubicBezTo>
                    <a:cubicBezTo>
                      <a:pt x="0" y="5921"/>
                      <a:pt x="0" y="6022"/>
                      <a:pt x="100" y="6022"/>
                    </a:cubicBezTo>
                    <a:cubicBezTo>
                      <a:pt x="2602" y="5254"/>
                      <a:pt x="3336" y="2486"/>
                      <a:pt x="3336" y="51"/>
                    </a:cubicBezTo>
                    <a:cubicBezTo>
                      <a:pt x="3336" y="17"/>
                      <a:pt x="3311" y="1"/>
                      <a:pt x="32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35"/>
              <p:cNvSpPr/>
              <p:nvPr/>
            </p:nvSpPr>
            <p:spPr>
              <a:xfrm>
                <a:off x="3386850" y="2575825"/>
                <a:ext cx="46625" cy="128500"/>
              </a:xfrm>
              <a:custGeom>
                <a:avLst/>
                <a:gdLst/>
                <a:ahLst/>
                <a:cxnLst/>
                <a:rect l="l" t="t" r="r" b="b"/>
                <a:pathLst>
                  <a:path w="1865" h="5140" extrusionOk="0">
                    <a:moveTo>
                      <a:pt x="8" y="5081"/>
                    </a:moveTo>
                    <a:cubicBezTo>
                      <a:pt x="0" y="5081"/>
                      <a:pt x="8" y="5096"/>
                      <a:pt x="30" y="5096"/>
                    </a:cubicBezTo>
                    <a:cubicBezTo>
                      <a:pt x="19" y="5085"/>
                      <a:pt x="12" y="5081"/>
                      <a:pt x="8" y="5081"/>
                    </a:cubicBezTo>
                    <a:close/>
                    <a:moveTo>
                      <a:pt x="1531" y="1"/>
                    </a:moveTo>
                    <a:cubicBezTo>
                      <a:pt x="1515" y="1"/>
                      <a:pt x="1498" y="9"/>
                      <a:pt x="1498" y="26"/>
                    </a:cubicBezTo>
                    <a:cubicBezTo>
                      <a:pt x="1498" y="826"/>
                      <a:pt x="1665" y="1560"/>
                      <a:pt x="1565" y="2361"/>
                    </a:cubicBezTo>
                    <a:cubicBezTo>
                      <a:pt x="1531" y="3261"/>
                      <a:pt x="1164" y="4996"/>
                      <a:pt x="30" y="5096"/>
                    </a:cubicBezTo>
                    <a:cubicBezTo>
                      <a:pt x="108" y="5126"/>
                      <a:pt x="183" y="5139"/>
                      <a:pt x="256" y="5139"/>
                    </a:cubicBezTo>
                    <a:cubicBezTo>
                      <a:pt x="838" y="5139"/>
                      <a:pt x="1257" y="4266"/>
                      <a:pt x="1464" y="3762"/>
                    </a:cubicBezTo>
                    <a:cubicBezTo>
                      <a:pt x="1865" y="2661"/>
                      <a:pt x="1865" y="1193"/>
                      <a:pt x="1565" y="26"/>
                    </a:cubicBezTo>
                    <a:cubicBezTo>
                      <a:pt x="1565" y="9"/>
                      <a:pt x="1548" y="1"/>
                      <a:pt x="15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35"/>
              <p:cNvSpPr/>
              <p:nvPr/>
            </p:nvSpPr>
            <p:spPr>
              <a:xfrm>
                <a:off x="3420325" y="2573650"/>
                <a:ext cx="54025" cy="129575"/>
              </a:xfrm>
              <a:custGeom>
                <a:avLst/>
                <a:gdLst/>
                <a:ahLst/>
                <a:cxnLst/>
                <a:rect l="l" t="t" r="r" b="b"/>
                <a:pathLst>
                  <a:path w="2161" h="5183" extrusionOk="0">
                    <a:moveTo>
                      <a:pt x="77" y="0"/>
                    </a:moveTo>
                    <a:cubicBezTo>
                      <a:pt x="32" y="0"/>
                      <a:pt x="0" y="38"/>
                      <a:pt x="25" y="113"/>
                    </a:cubicBezTo>
                    <a:cubicBezTo>
                      <a:pt x="492" y="846"/>
                      <a:pt x="959" y="1614"/>
                      <a:pt x="1293" y="2448"/>
                    </a:cubicBezTo>
                    <a:cubicBezTo>
                      <a:pt x="1660" y="3315"/>
                      <a:pt x="1827" y="4249"/>
                      <a:pt x="2160" y="5183"/>
                    </a:cubicBezTo>
                    <a:cubicBezTo>
                      <a:pt x="2060" y="3448"/>
                      <a:pt x="1160" y="1347"/>
                      <a:pt x="125" y="13"/>
                    </a:cubicBezTo>
                    <a:cubicBezTo>
                      <a:pt x="109" y="4"/>
                      <a:pt x="92" y="0"/>
                      <a:pt x="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35"/>
              <p:cNvSpPr/>
              <p:nvPr/>
            </p:nvSpPr>
            <p:spPr>
              <a:xfrm>
                <a:off x="3430875" y="2617600"/>
                <a:ext cx="13450" cy="87225"/>
              </a:xfrm>
              <a:custGeom>
                <a:avLst/>
                <a:gdLst/>
                <a:ahLst/>
                <a:cxnLst/>
                <a:rect l="l" t="t" r="r" b="b"/>
                <a:pathLst>
                  <a:path w="538" h="3489" extrusionOk="0">
                    <a:moveTo>
                      <a:pt x="200" y="1"/>
                    </a:moveTo>
                    <a:cubicBezTo>
                      <a:pt x="171" y="1"/>
                      <a:pt x="137" y="17"/>
                      <a:pt x="137" y="56"/>
                    </a:cubicBezTo>
                    <a:cubicBezTo>
                      <a:pt x="304" y="1190"/>
                      <a:pt x="304" y="2324"/>
                      <a:pt x="37" y="3425"/>
                    </a:cubicBezTo>
                    <a:cubicBezTo>
                      <a:pt x="0" y="3462"/>
                      <a:pt x="24" y="3488"/>
                      <a:pt x="53" y="3488"/>
                    </a:cubicBezTo>
                    <a:cubicBezTo>
                      <a:pt x="77" y="3488"/>
                      <a:pt x="104" y="3470"/>
                      <a:pt x="104" y="3425"/>
                    </a:cubicBezTo>
                    <a:cubicBezTo>
                      <a:pt x="437" y="2324"/>
                      <a:pt x="537" y="1157"/>
                      <a:pt x="237" y="22"/>
                    </a:cubicBezTo>
                    <a:cubicBezTo>
                      <a:pt x="237" y="9"/>
                      <a:pt x="220"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35"/>
              <p:cNvSpPr/>
              <p:nvPr/>
            </p:nvSpPr>
            <p:spPr>
              <a:xfrm>
                <a:off x="3444300" y="2899175"/>
                <a:ext cx="5025" cy="4200"/>
              </a:xfrm>
              <a:custGeom>
                <a:avLst/>
                <a:gdLst/>
                <a:ahLst/>
                <a:cxnLst/>
                <a:rect l="l" t="t" r="r" b="b"/>
                <a:pathLst>
                  <a:path w="201" h="168" extrusionOk="0">
                    <a:moveTo>
                      <a:pt x="201" y="1"/>
                    </a:moveTo>
                    <a:cubicBezTo>
                      <a:pt x="158" y="29"/>
                      <a:pt x="127" y="58"/>
                      <a:pt x="101" y="84"/>
                    </a:cubicBezTo>
                    <a:lnTo>
                      <a:pt x="101" y="84"/>
                    </a:lnTo>
                    <a:lnTo>
                      <a:pt x="201" y="1"/>
                    </a:lnTo>
                    <a:close/>
                    <a:moveTo>
                      <a:pt x="101" y="84"/>
                    </a:moveTo>
                    <a:lnTo>
                      <a:pt x="0" y="168"/>
                    </a:lnTo>
                    <a:cubicBezTo>
                      <a:pt x="39" y="149"/>
                      <a:pt x="66" y="119"/>
                      <a:pt x="101" y="84"/>
                    </a:cubicBezTo>
                    <a:close/>
                  </a:path>
                </a:pathLst>
              </a:custGeom>
              <a:solidFill>
                <a:srgbClr val="FCC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35"/>
              <p:cNvSpPr/>
              <p:nvPr/>
            </p:nvSpPr>
            <p:spPr>
              <a:xfrm>
                <a:off x="3441425" y="2898350"/>
                <a:ext cx="9575" cy="7875"/>
              </a:xfrm>
              <a:custGeom>
                <a:avLst/>
                <a:gdLst/>
                <a:ahLst/>
                <a:cxnLst/>
                <a:rect l="l" t="t" r="r" b="b"/>
                <a:pathLst>
                  <a:path w="383" h="315" extrusionOk="0">
                    <a:moveTo>
                      <a:pt x="316" y="1"/>
                    </a:moveTo>
                    <a:cubicBezTo>
                      <a:pt x="215" y="1"/>
                      <a:pt x="149" y="34"/>
                      <a:pt x="115" y="67"/>
                    </a:cubicBezTo>
                    <a:cubicBezTo>
                      <a:pt x="0" y="153"/>
                      <a:pt x="84" y="314"/>
                      <a:pt x="173" y="314"/>
                    </a:cubicBezTo>
                    <a:cubicBezTo>
                      <a:pt x="187" y="314"/>
                      <a:pt x="202" y="310"/>
                      <a:pt x="215" y="301"/>
                    </a:cubicBezTo>
                    <a:cubicBezTo>
                      <a:pt x="316" y="267"/>
                      <a:pt x="382" y="167"/>
                      <a:pt x="382" y="67"/>
                    </a:cubicBezTo>
                    <a:cubicBezTo>
                      <a:pt x="382" y="34"/>
                      <a:pt x="349" y="1"/>
                      <a:pt x="3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35"/>
              <p:cNvSpPr/>
              <p:nvPr/>
            </p:nvSpPr>
            <p:spPr>
              <a:xfrm>
                <a:off x="3484325" y="2947550"/>
                <a:ext cx="4200" cy="4200"/>
              </a:xfrm>
              <a:custGeom>
                <a:avLst/>
                <a:gdLst/>
                <a:ahLst/>
                <a:cxnLst/>
                <a:rect l="l" t="t" r="r" b="b"/>
                <a:pathLst>
                  <a:path w="168" h="168" extrusionOk="0">
                    <a:moveTo>
                      <a:pt x="167" y="1"/>
                    </a:moveTo>
                    <a:lnTo>
                      <a:pt x="1" y="167"/>
                    </a:lnTo>
                    <a:cubicBezTo>
                      <a:pt x="101" y="134"/>
                      <a:pt x="134" y="67"/>
                      <a:pt x="167" y="1"/>
                    </a:cubicBezTo>
                    <a:close/>
                  </a:path>
                </a:pathLst>
              </a:custGeom>
              <a:solidFill>
                <a:srgbClr val="FCC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35"/>
              <p:cNvSpPr/>
              <p:nvPr/>
            </p:nvSpPr>
            <p:spPr>
              <a:xfrm>
                <a:off x="3482800" y="2946025"/>
                <a:ext cx="8225" cy="7600"/>
              </a:xfrm>
              <a:custGeom>
                <a:avLst/>
                <a:gdLst/>
                <a:ahLst/>
                <a:cxnLst/>
                <a:rect l="l" t="t" r="r" b="b"/>
                <a:pathLst>
                  <a:path w="329" h="304" extrusionOk="0">
                    <a:moveTo>
                      <a:pt x="225" y="1"/>
                    </a:moveTo>
                    <a:cubicBezTo>
                      <a:pt x="204" y="1"/>
                      <a:pt x="181" y="9"/>
                      <a:pt x="162" y="28"/>
                    </a:cubicBezTo>
                    <a:cubicBezTo>
                      <a:pt x="128" y="62"/>
                      <a:pt x="62" y="95"/>
                      <a:pt x="28" y="195"/>
                    </a:cubicBezTo>
                    <a:cubicBezTo>
                      <a:pt x="1" y="249"/>
                      <a:pt x="40" y="304"/>
                      <a:pt x="110" y="304"/>
                    </a:cubicBezTo>
                    <a:cubicBezTo>
                      <a:pt x="126" y="304"/>
                      <a:pt x="143" y="301"/>
                      <a:pt x="162" y="295"/>
                    </a:cubicBezTo>
                    <a:cubicBezTo>
                      <a:pt x="228" y="262"/>
                      <a:pt x="295" y="195"/>
                      <a:pt x="328" y="95"/>
                    </a:cubicBezTo>
                    <a:cubicBezTo>
                      <a:pt x="328" y="48"/>
                      <a:pt x="278" y="1"/>
                      <a:pt x="2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35"/>
              <p:cNvSpPr/>
              <p:nvPr/>
            </p:nvSpPr>
            <p:spPr>
              <a:xfrm>
                <a:off x="3455150" y="2938375"/>
                <a:ext cx="7525" cy="3375"/>
              </a:xfrm>
              <a:custGeom>
                <a:avLst/>
                <a:gdLst/>
                <a:ahLst/>
                <a:cxnLst/>
                <a:rect l="l" t="t" r="r" b="b"/>
                <a:pathLst>
                  <a:path w="301" h="135" extrusionOk="0">
                    <a:moveTo>
                      <a:pt x="300" y="1"/>
                    </a:moveTo>
                    <a:lnTo>
                      <a:pt x="268" y="15"/>
                    </a:lnTo>
                    <a:lnTo>
                      <a:pt x="268" y="15"/>
                    </a:lnTo>
                    <a:cubicBezTo>
                      <a:pt x="280" y="10"/>
                      <a:pt x="291" y="5"/>
                      <a:pt x="300" y="1"/>
                    </a:cubicBezTo>
                    <a:close/>
                    <a:moveTo>
                      <a:pt x="268" y="15"/>
                    </a:moveTo>
                    <a:cubicBezTo>
                      <a:pt x="196" y="44"/>
                      <a:pt x="86" y="77"/>
                      <a:pt x="0" y="134"/>
                    </a:cubicBezTo>
                    <a:lnTo>
                      <a:pt x="268" y="15"/>
                    </a:lnTo>
                    <a:close/>
                  </a:path>
                </a:pathLst>
              </a:custGeom>
              <a:solidFill>
                <a:srgbClr val="FCC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35"/>
              <p:cNvSpPr/>
              <p:nvPr/>
            </p:nvSpPr>
            <p:spPr>
              <a:xfrm>
                <a:off x="3453475" y="2936800"/>
                <a:ext cx="11700" cy="8825"/>
              </a:xfrm>
              <a:custGeom>
                <a:avLst/>
                <a:gdLst/>
                <a:ahLst/>
                <a:cxnLst/>
                <a:rect l="l" t="t" r="r" b="b"/>
                <a:pathLst>
                  <a:path w="468" h="353" extrusionOk="0">
                    <a:moveTo>
                      <a:pt x="310" y="0"/>
                    </a:moveTo>
                    <a:cubicBezTo>
                      <a:pt x="260" y="0"/>
                      <a:pt x="204" y="27"/>
                      <a:pt x="167" y="64"/>
                    </a:cubicBezTo>
                    <a:cubicBezTo>
                      <a:pt x="67" y="97"/>
                      <a:pt x="0" y="130"/>
                      <a:pt x="0" y="264"/>
                    </a:cubicBezTo>
                    <a:cubicBezTo>
                      <a:pt x="0" y="297"/>
                      <a:pt x="34" y="331"/>
                      <a:pt x="67" y="331"/>
                    </a:cubicBezTo>
                    <a:cubicBezTo>
                      <a:pt x="90" y="346"/>
                      <a:pt x="110" y="352"/>
                      <a:pt x="130" y="352"/>
                    </a:cubicBezTo>
                    <a:cubicBezTo>
                      <a:pt x="199" y="352"/>
                      <a:pt x="256" y="275"/>
                      <a:pt x="334" y="197"/>
                    </a:cubicBezTo>
                    <a:cubicBezTo>
                      <a:pt x="367" y="164"/>
                      <a:pt x="467" y="97"/>
                      <a:pt x="401" y="64"/>
                    </a:cubicBezTo>
                    <a:cubicBezTo>
                      <a:pt x="386" y="18"/>
                      <a:pt x="350" y="0"/>
                      <a:pt x="3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35"/>
              <p:cNvSpPr/>
              <p:nvPr/>
            </p:nvSpPr>
            <p:spPr>
              <a:xfrm>
                <a:off x="3435125" y="2975900"/>
                <a:ext cx="9200" cy="1700"/>
              </a:xfrm>
              <a:custGeom>
                <a:avLst/>
                <a:gdLst/>
                <a:ahLst/>
                <a:cxnLst/>
                <a:rect l="l" t="t" r="r" b="b"/>
                <a:pathLst>
                  <a:path w="368" h="68" extrusionOk="0">
                    <a:moveTo>
                      <a:pt x="367" y="1"/>
                    </a:moveTo>
                    <a:lnTo>
                      <a:pt x="0" y="67"/>
                    </a:lnTo>
                    <a:cubicBezTo>
                      <a:pt x="134" y="67"/>
                      <a:pt x="234" y="34"/>
                      <a:pt x="367" y="1"/>
                    </a:cubicBezTo>
                    <a:close/>
                  </a:path>
                </a:pathLst>
              </a:custGeom>
              <a:solidFill>
                <a:srgbClr val="FCC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35"/>
              <p:cNvSpPr/>
              <p:nvPr/>
            </p:nvSpPr>
            <p:spPr>
              <a:xfrm>
                <a:off x="3432625" y="2972575"/>
                <a:ext cx="14200" cy="8350"/>
              </a:xfrm>
              <a:custGeom>
                <a:avLst/>
                <a:gdLst/>
                <a:ahLst/>
                <a:cxnLst/>
                <a:rect l="l" t="t" r="r" b="b"/>
                <a:pathLst>
                  <a:path w="568" h="334" extrusionOk="0">
                    <a:moveTo>
                      <a:pt x="367" y="0"/>
                    </a:moveTo>
                    <a:cubicBezTo>
                      <a:pt x="234" y="34"/>
                      <a:pt x="167" y="34"/>
                      <a:pt x="67" y="67"/>
                    </a:cubicBezTo>
                    <a:cubicBezTo>
                      <a:pt x="0" y="134"/>
                      <a:pt x="0" y="200"/>
                      <a:pt x="34" y="234"/>
                    </a:cubicBezTo>
                    <a:cubicBezTo>
                      <a:pt x="67" y="334"/>
                      <a:pt x="134" y="334"/>
                      <a:pt x="201" y="334"/>
                    </a:cubicBezTo>
                    <a:cubicBezTo>
                      <a:pt x="301" y="334"/>
                      <a:pt x="401" y="234"/>
                      <a:pt x="501" y="200"/>
                    </a:cubicBezTo>
                    <a:cubicBezTo>
                      <a:pt x="534" y="167"/>
                      <a:pt x="567" y="67"/>
                      <a:pt x="534" y="34"/>
                    </a:cubicBezTo>
                    <a:cubicBezTo>
                      <a:pt x="501" y="34"/>
                      <a:pt x="467" y="0"/>
                      <a:pt x="3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35"/>
              <p:cNvSpPr/>
              <p:nvPr/>
            </p:nvSpPr>
            <p:spPr>
              <a:xfrm>
                <a:off x="3387600" y="3001750"/>
                <a:ext cx="6675" cy="5025"/>
              </a:xfrm>
              <a:custGeom>
                <a:avLst/>
                <a:gdLst/>
                <a:ahLst/>
                <a:cxnLst/>
                <a:rect l="l" t="t" r="r" b="b"/>
                <a:pathLst>
                  <a:path w="267" h="201" extrusionOk="0">
                    <a:moveTo>
                      <a:pt x="267" y="1"/>
                    </a:moveTo>
                    <a:cubicBezTo>
                      <a:pt x="217" y="34"/>
                      <a:pt x="175" y="68"/>
                      <a:pt x="134" y="101"/>
                    </a:cubicBezTo>
                    <a:lnTo>
                      <a:pt x="267" y="1"/>
                    </a:lnTo>
                    <a:close/>
                    <a:moveTo>
                      <a:pt x="134" y="101"/>
                    </a:moveTo>
                    <a:lnTo>
                      <a:pt x="0" y="201"/>
                    </a:lnTo>
                    <a:cubicBezTo>
                      <a:pt x="50" y="168"/>
                      <a:pt x="92" y="134"/>
                      <a:pt x="134" y="101"/>
                    </a:cubicBezTo>
                    <a:close/>
                  </a:path>
                </a:pathLst>
              </a:custGeom>
              <a:solidFill>
                <a:srgbClr val="FCC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35"/>
              <p:cNvSpPr/>
              <p:nvPr/>
            </p:nvSpPr>
            <p:spPr>
              <a:xfrm>
                <a:off x="3386750" y="3000925"/>
                <a:ext cx="9200" cy="6700"/>
              </a:xfrm>
              <a:custGeom>
                <a:avLst/>
                <a:gdLst/>
                <a:ahLst/>
                <a:cxnLst/>
                <a:rect l="l" t="t" r="r" b="b"/>
                <a:pathLst>
                  <a:path w="368" h="268" extrusionOk="0">
                    <a:moveTo>
                      <a:pt x="301" y="0"/>
                    </a:moveTo>
                    <a:cubicBezTo>
                      <a:pt x="201" y="0"/>
                      <a:pt x="168" y="34"/>
                      <a:pt x="134" y="67"/>
                    </a:cubicBezTo>
                    <a:cubicBezTo>
                      <a:pt x="34" y="101"/>
                      <a:pt x="1" y="101"/>
                      <a:pt x="1" y="201"/>
                    </a:cubicBezTo>
                    <a:cubicBezTo>
                      <a:pt x="1" y="234"/>
                      <a:pt x="1" y="267"/>
                      <a:pt x="34" y="267"/>
                    </a:cubicBezTo>
                    <a:cubicBezTo>
                      <a:pt x="101" y="267"/>
                      <a:pt x="168" y="234"/>
                      <a:pt x="201" y="201"/>
                    </a:cubicBezTo>
                    <a:cubicBezTo>
                      <a:pt x="234" y="134"/>
                      <a:pt x="334" y="101"/>
                      <a:pt x="334" y="34"/>
                    </a:cubicBezTo>
                    <a:cubicBezTo>
                      <a:pt x="368" y="34"/>
                      <a:pt x="334" y="0"/>
                      <a:pt x="3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35"/>
              <p:cNvSpPr/>
              <p:nvPr/>
            </p:nvSpPr>
            <p:spPr>
              <a:xfrm>
                <a:off x="3413450" y="2962575"/>
                <a:ext cx="6700" cy="5850"/>
              </a:xfrm>
              <a:custGeom>
                <a:avLst/>
                <a:gdLst/>
                <a:ahLst/>
                <a:cxnLst/>
                <a:rect l="l" t="t" r="r" b="b"/>
                <a:pathLst>
                  <a:path w="268" h="234" extrusionOk="0">
                    <a:moveTo>
                      <a:pt x="267" y="0"/>
                    </a:moveTo>
                    <a:lnTo>
                      <a:pt x="0" y="234"/>
                    </a:lnTo>
                    <a:cubicBezTo>
                      <a:pt x="100" y="167"/>
                      <a:pt x="167" y="100"/>
                      <a:pt x="267" y="0"/>
                    </a:cubicBezTo>
                    <a:close/>
                  </a:path>
                </a:pathLst>
              </a:custGeom>
              <a:solidFill>
                <a:srgbClr val="FCC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35"/>
              <p:cNvSpPr/>
              <p:nvPr/>
            </p:nvSpPr>
            <p:spPr>
              <a:xfrm>
                <a:off x="3412600" y="2960900"/>
                <a:ext cx="9200" cy="9200"/>
              </a:xfrm>
              <a:custGeom>
                <a:avLst/>
                <a:gdLst/>
                <a:ahLst/>
                <a:cxnLst/>
                <a:rect l="l" t="t" r="r" b="b"/>
                <a:pathLst>
                  <a:path w="368" h="368" extrusionOk="0">
                    <a:moveTo>
                      <a:pt x="301" y="0"/>
                    </a:moveTo>
                    <a:cubicBezTo>
                      <a:pt x="201" y="34"/>
                      <a:pt x="168" y="67"/>
                      <a:pt x="134" y="134"/>
                    </a:cubicBezTo>
                    <a:cubicBezTo>
                      <a:pt x="101" y="167"/>
                      <a:pt x="1" y="200"/>
                      <a:pt x="1" y="301"/>
                    </a:cubicBezTo>
                    <a:cubicBezTo>
                      <a:pt x="1" y="334"/>
                      <a:pt x="1" y="367"/>
                      <a:pt x="34" y="367"/>
                    </a:cubicBezTo>
                    <a:cubicBezTo>
                      <a:pt x="134" y="367"/>
                      <a:pt x="168" y="334"/>
                      <a:pt x="201" y="301"/>
                    </a:cubicBezTo>
                    <a:cubicBezTo>
                      <a:pt x="268" y="234"/>
                      <a:pt x="301" y="200"/>
                      <a:pt x="334" y="134"/>
                    </a:cubicBezTo>
                    <a:cubicBezTo>
                      <a:pt x="368" y="34"/>
                      <a:pt x="334" y="0"/>
                      <a:pt x="3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35"/>
              <p:cNvSpPr/>
              <p:nvPr/>
            </p:nvSpPr>
            <p:spPr>
              <a:xfrm>
                <a:off x="3378425" y="2973400"/>
                <a:ext cx="8350" cy="3375"/>
              </a:xfrm>
              <a:custGeom>
                <a:avLst/>
                <a:gdLst/>
                <a:ahLst/>
                <a:cxnLst/>
                <a:rect l="l" t="t" r="r" b="b"/>
                <a:pathLst>
                  <a:path w="334" h="135" extrusionOk="0">
                    <a:moveTo>
                      <a:pt x="334" y="1"/>
                    </a:moveTo>
                    <a:cubicBezTo>
                      <a:pt x="200" y="34"/>
                      <a:pt x="134" y="67"/>
                      <a:pt x="0" y="134"/>
                    </a:cubicBezTo>
                    <a:lnTo>
                      <a:pt x="334" y="1"/>
                    </a:lnTo>
                    <a:close/>
                  </a:path>
                </a:pathLst>
              </a:custGeom>
              <a:solidFill>
                <a:srgbClr val="FCC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35"/>
              <p:cNvSpPr/>
              <p:nvPr/>
            </p:nvSpPr>
            <p:spPr>
              <a:xfrm>
                <a:off x="3375925" y="2973025"/>
                <a:ext cx="10850" cy="4800"/>
              </a:xfrm>
              <a:custGeom>
                <a:avLst/>
                <a:gdLst/>
                <a:ahLst/>
                <a:cxnLst/>
                <a:rect l="l" t="t" r="r" b="b"/>
                <a:pathLst>
                  <a:path w="434" h="192" extrusionOk="0">
                    <a:moveTo>
                      <a:pt x="383" y="1"/>
                    </a:moveTo>
                    <a:cubicBezTo>
                      <a:pt x="341" y="1"/>
                      <a:pt x="289" y="16"/>
                      <a:pt x="267" y="16"/>
                    </a:cubicBezTo>
                    <a:cubicBezTo>
                      <a:pt x="167" y="16"/>
                      <a:pt x="100" y="49"/>
                      <a:pt x="67" y="82"/>
                    </a:cubicBezTo>
                    <a:cubicBezTo>
                      <a:pt x="0" y="149"/>
                      <a:pt x="67" y="182"/>
                      <a:pt x="100" y="182"/>
                    </a:cubicBezTo>
                    <a:cubicBezTo>
                      <a:pt x="114" y="189"/>
                      <a:pt x="128" y="192"/>
                      <a:pt x="143" y="192"/>
                    </a:cubicBezTo>
                    <a:cubicBezTo>
                      <a:pt x="204" y="192"/>
                      <a:pt x="274" y="149"/>
                      <a:pt x="300" y="149"/>
                    </a:cubicBezTo>
                    <a:lnTo>
                      <a:pt x="434" y="16"/>
                    </a:lnTo>
                    <a:cubicBezTo>
                      <a:pt x="423" y="5"/>
                      <a:pt x="404" y="1"/>
                      <a:pt x="3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35"/>
              <p:cNvSpPr/>
              <p:nvPr/>
            </p:nvSpPr>
            <p:spPr>
              <a:xfrm>
                <a:off x="3355075" y="3009275"/>
                <a:ext cx="11700" cy="6675"/>
              </a:xfrm>
              <a:custGeom>
                <a:avLst/>
                <a:gdLst/>
                <a:ahLst/>
                <a:cxnLst/>
                <a:rect l="l" t="t" r="r" b="b"/>
                <a:pathLst>
                  <a:path w="468" h="267" extrusionOk="0">
                    <a:moveTo>
                      <a:pt x="467" y="0"/>
                    </a:moveTo>
                    <a:lnTo>
                      <a:pt x="467" y="0"/>
                    </a:lnTo>
                    <a:cubicBezTo>
                      <a:pt x="384" y="33"/>
                      <a:pt x="309" y="83"/>
                      <a:pt x="234" y="133"/>
                    </a:cubicBezTo>
                    <a:lnTo>
                      <a:pt x="467" y="0"/>
                    </a:lnTo>
                    <a:close/>
                    <a:moveTo>
                      <a:pt x="234" y="133"/>
                    </a:moveTo>
                    <a:lnTo>
                      <a:pt x="0" y="267"/>
                    </a:lnTo>
                    <a:cubicBezTo>
                      <a:pt x="84" y="234"/>
                      <a:pt x="159" y="183"/>
                      <a:pt x="234" y="133"/>
                    </a:cubicBezTo>
                    <a:close/>
                  </a:path>
                </a:pathLst>
              </a:custGeom>
              <a:solidFill>
                <a:srgbClr val="FCC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35"/>
              <p:cNvSpPr/>
              <p:nvPr/>
            </p:nvSpPr>
            <p:spPr>
              <a:xfrm>
                <a:off x="3353400" y="3007600"/>
                <a:ext cx="13375" cy="9450"/>
              </a:xfrm>
              <a:custGeom>
                <a:avLst/>
                <a:gdLst/>
                <a:ahLst/>
                <a:cxnLst/>
                <a:rect l="l" t="t" r="r" b="b"/>
                <a:pathLst>
                  <a:path w="535" h="378" extrusionOk="0">
                    <a:moveTo>
                      <a:pt x="534" y="0"/>
                    </a:moveTo>
                    <a:lnTo>
                      <a:pt x="534" y="0"/>
                    </a:lnTo>
                    <a:cubicBezTo>
                      <a:pt x="401" y="67"/>
                      <a:pt x="334" y="100"/>
                      <a:pt x="201" y="134"/>
                    </a:cubicBezTo>
                    <a:cubicBezTo>
                      <a:pt x="167" y="167"/>
                      <a:pt x="0" y="234"/>
                      <a:pt x="34" y="334"/>
                    </a:cubicBezTo>
                    <a:cubicBezTo>
                      <a:pt x="44" y="366"/>
                      <a:pt x="65" y="377"/>
                      <a:pt x="91" y="377"/>
                    </a:cubicBezTo>
                    <a:cubicBezTo>
                      <a:pt x="148" y="377"/>
                      <a:pt x="232" y="323"/>
                      <a:pt x="301" y="301"/>
                    </a:cubicBezTo>
                    <a:cubicBezTo>
                      <a:pt x="367" y="234"/>
                      <a:pt x="467" y="167"/>
                      <a:pt x="5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35"/>
              <p:cNvSpPr/>
              <p:nvPr/>
            </p:nvSpPr>
            <p:spPr>
              <a:xfrm>
                <a:off x="3425125" y="2926700"/>
                <a:ext cx="10850" cy="5875"/>
              </a:xfrm>
              <a:custGeom>
                <a:avLst/>
                <a:gdLst/>
                <a:ahLst/>
                <a:cxnLst/>
                <a:rect l="l" t="t" r="r" b="b"/>
                <a:pathLst>
                  <a:path w="434" h="235" extrusionOk="0">
                    <a:moveTo>
                      <a:pt x="434" y="1"/>
                    </a:moveTo>
                    <a:lnTo>
                      <a:pt x="434" y="1"/>
                    </a:lnTo>
                    <a:cubicBezTo>
                      <a:pt x="410" y="13"/>
                      <a:pt x="385" y="26"/>
                      <a:pt x="361" y="40"/>
                    </a:cubicBezTo>
                    <a:lnTo>
                      <a:pt x="361" y="40"/>
                    </a:lnTo>
                    <a:lnTo>
                      <a:pt x="434" y="1"/>
                    </a:lnTo>
                    <a:close/>
                    <a:moveTo>
                      <a:pt x="361" y="40"/>
                    </a:moveTo>
                    <a:lnTo>
                      <a:pt x="0" y="234"/>
                    </a:lnTo>
                    <a:cubicBezTo>
                      <a:pt x="137" y="180"/>
                      <a:pt x="251" y="103"/>
                      <a:pt x="361" y="40"/>
                    </a:cubicBezTo>
                    <a:close/>
                  </a:path>
                </a:pathLst>
              </a:custGeom>
              <a:solidFill>
                <a:srgbClr val="FCC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35"/>
              <p:cNvSpPr/>
              <p:nvPr/>
            </p:nvSpPr>
            <p:spPr>
              <a:xfrm>
                <a:off x="3424275" y="2925875"/>
                <a:ext cx="13375" cy="9200"/>
              </a:xfrm>
              <a:custGeom>
                <a:avLst/>
                <a:gdLst/>
                <a:ahLst/>
                <a:cxnLst/>
                <a:rect l="l" t="t" r="r" b="b"/>
                <a:pathLst>
                  <a:path w="535" h="368" extrusionOk="0">
                    <a:moveTo>
                      <a:pt x="468" y="0"/>
                    </a:moveTo>
                    <a:cubicBezTo>
                      <a:pt x="368" y="34"/>
                      <a:pt x="301" y="34"/>
                      <a:pt x="201" y="100"/>
                    </a:cubicBezTo>
                    <a:cubicBezTo>
                      <a:pt x="134" y="167"/>
                      <a:pt x="34" y="200"/>
                      <a:pt x="1" y="267"/>
                    </a:cubicBezTo>
                    <a:cubicBezTo>
                      <a:pt x="1" y="334"/>
                      <a:pt x="34" y="367"/>
                      <a:pt x="68" y="367"/>
                    </a:cubicBezTo>
                    <a:cubicBezTo>
                      <a:pt x="168" y="367"/>
                      <a:pt x="234" y="267"/>
                      <a:pt x="334" y="234"/>
                    </a:cubicBezTo>
                    <a:cubicBezTo>
                      <a:pt x="401" y="200"/>
                      <a:pt x="468" y="100"/>
                      <a:pt x="535" y="67"/>
                    </a:cubicBezTo>
                    <a:cubicBezTo>
                      <a:pt x="501" y="34"/>
                      <a:pt x="501" y="0"/>
                      <a:pt x="4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35"/>
              <p:cNvSpPr/>
              <p:nvPr/>
            </p:nvSpPr>
            <p:spPr>
              <a:xfrm>
                <a:off x="2669575" y="2861650"/>
                <a:ext cx="25050" cy="33825"/>
              </a:xfrm>
              <a:custGeom>
                <a:avLst/>
                <a:gdLst/>
                <a:ahLst/>
                <a:cxnLst/>
                <a:rect l="l" t="t" r="r" b="b"/>
                <a:pathLst>
                  <a:path w="1002" h="1353" extrusionOk="0">
                    <a:moveTo>
                      <a:pt x="568" y="1"/>
                    </a:moveTo>
                    <a:cubicBezTo>
                      <a:pt x="368" y="1"/>
                      <a:pt x="201" y="68"/>
                      <a:pt x="67" y="268"/>
                    </a:cubicBezTo>
                    <a:cubicBezTo>
                      <a:pt x="1" y="434"/>
                      <a:pt x="34" y="635"/>
                      <a:pt x="167" y="768"/>
                    </a:cubicBezTo>
                    <a:cubicBezTo>
                      <a:pt x="334" y="968"/>
                      <a:pt x="501" y="1235"/>
                      <a:pt x="701" y="1335"/>
                    </a:cubicBezTo>
                    <a:cubicBezTo>
                      <a:pt x="707" y="1347"/>
                      <a:pt x="718" y="1353"/>
                      <a:pt x="731" y="1353"/>
                    </a:cubicBezTo>
                    <a:cubicBezTo>
                      <a:pt x="788" y="1353"/>
                      <a:pt x="889" y="1244"/>
                      <a:pt x="835" y="1135"/>
                    </a:cubicBezTo>
                    <a:cubicBezTo>
                      <a:pt x="734" y="1002"/>
                      <a:pt x="668" y="935"/>
                      <a:pt x="568" y="835"/>
                    </a:cubicBezTo>
                    <a:cubicBezTo>
                      <a:pt x="501" y="768"/>
                      <a:pt x="334" y="635"/>
                      <a:pt x="334" y="501"/>
                    </a:cubicBezTo>
                    <a:cubicBezTo>
                      <a:pt x="317" y="401"/>
                      <a:pt x="376" y="376"/>
                      <a:pt x="451" y="376"/>
                    </a:cubicBezTo>
                    <a:cubicBezTo>
                      <a:pt x="526" y="376"/>
                      <a:pt x="618" y="401"/>
                      <a:pt x="668" y="401"/>
                    </a:cubicBezTo>
                    <a:cubicBezTo>
                      <a:pt x="706" y="420"/>
                      <a:pt x="756" y="440"/>
                      <a:pt x="817" y="440"/>
                    </a:cubicBezTo>
                    <a:cubicBezTo>
                      <a:pt x="861" y="440"/>
                      <a:pt x="912" y="429"/>
                      <a:pt x="968" y="401"/>
                    </a:cubicBezTo>
                    <a:cubicBezTo>
                      <a:pt x="1001" y="401"/>
                      <a:pt x="1001" y="334"/>
                      <a:pt x="1001" y="301"/>
                    </a:cubicBezTo>
                    <a:cubicBezTo>
                      <a:pt x="1001" y="101"/>
                      <a:pt x="734" y="1"/>
                      <a:pt x="5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35"/>
              <p:cNvSpPr/>
              <p:nvPr/>
            </p:nvSpPr>
            <p:spPr>
              <a:xfrm>
                <a:off x="2838875" y="2849975"/>
                <a:ext cx="26550" cy="38400"/>
              </a:xfrm>
              <a:custGeom>
                <a:avLst/>
                <a:gdLst/>
                <a:ahLst/>
                <a:cxnLst/>
                <a:rect l="l" t="t" r="r" b="b"/>
                <a:pathLst>
                  <a:path w="1062" h="1536" extrusionOk="0">
                    <a:moveTo>
                      <a:pt x="941" y="50"/>
                    </a:moveTo>
                    <a:cubicBezTo>
                      <a:pt x="927" y="50"/>
                      <a:pt x="913" y="55"/>
                      <a:pt x="901" y="68"/>
                    </a:cubicBezTo>
                    <a:cubicBezTo>
                      <a:pt x="667" y="234"/>
                      <a:pt x="200" y="1"/>
                      <a:pt x="100" y="334"/>
                    </a:cubicBezTo>
                    <a:cubicBezTo>
                      <a:pt x="0" y="568"/>
                      <a:pt x="234" y="801"/>
                      <a:pt x="334" y="935"/>
                    </a:cubicBezTo>
                    <a:cubicBezTo>
                      <a:pt x="400" y="1135"/>
                      <a:pt x="601" y="1435"/>
                      <a:pt x="834" y="1535"/>
                    </a:cubicBezTo>
                    <a:cubicBezTo>
                      <a:pt x="734" y="1302"/>
                      <a:pt x="567" y="1135"/>
                      <a:pt x="434" y="968"/>
                    </a:cubicBezTo>
                    <a:cubicBezTo>
                      <a:pt x="367" y="801"/>
                      <a:pt x="67" y="401"/>
                      <a:pt x="400" y="401"/>
                    </a:cubicBezTo>
                    <a:cubicBezTo>
                      <a:pt x="473" y="401"/>
                      <a:pt x="550" y="410"/>
                      <a:pt x="629" y="410"/>
                    </a:cubicBezTo>
                    <a:cubicBezTo>
                      <a:pt x="766" y="410"/>
                      <a:pt x="907" y="383"/>
                      <a:pt x="1034" y="234"/>
                    </a:cubicBezTo>
                    <a:cubicBezTo>
                      <a:pt x="1061" y="153"/>
                      <a:pt x="1000" y="50"/>
                      <a:pt x="941" y="5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35"/>
              <p:cNvSpPr/>
              <p:nvPr/>
            </p:nvSpPr>
            <p:spPr>
              <a:xfrm>
                <a:off x="2803050" y="2974650"/>
                <a:ext cx="27125" cy="39275"/>
              </a:xfrm>
              <a:custGeom>
                <a:avLst/>
                <a:gdLst/>
                <a:ahLst/>
                <a:cxnLst/>
                <a:rect l="l" t="t" r="r" b="b"/>
                <a:pathLst>
                  <a:path w="1085" h="1571" extrusionOk="0">
                    <a:moveTo>
                      <a:pt x="579" y="1409"/>
                    </a:moveTo>
                    <a:cubicBezTo>
                      <a:pt x="582" y="1409"/>
                      <a:pt x="582" y="1413"/>
                      <a:pt x="582" y="1418"/>
                    </a:cubicBezTo>
                    <a:lnTo>
                      <a:pt x="566" y="1418"/>
                    </a:lnTo>
                    <a:cubicBezTo>
                      <a:pt x="572" y="1412"/>
                      <a:pt x="576" y="1409"/>
                      <a:pt x="579" y="1409"/>
                    </a:cubicBezTo>
                    <a:close/>
                    <a:moveTo>
                      <a:pt x="629" y="1"/>
                    </a:moveTo>
                    <a:cubicBezTo>
                      <a:pt x="328" y="1"/>
                      <a:pt x="1" y="284"/>
                      <a:pt x="65" y="651"/>
                    </a:cubicBezTo>
                    <a:cubicBezTo>
                      <a:pt x="99" y="818"/>
                      <a:pt x="199" y="951"/>
                      <a:pt x="232" y="1118"/>
                    </a:cubicBezTo>
                    <a:cubicBezTo>
                      <a:pt x="266" y="1252"/>
                      <a:pt x="366" y="1485"/>
                      <a:pt x="499" y="1552"/>
                    </a:cubicBezTo>
                    <a:cubicBezTo>
                      <a:pt x="521" y="1563"/>
                      <a:pt x="551" y="1570"/>
                      <a:pt x="579" y="1570"/>
                    </a:cubicBezTo>
                    <a:cubicBezTo>
                      <a:pt x="636" y="1570"/>
                      <a:pt x="688" y="1541"/>
                      <a:pt x="666" y="1452"/>
                    </a:cubicBezTo>
                    <a:cubicBezTo>
                      <a:pt x="666" y="1452"/>
                      <a:pt x="666" y="1432"/>
                      <a:pt x="636" y="1423"/>
                    </a:cubicBezTo>
                    <a:lnTo>
                      <a:pt x="636" y="1423"/>
                    </a:lnTo>
                    <a:cubicBezTo>
                      <a:pt x="638" y="1375"/>
                      <a:pt x="566" y="1285"/>
                      <a:pt x="566" y="1285"/>
                    </a:cubicBezTo>
                    <a:cubicBezTo>
                      <a:pt x="499" y="1152"/>
                      <a:pt x="432" y="1051"/>
                      <a:pt x="399" y="885"/>
                    </a:cubicBezTo>
                    <a:cubicBezTo>
                      <a:pt x="332" y="718"/>
                      <a:pt x="266" y="484"/>
                      <a:pt x="366" y="384"/>
                    </a:cubicBezTo>
                    <a:cubicBezTo>
                      <a:pt x="420" y="275"/>
                      <a:pt x="492" y="233"/>
                      <a:pt x="567" y="233"/>
                    </a:cubicBezTo>
                    <a:cubicBezTo>
                      <a:pt x="674" y="233"/>
                      <a:pt x="787" y="319"/>
                      <a:pt x="866" y="418"/>
                    </a:cubicBezTo>
                    <a:cubicBezTo>
                      <a:pt x="881" y="433"/>
                      <a:pt x="901" y="439"/>
                      <a:pt x="923" y="439"/>
                    </a:cubicBezTo>
                    <a:cubicBezTo>
                      <a:pt x="996" y="439"/>
                      <a:pt x="1084" y="362"/>
                      <a:pt x="1033" y="284"/>
                    </a:cubicBezTo>
                    <a:cubicBezTo>
                      <a:pt x="951" y="84"/>
                      <a:pt x="794" y="1"/>
                      <a:pt x="6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35"/>
              <p:cNvSpPr/>
              <p:nvPr/>
            </p:nvSpPr>
            <p:spPr>
              <a:xfrm>
                <a:off x="2918925" y="2935775"/>
                <a:ext cx="27400" cy="30625"/>
              </a:xfrm>
              <a:custGeom>
                <a:avLst/>
                <a:gdLst/>
                <a:ahLst/>
                <a:cxnLst/>
                <a:rect l="l" t="t" r="r" b="b"/>
                <a:pathLst>
                  <a:path w="1096" h="1225" extrusionOk="0">
                    <a:moveTo>
                      <a:pt x="968" y="0"/>
                    </a:moveTo>
                    <a:cubicBezTo>
                      <a:pt x="958" y="0"/>
                      <a:pt x="946" y="2"/>
                      <a:pt x="934" y="5"/>
                    </a:cubicBezTo>
                    <a:cubicBezTo>
                      <a:pt x="834" y="55"/>
                      <a:pt x="726" y="55"/>
                      <a:pt x="609" y="55"/>
                    </a:cubicBezTo>
                    <a:cubicBezTo>
                      <a:pt x="492" y="55"/>
                      <a:pt x="367" y="55"/>
                      <a:pt x="234" y="105"/>
                    </a:cubicBezTo>
                    <a:cubicBezTo>
                      <a:pt x="67" y="171"/>
                      <a:pt x="0" y="338"/>
                      <a:pt x="0" y="505"/>
                    </a:cubicBezTo>
                    <a:cubicBezTo>
                      <a:pt x="0" y="1005"/>
                      <a:pt x="501" y="1139"/>
                      <a:pt x="901" y="1205"/>
                    </a:cubicBezTo>
                    <a:cubicBezTo>
                      <a:pt x="928" y="1219"/>
                      <a:pt x="949" y="1224"/>
                      <a:pt x="966" y="1224"/>
                    </a:cubicBezTo>
                    <a:cubicBezTo>
                      <a:pt x="1033" y="1224"/>
                      <a:pt x="1028" y="1139"/>
                      <a:pt x="1001" y="1139"/>
                    </a:cubicBezTo>
                    <a:cubicBezTo>
                      <a:pt x="634" y="1039"/>
                      <a:pt x="201" y="939"/>
                      <a:pt x="201" y="505"/>
                    </a:cubicBezTo>
                    <a:cubicBezTo>
                      <a:pt x="234" y="105"/>
                      <a:pt x="768" y="305"/>
                      <a:pt x="1034" y="171"/>
                    </a:cubicBezTo>
                    <a:cubicBezTo>
                      <a:pt x="1095" y="141"/>
                      <a:pt x="1073" y="0"/>
                      <a:pt x="9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35"/>
              <p:cNvSpPr/>
              <p:nvPr/>
            </p:nvSpPr>
            <p:spPr>
              <a:xfrm>
                <a:off x="2983800" y="3063300"/>
                <a:ext cx="31875" cy="34900"/>
              </a:xfrm>
              <a:custGeom>
                <a:avLst/>
                <a:gdLst/>
                <a:ahLst/>
                <a:cxnLst/>
                <a:rect l="l" t="t" r="r" b="b"/>
                <a:pathLst>
                  <a:path w="1275" h="1396" extrusionOk="0">
                    <a:moveTo>
                      <a:pt x="920" y="0"/>
                    </a:moveTo>
                    <a:cubicBezTo>
                      <a:pt x="532" y="0"/>
                      <a:pt x="1" y="208"/>
                      <a:pt x="107" y="608"/>
                    </a:cubicBezTo>
                    <a:cubicBezTo>
                      <a:pt x="167" y="935"/>
                      <a:pt x="572" y="1396"/>
                      <a:pt x="967" y="1396"/>
                    </a:cubicBezTo>
                    <a:cubicBezTo>
                      <a:pt x="1014" y="1396"/>
                      <a:pt x="1062" y="1389"/>
                      <a:pt x="1108" y="1375"/>
                    </a:cubicBezTo>
                    <a:lnTo>
                      <a:pt x="1108" y="1342"/>
                    </a:lnTo>
                    <a:cubicBezTo>
                      <a:pt x="808" y="1175"/>
                      <a:pt x="508" y="1075"/>
                      <a:pt x="341" y="741"/>
                    </a:cubicBezTo>
                    <a:cubicBezTo>
                      <a:pt x="107" y="241"/>
                      <a:pt x="941" y="274"/>
                      <a:pt x="1175" y="207"/>
                    </a:cubicBezTo>
                    <a:cubicBezTo>
                      <a:pt x="1275" y="141"/>
                      <a:pt x="1275" y="74"/>
                      <a:pt x="1175" y="41"/>
                    </a:cubicBezTo>
                    <a:cubicBezTo>
                      <a:pt x="1107" y="14"/>
                      <a:pt x="1018" y="0"/>
                      <a:pt x="920" y="0"/>
                    </a:cubicBezTo>
                    <a:close/>
                  </a:path>
                </a:pathLst>
              </a:custGeom>
              <a:solidFill>
                <a:srgbClr val="9E0D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35"/>
              <p:cNvSpPr/>
              <p:nvPr/>
            </p:nvSpPr>
            <p:spPr>
              <a:xfrm>
                <a:off x="3071525" y="2852475"/>
                <a:ext cx="36725" cy="28800"/>
              </a:xfrm>
              <a:custGeom>
                <a:avLst/>
                <a:gdLst/>
                <a:ahLst/>
                <a:cxnLst/>
                <a:rect l="l" t="t" r="r" b="b"/>
                <a:pathLst>
                  <a:path w="1469" h="1152" extrusionOk="0">
                    <a:moveTo>
                      <a:pt x="1335" y="1"/>
                    </a:moveTo>
                    <a:cubicBezTo>
                      <a:pt x="1001" y="34"/>
                      <a:pt x="668" y="134"/>
                      <a:pt x="334" y="268"/>
                    </a:cubicBezTo>
                    <a:cubicBezTo>
                      <a:pt x="168" y="301"/>
                      <a:pt x="1" y="435"/>
                      <a:pt x="1" y="601"/>
                    </a:cubicBezTo>
                    <a:cubicBezTo>
                      <a:pt x="1" y="801"/>
                      <a:pt x="101" y="968"/>
                      <a:pt x="268" y="1035"/>
                    </a:cubicBezTo>
                    <a:cubicBezTo>
                      <a:pt x="355" y="1100"/>
                      <a:pt x="484" y="1151"/>
                      <a:pt x="600" y="1151"/>
                    </a:cubicBezTo>
                    <a:cubicBezTo>
                      <a:pt x="663" y="1151"/>
                      <a:pt x="721" y="1137"/>
                      <a:pt x="768" y="1102"/>
                    </a:cubicBezTo>
                    <a:cubicBezTo>
                      <a:pt x="668" y="1002"/>
                      <a:pt x="601" y="1002"/>
                      <a:pt x="501" y="1002"/>
                    </a:cubicBezTo>
                    <a:cubicBezTo>
                      <a:pt x="268" y="935"/>
                      <a:pt x="1" y="601"/>
                      <a:pt x="401" y="468"/>
                    </a:cubicBezTo>
                    <a:cubicBezTo>
                      <a:pt x="735" y="334"/>
                      <a:pt x="1102" y="334"/>
                      <a:pt x="1402" y="168"/>
                    </a:cubicBezTo>
                    <a:cubicBezTo>
                      <a:pt x="1468" y="134"/>
                      <a:pt x="1435" y="1"/>
                      <a:pt x="13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35"/>
              <p:cNvSpPr/>
              <p:nvPr/>
            </p:nvSpPr>
            <p:spPr>
              <a:xfrm>
                <a:off x="3100725" y="2965475"/>
                <a:ext cx="35875" cy="42925"/>
              </a:xfrm>
              <a:custGeom>
                <a:avLst/>
                <a:gdLst/>
                <a:ahLst/>
                <a:cxnLst/>
                <a:rect l="l" t="t" r="r" b="b"/>
                <a:pathLst>
                  <a:path w="1435" h="1717" extrusionOk="0">
                    <a:moveTo>
                      <a:pt x="1019" y="0"/>
                    </a:moveTo>
                    <a:cubicBezTo>
                      <a:pt x="717" y="0"/>
                      <a:pt x="379" y="242"/>
                      <a:pt x="234" y="484"/>
                    </a:cubicBezTo>
                    <a:cubicBezTo>
                      <a:pt x="0" y="885"/>
                      <a:pt x="234" y="1452"/>
                      <a:pt x="601" y="1685"/>
                    </a:cubicBezTo>
                    <a:cubicBezTo>
                      <a:pt x="630" y="1707"/>
                      <a:pt x="656" y="1717"/>
                      <a:pt x="679" y="1717"/>
                    </a:cubicBezTo>
                    <a:cubicBezTo>
                      <a:pt x="757" y="1717"/>
                      <a:pt x="786" y="1604"/>
                      <a:pt x="734" y="1552"/>
                    </a:cubicBezTo>
                    <a:cubicBezTo>
                      <a:pt x="401" y="1352"/>
                      <a:pt x="234" y="951"/>
                      <a:pt x="434" y="585"/>
                    </a:cubicBezTo>
                    <a:cubicBezTo>
                      <a:pt x="584" y="284"/>
                      <a:pt x="809" y="247"/>
                      <a:pt x="1053" y="247"/>
                    </a:cubicBezTo>
                    <a:cubicBezTo>
                      <a:pt x="1134" y="247"/>
                      <a:pt x="1218" y="251"/>
                      <a:pt x="1301" y="251"/>
                    </a:cubicBezTo>
                    <a:cubicBezTo>
                      <a:pt x="1335" y="251"/>
                      <a:pt x="1435" y="151"/>
                      <a:pt x="1335" y="118"/>
                    </a:cubicBezTo>
                    <a:cubicBezTo>
                      <a:pt x="1243" y="35"/>
                      <a:pt x="1134" y="0"/>
                      <a:pt x="10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35"/>
              <p:cNvSpPr/>
              <p:nvPr/>
            </p:nvSpPr>
            <p:spPr>
              <a:xfrm>
                <a:off x="3205800" y="3023025"/>
                <a:ext cx="24200" cy="35000"/>
              </a:xfrm>
              <a:custGeom>
                <a:avLst/>
                <a:gdLst/>
                <a:ahLst/>
                <a:cxnLst/>
                <a:rect l="l" t="t" r="r" b="b"/>
                <a:pathLst>
                  <a:path w="968" h="1400" extrusionOk="0">
                    <a:moveTo>
                      <a:pt x="813" y="0"/>
                    </a:moveTo>
                    <a:cubicBezTo>
                      <a:pt x="767" y="0"/>
                      <a:pt x="717" y="17"/>
                      <a:pt x="634" y="50"/>
                    </a:cubicBezTo>
                    <a:cubicBezTo>
                      <a:pt x="501" y="117"/>
                      <a:pt x="401" y="184"/>
                      <a:pt x="300" y="317"/>
                    </a:cubicBezTo>
                    <a:cubicBezTo>
                      <a:pt x="134" y="484"/>
                      <a:pt x="0" y="784"/>
                      <a:pt x="100" y="1051"/>
                    </a:cubicBezTo>
                    <a:cubicBezTo>
                      <a:pt x="157" y="1249"/>
                      <a:pt x="286" y="1400"/>
                      <a:pt x="487" y="1400"/>
                    </a:cubicBezTo>
                    <a:cubicBezTo>
                      <a:pt x="522" y="1400"/>
                      <a:pt x="560" y="1395"/>
                      <a:pt x="601" y="1385"/>
                    </a:cubicBezTo>
                    <a:cubicBezTo>
                      <a:pt x="801" y="1351"/>
                      <a:pt x="968" y="1218"/>
                      <a:pt x="968" y="1018"/>
                    </a:cubicBezTo>
                    <a:cubicBezTo>
                      <a:pt x="968" y="976"/>
                      <a:pt x="914" y="933"/>
                      <a:pt x="867" y="933"/>
                    </a:cubicBezTo>
                    <a:cubicBezTo>
                      <a:pt x="839" y="933"/>
                      <a:pt x="813" y="948"/>
                      <a:pt x="801" y="984"/>
                    </a:cubicBezTo>
                    <a:cubicBezTo>
                      <a:pt x="767" y="1051"/>
                      <a:pt x="667" y="1118"/>
                      <a:pt x="567" y="1118"/>
                    </a:cubicBezTo>
                    <a:cubicBezTo>
                      <a:pt x="401" y="1051"/>
                      <a:pt x="401" y="884"/>
                      <a:pt x="434" y="784"/>
                    </a:cubicBezTo>
                    <a:cubicBezTo>
                      <a:pt x="467" y="618"/>
                      <a:pt x="601" y="484"/>
                      <a:pt x="767" y="384"/>
                    </a:cubicBezTo>
                    <a:cubicBezTo>
                      <a:pt x="868" y="217"/>
                      <a:pt x="934" y="217"/>
                      <a:pt x="968" y="50"/>
                    </a:cubicBezTo>
                    <a:cubicBezTo>
                      <a:pt x="901" y="17"/>
                      <a:pt x="859" y="0"/>
                      <a:pt x="8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35"/>
              <p:cNvSpPr/>
              <p:nvPr/>
            </p:nvSpPr>
            <p:spPr>
              <a:xfrm>
                <a:off x="3300850" y="2883325"/>
                <a:ext cx="33400" cy="38975"/>
              </a:xfrm>
              <a:custGeom>
                <a:avLst/>
                <a:gdLst/>
                <a:ahLst/>
                <a:cxnLst/>
                <a:rect l="l" t="t" r="r" b="b"/>
                <a:pathLst>
                  <a:path w="1336" h="1559" extrusionOk="0">
                    <a:moveTo>
                      <a:pt x="1055" y="1"/>
                    </a:moveTo>
                    <a:cubicBezTo>
                      <a:pt x="1027" y="1"/>
                      <a:pt x="998" y="11"/>
                      <a:pt x="968" y="34"/>
                    </a:cubicBezTo>
                    <a:cubicBezTo>
                      <a:pt x="635" y="268"/>
                      <a:pt x="1" y="868"/>
                      <a:pt x="268" y="1302"/>
                    </a:cubicBezTo>
                    <a:cubicBezTo>
                      <a:pt x="358" y="1483"/>
                      <a:pt x="508" y="1558"/>
                      <a:pt x="668" y="1558"/>
                    </a:cubicBezTo>
                    <a:cubicBezTo>
                      <a:pt x="922" y="1558"/>
                      <a:pt x="1200" y="1368"/>
                      <a:pt x="1302" y="1102"/>
                    </a:cubicBezTo>
                    <a:cubicBezTo>
                      <a:pt x="1335" y="1035"/>
                      <a:pt x="1269" y="968"/>
                      <a:pt x="1168" y="968"/>
                    </a:cubicBezTo>
                    <a:cubicBezTo>
                      <a:pt x="1105" y="1011"/>
                      <a:pt x="837" y="1162"/>
                      <a:pt x="687" y="1162"/>
                    </a:cubicBezTo>
                    <a:cubicBezTo>
                      <a:pt x="601" y="1162"/>
                      <a:pt x="553" y="1113"/>
                      <a:pt x="601" y="968"/>
                    </a:cubicBezTo>
                    <a:cubicBezTo>
                      <a:pt x="668" y="702"/>
                      <a:pt x="935" y="468"/>
                      <a:pt x="1135" y="301"/>
                    </a:cubicBezTo>
                    <a:cubicBezTo>
                      <a:pt x="1272" y="219"/>
                      <a:pt x="1184" y="1"/>
                      <a:pt x="10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35"/>
              <p:cNvSpPr/>
              <p:nvPr/>
            </p:nvSpPr>
            <p:spPr>
              <a:xfrm>
                <a:off x="3199950" y="2836550"/>
                <a:ext cx="33250" cy="39200"/>
              </a:xfrm>
              <a:custGeom>
                <a:avLst/>
                <a:gdLst/>
                <a:ahLst/>
                <a:cxnLst/>
                <a:rect l="l" t="t" r="r" b="b"/>
                <a:pathLst>
                  <a:path w="1330" h="1568" extrusionOk="0">
                    <a:moveTo>
                      <a:pt x="837" y="0"/>
                    </a:moveTo>
                    <a:cubicBezTo>
                      <a:pt x="826" y="0"/>
                      <a:pt x="814" y="2"/>
                      <a:pt x="801" y="4"/>
                    </a:cubicBezTo>
                    <a:cubicBezTo>
                      <a:pt x="334" y="171"/>
                      <a:pt x="1" y="671"/>
                      <a:pt x="168" y="1172"/>
                    </a:cubicBezTo>
                    <a:cubicBezTo>
                      <a:pt x="249" y="1450"/>
                      <a:pt x="460" y="1568"/>
                      <a:pt x="685" y="1568"/>
                    </a:cubicBezTo>
                    <a:cubicBezTo>
                      <a:pt x="918" y="1568"/>
                      <a:pt x="1166" y="1442"/>
                      <a:pt x="1302" y="1238"/>
                    </a:cubicBezTo>
                    <a:cubicBezTo>
                      <a:pt x="1329" y="1156"/>
                      <a:pt x="1289" y="1096"/>
                      <a:pt x="1236" y="1096"/>
                    </a:cubicBezTo>
                    <a:cubicBezTo>
                      <a:pt x="1225" y="1096"/>
                      <a:pt x="1213" y="1099"/>
                      <a:pt x="1202" y="1105"/>
                    </a:cubicBezTo>
                    <a:cubicBezTo>
                      <a:pt x="1062" y="1125"/>
                      <a:pt x="852" y="1251"/>
                      <a:pt x="684" y="1251"/>
                    </a:cubicBezTo>
                    <a:cubicBezTo>
                      <a:pt x="570" y="1251"/>
                      <a:pt x="475" y="1193"/>
                      <a:pt x="434" y="1005"/>
                    </a:cubicBezTo>
                    <a:cubicBezTo>
                      <a:pt x="334" y="671"/>
                      <a:pt x="601" y="338"/>
                      <a:pt x="835" y="271"/>
                    </a:cubicBezTo>
                    <a:cubicBezTo>
                      <a:pt x="989" y="178"/>
                      <a:pt x="972" y="0"/>
                      <a:pt x="8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35"/>
              <p:cNvSpPr/>
              <p:nvPr/>
            </p:nvSpPr>
            <p:spPr>
              <a:xfrm>
                <a:off x="3483500" y="2828300"/>
                <a:ext cx="25" cy="25"/>
              </a:xfrm>
              <a:custGeom>
                <a:avLst/>
                <a:gdLst/>
                <a:ahLst/>
                <a:cxnLst/>
                <a:rect l="l" t="t" r="r" b="b"/>
                <a:pathLst>
                  <a:path w="1" h="1" extrusionOk="0">
                    <a:moveTo>
                      <a:pt x="0" y="1"/>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35"/>
              <p:cNvSpPr/>
              <p:nvPr/>
            </p:nvSpPr>
            <p:spPr>
              <a:xfrm>
                <a:off x="3483500" y="2827475"/>
                <a:ext cx="25" cy="25"/>
              </a:xfrm>
              <a:custGeom>
                <a:avLst/>
                <a:gdLst/>
                <a:ahLst/>
                <a:cxnLst/>
                <a:rect l="l" t="t" r="r" b="b"/>
                <a:pathLst>
                  <a:path w="1" h="1" extrusionOk="0">
                    <a:moveTo>
                      <a:pt x="0" y="0"/>
                    </a:moveTo>
                    <a:close/>
                  </a:path>
                </a:pathLst>
              </a:custGeom>
              <a:solidFill>
                <a:srgbClr val="0E03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35"/>
              <p:cNvSpPr/>
              <p:nvPr/>
            </p:nvSpPr>
            <p:spPr>
              <a:xfrm>
                <a:off x="3584400" y="2852475"/>
                <a:ext cx="14925" cy="11025"/>
              </a:xfrm>
              <a:custGeom>
                <a:avLst/>
                <a:gdLst/>
                <a:ahLst/>
                <a:cxnLst/>
                <a:rect l="l" t="t" r="r" b="b"/>
                <a:pathLst>
                  <a:path w="597" h="441" extrusionOk="0">
                    <a:moveTo>
                      <a:pt x="108" y="1"/>
                    </a:moveTo>
                    <a:cubicBezTo>
                      <a:pt x="86" y="1"/>
                      <a:pt x="67" y="12"/>
                      <a:pt x="67" y="34"/>
                    </a:cubicBezTo>
                    <a:cubicBezTo>
                      <a:pt x="0" y="201"/>
                      <a:pt x="100" y="368"/>
                      <a:pt x="267" y="435"/>
                    </a:cubicBezTo>
                    <a:cubicBezTo>
                      <a:pt x="284" y="439"/>
                      <a:pt x="303" y="441"/>
                      <a:pt x="322" y="441"/>
                    </a:cubicBezTo>
                    <a:cubicBezTo>
                      <a:pt x="448" y="441"/>
                      <a:pt x="597" y="346"/>
                      <a:pt x="567" y="201"/>
                    </a:cubicBezTo>
                    <a:cubicBezTo>
                      <a:pt x="567" y="168"/>
                      <a:pt x="501" y="168"/>
                      <a:pt x="467" y="168"/>
                    </a:cubicBezTo>
                    <a:cubicBezTo>
                      <a:pt x="434" y="201"/>
                      <a:pt x="401" y="301"/>
                      <a:pt x="301" y="301"/>
                    </a:cubicBezTo>
                    <a:cubicBezTo>
                      <a:pt x="234" y="301"/>
                      <a:pt x="167" y="201"/>
                      <a:pt x="167" y="134"/>
                    </a:cubicBezTo>
                    <a:cubicBezTo>
                      <a:pt x="212" y="45"/>
                      <a:pt x="152" y="1"/>
                      <a:pt x="1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35"/>
              <p:cNvSpPr/>
              <p:nvPr/>
            </p:nvSpPr>
            <p:spPr>
              <a:xfrm>
                <a:off x="2848050" y="3014275"/>
                <a:ext cx="25" cy="850"/>
              </a:xfrm>
              <a:custGeom>
                <a:avLst/>
                <a:gdLst/>
                <a:ahLst/>
                <a:cxnLst/>
                <a:rect l="l" t="t" r="r" b="b"/>
                <a:pathLst>
                  <a:path w="1" h="34" extrusionOk="0">
                    <a:moveTo>
                      <a:pt x="0" y="34"/>
                    </a:moveTo>
                    <a:cubicBezTo>
                      <a:pt x="0" y="34"/>
                      <a:pt x="0" y="0"/>
                      <a:pt x="0" y="34"/>
                    </a:cubicBezTo>
                    <a:cubicBezTo>
                      <a:pt x="0" y="0"/>
                      <a:pt x="0" y="34"/>
                      <a:pt x="0" y="34"/>
                    </a:cubicBezTo>
                    <a:close/>
                  </a:path>
                </a:pathLst>
              </a:custGeom>
              <a:solidFill>
                <a:srgbClr val="0E03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35"/>
              <p:cNvSpPr/>
              <p:nvPr/>
            </p:nvSpPr>
            <p:spPr>
              <a:xfrm>
                <a:off x="2831350" y="3007600"/>
                <a:ext cx="131800" cy="203650"/>
              </a:xfrm>
              <a:custGeom>
                <a:avLst/>
                <a:gdLst/>
                <a:ahLst/>
                <a:cxnLst/>
                <a:rect l="l" t="t" r="r" b="b"/>
                <a:pathLst>
                  <a:path w="5272" h="8146" extrusionOk="0">
                    <a:moveTo>
                      <a:pt x="1235" y="0"/>
                    </a:moveTo>
                    <a:lnTo>
                      <a:pt x="1235" y="0"/>
                    </a:lnTo>
                    <a:cubicBezTo>
                      <a:pt x="1" y="134"/>
                      <a:pt x="868" y="1902"/>
                      <a:pt x="1335" y="2335"/>
                    </a:cubicBezTo>
                    <a:cubicBezTo>
                      <a:pt x="2036" y="3069"/>
                      <a:pt x="2736" y="3770"/>
                      <a:pt x="3370" y="4570"/>
                    </a:cubicBezTo>
                    <a:cubicBezTo>
                      <a:pt x="3704" y="4971"/>
                      <a:pt x="4104" y="5404"/>
                      <a:pt x="4337" y="5905"/>
                    </a:cubicBezTo>
                    <a:cubicBezTo>
                      <a:pt x="4704" y="6772"/>
                      <a:pt x="4237" y="7172"/>
                      <a:pt x="4004" y="7939"/>
                    </a:cubicBezTo>
                    <a:cubicBezTo>
                      <a:pt x="3946" y="8055"/>
                      <a:pt x="4039" y="8146"/>
                      <a:pt x="4152" y="8146"/>
                    </a:cubicBezTo>
                    <a:cubicBezTo>
                      <a:pt x="4169" y="8146"/>
                      <a:pt x="4186" y="8144"/>
                      <a:pt x="4204" y="8139"/>
                    </a:cubicBezTo>
                    <a:cubicBezTo>
                      <a:pt x="5271" y="7773"/>
                      <a:pt x="5071" y="6171"/>
                      <a:pt x="4571" y="5371"/>
                    </a:cubicBezTo>
                    <a:cubicBezTo>
                      <a:pt x="4104" y="4637"/>
                      <a:pt x="3503" y="3970"/>
                      <a:pt x="2903" y="3303"/>
                    </a:cubicBezTo>
                    <a:cubicBezTo>
                      <a:pt x="2202" y="2502"/>
                      <a:pt x="201" y="1134"/>
                      <a:pt x="1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35"/>
              <p:cNvSpPr/>
              <p:nvPr/>
            </p:nvSpPr>
            <p:spPr>
              <a:xfrm>
                <a:off x="2945200" y="3158150"/>
                <a:ext cx="25925" cy="47350"/>
              </a:xfrm>
              <a:custGeom>
                <a:avLst/>
                <a:gdLst/>
                <a:ahLst/>
                <a:cxnLst/>
                <a:rect l="l" t="t" r="r" b="b"/>
                <a:pathLst>
                  <a:path w="1037" h="1894" extrusionOk="0">
                    <a:moveTo>
                      <a:pt x="151" y="0"/>
                    </a:moveTo>
                    <a:cubicBezTo>
                      <a:pt x="79" y="0"/>
                      <a:pt x="1" y="117"/>
                      <a:pt x="50" y="216"/>
                    </a:cubicBezTo>
                    <a:cubicBezTo>
                      <a:pt x="384" y="650"/>
                      <a:pt x="551" y="1217"/>
                      <a:pt x="651" y="1751"/>
                    </a:cubicBezTo>
                    <a:cubicBezTo>
                      <a:pt x="665" y="1848"/>
                      <a:pt x="737" y="1893"/>
                      <a:pt x="814" y="1893"/>
                    </a:cubicBezTo>
                    <a:cubicBezTo>
                      <a:pt x="921" y="1893"/>
                      <a:pt x="1037" y="1806"/>
                      <a:pt x="1018" y="1650"/>
                    </a:cubicBezTo>
                    <a:cubicBezTo>
                      <a:pt x="951" y="1050"/>
                      <a:pt x="651" y="483"/>
                      <a:pt x="217" y="49"/>
                    </a:cubicBezTo>
                    <a:cubicBezTo>
                      <a:pt x="200" y="15"/>
                      <a:pt x="176" y="0"/>
                      <a:pt x="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35"/>
              <p:cNvSpPr/>
              <p:nvPr/>
            </p:nvSpPr>
            <p:spPr>
              <a:xfrm>
                <a:off x="2911675" y="3160700"/>
                <a:ext cx="40625" cy="36275"/>
              </a:xfrm>
              <a:custGeom>
                <a:avLst/>
                <a:gdLst/>
                <a:ahLst/>
                <a:cxnLst/>
                <a:rect l="l" t="t" r="r" b="b"/>
                <a:pathLst>
                  <a:path w="1625" h="1451" extrusionOk="0">
                    <a:moveTo>
                      <a:pt x="1437" y="0"/>
                    </a:moveTo>
                    <a:cubicBezTo>
                      <a:pt x="1400" y="0"/>
                      <a:pt x="1369" y="15"/>
                      <a:pt x="1358" y="47"/>
                    </a:cubicBezTo>
                    <a:cubicBezTo>
                      <a:pt x="1224" y="281"/>
                      <a:pt x="1124" y="481"/>
                      <a:pt x="891" y="614"/>
                    </a:cubicBezTo>
                    <a:cubicBezTo>
                      <a:pt x="691" y="715"/>
                      <a:pt x="491" y="781"/>
                      <a:pt x="290" y="881"/>
                    </a:cubicBezTo>
                    <a:cubicBezTo>
                      <a:pt x="0" y="1010"/>
                      <a:pt x="146" y="1450"/>
                      <a:pt x="457" y="1450"/>
                    </a:cubicBezTo>
                    <a:cubicBezTo>
                      <a:pt x="468" y="1450"/>
                      <a:pt x="479" y="1450"/>
                      <a:pt x="491" y="1448"/>
                    </a:cubicBezTo>
                    <a:cubicBezTo>
                      <a:pt x="1024" y="1315"/>
                      <a:pt x="1458" y="715"/>
                      <a:pt x="1625" y="181"/>
                    </a:cubicBezTo>
                    <a:cubicBezTo>
                      <a:pt x="1625" y="67"/>
                      <a:pt x="1517" y="0"/>
                      <a:pt x="14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35"/>
              <p:cNvSpPr/>
              <p:nvPr/>
            </p:nvSpPr>
            <p:spPr>
              <a:xfrm>
                <a:off x="2844075" y="2996300"/>
                <a:ext cx="32225" cy="34775"/>
              </a:xfrm>
              <a:custGeom>
                <a:avLst/>
                <a:gdLst/>
                <a:ahLst/>
                <a:cxnLst/>
                <a:rect l="l" t="t" r="r" b="b"/>
                <a:pathLst>
                  <a:path w="1289" h="1391" extrusionOk="0">
                    <a:moveTo>
                      <a:pt x="626" y="19"/>
                    </a:moveTo>
                    <a:cubicBezTo>
                      <a:pt x="648" y="30"/>
                      <a:pt x="663" y="33"/>
                      <a:pt x="671" y="33"/>
                    </a:cubicBezTo>
                    <a:cubicBezTo>
                      <a:pt x="685" y="33"/>
                      <a:pt x="671" y="19"/>
                      <a:pt x="626" y="19"/>
                    </a:cubicBezTo>
                    <a:close/>
                    <a:moveTo>
                      <a:pt x="505" y="1"/>
                    </a:moveTo>
                    <a:cubicBezTo>
                      <a:pt x="224" y="1"/>
                      <a:pt x="0" y="293"/>
                      <a:pt x="59" y="586"/>
                    </a:cubicBezTo>
                    <a:cubicBezTo>
                      <a:pt x="91" y="714"/>
                      <a:pt x="185" y="843"/>
                      <a:pt x="282" y="852"/>
                    </a:cubicBezTo>
                    <a:lnTo>
                      <a:pt x="282" y="852"/>
                    </a:lnTo>
                    <a:cubicBezTo>
                      <a:pt x="274" y="939"/>
                      <a:pt x="296" y="1029"/>
                      <a:pt x="359" y="1119"/>
                    </a:cubicBezTo>
                    <a:cubicBezTo>
                      <a:pt x="457" y="1314"/>
                      <a:pt x="617" y="1391"/>
                      <a:pt x="784" y="1391"/>
                    </a:cubicBezTo>
                    <a:cubicBezTo>
                      <a:pt x="959" y="1391"/>
                      <a:pt x="1140" y="1306"/>
                      <a:pt x="1260" y="1186"/>
                    </a:cubicBezTo>
                    <a:cubicBezTo>
                      <a:pt x="1289" y="1129"/>
                      <a:pt x="1268" y="1046"/>
                      <a:pt x="1218" y="1046"/>
                    </a:cubicBezTo>
                    <a:cubicBezTo>
                      <a:pt x="1211" y="1046"/>
                      <a:pt x="1202" y="1048"/>
                      <a:pt x="1193" y="1053"/>
                    </a:cubicBezTo>
                    <a:cubicBezTo>
                      <a:pt x="1056" y="1092"/>
                      <a:pt x="884" y="1166"/>
                      <a:pt x="732" y="1166"/>
                    </a:cubicBezTo>
                    <a:cubicBezTo>
                      <a:pt x="625" y="1166"/>
                      <a:pt x="528" y="1129"/>
                      <a:pt x="459" y="1019"/>
                    </a:cubicBezTo>
                    <a:cubicBezTo>
                      <a:pt x="431" y="945"/>
                      <a:pt x="432" y="876"/>
                      <a:pt x="452" y="813"/>
                    </a:cubicBezTo>
                    <a:lnTo>
                      <a:pt x="452" y="813"/>
                    </a:lnTo>
                    <a:cubicBezTo>
                      <a:pt x="617" y="732"/>
                      <a:pt x="758" y="546"/>
                      <a:pt x="860" y="419"/>
                    </a:cubicBezTo>
                    <a:cubicBezTo>
                      <a:pt x="913" y="365"/>
                      <a:pt x="880" y="267"/>
                      <a:pt x="795" y="267"/>
                    </a:cubicBezTo>
                    <a:cubicBezTo>
                      <a:pt x="775" y="267"/>
                      <a:pt x="752" y="273"/>
                      <a:pt x="726" y="286"/>
                    </a:cubicBezTo>
                    <a:cubicBezTo>
                      <a:pt x="603" y="363"/>
                      <a:pt x="465" y="476"/>
                      <a:pt x="376" y="608"/>
                    </a:cubicBezTo>
                    <a:lnTo>
                      <a:pt x="376" y="608"/>
                    </a:lnTo>
                    <a:cubicBezTo>
                      <a:pt x="375" y="608"/>
                      <a:pt x="374" y="608"/>
                      <a:pt x="373" y="608"/>
                    </a:cubicBezTo>
                    <a:cubicBezTo>
                      <a:pt x="348" y="608"/>
                      <a:pt x="320" y="600"/>
                      <a:pt x="292" y="586"/>
                    </a:cubicBezTo>
                    <a:cubicBezTo>
                      <a:pt x="192" y="586"/>
                      <a:pt x="126" y="552"/>
                      <a:pt x="226" y="452"/>
                    </a:cubicBezTo>
                    <a:cubicBezTo>
                      <a:pt x="326" y="219"/>
                      <a:pt x="493" y="119"/>
                      <a:pt x="626" y="19"/>
                    </a:cubicBezTo>
                    <a:cubicBezTo>
                      <a:pt x="585" y="6"/>
                      <a:pt x="545" y="1"/>
                      <a:pt x="50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26" name="Google Shape;2626;p35"/>
            <p:cNvSpPr/>
            <p:nvPr/>
          </p:nvSpPr>
          <p:spPr>
            <a:xfrm>
              <a:off x="7565625" y="4439075"/>
              <a:ext cx="79250" cy="73975"/>
            </a:xfrm>
            <a:custGeom>
              <a:avLst/>
              <a:gdLst/>
              <a:ahLst/>
              <a:cxnLst/>
              <a:rect l="l" t="t" r="r" b="b"/>
              <a:pathLst>
                <a:path w="3170" h="2959" extrusionOk="0">
                  <a:moveTo>
                    <a:pt x="608" y="0"/>
                  </a:moveTo>
                  <a:cubicBezTo>
                    <a:pt x="552" y="0"/>
                    <a:pt x="498" y="31"/>
                    <a:pt x="467" y="103"/>
                  </a:cubicBezTo>
                  <a:cubicBezTo>
                    <a:pt x="0" y="1037"/>
                    <a:pt x="167" y="2772"/>
                    <a:pt x="1401" y="2939"/>
                  </a:cubicBezTo>
                  <a:cubicBezTo>
                    <a:pt x="1467" y="2952"/>
                    <a:pt x="1533" y="2958"/>
                    <a:pt x="1598" y="2958"/>
                  </a:cubicBezTo>
                  <a:cubicBezTo>
                    <a:pt x="2030" y="2958"/>
                    <a:pt x="2446" y="2686"/>
                    <a:pt x="2735" y="2338"/>
                  </a:cubicBezTo>
                  <a:cubicBezTo>
                    <a:pt x="3169" y="1738"/>
                    <a:pt x="3102" y="1037"/>
                    <a:pt x="3036" y="370"/>
                  </a:cubicBezTo>
                  <a:cubicBezTo>
                    <a:pt x="3022" y="264"/>
                    <a:pt x="2950" y="221"/>
                    <a:pt x="2873" y="221"/>
                  </a:cubicBezTo>
                  <a:cubicBezTo>
                    <a:pt x="2757" y="221"/>
                    <a:pt x="2629" y="317"/>
                    <a:pt x="2669" y="437"/>
                  </a:cubicBezTo>
                  <a:cubicBezTo>
                    <a:pt x="2796" y="1203"/>
                    <a:pt x="2619" y="2580"/>
                    <a:pt x="1609" y="2580"/>
                  </a:cubicBezTo>
                  <a:cubicBezTo>
                    <a:pt x="1564" y="2580"/>
                    <a:pt x="1517" y="2578"/>
                    <a:pt x="1468" y="2572"/>
                  </a:cubicBezTo>
                  <a:cubicBezTo>
                    <a:pt x="467" y="2438"/>
                    <a:pt x="400" y="1004"/>
                    <a:pt x="801" y="337"/>
                  </a:cubicBezTo>
                  <a:cubicBezTo>
                    <a:pt x="870" y="153"/>
                    <a:pt x="732" y="0"/>
                    <a:pt x="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BioRhyme"/>
              <a:buNone/>
              <a:defRPr sz="3000" b="1">
                <a:solidFill>
                  <a:schemeClr val="dk1"/>
                </a:solidFill>
                <a:latin typeface="BioRhyme"/>
                <a:ea typeface="BioRhyme"/>
                <a:cs typeface="BioRhyme"/>
                <a:sym typeface="BioRhyme"/>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5" r:id="rId3"/>
    <p:sldLayoutId id="2147483657" r:id="rId4"/>
    <p:sldLayoutId id="2147483658" r:id="rId5"/>
    <p:sldLayoutId id="2147483660" r:id="rId6"/>
    <p:sldLayoutId id="2147483662" r:id="rId7"/>
    <p:sldLayoutId id="2147483672" r:id="rId8"/>
    <p:sldLayoutId id="2147483674" r:id="rId9"/>
    <p:sldLayoutId id="2147483678" r:id="rId10"/>
    <p:sldLayoutId id="2147483680" r:id="rId11"/>
    <p:sldLayoutId id="214748368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image" Target="../media/image13.jp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4.jpg"/><Relationship Id="rId7"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jpg"/><Relationship Id="rId4" Type="http://schemas.openxmlformats.org/officeDocument/2006/relationships/image" Target="../media/image24.jp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9.xml"/><Relationship Id="rId5" Type="http://schemas.openxmlformats.org/officeDocument/2006/relationships/image" Target="../media/image28.jpg"/><Relationship Id="rId4" Type="http://schemas.openxmlformats.org/officeDocument/2006/relationships/image" Target="../media/image27.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42"/>
        <p:cNvGrpSpPr/>
        <p:nvPr/>
      </p:nvGrpSpPr>
      <p:grpSpPr>
        <a:xfrm>
          <a:off x="0" y="0"/>
          <a:ext cx="0" cy="0"/>
          <a:chOff x="0" y="0"/>
          <a:chExt cx="0" cy="0"/>
        </a:xfrm>
      </p:grpSpPr>
      <p:grpSp>
        <p:nvGrpSpPr>
          <p:cNvPr id="2" name="Google Shape;2540;p69">
            <a:extLst>
              <a:ext uri="{FF2B5EF4-FFF2-40B4-BE49-F238E27FC236}">
                <a16:creationId xmlns:a16="http://schemas.microsoft.com/office/drawing/2014/main" id="{4A8D94D8-0237-D82B-87D8-A1BA868E0C2C}"/>
              </a:ext>
            </a:extLst>
          </p:cNvPr>
          <p:cNvGrpSpPr/>
          <p:nvPr/>
        </p:nvGrpSpPr>
        <p:grpSpPr>
          <a:xfrm>
            <a:off x="7228489" y="1451473"/>
            <a:ext cx="1537138" cy="2926177"/>
            <a:chOff x="5486238" y="985800"/>
            <a:chExt cx="1885468" cy="3234267"/>
          </a:xfrm>
          <a:solidFill>
            <a:srgbClr val="D0E7F4"/>
          </a:solidFill>
        </p:grpSpPr>
        <p:sp>
          <p:nvSpPr>
            <p:cNvPr id="3" name="Google Shape;2541;p69">
              <a:extLst>
                <a:ext uri="{FF2B5EF4-FFF2-40B4-BE49-F238E27FC236}">
                  <a16:creationId xmlns:a16="http://schemas.microsoft.com/office/drawing/2014/main" id="{CD08A250-D018-ECAB-33DC-55BE5482E813}"/>
                </a:ext>
              </a:extLst>
            </p:cNvPr>
            <p:cNvSpPr/>
            <p:nvPr/>
          </p:nvSpPr>
          <p:spPr>
            <a:xfrm>
              <a:off x="5486238" y="985800"/>
              <a:ext cx="1885468" cy="3234267"/>
            </a:xfrm>
            <a:custGeom>
              <a:avLst/>
              <a:gdLst/>
              <a:ahLst/>
              <a:cxnLst/>
              <a:rect l="l" t="t" r="r" b="b"/>
              <a:pathLst>
                <a:path w="122294" h="207958" extrusionOk="0">
                  <a:moveTo>
                    <a:pt x="9670" y="0"/>
                  </a:moveTo>
                  <a:cubicBezTo>
                    <a:pt x="4323" y="0"/>
                    <a:pt x="0" y="4323"/>
                    <a:pt x="0" y="9670"/>
                  </a:cubicBezTo>
                  <a:lnTo>
                    <a:pt x="0" y="198288"/>
                  </a:lnTo>
                  <a:cubicBezTo>
                    <a:pt x="0" y="203634"/>
                    <a:pt x="4323" y="207957"/>
                    <a:pt x="9670" y="207957"/>
                  </a:cubicBezTo>
                  <a:lnTo>
                    <a:pt x="112624" y="207957"/>
                  </a:lnTo>
                  <a:cubicBezTo>
                    <a:pt x="117971" y="207957"/>
                    <a:pt x="122294" y="203634"/>
                    <a:pt x="122294" y="198288"/>
                  </a:cubicBezTo>
                  <a:lnTo>
                    <a:pt x="122294" y="9670"/>
                  </a:lnTo>
                  <a:cubicBezTo>
                    <a:pt x="122294" y="4323"/>
                    <a:pt x="117971" y="0"/>
                    <a:pt x="112624" y="0"/>
                  </a:cubicBezTo>
                  <a:close/>
                </a:path>
              </a:pathLst>
            </a:custGeom>
            <a:solidFill>
              <a:schemeClr val="bg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542;p69">
              <a:extLst>
                <a:ext uri="{FF2B5EF4-FFF2-40B4-BE49-F238E27FC236}">
                  <a16:creationId xmlns:a16="http://schemas.microsoft.com/office/drawing/2014/main" id="{8FC1F824-3865-4B40-9C26-5FD2648BB6D1}"/>
                </a:ext>
              </a:extLst>
            </p:cNvPr>
            <p:cNvSpPr/>
            <p:nvPr/>
          </p:nvSpPr>
          <p:spPr>
            <a:xfrm>
              <a:off x="6652587" y="1097264"/>
              <a:ext cx="78938" cy="79629"/>
            </a:xfrm>
            <a:custGeom>
              <a:avLst/>
              <a:gdLst/>
              <a:ahLst/>
              <a:cxnLst/>
              <a:rect l="l" t="t" r="r" b="b"/>
              <a:pathLst>
                <a:path w="5120" h="5120" extrusionOk="0">
                  <a:moveTo>
                    <a:pt x="2617" y="0"/>
                  </a:moveTo>
                  <a:cubicBezTo>
                    <a:pt x="1138" y="0"/>
                    <a:pt x="0" y="1138"/>
                    <a:pt x="0" y="2503"/>
                  </a:cubicBezTo>
                  <a:cubicBezTo>
                    <a:pt x="0" y="3982"/>
                    <a:pt x="1138" y="5119"/>
                    <a:pt x="2617" y="5119"/>
                  </a:cubicBezTo>
                  <a:cubicBezTo>
                    <a:pt x="3982" y="5119"/>
                    <a:pt x="5120" y="3982"/>
                    <a:pt x="5120" y="2503"/>
                  </a:cubicBezTo>
                  <a:cubicBezTo>
                    <a:pt x="5120" y="1138"/>
                    <a:pt x="3982" y="0"/>
                    <a:pt x="26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543;p69">
              <a:extLst>
                <a:ext uri="{FF2B5EF4-FFF2-40B4-BE49-F238E27FC236}">
                  <a16:creationId xmlns:a16="http://schemas.microsoft.com/office/drawing/2014/main" id="{E17C8A39-09A2-ED9A-23C5-B5AEC4A010A7}"/>
                </a:ext>
              </a:extLst>
            </p:cNvPr>
            <p:cNvSpPr/>
            <p:nvPr/>
          </p:nvSpPr>
          <p:spPr>
            <a:xfrm>
              <a:off x="6126403" y="1097264"/>
              <a:ext cx="464807" cy="79629"/>
            </a:xfrm>
            <a:custGeom>
              <a:avLst/>
              <a:gdLst/>
              <a:ahLst/>
              <a:cxnLst/>
              <a:rect l="l" t="t" r="r" b="b"/>
              <a:pathLst>
                <a:path w="30148" h="5120" extrusionOk="0">
                  <a:moveTo>
                    <a:pt x="2617" y="0"/>
                  </a:moveTo>
                  <a:cubicBezTo>
                    <a:pt x="1139" y="0"/>
                    <a:pt x="1" y="1138"/>
                    <a:pt x="1" y="2503"/>
                  </a:cubicBezTo>
                  <a:cubicBezTo>
                    <a:pt x="1" y="3982"/>
                    <a:pt x="1139" y="5119"/>
                    <a:pt x="2617" y="5119"/>
                  </a:cubicBezTo>
                  <a:lnTo>
                    <a:pt x="27645" y="5119"/>
                  </a:lnTo>
                  <a:cubicBezTo>
                    <a:pt x="29010" y="5119"/>
                    <a:pt x="30148" y="3982"/>
                    <a:pt x="30148" y="2503"/>
                  </a:cubicBezTo>
                  <a:cubicBezTo>
                    <a:pt x="30148" y="1138"/>
                    <a:pt x="29010" y="0"/>
                    <a:pt x="2764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3" name="Google Shape;2643;p42"/>
          <p:cNvSpPr/>
          <p:nvPr/>
        </p:nvSpPr>
        <p:spPr>
          <a:xfrm flipH="1">
            <a:off x="992425" y="4158650"/>
            <a:ext cx="2007875" cy="695725"/>
          </a:xfrm>
          <a:custGeom>
            <a:avLst/>
            <a:gdLst/>
            <a:ahLst/>
            <a:cxnLst/>
            <a:rect l="l" t="t" r="r" b="b"/>
            <a:pathLst>
              <a:path w="80315" h="27829" extrusionOk="0">
                <a:moveTo>
                  <a:pt x="33030" y="0"/>
                </a:moveTo>
                <a:cubicBezTo>
                  <a:pt x="30274" y="0"/>
                  <a:pt x="27617" y="1150"/>
                  <a:pt x="26543" y="3978"/>
                </a:cubicBezTo>
                <a:cubicBezTo>
                  <a:pt x="25709" y="6279"/>
                  <a:pt x="26176" y="8815"/>
                  <a:pt x="26976" y="11116"/>
                </a:cubicBezTo>
                <a:cubicBezTo>
                  <a:pt x="26747" y="11097"/>
                  <a:pt x="26518" y="11088"/>
                  <a:pt x="26288" y="11088"/>
                </a:cubicBezTo>
                <a:cubicBezTo>
                  <a:pt x="24078" y="11088"/>
                  <a:pt x="21879" y="11959"/>
                  <a:pt x="20338" y="13651"/>
                </a:cubicBezTo>
                <a:cubicBezTo>
                  <a:pt x="18337" y="15820"/>
                  <a:pt x="17870" y="18988"/>
                  <a:pt x="18837" y="21690"/>
                </a:cubicBezTo>
                <a:cubicBezTo>
                  <a:pt x="13000" y="22958"/>
                  <a:pt x="7196" y="24159"/>
                  <a:pt x="1358" y="25426"/>
                </a:cubicBezTo>
                <a:cubicBezTo>
                  <a:pt x="1" y="25691"/>
                  <a:pt x="483" y="27829"/>
                  <a:pt x="1795" y="27829"/>
                </a:cubicBezTo>
                <a:cubicBezTo>
                  <a:pt x="1805" y="27829"/>
                  <a:pt x="1815" y="27828"/>
                  <a:pt x="1825" y="27828"/>
                </a:cubicBezTo>
                <a:cubicBezTo>
                  <a:pt x="11499" y="27294"/>
                  <a:pt x="21206" y="26794"/>
                  <a:pt x="30879" y="26360"/>
                </a:cubicBezTo>
                <a:cubicBezTo>
                  <a:pt x="33614" y="26260"/>
                  <a:pt x="36350" y="26127"/>
                  <a:pt x="39052" y="26027"/>
                </a:cubicBezTo>
                <a:cubicBezTo>
                  <a:pt x="50144" y="26575"/>
                  <a:pt x="61282" y="26830"/>
                  <a:pt x="72409" y="26830"/>
                </a:cubicBezTo>
                <a:cubicBezTo>
                  <a:pt x="74834" y="26830"/>
                  <a:pt x="77258" y="26818"/>
                  <a:pt x="79681" y="26794"/>
                </a:cubicBezTo>
                <a:cubicBezTo>
                  <a:pt x="80314" y="26761"/>
                  <a:pt x="80314" y="25860"/>
                  <a:pt x="79747" y="25693"/>
                </a:cubicBezTo>
                <a:cubicBezTo>
                  <a:pt x="77479" y="25093"/>
                  <a:pt x="75144" y="24426"/>
                  <a:pt x="72842" y="23792"/>
                </a:cubicBezTo>
                <a:cubicBezTo>
                  <a:pt x="71575" y="23458"/>
                  <a:pt x="70374" y="23125"/>
                  <a:pt x="69140" y="22791"/>
                </a:cubicBezTo>
                <a:cubicBezTo>
                  <a:pt x="68172" y="22524"/>
                  <a:pt x="66638" y="22358"/>
                  <a:pt x="66004" y="21457"/>
                </a:cubicBezTo>
                <a:cubicBezTo>
                  <a:pt x="65404" y="20590"/>
                  <a:pt x="65637" y="19189"/>
                  <a:pt x="65504" y="18188"/>
                </a:cubicBezTo>
                <a:cubicBezTo>
                  <a:pt x="65370" y="17321"/>
                  <a:pt x="65237" y="16453"/>
                  <a:pt x="65003" y="15586"/>
                </a:cubicBezTo>
                <a:cubicBezTo>
                  <a:pt x="64503" y="13651"/>
                  <a:pt x="63703" y="11783"/>
                  <a:pt x="62702" y="10082"/>
                </a:cubicBezTo>
                <a:cubicBezTo>
                  <a:pt x="61148" y="7379"/>
                  <a:pt x="58524" y="3547"/>
                  <a:pt x="55071" y="3547"/>
                </a:cubicBezTo>
                <a:cubicBezTo>
                  <a:pt x="54817" y="3547"/>
                  <a:pt x="54559" y="3567"/>
                  <a:pt x="54296" y="3611"/>
                </a:cubicBezTo>
                <a:cubicBezTo>
                  <a:pt x="51194" y="4111"/>
                  <a:pt x="49793" y="6680"/>
                  <a:pt x="49125" y="9448"/>
                </a:cubicBezTo>
                <a:cubicBezTo>
                  <a:pt x="45656" y="4678"/>
                  <a:pt x="40319" y="842"/>
                  <a:pt x="34515" y="108"/>
                </a:cubicBezTo>
                <a:cubicBezTo>
                  <a:pt x="34022" y="37"/>
                  <a:pt x="33524" y="0"/>
                  <a:pt x="330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2"/>
          <p:cNvSpPr txBox="1">
            <a:spLocks noGrp="1"/>
          </p:cNvSpPr>
          <p:nvPr>
            <p:ph type="ctrTitle"/>
          </p:nvPr>
        </p:nvSpPr>
        <p:spPr>
          <a:xfrm>
            <a:off x="1694283" y="1129556"/>
            <a:ext cx="5385000" cy="2618400"/>
          </a:xfrm>
          <a:prstGeom prst="rect">
            <a:avLst/>
          </a:prstGeom>
        </p:spPr>
        <p:txBody>
          <a:bodyPr spcFirstLastPara="1" wrap="square" lIns="91425" tIns="91425" rIns="91425" bIns="91425" anchor="b" anchorCtr="0">
            <a:noAutofit/>
          </a:bodyPr>
          <a:lstStyle/>
          <a:p>
            <a:pPr marL="0" indent="0" algn="l">
              <a:lnSpc>
                <a:spcPts val="5550"/>
              </a:lnSpc>
              <a:buNone/>
            </a:pPr>
            <a:r>
              <a:rPr lang="en-US" sz="6600" b="1" dirty="0">
                <a:latin typeface="Dubai Medium" panose="020B0603030403030204" pitchFamily="34" charset="-78"/>
                <a:ea typeface="Fraunces Extra Bold" pitchFamily="34" charset="-122"/>
                <a:cs typeface="Dubai Medium" panose="020B0603030403030204" pitchFamily="34" charset="-78"/>
              </a:rPr>
              <a:t>        Birdz</a:t>
            </a:r>
            <a:br>
              <a:rPr lang="en-US" sz="6600" b="1" dirty="0">
                <a:solidFill>
                  <a:srgbClr val="3B4540"/>
                </a:solidFill>
                <a:latin typeface="Dubai Medium" panose="020B0603030403030204" pitchFamily="34" charset="-78"/>
                <a:ea typeface="Fraunces Extra Bold" pitchFamily="34" charset="-122"/>
                <a:cs typeface="Dubai Medium" panose="020B0603030403030204" pitchFamily="34" charset="-78"/>
              </a:rPr>
            </a:br>
            <a:br>
              <a:rPr lang="en-US" sz="6600" b="1" dirty="0">
                <a:solidFill>
                  <a:srgbClr val="3B4540"/>
                </a:solidFill>
                <a:latin typeface="Dubai Medium" panose="020B0603030403030204" pitchFamily="34" charset="-78"/>
                <a:ea typeface="Fraunces Extra Bold" pitchFamily="34" charset="-122"/>
                <a:cs typeface="Dubai Medium" panose="020B0603030403030204" pitchFamily="34" charset="-78"/>
              </a:rPr>
            </a:br>
            <a:endParaRPr lang="en-US" sz="6600" dirty="0">
              <a:latin typeface="Dubai Medium" panose="020B0603030403030204" pitchFamily="34" charset="-78"/>
              <a:cs typeface="Dubai Medium" panose="020B0603030403030204" pitchFamily="34" charset="-78"/>
            </a:endParaRPr>
          </a:p>
        </p:txBody>
      </p:sp>
      <p:sp>
        <p:nvSpPr>
          <p:cNvPr id="2645" name="Google Shape;2645;p42"/>
          <p:cNvSpPr txBox="1">
            <a:spLocks noGrp="1"/>
          </p:cNvSpPr>
          <p:nvPr>
            <p:ph type="subTitle" idx="1"/>
          </p:nvPr>
        </p:nvSpPr>
        <p:spPr>
          <a:xfrm>
            <a:off x="1500407" y="2199222"/>
            <a:ext cx="6143186" cy="1138040"/>
          </a:xfrm>
          <a:prstGeom prst="rect">
            <a:avLst/>
          </a:prstGeom>
        </p:spPr>
        <p:txBody>
          <a:bodyPr spcFirstLastPara="1" wrap="square" lIns="91425" tIns="91425" rIns="91425" bIns="91425" anchor="t" anchorCtr="0">
            <a:noAutofit/>
          </a:bodyPr>
          <a:lstStyle/>
          <a:p>
            <a:pPr marL="0" indent="0" algn="l">
              <a:lnSpc>
                <a:spcPts val="3100"/>
              </a:lnSpc>
              <a:buNone/>
            </a:pPr>
            <a:r>
              <a:rPr lang="en-US" sz="1800" b="1" dirty="0">
                <a:solidFill>
                  <a:srgbClr val="405449"/>
                </a:solidFill>
                <a:latin typeface="+mn-lt"/>
                <a:ea typeface="Nobile Bold" pitchFamily="34" charset="-122"/>
                <a:cs typeface="Nobile Bold" pitchFamily="34" charset="-120"/>
              </a:rPr>
              <a:t>	            Mobile Application </a:t>
            </a:r>
          </a:p>
          <a:p>
            <a:pPr marL="0" indent="0" algn="l">
              <a:lnSpc>
                <a:spcPts val="3100"/>
              </a:lnSpc>
              <a:buNone/>
            </a:pPr>
            <a:r>
              <a:rPr lang="en-US" sz="1800" b="1" dirty="0">
                <a:solidFill>
                  <a:srgbClr val="405449"/>
                </a:solidFill>
                <a:latin typeface="+mn-lt"/>
                <a:ea typeface="Nobile Bold" pitchFamily="34" charset="-122"/>
                <a:cs typeface="Nobile Bold" pitchFamily="34" charset="-120"/>
              </a:rPr>
              <a:t>         for Indian Bird Species in Natural Habitats</a:t>
            </a:r>
            <a:endParaRPr lang="en-US" sz="1800" dirty="0">
              <a:latin typeface="+mn-lt"/>
            </a:endParaRPr>
          </a:p>
        </p:txBody>
      </p:sp>
      <p:grpSp>
        <p:nvGrpSpPr>
          <p:cNvPr id="2646" name="Google Shape;2646;p42"/>
          <p:cNvGrpSpPr/>
          <p:nvPr/>
        </p:nvGrpSpPr>
        <p:grpSpPr>
          <a:xfrm>
            <a:off x="-865075" y="-267975"/>
            <a:ext cx="2975475" cy="5827850"/>
            <a:chOff x="-105700" y="-267975"/>
            <a:chExt cx="2975475" cy="5827850"/>
          </a:xfrm>
        </p:grpSpPr>
        <p:sp>
          <p:nvSpPr>
            <p:cNvPr id="2647" name="Google Shape;2647;p42"/>
            <p:cNvSpPr/>
            <p:nvPr/>
          </p:nvSpPr>
          <p:spPr>
            <a:xfrm>
              <a:off x="276225" y="2768650"/>
              <a:ext cx="1631200" cy="2609475"/>
            </a:xfrm>
            <a:custGeom>
              <a:avLst/>
              <a:gdLst/>
              <a:ahLst/>
              <a:cxnLst/>
              <a:rect l="l" t="t" r="r" b="b"/>
              <a:pathLst>
                <a:path w="65248" h="104379" extrusionOk="0">
                  <a:moveTo>
                    <a:pt x="14408" y="1"/>
                  </a:moveTo>
                  <a:cubicBezTo>
                    <a:pt x="12083" y="1"/>
                    <a:pt x="9740" y="305"/>
                    <a:pt x="7440" y="904"/>
                  </a:cubicBezTo>
                  <a:cubicBezTo>
                    <a:pt x="4838" y="1571"/>
                    <a:pt x="2336" y="2672"/>
                    <a:pt x="1" y="4007"/>
                  </a:cubicBezTo>
                  <a:lnTo>
                    <a:pt x="1" y="81295"/>
                  </a:lnTo>
                  <a:cubicBezTo>
                    <a:pt x="3170" y="88700"/>
                    <a:pt x="7273" y="96706"/>
                    <a:pt x="7339" y="101410"/>
                  </a:cubicBezTo>
                  <a:cubicBezTo>
                    <a:pt x="7390" y="103298"/>
                    <a:pt x="9026" y="103482"/>
                    <a:pt x="10874" y="103482"/>
                  </a:cubicBezTo>
                  <a:cubicBezTo>
                    <a:pt x="11319" y="103482"/>
                    <a:pt x="11778" y="103471"/>
                    <a:pt x="12229" y="103471"/>
                  </a:cubicBezTo>
                  <a:cubicBezTo>
                    <a:pt x="13605" y="103471"/>
                    <a:pt x="14916" y="103571"/>
                    <a:pt x="15612" y="104378"/>
                  </a:cubicBezTo>
                  <a:lnTo>
                    <a:pt x="63146" y="104378"/>
                  </a:lnTo>
                  <a:cubicBezTo>
                    <a:pt x="65247" y="97440"/>
                    <a:pt x="64280" y="89901"/>
                    <a:pt x="63446" y="82863"/>
                  </a:cubicBezTo>
                  <a:cubicBezTo>
                    <a:pt x="62512" y="74857"/>
                    <a:pt x="61311" y="66852"/>
                    <a:pt x="60277" y="58879"/>
                  </a:cubicBezTo>
                  <a:cubicBezTo>
                    <a:pt x="59410" y="52241"/>
                    <a:pt x="59410" y="44169"/>
                    <a:pt x="55574" y="38398"/>
                  </a:cubicBezTo>
                  <a:cubicBezTo>
                    <a:pt x="52572" y="33961"/>
                    <a:pt x="47568" y="31660"/>
                    <a:pt x="42364" y="30759"/>
                  </a:cubicBezTo>
                  <a:cubicBezTo>
                    <a:pt x="42331" y="30759"/>
                    <a:pt x="42264" y="30759"/>
                    <a:pt x="42164" y="30726"/>
                  </a:cubicBezTo>
                  <a:cubicBezTo>
                    <a:pt x="41330" y="26856"/>
                    <a:pt x="40396" y="23054"/>
                    <a:pt x="39029" y="19384"/>
                  </a:cubicBezTo>
                  <a:cubicBezTo>
                    <a:pt x="36827" y="13347"/>
                    <a:pt x="33525" y="7542"/>
                    <a:pt x="28021" y="3940"/>
                  </a:cubicBezTo>
                  <a:cubicBezTo>
                    <a:pt x="23912" y="1290"/>
                    <a:pt x="19198" y="1"/>
                    <a:pt x="14408" y="1"/>
                  </a:cubicBezTo>
                  <a:close/>
                </a:path>
              </a:pathLst>
            </a:custGeom>
            <a:solidFill>
              <a:srgbClr val="8E6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2"/>
            <p:cNvSpPr/>
            <p:nvPr/>
          </p:nvSpPr>
          <p:spPr>
            <a:xfrm>
              <a:off x="277075" y="3307750"/>
              <a:ext cx="1301775" cy="2070375"/>
            </a:xfrm>
            <a:custGeom>
              <a:avLst/>
              <a:gdLst/>
              <a:ahLst/>
              <a:cxnLst/>
              <a:rect l="l" t="t" r="r" b="b"/>
              <a:pathLst>
                <a:path w="52071" h="82815" extrusionOk="0">
                  <a:moveTo>
                    <a:pt x="1114" y="1"/>
                  </a:moveTo>
                  <a:cubicBezTo>
                    <a:pt x="740" y="1"/>
                    <a:pt x="366" y="42"/>
                    <a:pt x="0" y="122"/>
                  </a:cubicBezTo>
                  <a:lnTo>
                    <a:pt x="0" y="82748"/>
                  </a:lnTo>
                  <a:lnTo>
                    <a:pt x="52067" y="82748"/>
                  </a:lnTo>
                  <a:cubicBezTo>
                    <a:pt x="51902" y="80100"/>
                    <a:pt x="51769" y="77388"/>
                    <a:pt x="51570" y="74742"/>
                  </a:cubicBezTo>
                  <a:cubicBezTo>
                    <a:pt x="51137" y="69572"/>
                    <a:pt x="50570" y="64401"/>
                    <a:pt x="50069" y="59197"/>
                  </a:cubicBezTo>
                  <a:cubicBezTo>
                    <a:pt x="49235" y="50291"/>
                    <a:pt x="47901" y="41118"/>
                    <a:pt x="44565" y="32712"/>
                  </a:cubicBezTo>
                  <a:cubicBezTo>
                    <a:pt x="40729" y="23138"/>
                    <a:pt x="33891" y="15866"/>
                    <a:pt x="25352" y="10196"/>
                  </a:cubicBezTo>
                  <a:cubicBezTo>
                    <a:pt x="19778" y="6545"/>
                    <a:pt x="12390" y="1748"/>
                    <a:pt x="5270" y="1748"/>
                  </a:cubicBezTo>
                  <a:cubicBezTo>
                    <a:pt x="5104" y="1748"/>
                    <a:pt x="4937" y="1751"/>
                    <a:pt x="4770" y="1756"/>
                  </a:cubicBezTo>
                  <a:cubicBezTo>
                    <a:pt x="4203" y="989"/>
                    <a:pt x="3369" y="455"/>
                    <a:pt x="2335" y="155"/>
                  </a:cubicBezTo>
                  <a:cubicBezTo>
                    <a:pt x="1934" y="51"/>
                    <a:pt x="1524" y="1"/>
                    <a:pt x="1114" y="1"/>
                  </a:cubicBezTo>
                  <a:close/>
                  <a:moveTo>
                    <a:pt x="52067" y="82748"/>
                  </a:moveTo>
                  <a:cubicBezTo>
                    <a:pt x="52068" y="82770"/>
                    <a:pt x="52069" y="82792"/>
                    <a:pt x="52071" y="82814"/>
                  </a:cubicBezTo>
                  <a:lnTo>
                    <a:pt x="52071" y="82748"/>
                  </a:lnTo>
                  <a:close/>
                </a:path>
              </a:pathLst>
            </a:custGeom>
            <a:solidFill>
              <a:srgbClr val="724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2"/>
            <p:cNvSpPr/>
            <p:nvPr/>
          </p:nvSpPr>
          <p:spPr>
            <a:xfrm>
              <a:off x="378925" y="2919350"/>
              <a:ext cx="771300" cy="2457950"/>
            </a:xfrm>
            <a:custGeom>
              <a:avLst/>
              <a:gdLst/>
              <a:ahLst/>
              <a:cxnLst/>
              <a:rect l="l" t="t" r="r" b="b"/>
              <a:pathLst>
                <a:path w="30852" h="98318" extrusionOk="0">
                  <a:moveTo>
                    <a:pt x="709" y="0"/>
                  </a:moveTo>
                  <a:cubicBezTo>
                    <a:pt x="168" y="0"/>
                    <a:pt x="0" y="818"/>
                    <a:pt x="530" y="881"/>
                  </a:cubicBezTo>
                  <a:cubicBezTo>
                    <a:pt x="8769" y="2048"/>
                    <a:pt x="17875" y="3583"/>
                    <a:pt x="22979" y="10888"/>
                  </a:cubicBezTo>
                  <a:cubicBezTo>
                    <a:pt x="27849" y="17893"/>
                    <a:pt x="28049" y="27199"/>
                    <a:pt x="28650" y="35372"/>
                  </a:cubicBezTo>
                  <a:cubicBezTo>
                    <a:pt x="30084" y="55586"/>
                    <a:pt x="30217" y="75868"/>
                    <a:pt x="29083" y="96082"/>
                  </a:cubicBezTo>
                  <a:lnTo>
                    <a:pt x="28983" y="98317"/>
                  </a:lnTo>
                  <a:lnTo>
                    <a:pt x="29884" y="98317"/>
                  </a:lnTo>
                  <a:cubicBezTo>
                    <a:pt x="30551" y="87743"/>
                    <a:pt x="30851" y="77135"/>
                    <a:pt x="30751" y="66561"/>
                  </a:cubicBezTo>
                  <a:cubicBezTo>
                    <a:pt x="30718" y="55887"/>
                    <a:pt x="30251" y="45212"/>
                    <a:pt x="29517" y="34571"/>
                  </a:cubicBezTo>
                  <a:cubicBezTo>
                    <a:pt x="28916" y="26666"/>
                    <a:pt x="28583" y="17826"/>
                    <a:pt x="24146" y="10988"/>
                  </a:cubicBezTo>
                  <a:cubicBezTo>
                    <a:pt x="18976" y="3049"/>
                    <a:pt x="9536" y="1248"/>
                    <a:pt x="830" y="13"/>
                  </a:cubicBezTo>
                  <a:cubicBezTo>
                    <a:pt x="788" y="4"/>
                    <a:pt x="747" y="0"/>
                    <a:pt x="709" y="0"/>
                  </a:cubicBezTo>
                  <a:close/>
                </a:path>
              </a:pathLst>
            </a:custGeom>
            <a:solidFill>
              <a:srgbClr val="5B37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2"/>
            <p:cNvSpPr/>
            <p:nvPr/>
          </p:nvSpPr>
          <p:spPr>
            <a:xfrm>
              <a:off x="1107375" y="4008700"/>
              <a:ext cx="324700" cy="1369425"/>
            </a:xfrm>
            <a:custGeom>
              <a:avLst/>
              <a:gdLst/>
              <a:ahLst/>
              <a:cxnLst/>
              <a:rect l="l" t="t" r="r" b="b"/>
              <a:pathLst>
                <a:path w="12988" h="54777" extrusionOk="0">
                  <a:moveTo>
                    <a:pt x="807" y="0"/>
                  </a:moveTo>
                  <a:cubicBezTo>
                    <a:pt x="196" y="0"/>
                    <a:pt x="1" y="809"/>
                    <a:pt x="579" y="938"/>
                  </a:cubicBezTo>
                  <a:cubicBezTo>
                    <a:pt x="3981" y="1638"/>
                    <a:pt x="7551" y="2506"/>
                    <a:pt x="9352" y="5775"/>
                  </a:cubicBezTo>
                  <a:cubicBezTo>
                    <a:pt x="10920" y="8743"/>
                    <a:pt x="11153" y="12613"/>
                    <a:pt x="11387" y="15849"/>
                  </a:cubicBezTo>
                  <a:cubicBezTo>
                    <a:pt x="11987" y="23087"/>
                    <a:pt x="11720" y="30426"/>
                    <a:pt x="11687" y="37664"/>
                  </a:cubicBezTo>
                  <a:cubicBezTo>
                    <a:pt x="11654" y="43368"/>
                    <a:pt x="11654" y="49039"/>
                    <a:pt x="11587" y="54776"/>
                  </a:cubicBezTo>
                  <a:lnTo>
                    <a:pt x="12554" y="54776"/>
                  </a:lnTo>
                  <a:cubicBezTo>
                    <a:pt x="12588" y="47671"/>
                    <a:pt x="12654" y="40633"/>
                    <a:pt x="12688" y="33528"/>
                  </a:cubicBezTo>
                  <a:cubicBezTo>
                    <a:pt x="12721" y="26022"/>
                    <a:pt x="12988" y="18484"/>
                    <a:pt x="11820" y="11012"/>
                  </a:cubicBezTo>
                  <a:cubicBezTo>
                    <a:pt x="11387" y="8243"/>
                    <a:pt x="10753" y="5274"/>
                    <a:pt x="8651" y="3239"/>
                  </a:cubicBezTo>
                  <a:cubicBezTo>
                    <a:pt x="6550" y="1271"/>
                    <a:pt x="3581" y="604"/>
                    <a:pt x="879" y="4"/>
                  </a:cubicBezTo>
                  <a:cubicBezTo>
                    <a:pt x="855" y="1"/>
                    <a:pt x="831" y="0"/>
                    <a:pt x="807" y="0"/>
                  </a:cubicBezTo>
                  <a:close/>
                </a:path>
              </a:pathLst>
            </a:custGeom>
            <a:solidFill>
              <a:srgbClr val="5B37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2"/>
            <p:cNvSpPr/>
            <p:nvPr/>
          </p:nvSpPr>
          <p:spPr>
            <a:xfrm>
              <a:off x="1085175" y="3744300"/>
              <a:ext cx="636275" cy="1633825"/>
            </a:xfrm>
            <a:custGeom>
              <a:avLst/>
              <a:gdLst/>
              <a:ahLst/>
              <a:cxnLst/>
              <a:rect l="l" t="t" r="r" b="b"/>
              <a:pathLst>
                <a:path w="25451" h="65353" extrusionOk="0">
                  <a:moveTo>
                    <a:pt x="600" y="1"/>
                  </a:moveTo>
                  <a:cubicBezTo>
                    <a:pt x="124" y="1"/>
                    <a:pt x="1" y="729"/>
                    <a:pt x="533" y="906"/>
                  </a:cubicBezTo>
                  <a:cubicBezTo>
                    <a:pt x="4102" y="2207"/>
                    <a:pt x="7705" y="3475"/>
                    <a:pt x="11274" y="4742"/>
                  </a:cubicBezTo>
                  <a:cubicBezTo>
                    <a:pt x="14877" y="6010"/>
                    <a:pt x="19080" y="7044"/>
                    <a:pt x="21048" y="10680"/>
                  </a:cubicBezTo>
                  <a:cubicBezTo>
                    <a:pt x="22749" y="13882"/>
                    <a:pt x="23116" y="17985"/>
                    <a:pt x="23549" y="21554"/>
                  </a:cubicBezTo>
                  <a:cubicBezTo>
                    <a:pt x="23983" y="25491"/>
                    <a:pt x="24150" y="29393"/>
                    <a:pt x="24283" y="33329"/>
                  </a:cubicBezTo>
                  <a:cubicBezTo>
                    <a:pt x="24584" y="44004"/>
                    <a:pt x="24584" y="54678"/>
                    <a:pt x="24450" y="65352"/>
                  </a:cubicBezTo>
                  <a:lnTo>
                    <a:pt x="25384" y="65352"/>
                  </a:lnTo>
                  <a:cubicBezTo>
                    <a:pt x="25451" y="56413"/>
                    <a:pt x="25451" y="47540"/>
                    <a:pt x="25317" y="38600"/>
                  </a:cubicBezTo>
                  <a:cubicBezTo>
                    <a:pt x="25251" y="33863"/>
                    <a:pt x="25151" y="29093"/>
                    <a:pt x="24784" y="24390"/>
                  </a:cubicBezTo>
                  <a:cubicBezTo>
                    <a:pt x="24450" y="20387"/>
                    <a:pt x="24050" y="16184"/>
                    <a:pt x="22782" y="12348"/>
                  </a:cubicBezTo>
                  <a:cubicBezTo>
                    <a:pt x="21615" y="8812"/>
                    <a:pt x="19213" y="6744"/>
                    <a:pt x="15811" y="5376"/>
                  </a:cubicBezTo>
                  <a:cubicBezTo>
                    <a:pt x="10907" y="3408"/>
                    <a:pt x="5803" y="1807"/>
                    <a:pt x="800" y="39"/>
                  </a:cubicBezTo>
                  <a:cubicBezTo>
                    <a:pt x="728" y="13"/>
                    <a:pt x="661" y="1"/>
                    <a:pt x="600" y="1"/>
                  </a:cubicBezTo>
                  <a:close/>
                </a:path>
              </a:pathLst>
            </a:custGeom>
            <a:solidFill>
              <a:srgbClr val="5B37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2"/>
            <p:cNvSpPr/>
            <p:nvPr/>
          </p:nvSpPr>
          <p:spPr>
            <a:xfrm>
              <a:off x="970075" y="3193200"/>
              <a:ext cx="145125" cy="2183250"/>
            </a:xfrm>
            <a:custGeom>
              <a:avLst/>
              <a:gdLst/>
              <a:ahLst/>
              <a:cxnLst/>
              <a:rect l="l" t="t" r="r" b="b"/>
              <a:pathLst>
                <a:path w="5805" h="87330" extrusionOk="0">
                  <a:moveTo>
                    <a:pt x="0" y="0"/>
                  </a:moveTo>
                  <a:cubicBezTo>
                    <a:pt x="3536" y="28955"/>
                    <a:pt x="5037" y="58209"/>
                    <a:pt x="4470" y="87330"/>
                  </a:cubicBezTo>
                  <a:lnTo>
                    <a:pt x="5371" y="87330"/>
                  </a:lnTo>
                  <a:cubicBezTo>
                    <a:pt x="5804" y="67749"/>
                    <a:pt x="5237" y="48102"/>
                    <a:pt x="3736" y="28521"/>
                  </a:cubicBezTo>
                  <a:cubicBezTo>
                    <a:pt x="3069" y="19514"/>
                    <a:pt x="2168" y="10408"/>
                    <a:pt x="1067" y="1401"/>
                  </a:cubicBezTo>
                  <a:cubicBezTo>
                    <a:pt x="1034" y="1335"/>
                    <a:pt x="967" y="1268"/>
                    <a:pt x="901" y="1201"/>
                  </a:cubicBezTo>
                  <a:cubicBezTo>
                    <a:pt x="634" y="868"/>
                    <a:pt x="300" y="434"/>
                    <a:pt x="0" y="0"/>
                  </a:cubicBezTo>
                  <a:close/>
                </a:path>
              </a:pathLst>
            </a:custGeom>
            <a:solidFill>
              <a:srgbClr val="5B37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2"/>
            <p:cNvSpPr/>
            <p:nvPr/>
          </p:nvSpPr>
          <p:spPr>
            <a:xfrm>
              <a:off x="1131550" y="3336450"/>
              <a:ext cx="70375" cy="165750"/>
            </a:xfrm>
            <a:custGeom>
              <a:avLst/>
              <a:gdLst/>
              <a:ahLst/>
              <a:cxnLst/>
              <a:rect l="l" t="t" r="r" b="b"/>
              <a:pathLst>
                <a:path w="2815" h="6630" extrusionOk="0">
                  <a:moveTo>
                    <a:pt x="687" y="1"/>
                  </a:moveTo>
                  <a:cubicBezTo>
                    <a:pt x="355" y="1"/>
                    <a:pt x="0" y="355"/>
                    <a:pt x="212" y="708"/>
                  </a:cubicBezTo>
                  <a:cubicBezTo>
                    <a:pt x="1113" y="2443"/>
                    <a:pt x="1647" y="4278"/>
                    <a:pt x="1847" y="6179"/>
                  </a:cubicBezTo>
                  <a:cubicBezTo>
                    <a:pt x="1864" y="6479"/>
                    <a:pt x="2114" y="6629"/>
                    <a:pt x="2351" y="6629"/>
                  </a:cubicBezTo>
                  <a:cubicBezTo>
                    <a:pt x="2589" y="6629"/>
                    <a:pt x="2814" y="6479"/>
                    <a:pt x="2781" y="6179"/>
                  </a:cubicBezTo>
                  <a:cubicBezTo>
                    <a:pt x="2581" y="4111"/>
                    <a:pt x="1980" y="2109"/>
                    <a:pt x="1046" y="208"/>
                  </a:cubicBezTo>
                  <a:cubicBezTo>
                    <a:pt x="958" y="62"/>
                    <a:pt x="825" y="1"/>
                    <a:pt x="687" y="1"/>
                  </a:cubicBezTo>
                  <a:close/>
                </a:path>
              </a:pathLst>
            </a:custGeom>
            <a:solidFill>
              <a:srgbClr val="5B37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2"/>
            <p:cNvSpPr/>
            <p:nvPr/>
          </p:nvSpPr>
          <p:spPr>
            <a:xfrm>
              <a:off x="554775" y="4530300"/>
              <a:ext cx="842275" cy="582625"/>
            </a:xfrm>
            <a:custGeom>
              <a:avLst/>
              <a:gdLst/>
              <a:ahLst/>
              <a:cxnLst/>
              <a:rect l="l" t="t" r="r" b="b"/>
              <a:pathLst>
                <a:path w="33691" h="23305" extrusionOk="0">
                  <a:moveTo>
                    <a:pt x="5266" y="14782"/>
                  </a:moveTo>
                  <a:cubicBezTo>
                    <a:pt x="5220" y="14942"/>
                    <a:pt x="5031" y="15040"/>
                    <a:pt x="4871" y="15040"/>
                  </a:cubicBezTo>
                  <a:cubicBezTo>
                    <a:pt x="4744" y="15040"/>
                    <a:pt x="4637" y="14977"/>
                    <a:pt x="4637" y="14832"/>
                  </a:cubicBezTo>
                  <a:lnTo>
                    <a:pt x="5266" y="14782"/>
                  </a:lnTo>
                  <a:close/>
                  <a:moveTo>
                    <a:pt x="12670" y="1"/>
                  </a:moveTo>
                  <a:cubicBezTo>
                    <a:pt x="12348" y="1"/>
                    <a:pt x="12024" y="50"/>
                    <a:pt x="11709" y="155"/>
                  </a:cubicBezTo>
                  <a:cubicBezTo>
                    <a:pt x="9540" y="922"/>
                    <a:pt x="8940" y="3757"/>
                    <a:pt x="9107" y="6092"/>
                  </a:cubicBezTo>
                  <a:cubicBezTo>
                    <a:pt x="7806" y="5392"/>
                    <a:pt x="6505" y="4625"/>
                    <a:pt x="5204" y="3891"/>
                  </a:cubicBezTo>
                  <a:cubicBezTo>
                    <a:pt x="4737" y="3591"/>
                    <a:pt x="4170" y="3290"/>
                    <a:pt x="3603" y="3257"/>
                  </a:cubicBezTo>
                  <a:cubicBezTo>
                    <a:pt x="3554" y="3254"/>
                    <a:pt x="3505" y="3252"/>
                    <a:pt x="3457" y="3252"/>
                  </a:cubicBezTo>
                  <a:cubicBezTo>
                    <a:pt x="1620" y="3252"/>
                    <a:pt x="707" y="5708"/>
                    <a:pt x="968" y="7594"/>
                  </a:cubicBezTo>
                  <a:cubicBezTo>
                    <a:pt x="1251" y="9748"/>
                    <a:pt x="2281" y="11758"/>
                    <a:pt x="3854" y="13255"/>
                  </a:cubicBezTo>
                  <a:lnTo>
                    <a:pt x="3854" y="13255"/>
                  </a:lnTo>
                  <a:cubicBezTo>
                    <a:pt x="2401" y="13585"/>
                    <a:pt x="1051" y="14493"/>
                    <a:pt x="601" y="15899"/>
                  </a:cubicBezTo>
                  <a:cubicBezTo>
                    <a:pt x="0" y="17601"/>
                    <a:pt x="934" y="19502"/>
                    <a:pt x="2302" y="20736"/>
                  </a:cubicBezTo>
                  <a:cubicBezTo>
                    <a:pt x="5104" y="23171"/>
                    <a:pt x="9140" y="23305"/>
                    <a:pt x="12843" y="23305"/>
                  </a:cubicBezTo>
                  <a:lnTo>
                    <a:pt x="23717" y="23305"/>
                  </a:lnTo>
                  <a:cubicBezTo>
                    <a:pt x="26152" y="23305"/>
                    <a:pt x="28687" y="23271"/>
                    <a:pt x="30689" y="21971"/>
                  </a:cubicBezTo>
                  <a:cubicBezTo>
                    <a:pt x="32623" y="20736"/>
                    <a:pt x="33691" y="18435"/>
                    <a:pt x="33491" y="16166"/>
                  </a:cubicBezTo>
                  <a:cubicBezTo>
                    <a:pt x="33291" y="13965"/>
                    <a:pt x="31756" y="11897"/>
                    <a:pt x="29655" y="11063"/>
                  </a:cubicBezTo>
                  <a:cubicBezTo>
                    <a:pt x="29223" y="10876"/>
                    <a:pt x="28733" y="10787"/>
                    <a:pt x="28245" y="10787"/>
                  </a:cubicBezTo>
                  <a:cubicBezTo>
                    <a:pt x="27504" y="10787"/>
                    <a:pt x="26765" y="10993"/>
                    <a:pt x="26233" y="11379"/>
                  </a:cubicBezTo>
                  <a:lnTo>
                    <a:pt x="26233" y="11379"/>
                  </a:lnTo>
                  <a:cubicBezTo>
                    <a:pt x="26984" y="9034"/>
                    <a:pt x="26249" y="6193"/>
                    <a:pt x="24117" y="4925"/>
                  </a:cubicBezTo>
                  <a:cubicBezTo>
                    <a:pt x="23430" y="4507"/>
                    <a:pt x="22648" y="4317"/>
                    <a:pt x="21861" y="4317"/>
                  </a:cubicBezTo>
                  <a:cubicBezTo>
                    <a:pt x="19629" y="4317"/>
                    <a:pt x="17359" y="5850"/>
                    <a:pt x="17112" y="8094"/>
                  </a:cubicBezTo>
                  <a:cubicBezTo>
                    <a:pt x="17279" y="6159"/>
                    <a:pt x="17313" y="4158"/>
                    <a:pt x="16445" y="2457"/>
                  </a:cubicBezTo>
                  <a:cubicBezTo>
                    <a:pt x="15703" y="1081"/>
                    <a:pt x="14189" y="1"/>
                    <a:pt x="126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2"/>
            <p:cNvSpPr/>
            <p:nvPr/>
          </p:nvSpPr>
          <p:spPr>
            <a:xfrm>
              <a:off x="493900" y="4515250"/>
              <a:ext cx="965700" cy="661075"/>
            </a:xfrm>
            <a:custGeom>
              <a:avLst/>
              <a:gdLst/>
              <a:ahLst/>
              <a:cxnLst/>
              <a:rect l="l" t="t" r="r" b="b"/>
              <a:pathLst>
                <a:path w="38628" h="26443" extrusionOk="0">
                  <a:moveTo>
                    <a:pt x="15050" y="1380"/>
                  </a:moveTo>
                  <a:cubicBezTo>
                    <a:pt x="15304" y="1380"/>
                    <a:pt x="15580" y="1415"/>
                    <a:pt x="15878" y="1491"/>
                  </a:cubicBezTo>
                  <a:cubicBezTo>
                    <a:pt x="19047" y="2258"/>
                    <a:pt x="19047" y="6027"/>
                    <a:pt x="18780" y="8663"/>
                  </a:cubicBezTo>
                  <a:cubicBezTo>
                    <a:pt x="18743" y="9095"/>
                    <a:pt x="19151" y="9348"/>
                    <a:pt x="19544" y="9348"/>
                  </a:cubicBezTo>
                  <a:cubicBezTo>
                    <a:pt x="19847" y="9348"/>
                    <a:pt x="20142" y="9197"/>
                    <a:pt x="20215" y="8863"/>
                  </a:cubicBezTo>
                  <a:cubicBezTo>
                    <a:pt x="20221" y="8827"/>
                    <a:pt x="20228" y="8791"/>
                    <a:pt x="20236" y="8756"/>
                  </a:cubicBezTo>
                  <a:lnTo>
                    <a:pt x="20236" y="8756"/>
                  </a:lnTo>
                  <a:cubicBezTo>
                    <a:pt x="20251" y="8758"/>
                    <a:pt x="20266" y="8760"/>
                    <a:pt x="20281" y="8763"/>
                  </a:cubicBezTo>
                  <a:cubicBezTo>
                    <a:pt x="20288" y="8676"/>
                    <a:pt x="20294" y="8589"/>
                    <a:pt x="20300" y="8501"/>
                  </a:cubicBezTo>
                  <a:lnTo>
                    <a:pt x="20300" y="8501"/>
                  </a:lnTo>
                  <a:cubicBezTo>
                    <a:pt x="20794" y="6796"/>
                    <a:pt x="22484" y="5630"/>
                    <a:pt x="24211" y="5630"/>
                  </a:cubicBezTo>
                  <a:cubicBezTo>
                    <a:pt x="24862" y="5630"/>
                    <a:pt x="25519" y="5796"/>
                    <a:pt x="26119" y="6161"/>
                  </a:cubicBezTo>
                  <a:cubicBezTo>
                    <a:pt x="28120" y="7308"/>
                    <a:pt x="28371" y="9673"/>
                    <a:pt x="27640" y="11615"/>
                  </a:cubicBezTo>
                  <a:lnTo>
                    <a:pt x="27640" y="11615"/>
                  </a:lnTo>
                  <a:cubicBezTo>
                    <a:pt x="27295" y="11979"/>
                    <a:pt x="27044" y="12426"/>
                    <a:pt x="26926" y="12956"/>
                  </a:cubicBezTo>
                  <a:lnTo>
                    <a:pt x="26926" y="12956"/>
                  </a:lnTo>
                  <a:cubicBezTo>
                    <a:pt x="26924" y="12959"/>
                    <a:pt x="26922" y="12962"/>
                    <a:pt x="26919" y="12966"/>
                  </a:cubicBezTo>
                  <a:cubicBezTo>
                    <a:pt x="26921" y="12966"/>
                    <a:pt x="26922" y="12966"/>
                    <a:pt x="26924" y="12967"/>
                  </a:cubicBezTo>
                  <a:lnTo>
                    <a:pt x="26924" y="12967"/>
                  </a:lnTo>
                  <a:cubicBezTo>
                    <a:pt x="26881" y="13166"/>
                    <a:pt x="26856" y="13377"/>
                    <a:pt x="26853" y="13599"/>
                  </a:cubicBezTo>
                  <a:cubicBezTo>
                    <a:pt x="26812" y="14273"/>
                    <a:pt x="27358" y="14659"/>
                    <a:pt x="27910" y="14659"/>
                  </a:cubicBezTo>
                  <a:cubicBezTo>
                    <a:pt x="28260" y="14659"/>
                    <a:pt x="28613" y="14503"/>
                    <a:pt x="28821" y="14166"/>
                  </a:cubicBezTo>
                  <a:cubicBezTo>
                    <a:pt x="29133" y="13647"/>
                    <a:pt x="29370" y="13072"/>
                    <a:pt x="29530" y="12470"/>
                  </a:cubicBezTo>
                  <a:lnTo>
                    <a:pt x="29530" y="12470"/>
                  </a:lnTo>
                  <a:cubicBezTo>
                    <a:pt x="29700" y="12384"/>
                    <a:pt x="29897" y="12345"/>
                    <a:pt x="30112" y="12345"/>
                  </a:cubicBezTo>
                  <a:cubicBezTo>
                    <a:pt x="31521" y="12345"/>
                    <a:pt x="33707" y="14005"/>
                    <a:pt x="34124" y="14700"/>
                  </a:cubicBezTo>
                  <a:cubicBezTo>
                    <a:pt x="35425" y="16735"/>
                    <a:pt x="35025" y="19637"/>
                    <a:pt x="32957" y="21071"/>
                  </a:cubicBezTo>
                  <a:cubicBezTo>
                    <a:pt x="31921" y="21803"/>
                    <a:pt x="30613" y="21965"/>
                    <a:pt x="29311" y="21965"/>
                  </a:cubicBezTo>
                  <a:cubicBezTo>
                    <a:pt x="28475" y="21965"/>
                    <a:pt x="27642" y="21898"/>
                    <a:pt x="26886" y="21872"/>
                  </a:cubicBezTo>
                  <a:cubicBezTo>
                    <a:pt x="24451" y="21772"/>
                    <a:pt x="22049" y="21705"/>
                    <a:pt x="19614" y="21639"/>
                  </a:cubicBezTo>
                  <a:cubicBezTo>
                    <a:pt x="15845" y="21572"/>
                    <a:pt x="11508" y="21905"/>
                    <a:pt x="7939" y="20137"/>
                  </a:cubicBezTo>
                  <a:cubicBezTo>
                    <a:pt x="6938" y="19637"/>
                    <a:pt x="4870" y="18069"/>
                    <a:pt x="6171" y="16968"/>
                  </a:cubicBezTo>
                  <a:cubicBezTo>
                    <a:pt x="6530" y="16664"/>
                    <a:pt x="6994" y="16571"/>
                    <a:pt x="7471" y="16571"/>
                  </a:cubicBezTo>
                  <a:cubicBezTo>
                    <a:pt x="7882" y="16571"/>
                    <a:pt x="8302" y="16640"/>
                    <a:pt x="8673" y="16702"/>
                  </a:cubicBezTo>
                  <a:cubicBezTo>
                    <a:pt x="9730" y="16848"/>
                    <a:pt x="10683" y="17047"/>
                    <a:pt x="11761" y="17047"/>
                  </a:cubicBezTo>
                  <a:cubicBezTo>
                    <a:pt x="11908" y="17047"/>
                    <a:pt x="12057" y="17043"/>
                    <a:pt x="12209" y="17035"/>
                  </a:cubicBezTo>
                  <a:cubicBezTo>
                    <a:pt x="13943" y="16902"/>
                    <a:pt x="14577" y="15067"/>
                    <a:pt x="13543" y="13766"/>
                  </a:cubicBezTo>
                  <a:cubicBezTo>
                    <a:pt x="12134" y="11973"/>
                    <a:pt x="9845" y="11114"/>
                    <a:pt x="7552" y="11114"/>
                  </a:cubicBezTo>
                  <a:cubicBezTo>
                    <a:pt x="6773" y="11114"/>
                    <a:pt x="5992" y="11214"/>
                    <a:pt x="5246" y="11409"/>
                  </a:cubicBezTo>
                  <a:lnTo>
                    <a:pt x="5246" y="11409"/>
                  </a:lnTo>
                  <a:cubicBezTo>
                    <a:pt x="4789" y="10633"/>
                    <a:pt x="4448" y="9788"/>
                    <a:pt x="4270" y="8896"/>
                  </a:cubicBezTo>
                  <a:cubicBezTo>
                    <a:pt x="3937" y="7355"/>
                    <a:pt x="4043" y="4773"/>
                    <a:pt x="6026" y="4773"/>
                  </a:cubicBezTo>
                  <a:cubicBezTo>
                    <a:pt x="6232" y="4773"/>
                    <a:pt x="6457" y="4800"/>
                    <a:pt x="6705" y="4860"/>
                  </a:cubicBezTo>
                  <a:cubicBezTo>
                    <a:pt x="8173" y="5193"/>
                    <a:pt x="9840" y="6594"/>
                    <a:pt x="11108" y="7362"/>
                  </a:cubicBezTo>
                  <a:cubicBezTo>
                    <a:pt x="11218" y="7432"/>
                    <a:pt x="11341" y="7464"/>
                    <a:pt x="11464" y="7464"/>
                  </a:cubicBezTo>
                  <a:cubicBezTo>
                    <a:pt x="11864" y="7464"/>
                    <a:pt x="12268" y="7128"/>
                    <a:pt x="12242" y="6694"/>
                  </a:cubicBezTo>
                  <a:cubicBezTo>
                    <a:pt x="12121" y="4640"/>
                    <a:pt x="12603" y="1380"/>
                    <a:pt x="15050" y="1380"/>
                  </a:cubicBezTo>
                  <a:close/>
                  <a:moveTo>
                    <a:pt x="15125" y="1"/>
                  </a:moveTo>
                  <a:cubicBezTo>
                    <a:pt x="12229" y="1"/>
                    <a:pt x="11044" y="2875"/>
                    <a:pt x="10812" y="5485"/>
                  </a:cubicBezTo>
                  <a:lnTo>
                    <a:pt x="10812" y="5485"/>
                  </a:lnTo>
                  <a:cubicBezTo>
                    <a:pt x="9228" y="4490"/>
                    <a:pt x="7289" y="3282"/>
                    <a:pt x="5664" y="3282"/>
                  </a:cubicBezTo>
                  <a:cubicBezTo>
                    <a:pt x="4523" y="3282"/>
                    <a:pt x="3537" y="3877"/>
                    <a:pt x="2936" y="5560"/>
                  </a:cubicBezTo>
                  <a:cubicBezTo>
                    <a:pt x="2335" y="7328"/>
                    <a:pt x="2669" y="9230"/>
                    <a:pt x="3403" y="10897"/>
                  </a:cubicBezTo>
                  <a:cubicBezTo>
                    <a:pt x="3530" y="11180"/>
                    <a:pt x="3697" y="11520"/>
                    <a:pt x="3897" y="11887"/>
                  </a:cubicBezTo>
                  <a:lnTo>
                    <a:pt x="3897" y="11887"/>
                  </a:lnTo>
                  <a:cubicBezTo>
                    <a:pt x="1760" y="12861"/>
                    <a:pt x="154" y="14740"/>
                    <a:pt x="100" y="17435"/>
                  </a:cubicBezTo>
                  <a:cubicBezTo>
                    <a:pt x="1" y="23735"/>
                    <a:pt x="6854" y="26442"/>
                    <a:pt x="12145" y="26442"/>
                  </a:cubicBezTo>
                  <a:cubicBezTo>
                    <a:pt x="12177" y="26442"/>
                    <a:pt x="12210" y="26442"/>
                    <a:pt x="12242" y="26442"/>
                  </a:cubicBezTo>
                  <a:cubicBezTo>
                    <a:pt x="15378" y="26442"/>
                    <a:pt x="18513" y="26309"/>
                    <a:pt x="21582" y="26275"/>
                  </a:cubicBezTo>
                  <a:cubicBezTo>
                    <a:pt x="21787" y="26273"/>
                    <a:pt x="21994" y="26272"/>
                    <a:pt x="22204" y="26272"/>
                  </a:cubicBezTo>
                  <a:cubicBezTo>
                    <a:pt x="22912" y="26272"/>
                    <a:pt x="23645" y="26282"/>
                    <a:pt x="24386" y="26282"/>
                  </a:cubicBezTo>
                  <a:cubicBezTo>
                    <a:pt x="26637" y="26282"/>
                    <a:pt x="28968" y="26189"/>
                    <a:pt x="30956" y="25441"/>
                  </a:cubicBezTo>
                  <a:cubicBezTo>
                    <a:pt x="35525" y="23740"/>
                    <a:pt x="38628" y="18937"/>
                    <a:pt x="36226" y="14233"/>
                  </a:cubicBezTo>
                  <a:cubicBezTo>
                    <a:pt x="35225" y="12265"/>
                    <a:pt x="33224" y="10564"/>
                    <a:pt x="30956" y="10430"/>
                  </a:cubicBezTo>
                  <a:cubicBezTo>
                    <a:pt x="30896" y="10429"/>
                    <a:pt x="30836" y="10428"/>
                    <a:pt x="30776" y="10428"/>
                  </a:cubicBezTo>
                  <a:cubicBezTo>
                    <a:pt x="30441" y="10428"/>
                    <a:pt x="30107" y="10458"/>
                    <a:pt x="29784" y="10520"/>
                  </a:cubicBezTo>
                  <a:lnTo>
                    <a:pt x="29784" y="10520"/>
                  </a:lnTo>
                  <a:cubicBezTo>
                    <a:pt x="29787" y="8159"/>
                    <a:pt x="28716" y="5782"/>
                    <a:pt x="26519" y="4726"/>
                  </a:cubicBezTo>
                  <a:cubicBezTo>
                    <a:pt x="25815" y="4390"/>
                    <a:pt x="25062" y="4234"/>
                    <a:pt x="24312" y="4234"/>
                  </a:cubicBezTo>
                  <a:cubicBezTo>
                    <a:pt x="22801" y="4234"/>
                    <a:pt x="21305" y="4867"/>
                    <a:pt x="20255" y="5929"/>
                  </a:cubicBezTo>
                  <a:lnTo>
                    <a:pt x="20255" y="5929"/>
                  </a:lnTo>
                  <a:cubicBezTo>
                    <a:pt x="19962" y="3116"/>
                    <a:pt x="18772" y="320"/>
                    <a:pt x="15578" y="23"/>
                  </a:cubicBezTo>
                  <a:cubicBezTo>
                    <a:pt x="15422" y="8"/>
                    <a:pt x="15272" y="1"/>
                    <a:pt x="15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2"/>
            <p:cNvSpPr/>
            <p:nvPr/>
          </p:nvSpPr>
          <p:spPr>
            <a:xfrm>
              <a:off x="584425" y="4820025"/>
              <a:ext cx="357250" cy="214800"/>
            </a:xfrm>
            <a:custGeom>
              <a:avLst/>
              <a:gdLst/>
              <a:ahLst/>
              <a:cxnLst/>
              <a:rect l="l" t="t" r="r" b="b"/>
              <a:pathLst>
                <a:path w="14290" h="8592" extrusionOk="0">
                  <a:moveTo>
                    <a:pt x="7727" y="0"/>
                  </a:moveTo>
                  <a:cubicBezTo>
                    <a:pt x="7692" y="0"/>
                    <a:pt x="7656" y="3"/>
                    <a:pt x="7620" y="7"/>
                  </a:cubicBezTo>
                  <a:cubicBezTo>
                    <a:pt x="6556" y="135"/>
                    <a:pt x="6796" y="1662"/>
                    <a:pt x="7195" y="2932"/>
                  </a:cubicBezTo>
                  <a:lnTo>
                    <a:pt x="7195" y="2932"/>
                  </a:lnTo>
                  <a:cubicBezTo>
                    <a:pt x="6191" y="1852"/>
                    <a:pt x="4765" y="571"/>
                    <a:pt x="3671" y="571"/>
                  </a:cubicBezTo>
                  <a:cubicBezTo>
                    <a:pt x="3395" y="571"/>
                    <a:pt x="3139" y="653"/>
                    <a:pt x="2917" y="841"/>
                  </a:cubicBezTo>
                  <a:cubicBezTo>
                    <a:pt x="1763" y="1754"/>
                    <a:pt x="3287" y="3940"/>
                    <a:pt x="4222" y="5247"/>
                  </a:cubicBezTo>
                  <a:lnTo>
                    <a:pt x="4222" y="5247"/>
                  </a:lnTo>
                  <a:cubicBezTo>
                    <a:pt x="3464" y="4930"/>
                    <a:pt x="2494" y="4589"/>
                    <a:pt x="1706" y="4589"/>
                  </a:cubicBezTo>
                  <a:cubicBezTo>
                    <a:pt x="1008" y="4589"/>
                    <a:pt x="453" y="4857"/>
                    <a:pt x="315" y="5645"/>
                  </a:cubicBezTo>
                  <a:cubicBezTo>
                    <a:pt x="1" y="7563"/>
                    <a:pt x="2680" y="8592"/>
                    <a:pt x="4218" y="8592"/>
                  </a:cubicBezTo>
                  <a:cubicBezTo>
                    <a:pt x="4311" y="8592"/>
                    <a:pt x="4401" y="8588"/>
                    <a:pt x="4485" y="8580"/>
                  </a:cubicBezTo>
                  <a:cubicBezTo>
                    <a:pt x="4585" y="8580"/>
                    <a:pt x="4652" y="8547"/>
                    <a:pt x="4618" y="8480"/>
                  </a:cubicBezTo>
                  <a:cubicBezTo>
                    <a:pt x="4618" y="8247"/>
                    <a:pt x="4585" y="8080"/>
                    <a:pt x="4585" y="7880"/>
                  </a:cubicBezTo>
                  <a:cubicBezTo>
                    <a:pt x="4607" y="7728"/>
                    <a:pt x="4558" y="7675"/>
                    <a:pt x="4521" y="7675"/>
                  </a:cubicBezTo>
                  <a:cubicBezTo>
                    <a:pt x="4501" y="7675"/>
                    <a:pt x="4485" y="7690"/>
                    <a:pt x="4485" y="7713"/>
                  </a:cubicBezTo>
                  <a:cubicBezTo>
                    <a:pt x="4457" y="7878"/>
                    <a:pt x="4115" y="7967"/>
                    <a:pt x="3667" y="7967"/>
                  </a:cubicBezTo>
                  <a:cubicBezTo>
                    <a:pt x="2486" y="7967"/>
                    <a:pt x="573" y="7345"/>
                    <a:pt x="1783" y="5845"/>
                  </a:cubicBezTo>
                  <a:cubicBezTo>
                    <a:pt x="1917" y="5375"/>
                    <a:pt x="2156" y="5146"/>
                    <a:pt x="2470" y="5146"/>
                  </a:cubicBezTo>
                  <a:cubicBezTo>
                    <a:pt x="2624" y="5146"/>
                    <a:pt x="2797" y="5201"/>
                    <a:pt x="2984" y="5311"/>
                  </a:cubicBezTo>
                  <a:cubicBezTo>
                    <a:pt x="3581" y="5468"/>
                    <a:pt x="4178" y="5685"/>
                    <a:pt x="4720" y="5961"/>
                  </a:cubicBezTo>
                  <a:lnTo>
                    <a:pt x="4720" y="5961"/>
                  </a:lnTo>
                  <a:cubicBezTo>
                    <a:pt x="4731" y="5978"/>
                    <a:pt x="4742" y="5995"/>
                    <a:pt x="4752" y="6012"/>
                  </a:cubicBezTo>
                  <a:lnTo>
                    <a:pt x="4775" y="5989"/>
                  </a:lnTo>
                  <a:lnTo>
                    <a:pt x="4775" y="5989"/>
                  </a:lnTo>
                  <a:cubicBezTo>
                    <a:pt x="4789" y="5996"/>
                    <a:pt x="4804" y="6004"/>
                    <a:pt x="4818" y="6012"/>
                  </a:cubicBezTo>
                  <a:cubicBezTo>
                    <a:pt x="4868" y="6036"/>
                    <a:pt x="4917" y="6047"/>
                    <a:pt x="4964" y="6047"/>
                  </a:cubicBezTo>
                  <a:cubicBezTo>
                    <a:pt x="5169" y="6047"/>
                    <a:pt x="5321" y="5835"/>
                    <a:pt x="5185" y="5645"/>
                  </a:cubicBezTo>
                  <a:cubicBezTo>
                    <a:pt x="4685" y="4744"/>
                    <a:pt x="2283" y="1875"/>
                    <a:pt x="4318" y="1408"/>
                  </a:cubicBezTo>
                  <a:cubicBezTo>
                    <a:pt x="4349" y="1401"/>
                    <a:pt x="4382" y="1398"/>
                    <a:pt x="4416" y="1398"/>
                  </a:cubicBezTo>
                  <a:cubicBezTo>
                    <a:pt x="5311" y="1398"/>
                    <a:pt x="7230" y="3766"/>
                    <a:pt x="7808" y="4517"/>
                  </a:cubicBezTo>
                  <a:lnTo>
                    <a:pt x="7808" y="4517"/>
                  </a:lnTo>
                  <a:cubicBezTo>
                    <a:pt x="7812" y="4527"/>
                    <a:pt x="7817" y="4536"/>
                    <a:pt x="7821" y="4544"/>
                  </a:cubicBezTo>
                  <a:cubicBezTo>
                    <a:pt x="7822" y="4543"/>
                    <a:pt x="7824" y="4541"/>
                    <a:pt x="7825" y="4540"/>
                  </a:cubicBezTo>
                  <a:lnTo>
                    <a:pt x="7825" y="4540"/>
                  </a:lnTo>
                  <a:cubicBezTo>
                    <a:pt x="7835" y="4553"/>
                    <a:pt x="7845" y="4565"/>
                    <a:pt x="7854" y="4577"/>
                  </a:cubicBezTo>
                  <a:cubicBezTo>
                    <a:pt x="7915" y="4647"/>
                    <a:pt x="7982" y="4675"/>
                    <a:pt x="8047" y="4675"/>
                  </a:cubicBezTo>
                  <a:cubicBezTo>
                    <a:pt x="8231" y="4675"/>
                    <a:pt x="8395" y="4441"/>
                    <a:pt x="8321" y="4244"/>
                  </a:cubicBezTo>
                  <a:cubicBezTo>
                    <a:pt x="7987" y="3643"/>
                    <a:pt x="7787" y="2976"/>
                    <a:pt x="7620" y="2242"/>
                  </a:cubicBezTo>
                  <a:cubicBezTo>
                    <a:pt x="7932" y="1737"/>
                    <a:pt x="8175" y="1480"/>
                    <a:pt x="8363" y="1480"/>
                  </a:cubicBezTo>
                  <a:cubicBezTo>
                    <a:pt x="8498" y="1480"/>
                    <a:pt x="8604" y="1611"/>
                    <a:pt x="8688" y="1875"/>
                  </a:cubicBezTo>
                  <a:cubicBezTo>
                    <a:pt x="9144" y="2092"/>
                    <a:pt x="9445" y="3172"/>
                    <a:pt x="9652" y="4022"/>
                  </a:cubicBezTo>
                  <a:lnTo>
                    <a:pt x="9652" y="4022"/>
                  </a:lnTo>
                  <a:cubicBezTo>
                    <a:pt x="9686" y="4269"/>
                    <a:pt x="9753" y="4543"/>
                    <a:pt x="9855" y="4844"/>
                  </a:cubicBezTo>
                  <a:cubicBezTo>
                    <a:pt x="9908" y="4976"/>
                    <a:pt x="10019" y="5035"/>
                    <a:pt x="10129" y="5035"/>
                  </a:cubicBezTo>
                  <a:cubicBezTo>
                    <a:pt x="10296" y="5035"/>
                    <a:pt x="10463" y="4899"/>
                    <a:pt x="10422" y="4677"/>
                  </a:cubicBezTo>
                  <a:cubicBezTo>
                    <a:pt x="10715" y="3575"/>
                    <a:pt x="11083" y="3034"/>
                    <a:pt x="11507" y="3034"/>
                  </a:cubicBezTo>
                  <a:cubicBezTo>
                    <a:pt x="11712" y="3034"/>
                    <a:pt x="11929" y="3160"/>
                    <a:pt x="12157" y="3410"/>
                  </a:cubicBezTo>
                  <a:cubicBezTo>
                    <a:pt x="13325" y="4177"/>
                    <a:pt x="13158" y="5311"/>
                    <a:pt x="11623" y="6879"/>
                  </a:cubicBezTo>
                  <a:cubicBezTo>
                    <a:pt x="11290" y="6879"/>
                    <a:pt x="11156" y="7479"/>
                    <a:pt x="11523" y="7513"/>
                  </a:cubicBezTo>
                  <a:cubicBezTo>
                    <a:pt x="11655" y="7532"/>
                    <a:pt x="11781" y="7541"/>
                    <a:pt x="11901" y="7541"/>
                  </a:cubicBezTo>
                  <a:cubicBezTo>
                    <a:pt x="13880" y="7541"/>
                    <a:pt x="14290" y="5059"/>
                    <a:pt x="13158" y="3643"/>
                  </a:cubicBezTo>
                  <a:cubicBezTo>
                    <a:pt x="12442" y="2756"/>
                    <a:pt x="11541" y="2292"/>
                    <a:pt x="10829" y="2292"/>
                  </a:cubicBezTo>
                  <a:cubicBezTo>
                    <a:pt x="10397" y="2292"/>
                    <a:pt x="10034" y="2462"/>
                    <a:pt x="9822" y="2812"/>
                  </a:cubicBezTo>
                  <a:lnTo>
                    <a:pt x="9822" y="2812"/>
                  </a:lnTo>
                  <a:cubicBezTo>
                    <a:pt x="9335" y="1486"/>
                    <a:pt x="8607" y="0"/>
                    <a:pt x="77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2"/>
            <p:cNvSpPr/>
            <p:nvPr/>
          </p:nvSpPr>
          <p:spPr>
            <a:xfrm>
              <a:off x="967325" y="4838000"/>
              <a:ext cx="367200" cy="242675"/>
            </a:xfrm>
            <a:custGeom>
              <a:avLst/>
              <a:gdLst/>
              <a:ahLst/>
              <a:cxnLst/>
              <a:rect l="l" t="t" r="r" b="b"/>
              <a:pathLst>
                <a:path w="14688" h="9707" extrusionOk="0">
                  <a:moveTo>
                    <a:pt x="2460" y="2860"/>
                  </a:moveTo>
                  <a:cubicBezTo>
                    <a:pt x="2175" y="3215"/>
                    <a:pt x="1928" y="3553"/>
                    <a:pt x="1717" y="3875"/>
                  </a:cubicBezTo>
                  <a:lnTo>
                    <a:pt x="1717" y="3875"/>
                  </a:lnTo>
                  <a:cubicBezTo>
                    <a:pt x="1852" y="3837"/>
                    <a:pt x="1988" y="3817"/>
                    <a:pt x="2122" y="3817"/>
                  </a:cubicBezTo>
                  <a:cubicBezTo>
                    <a:pt x="2221" y="3817"/>
                    <a:pt x="2319" y="3828"/>
                    <a:pt x="2413" y="3850"/>
                  </a:cubicBezTo>
                  <a:lnTo>
                    <a:pt x="2413" y="3850"/>
                  </a:lnTo>
                  <a:cubicBezTo>
                    <a:pt x="2362" y="3522"/>
                    <a:pt x="2379" y="3189"/>
                    <a:pt x="2460" y="2860"/>
                  </a:cubicBezTo>
                  <a:close/>
                  <a:moveTo>
                    <a:pt x="2413" y="3850"/>
                  </a:moveTo>
                  <a:lnTo>
                    <a:pt x="2413" y="3850"/>
                  </a:lnTo>
                  <a:cubicBezTo>
                    <a:pt x="2486" y="4317"/>
                    <a:pt x="2695" y="4772"/>
                    <a:pt x="3045" y="5193"/>
                  </a:cubicBezTo>
                  <a:cubicBezTo>
                    <a:pt x="3084" y="5241"/>
                    <a:pt x="3133" y="5261"/>
                    <a:pt x="3182" y="5261"/>
                  </a:cubicBezTo>
                  <a:cubicBezTo>
                    <a:pt x="3305" y="5261"/>
                    <a:pt x="3427" y="5135"/>
                    <a:pt x="3379" y="4992"/>
                  </a:cubicBezTo>
                  <a:cubicBezTo>
                    <a:pt x="3229" y="4313"/>
                    <a:pt x="2853" y="3956"/>
                    <a:pt x="2413" y="3850"/>
                  </a:cubicBezTo>
                  <a:close/>
                  <a:moveTo>
                    <a:pt x="1717" y="3875"/>
                  </a:moveTo>
                  <a:cubicBezTo>
                    <a:pt x="1075" y="4059"/>
                    <a:pt x="472" y="4661"/>
                    <a:pt x="344" y="5493"/>
                  </a:cubicBezTo>
                  <a:cubicBezTo>
                    <a:pt x="156" y="6997"/>
                    <a:pt x="1481" y="9063"/>
                    <a:pt x="2997" y="9063"/>
                  </a:cubicBezTo>
                  <a:cubicBezTo>
                    <a:pt x="3364" y="9063"/>
                    <a:pt x="3742" y="8941"/>
                    <a:pt x="4113" y="8662"/>
                  </a:cubicBezTo>
                  <a:cubicBezTo>
                    <a:pt x="4174" y="8631"/>
                    <a:pt x="4151" y="8491"/>
                    <a:pt x="4046" y="8491"/>
                  </a:cubicBezTo>
                  <a:cubicBezTo>
                    <a:pt x="4036" y="8491"/>
                    <a:pt x="4025" y="8492"/>
                    <a:pt x="4013" y="8495"/>
                  </a:cubicBezTo>
                  <a:cubicBezTo>
                    <a:pt x="760" y="8042"/>
                    <a:pt x="1" y="6502"/>
                    <a:pt x="1717" y="3875"/>
                  </a:cubicBezTo>
                  <a:close/>
                  <a:moveTo>
                    <a:pt x="5591" y="0"/>
                  </a:moveTo>
                  <a:cubicBezTo>
                    <a:pt x="4528" y="0"/>
                    <a:pt x="3403" y="1090"/>
                    <a:pt x="2879" y="1924"/>
                  </a:cubicBezTo>
                  <a:cubicBezTo>
                    <a:pt x="2679" y="2227"/>
                    <a:pt x="2539" y="2542"/>
                    <a:pt x="2460" y="2860"/>
                  </a:cubicBezTo>
                  <a:lnTo>
                    <a:pt x="2460" y="2860"/>
                  </a:lnTo>
                  <a:cubicBezTo>
                    <a:pt x="2759" y="2488"/>
                    <a:pt x="3099" y="2098"/>
                    <a:pt x="3479" y="1690"/>
                  </a:cubicBezTo>
                  <a:cubicBezTo>
                    <a:pt x="3846" y="1290"/>
                    <a:pt x="4280" y="956"/>
                    <a:pt x="4713" y="656"/>
                  </a:cubicBezTo>
                  <a:cubicBezTo>
                    <a:pt x="4992" y="544"/>
                    <a:pt x="5256" y="493"/>
                    <a:pt x="5506" y="493"/>
                  </a:cubicBezTo>
                  <a:cubicBezTo>
                    <a:pt x="6811" y="493"/>
                    <a:pt x="7702" y="1876"/>
                    <a:pt x="7982" y="3024"/>
                  </a:cubicBezTo>
                  <a:cubicBezTo>
                    <a:pt x="8142" y="3663"/>
                    <a:pt x="8179" y="4301"/>
                    <a:pt x="8036" y="4940"/>
                  </a:cubicBezTo>
                  <a:lnTo>
                    <a:pt x="8036" y="4940"/>
                  </a:lnTo>
                  <a:cubicBezTo>
                    <a:pt x="7809" y="5212"/>
                    <a:pt x="7687" y="5589"/>
                    <a:pt x="7715" y="6093"/>
                  </a:cubicBezTo>
                  <a:cubicBezTo>
                    <a:pt x="7715" y="6193"/>
                    <a:pt x="7810" y="6257"/>
                    <a:pt x="7894" y="6257"/>
                  </a:cubicBezTo>
                  <a:cubicBezTo>
                    <a:pt x="7951" y="6257"/>
                    <a:pt x="8002" y="6227"/>
                    <a:pt x="8016" y="6160"/>
                  </a:cubicBezTo>
                  <a:cubicBezTo>
                    <a:pt x="8188" y="5797"/>
                    <a:pt x="8313" y="5375"/>
                    <a:pt x="8385" y="4926"/>
                  </a:cubicBezTo>
                  <a:lnTo>
                    <a:pt x="8385" y="4926"/>
                  </a:lnTo>
                  <a:cubicBezTo>
                    <a:pt x="8809" y="4826"/>
                    <a:pt x="9228" y="4776"/>
                    <a:pt x="9642" y="4776"/>
                  </a:cubicBezTo>
                  <a:cubicBezTo>
                    <a:pt x="10176" y="4776"/>
                    <a:pt x="10701" y="4859"/>
                    <a:pt x="11218" y="5026"/>
                  </a:cubicBezTo>
                  <a:cubicBezTo>
                    <a:pt x="13219" y="5359"/>
                    <a:pt x="13553" y="6794"/>
                    <a:pt x="12219" y="9262"/>
                  </a:cubicBezTo>
                  <a:cubicBezTo>
                    <a:pt x="11518" y="9362"/>
                    <a:pt x="10818" y="9362"/>
                    <a:pt x="10050" y="9362"/>
                  </a:cubicBezTo>
                  <a:cubicBezTo>
                    <a:pt x="10084" y="9362"/>
                    <a:pt x="10084" y="9462"/>
                    <a:pt x="10117" y="9462"/>
                  </a:cubicBezTo>
                  <a:cubicBezTo>
                    <a:pt x="10658" y="9591"/>
                    <a:pt x="11266" y="9707"/>
                    <a:pt x="11861" y="9707"/>
                  </a:cubicBezTo>
                  <a:cubicBezTo>
                    <a:pt x="12659" y="9707"/>
                    <a:pt x="13432" y="9498"/>
                    <a:pt x="13987" y="8829"/>
                  </a:cubicBezTo>
                  <a:cubicBezTo>
                    <a:pt x="14687" y="7961"/>
                    <a:pt x="14520" y="6794"/>
                    <a:pt x="13820" y="5960"/>
                  </a:cubicBezTo>
                  <a:cubicBezTo>
                    <a:pt x="13170" y="5177"/>
                    <a:pt x="11208" y="4350"/>
                    <a:pt x="9681" y="4350"/>
                  </a:cubicBezTo>
                  <a:cubicBezTo>
                    <a:pt x="9202" y="4350"/>
                    <a:pt x="8765" y="4431"/>
                    <a:pt x="8425" y="4621"/>
                  </a:cubicBezTo>
                  <a:lnTo>
                    <a:pt x="8425" y="4621"/>
                  </a:lnTo>
                  <a:cubicBezTo>
                    <a:pt x="8628" y="2695"/>
                    <a:pt x="7887" y="410"/>
                    <a:pt x="5847" y="22"/>
                  </a:cubicBezTo>
                  <a:cubicBezTo>
                    <a:pt x="5763" y="7"/>
                    <a:pt x="5677" y="0"/>
                    <a:pt x="5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2"/>
            <p:cNvSpPr/>
            <p:nvPr/>
          </p:nvSpPr>
          <p:spPr>
            <a:xfrm>
              <a:off x="862475" y="4695400"/>
              <a:ext cx="197950" cy="107700"/>
            </a:xfrm>
            <a:custGeom>
              <a:avLst/>
              <a:gdLst/>
              <a:ahLst/>
              <a:cxnLst/>
              <a:rect l="l" t="t" r="r" b="b"/>
              <a:pathLst>
                <a:path w="7918" h="4308" extrusionOk="0">
                  <a:moveTo>
                    <a:pt x="1590" y="1"/>
                  </a:moveTo>
                  <a:cubicBezTo>
                    <a:pt x="1495" y="1"/>
                    <a:pt x="1399" y="18"/>
                    <a:pt x="1302" y="56"/>
                  </a:cubicBezTo>
                  <a:cubicBezTo>
                    <a:pt x="1" y="623"/>
                    <a:pt x="968" y="2624"/>
                    <a:pt x="1435" y="3358"/>
                  </a:cubicBezTo>
                  <a:cubicBezTo>
                    <a:pt x="1451" y="3404"/>
                    <a:pt x="1502" y="3429"/>
                    <a:pt x="1553" y="3429"/>
                  </a:cubicBezTo>
                  <a:cubicBezTo>
                    <a:pt x="1611" y="3429"/>
                    <a:pt x="1669" y="3396"/>
                    <a:pt x="1669" y="3325"/>
                  </a:cubicBezTo>
                  <a:cubicBezTo>
                    <a:pt x="1802" y="2991"/>
                    <a:pt x="1869" y="2657"/>
                    <a:pt x="1969" y="2290"/>
                  </a:cubicBezTo>
                  <a:lnTo>
                    <a:pt x="1969" y="2290"/>
                  </a:lnTo>
                  <a:cubicBezTo>
                    <a:pt x="1937" y="2354"/>
                    <a:pt x="1726" y="2896"/>
                    <a:pt x="1619" y="2896"/>
                  </a:cubicBezTo>
                  <a:cubicBezTo>
                    <a:pt x="1613" y="2896"/>
                    <a:pt x="1607" y="2894"/>
                    <a:pt x="1602" y="2891"/>
                  </a:cubicBezTo>
                  <a:cubicBezTo>
                    <a:pt x="1435" y="2858"/>
                    <a:pt x="1035" y="1490"/>
                    <a:pt x="1135" y="1323"/>
                  </a:cubicBezTo>
                  <a:cubicBezTo>
                    <a:pt x="1469" y="1123"/>
                    <a:pt x="1769" y="956"/>
                    <a:pt x="2102" y="723"/>
                  </a:cubicBezTo>
                  <a:cubicBezTo>
                    <a:pt x="2336" y="990"/>
                    <a:pt x="2536" y="1223"/>
                    <a:pt x="2703" y="1523"/>
                  </a:cubicBezTo>
                  <a:cubicBezTo>
                    <a:pt x="2908" y="1805"/>
                    <a:pt x="3034" y="2126"/>
                    <a:pt x="3127" y="2472"/>
                  </a:cubicBezTo>
                  <a:lnTo>
                    <a:pt x="3127" y="2472"/>
                  </a:lnTo>
                  <a:cubicBezTo>
                    <a:pt x="3132" y="2576"/>
                    <a:pt x="3146" y="2682"/>
                    <a:pt x="3170" y="2791"/>
                  </a:cubicBezTo>
                  <a:cubicBezTo>
                    <a:pt x="3180" y="2786"/>
                    <a:pt x="3190" y="2781"/>
                    <a:pt x="3200" y="2777"/>
                  </a:cubicBezTo>
                  <a:lnTo>
                    <a:pt x="3200" y="2777"/>
                  </a:lnTo>
                  <a:cubicBezTo>
                    <a:pt x="3201" y="2781"/>
                    <a:pt x="3202" y="2786"/>
                    <a:pt x="3203" y="2791"/>
                  </a:cubicBezTo>
                  <a:cubicBezTo>
                    <a:pt x="3244" y="2886"/>
                    <a:pt x="3335" y="2931"/>
                    <a:pt x="3423" y="2931"/>
                  </a:cubicBezTo>
                  <a:cubicBezTo>
                    <a:pt x="3552" y="2931"/>
                    <a:pt x="3676" y="2835"/>
                    <a:pt x="3637" y="2657"/>
                  </a:cubicBezTo>
                  <a:cubicBezTo>
                    <a:pt x="3937" y="2190"/>
                    <a:pt x="4171" y="1790"/>
                    <a:pt x="4471" y="1323"/>
                  </a:cubicBezTo>
                  <a:cubicBezTo>
                    <a:pt x="4602" y="1297"/>
                    <a:pt x="4726" y="1284"/>
                    <a:pt x="4844" y="1284"/>
                  </a:cubicBezTo>
                  <a:cubicBezTo>
                    <a:pt x="5180" y="1284"/>
                    <a:pt x="5476" y="1384"/>
                    <a:pt x="5772" y="1557"/>
                  </a:cubicBezTo>
                  <a:cubicBezTo>
                    <a:pt x="6039" y="1723"/>
                    <a:pt x="6772" y="2224"/>
                    <a:pt x="6806" y="2557"/>
                  </a:cubicBezTo>
                  <a:cubicBezTo>
                    <a:pt x="6672" y="2991"/>
                    <a:pt x="6606" y="3458"/>
                    <a:pt x="6472" y="3858"/>
                  </a:cubicBezTo>
                  <a:cubicBezTo>
                    <a:pt x="6305" y="3892"/>
                    <a:pt x="6139" y="3892"/>
                    <a:pt x="5972" y="3958"/>
                  </a:cubicBezTo>
                  <a:cubicBezTo>
                    <a:pt x="5672" y="3992"/>
                    <a:pt x="5371" y="3992"/>
                    <a:pt x="5105" y="3992"/>
                  </a:cubicBezTo>
                  <a:cubicBezTo>
                    <a:pt x="4971" y="3992"/>
                    <a:pt x="4971" y="4158"/>
                    <a:pt x="5038" y="4192"/>
                  </a:cubicBezTo>
                  <a:cubicBezTo>
                    <a:pt x="5320" y="4271"/>
                    <a:pt x="5587" y="4308"/>
                    <a:pt x="5831" y="4308"/>
                  </a:cubicBezTo>
                  <a:cubicBezTo>
                    <a:pt x="7236" y="4308"/>
                    <a:pt x="7917" y="3102"/>
                    <a:pt x="6639" y="1823"/>
                  </a:cubicBezTo>
                  <a:cubicBezTo>
                    <a:pt x="6137" y="1321"/>
                    <a:pt x="5446" y="857"/>
                    <a:pt x="4722" y="857"/>
                  </a:cubicBezTo>
                  <a:cubicBezTo>
                    <a:pt x="4485" y="857"/>
                    <a:pt x="4243" y="907"/>
                    <a:pt x="4004" y="1023"/>
                  </a:cubicBezTo>
                  <a:cubicBezTo>
                    <a:pt x="3649" y="1192"/>
                    <a:pt x="3396" y="1447"/>
                    <a:pt x="3256" y="1757"/>
                  </a:cubicBezTo>
                  <a:lnTo>
                    <a:pt x="3256" y="1757"/>
                  </a:lnTo>
                  <a:cubicBezTo>
                    <a:pt x="2884" y="945"/>
                    <a:pt x="2286" y="1"/>
                    <a:pt x="1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2"/>
            <p:cNvSpPr/>
            <p:nvPr/>
          </p:nvSpPr>
          <p:spPr>
            <a:xfrm>
              <a:off x="667350" y="4668325"/>
              <a:ext cx="149300" cy="96450"/>
            </a:xfrm>
            <a:custGeom>
              <a:avLst/>
              <a:gdLst/>
              <a:ahLst/>
              <a:cxnLst/>
              <a:rect l="l" t="t" r="r" b="b"/>
              <a:pathLst>
                <a:path w="5972" h="3858" extrusionOk="0">
                  <a:moveTo>
                    <a:pt x="1570" y="0"/>
                  </a:moveTo>
                  <a:cubicBezTo>
                    <a:pt x="1337" y="0"/>
                    <a:pt x="1121" y="41"/>
                    <a:pt x="934" y="138"/>
                  </a:cubicBezTo>
                  <a:cubicBezTo>
                    <a:pt x="0" y="605"/>
                    <a:pt x="634" y="1772"/>
                    <a:pt x="1135" y="2306"/>
                  </a:cubicBezTo>
                  <a:cubicBezTo>
                    <a:pt x="1703" y="2973"/>
                    <a:pt x="2509" y="3348"/>
                    <a:pt x="3323" y="3348"/>
                  </a:cubicBezTo>
                  <a:cubicBezTo>
                    <a:pt x="3608" y="3348"/>
                    <a:pt x="3893" y="3302"/>
                    <a:pt x="4170" y="3207"/>
                  </a:cubicBezTo>
                  <a:cubicBezTo>
                    <a:pt x="4303" y="3140"/>
                    <a:pt x="4270" y="2973"/>
                    <a:pt x="4137" y="2973"/>
                  </a:cubicBezTo>
                  <a:cubicBezTo>
                    <a:pt x="3403" y="2973"/>
                    <a:pt x="2636" y="2873"/>
                    <a:pt x="2002" y="2439"/>
                  </a:cubicBezTo>
                  <a:cubicBezTo>
                    <a:pt x="1702" y="2239"/>
                    <a:pt x="1335" y="1939"/>
                    <a:pt x="1168" y="1606"/>
                  </a:cubicBezTo>
                  <a:cubicBezTo>
                    <a:pt x="831" y="962"/>
                    <a:pt x="1057" y="459"/>
                    <a:pt x="1665" y="459"/>
                  </a:cubicBezTo>
                  <a:cubicBezTo>
                    <a:pt x="1718" y="459"/>
                    <a:pt x="1775" y="463"/>
                    <a:pt x="1835" y="471"/>
                  </a:cubicBezTo>
                  <a:cubicBezTo>
                    <a:pt x="3603" y="738"/>
                    <a:pt x="5504" y="1872"/>
                    <a:pt x="5504" y="3807"/>
                  </a:cubicBezTo>
                  <a:cubicBezTo>
                    <a:pt x="5504" y="3840"/>
                    <a:pt x="5521" y="3857"/>
                    <a:pt x="5542" y="3857"/>
                  </a:cubicBezTo>
                  <a:cubicBezTo>
                    <a:pt x="5563" y="3857"/>
                    <a:pt x="5588" y="3840"/>
                    <a:pt x="5604" y="3807"/>
                  </a:cubicBezTo>
                  <a:cubicBezTo>
                    <a:pt x="5971" y="2640"/>
                    <a:pt x="5171" y="1572"/>
                    <a:pt x="4237" y="972"/>
                  </a:cubicBezTo>
                  <a:cubicBezTo>
                    <a:pt x="3602" y="601"/>
                    <a:pt x="2463" y="0"/>
                    <a:pt x="15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2"/>
            <p:cNvSpPr/>
            <p:nvPr/>
          </p:nvSpPr>
          <p:spPr>
            <a:xfrm>
              <a:off x="1096425" y="4706400"/>
              <a:ext cx="94650" cy="106325"/>
            </a:xfrm>
            <a:custGeom>
              <a:avLst/>
              <a:gdLst/>
              <a:ahLst/>
              <a:cxnLst/>
              <a:rect l="l" t="t" r="r" b="b"/>
              <a:pathLst>
                <a:path w="3786" h="4253" extrusionOk="0">
                  <a:moveTo>
                    <a:pt x="1697" y="1"/>
                  </a:moveTo>
                  <a:cubicBezTo>
                    <a:pt x="1253" y="1"/>
                    <a:pt x="815" y="156"/>
                    <a:pt x="550" y="516"/>
                  </a:cubicBezTo>
                  <a:cubicBezTo>
                    <a:pt x="317" y="883"/>
                    <a:pt x="283" y="1350"/>
                    <a:pt x="317" y="1784"/>
                  </a:cubicBezTo>
                  <a:cubicBezTo>
                    <a:pt x="350" y="2418"/>
                    <a:pt x="417" y="2885"/>
                    <a:pt x="83" y="3452"/>
                  </a:cubicBezTo>
                  <a:cubicBezTo>
                    <a:pt x="1" y="3534"/>
                    <a:pt x="54" y="3594"/>
                    <a:pt x="112" y="3594"/>
                  </a:cubicBezTo>
                  <a:cubicBezTo>
                    <a:pt x="125" y="3594"/>
                    <a:pt x="138" y="3591"/>
                    <a:pt x="150" y="3585"/>
                  </a:cubicBezTo>
                  <a:cubicBezTo>
                    <a:pt x="1384" y="3285"/>
                    <a:pt x="183" y="1217"/>
                    <a:pt x="1117" y="583"/>
                  </a:cubicBezTo>
                  <a:cubicBezTo>
                    <a:pt x="1287" y="461"/>
                    <a:pt x="1473" y="409"/>
                    <a:pt x="1660" y="409"/>
                  </a:cubicBezTo>
                  <a:cubicBezTo>
                    <a:pt x="2242" y="409"/>
                    <a:pt x="2834" y="920"/>
                    <a:pt x="2985" y="1450"/>
                  </a:cubicBezTo>
                  <a:cubicBezTo>
                    <a:pt x="3119" y="1917"/>
                    <a:pt x="3052" y="2384"/>
                    <a:pt x="2985" y="2851"/>
                  </a:cubicBezTo>
                  <a:cubicBezTo>
                    <a:pt x="2956" y="2940"/>
                    <a:pt x="2742" y="3973"/>
                    <a:pt x="2462" y="3973"/>
                  </a:cubicBezTo>
                  <a:cubicBezTo>
                    <a:pt x="2426" y="3973"/>
                    <a:pt x="2389" y="3956"/>
                    <a:pt x="2351" y="3919"/>
                  </a:cubicBezTo>
                  <a:cubicBezTo>
                    <a:pt x="2333" y="3900"/>
                    <a:pt x="2311" y="3892"/>
                    <a:pt x="2291" y="3892"/>
                  </a:cubicBezTo>
                  <a:cubicBezTo>
                    <a:pt x="2239" y="3892"/>
                    <a:pt x="2194" y="3947"/>
                    <a:pt x="2218" y="4019"/>
                  </a:cubicBezTo>
                  <a:cubicBezTo>
                    <a:pt x="2334" y="4185"/>
                    <a:pt x="2454" y="4253"/>
                    <a:pt x="2573" y="4253"/>
                  </a:cubicBezTo>
                  <a:cubicBezTo>
                    <a:pt x="3003" y="4253"/>
                    <a:pt x="3414" y="3372"/>
                    <a:pt x="3519" y="3085"/>
                  </a:cubicBezTo>
                  <a:cubicBezTo>
                    <a:pt x="3786" y="2084"/>
                    <a:pt x="3652" y="783"/>
                    <a:pt x="2652" y="249"/>
                  </a:cubicBezTo>
                  <a:cubicBezTo>
                    <a:pt x="2378" y="91"/>
                    <a:pt x="2035" y="1"/>
                    <a:pt x="16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2"/>
            <p:cNvSpPr/>
            <p:nvPr/>
          </p:nvSpPr>
          <p:spPr>
            <a:xfrm>
              <a:off x="891675" y="5040075"/>
              <a:ext cx="79250" cy="68675"/>
            </a:xfrm>
            <a:custGeom>
              <a:avLst/>
              <a:gdLst/>
              <a:ahLst/>
              <a:cxnLst/>
              <a:rect l="l" t="t" r="r" b="b"/>
              <a:pathLst>
                <a:path w="3170" h="2747" extrusionOk="0">
                  <a:moveTo>
                    <a:pt x="1777" y="1"/>
                  </a:moveTo>
                  <a:cubicBezTo>
                    <a:pt x="1297" y="1"/>
                    <a:pt x="821" y="229"/>
                    <a:pt x="534" y="612"/>
                  </a:cubicBezTo>
                  <a:cubicBezTo>
                    <a:pt x="134" y="1179"/>
                    <a:pt x="0" y="2346"/>
                    <a:pt x="701" y="2713"/>
                  </a:cubicBezTo>
                  <a:lnTo>
                    <a:pt x="701" y="2713"/>
                  </a:lnTo>
                  <a:cubicBezTo>
                    <a:pt x="692" y="2323"/>
                    <a:pt x="537" y="1900"/>
                    <a:pt x="634" y="1446"/>
                  </a:cubicBezTo>
                  <a:cubicBezTo>
                    <a:pt x="701" y="1012"/>
                    <a:pt x="1035" y="612"/>
                    <a:pt x="1502" y="545"/>
                  </a:cubicBezTo>
                  <a:cubicBezTo>
                    <a:pt x="1583" y="527"/>
                    <a:pt x="1663" y="517"/>
                    <a:pt x="1740" y="517"/>
                  </a:cubicBezTo>
                  <a:cubicBezTo>
                    <a:pt x="2076" y="517"/>
                    <a:pt x="2360" y="693"/>
                    <a:pt x="2469" y="1046"/>
                  </a:cubicBezTo>
                  <a:cubicBezTo>
                    <a:pt x="2502" y="1213"/>
                    <a:pt x="2502" y="1413"/>
                    <a:pt x="2469" y="1580"/>
                  </a:cubicBezTo>
                  <a:cubicBezTo>
                    <a:pt x="2402" y="1680"/>
                    <a:pt x="2335" y="1746"/>
                    <a:pt x="2302" y="1846"/>
                  </a:cubicBezTo>
                  <a:lnTo>
                    <a:pt x="2300" y="1848"/>
                  </a:lnTo>
                  <a:lnTo>
                    <a:pt x="2300" y="1848"/>
                  </a:lnTo>
                  <a:cubicBezTo>
                    <a:pt x="2277" y="1825"/>
                    <a:pt x="2246" y="1813"/>
                    <a:pt x="2215" y="1813"/>
                  </a:cubicBezTo>
                  <a:cubicBezTo>
                    <a:pt x="2160" y="1813"/>
                    <a:pt x="2102" y="1846"/>
                    <a:pt x="2069" y="1913"/>
                  </a:cubicBezTo>
                  <a:cubicBezTo>
                    <a:pt x="2035" y="2080"/>
                    <a:pt x="2169" y="2213"/>
                    <a:pt x="2335" y="2247"/>
                  </a:cubicBezTo>
                  <a:cubicBezTo>
                    <a:pt x="2353" y="2249"/>
                    <a:pt x="2369" y="2249"/>
                    <a:pt x="2386" y="2249"/>
                  </a:cubicBezTo>
                  <a:cubicBezTo>
                    <a:pt x="2658" y="2249"/>
                    <a:pt x="2840" y="1998"/>
                    <a:pt x="2903" y="1746"/>
                  </a:cubicBezTo>
                  <a:cubicBezTo>
                    <a:pt x="3169" y="1179"/>
                    <a:pt x="2903" y="412"/>
                    <a:pt x="2335" y="112"/>
                  </a:cubicBezTo>
                  <a:cubicBezTo>
                    <a:pt x="2156" y="36"/>
                    <a:pt x="1967" y="1"/>
                    <a:pt x="1777" y="1"/>
                  </a:cubicBezTo>
                  <a:close/>
                  <a:moveTo>
                    <a:pt x="701" y="2713"/>
                  </a:moveTo>
                  <a:cubicBezTo>
                    <a:pt x="701" y="2714"/>
                    <a:pt x="701" y="2714"/>
                    <a:pt x="701" y="2714"/>
                  </a:cubicBezTo>
                  <a:lnTo>
                    <a:pt x="701" y="2714"/>
                  </a:lnTo>
                  <a:cubicBezTo>
                    <a:pt x="701" y="2714"/>
                    <a:pt x="701" y="2714"/>
                    <a:pt x="701" y="2714"/>
                  </a:cubicBezTo>
                  <a:cubicBezTo>
                    <a:pt x="701" y="2714"/>
                    <a:pt x="701" y="2714"/>
                    <a:pt x="701" y="2713"/>
                  </a:cubicBezTo>
                  <a:close/>
                  <a:moveTo>
                    <a:pt x="701" y="2714"/>
                  </a:moveTo>
                  <a:cubicBezTo>
                    <a:pt x="668" y="2747"/>
                    <a:pt x="701" y="2747"/>
                    <a:pt x="701" y="2747"/>
                  </a:cubicBezTo>
                  <a:cubicBezTo>
                    <a:pt x="701" y="2736"/>
                    <a:pt x="701" y="2725"/>
                    <a:pt x="701" y="271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2"/>
            <p:cNvSpPr/>
            <p:nvPr/>
          </p:nvSpPr>
          <p:spPr>
            <a:xfrm>
              <a:off x="598975" y="4746375"/>
              <a:ext cx="65175" cy="83175"/>
            </a:xfrm>
            <a:custGeom>
              <a:avLst/>
              <a:gdLst/>
              <a:ahLst/>
              <a:cxnLst/>
              <a:rect l="l" t="t" r="r" b="b"/>
              <a:pathLst>
                <a:path w="2607" h="3327" extrusionOk="0">
                  <a:moveTo>
                    <a:pt x="1634" y="0"/>
                  </a:moveTo>
                  <a:cubicBezTo>
                    <a:pt x="1283" y="0"/>
                    <a:pt x="923" y="167"/>
                    <a:pt x="701" y="485"/>
                  </a:cubicBezTo>
                  <a:cubicBezTo>
                    <a:pt x="0" y="1586"/>
                    <a:pt x="901" y="2787"/>
                    <a:pt x="1835" y="3320"/>
                  </a:cubicBezTo>
                  <a:cubicBezTo>
                    <a:pt x="1844" y="3325"/>
                    <a:pt x="1854" y="3327"/>
                    <a:pt x="1864" y="3327"/>
                  </a:cubicBezTo>
                  <a:cubicBezTo>
                    <a:pt x="1926" y="3327"/>
                    <a:pt x="1997" y="3245"/>
                    <a:pt x="1968" y="3187"/>
                  </a:cubicBezTo>
                  <a:cubicBezTo>
                    <a:pt x="1501" y="2653"/>
                    <a:pt x="901" y="2086"/>
                    <a:pt x="901" y="1319"/>
                  </a:cubicBezTo>
                  <a:cubicBezTo>
                    <a:pt x="901" y="813"/>
                    <a:pt x="1408" y="260"/>
                    <a:pt x="1887" y="260"/>
                  </a:cubicBezTo>
                  <a:cubicBezTo>
                    <a:pt x="2103" y="260"/>
                    <a:pt x="2313" y="372"/>
                    <a:pt x="2469" y="652"/>
                  </a:cubicBezTo>
                  <a:cubicBezTo>
                    <a:pt x="2469" y="710"/>
                    <a:pt x="2501" y="737"/>
                    <a:pt x="2531" y="737"/>
                  </a:cubicBezTo>
                  <a:cubicBezTo>
                    <a:pt x="2570" y="737"/>
                    <a:pt x="2606" y="693"/>
                    <a:pt x="2569" y="618"/>
                  </a:cubicBezTo>
                  <a:cubicBezTo>
                    <a:pt x="2394" y="200"/>
                    <a:pt x="2019" y="0"/>
                    <a:pt x="16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2"/>
            <p:cNvSpPr/>
            <p:nvPr/>
          </p:nvSpPr>
          <p:spPr>
            <a:xfrm>
              <a:off x="1282775" y="4866325"/>
              <a:ext cx="93425" cy="94575"/>
            </a:xfrm>
            <a:custGeom>
              <a:avLst/>
              <a:gdLst/>
              <a:ahLst/>
              <a:cxnLst/>
              <a:rect l="l" t="t" r="r" b="b"/>
              <a:pathLst>
                <a:path w="3737" h="3783" extrusionOk="0">
                  <a:moveTo>
                    <a:pt x="1796" y="0"/>
                  </a:moveTo>
                  <a:cubicBezTo>
                    <a:pt x="1395" y="0"/>
                    <a:pt x="990" y="151"/>
                    <a:pt x="701" y="457"/>
                  </a:cubicBezTo>
                  <a:cubicBezTo>
                    <a:pt x="134" y="991"/>
                    <a:pt x="1" y="1891"/>
                    <a:pt x="635" y="2458"/>
                  </a:cubicBezTo>
                  <a:cubicBezTo>
                    <a:pt x="643" y="2467"/>
                    <a:pt x="651" y="2471"/>
                    <a:pt x="659" y="2471"/>
                  </a:cubicBezTo>
                  <a:cubicBezTo>
                    <a:pt x="683" y="2471"/>
                    <a:pt x="701" y="2433"/>
                    <a:pt x="701" y="2358"/>
                  </a:cubicBezTo>
                  <a:cubicBezTo>
                    <a:pt x="568" y="1858"/>
                    <a:pt x="568" y="1191"/>
                    <a:pt x="1002" y="857"/>
                  </a:cubicBezTo>
                  <a:cubicBezTo>
                    <a:pt x="1203" y="669"/>
                    <a:pt x="1441" y="585"/>
                    <a:pt x="1678" y="585"/>
                  </a:cubicBezTo>
                  <a:cubicBezTo>
                    <a:pt x="2072" y="585"/>
                    <a:pt x="2461" y="816"/>
                    <a:pt x="2670" y="1191"/>
                  </a:cubicBezTo>
                  <a:cubicBezTo>
                    <a:pt x="3036" y="1825"/>
                    <a:pt x="3137" y="3026"/>
                    <a:pt x="2369" y="3426"/>
                  </a:cubicBezTo>
                  <a:cubicBezTo>
                    <a:pt x="2236" y="3526"/>
                    <a:pt x="2303" y="3693"/>
                    <a:pt x="2403" y="3726"/>
                  </a:cubicBezTo>
                  <a:cubicBezTo>
                    <a:pt x="2510" y="3765"/>
                    <a:pt x="2609" y="3783"/>
                    <a:pt x="2702" y="3783"/>
                  </a:cubicBezTo>
                  <a:cubicBezTo>
                    <a:pt x="3247" y="3783"/>
                    <a:pt x="3551" y="3176"/>
                    <a:pt x="3637" y="2692"/>
                  </a:cubicBezTo>
                  <a:cubicBezTo>
                    <a:pt x="3737" y="1858"/>
                    <a:pt x="3403" y="857"/>
                    <a:pt x="2736" y="324"/>
                  </a:cubicBezTo>
                  <a:cubicBezTo>
                    <a:pt x="2476" y="109"/>
                    <a:pt x="2137" y="0"/>
                    <a:pt x="1796" y="0"/>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2"/>
            <p:cNvSpPr/>
            <p:nvPr/>
          </p:nvSpPr>
          <p:spPr>
            <a:xfrm>
              <a:off x="450525" y="4893950"/>
              <a:ext cx="60075" cy="136625"/>
            </a:xfrm>
            <a:custGeom>
              <a:avLst/>
              <a:gdLst/>
              <a:ahLst/>
              <a:cxnLst/>
              <a:rect l="l" t="t" r="r" b="b"/>
              <a:pathLst>
                <a:path w="2403" h="5465" extrusionOk="0">
                  <a:moveTo>
                    <a:pt x="754" y="0"/>
                  </a:moveTo>
                  <a:cubicBezTo>
                    <a:pt x="190" y="0"/>
                    <a:pt x="1" y="837"/>
                    <a:pt x="1" y="1420"/>
                  </a:cubicBezTo>
                  <a:cubicBezTo>
                    <a:pt x="1" y="2388"/>
                    <a:pt x="167" y="4189"/>
                    <a:pt x="968" y="4923"/>
                  </a:cubicBezTo>
                  <a:cubicBezTo>
                    <a:pt x="935" y="4956"/>
                    <a:pt x="901" y="5056"/>
                    <a:pt x="901" y="5123"/>
                  </a:cubicBezTo>
                  <a:cubicBezTo>
                    <a:pt x="901" y="5190"/>
                    <a:pt x="935" y="5223"/>
                    <a:pt x="935" y="5256"/>
                  </a:cubicBezTo>
                  <a:cubicBezTo>
                    <a:pt x="968" y="5390"/>
                    <a:pt x="1068" y="5456"/>
                    <a:pt x="1235" y="5456"/>
                  </a:cubicBezTo>
                  <a:cubicBezTo>
                    <a:pt x="1276" y="5462"/>
                    <a:pt x="1316" y="5464"/>
                    <a:pt x="1355" y="5464"/>
                  </a:cubicBezTo>
                  <a:cubicBezTo>
                    <a:pt x="2305" y="5464"/>
                    <a:pt x="2338" y="3927"/>
                    <a:pt x="2402" y="3221"/>
                  </a:cubicBezTo>
                  <a:cubicBezTo>
                    <a:pt x="2402" y="2254"/>
                    <a:pt x="2169" y="753"/>
                    <a:pt x="1268" y="186"/>
                  </a:cubicBezTo>
                  <a:cubicBezTo>
                    <a:pt x="1070" y="56"/>
                    <a:pt x="899" y="0"/>
                    <a:pt x="754"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2"/>
            <p:cNvSpPr/>
            <p:nvPr/>
          </p:nvSpPr>
          <p:spPr>
            <a:xfrm>
              <a:off x="450525" y="4893950"/>
              <a:ext cx="60075" cy="136625"/>
            </a:xfrm>
            <a:custGeom>
              <a:avLst/>
              <a:gdLst/>
              <a:ahLst/>
              <a:cxnLst/>
              <a:rect l="l" t="t" r="r" b="b"/>
              <a:pathLst>
                <a:path w="2403" h="5465" extrusionOk="0">
                  <a:moveTo>
                    <a:pt x="754" y="0"/>
                  </a:moveTo>
                  <a:cubicBezTo>
                    <a:pt x="190" y="0"/>
                    <a:pt x="1" y="837"/>
                    <a:pt x="1" y="1420"/>
                  </a:cubicBezTo>
                  <a:cubicBezTo>
                    <a:pt x="1" y="2388"/>
                    <a:pt x="167" y="4189"/>
                    <a:pt x="968" y="4923"/>
                  </a:cubicBezTo>
                  <a:cubicBezTo>
                    <a:pt x="935" y="4956"/>
                    <a:pt x="901" y="5056"/>
                    <a:pt x="901" y="5123"/>
                  </a:cubicBezTo>
                  <a:cubicBezTo>
                    <a:pt x="901" y="5190"/>
                    <a:pt x="935" y="5223"/>
                    <a:pt x="935" y="5256"/>
                  </a:cubicBezTo>
                  <a:cubicBezTo>
                    <a:pt x="968" y="5390"/>
                    <a:pt x="1068" y="5456"/>
                    <a:pt x="1235" y="5456"/>
                  </a:cubicBezTo>
                  <a:cubicBezTo>
                    <a:pt x="1276" y="5462"/>
                    <a:pt x="1316" y="5464"/>
                    <a:pt x="1355" y="5464"/>
                  </a:cubicBezTo>
                  <a:cubicBezTo>
                    <a:pt x="2305" y="5464"/>
                    <a:pt x="2338" y="3927"/>
                    <a:pt x="2402" y="3221"/>
                  </a:cubicBezTo>
                  <a:cubicBezTo>
                    <a:pt x="2402" y="2254"/>
                    <a:pt x="2169" y="753"/>
                    <a:pt x="1268" y="186"/>
                  </a:cubicBezTo>
                  <a:cubicBezTo>
                    <a:pt x="1070" y="56"/>
                    <a:pt x="899" y="0"/>
                    <a:pt x="754"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2"/>
            <p:cNvSpPr/>
            <p:nvPr/>
          </p:nvSpPr>
          <p:spPr>
            <a:xfrm>
              <a:off x="492225" y="4937250"/>
              <a:ext cx="111775" cy="106450"/>
            </a:xfrm>
            <a:custGeom>
              <a:avLst/>
              <a:gdLst/>
              <a:ahLst/>
              <a:cxnLst/>
              <a:rect l="l" t="t" r="r" b="b"/>
              <a:pathLst>
                <a:path w="4471" h="4258" extrusionOk="0">
                  <a:moveTo>
                    <a:pt x="3787" y="0"/>
                  </a:moveTo>
                  <a:cubicBezTo>
                    <a:pt x="3421" y="0"/>
                    <a:pt x="2979" y="215"/>
                    <a:pt x="2669" y="455"/>
                  </a:cubicBezTo>
                  <a:cubicBezTo>
                    <a:pt x="1902" y="1022"/>
                    <a:pt x="501" y="2157"/>
                    <a:pt x="401" y="3224"/>
                  </a:cubicBezTo>
                  <a:cubicBezTo>
                    <a:pt x="301" y="3224"/>
                    <a:pt x="234" y="3224"/>
                    <a:pt x="167" y="3324"/>
                  </a:cubicBezTo>
                  <a:cubicBezTo>
                    <a:pt x="134" y="3358"/>
                    <a:pt x="134" y="3391"/>
                    <a:pt x="100" y="3458"/>
                  </a:cubicBezTo>
                  <a:cubicBezTo>
                    <a:pt x="0" y="3558"/>
                    <a:pt x="0" y="3691"/>
                    <a:pt x="100" y="3825"/>
                  </a:cubicBezTo>
                  <a:cubicBezTo>
                    <a:pt x="275" y="4140"/>
                    <a:pt x="534" y="4257"/>
                    <a:pt x="827" y="4257"/>
                  </a:cubicBezTo>
                  <a:cubicBezTo>
                    <a:pt x="1431" y="4257"/>
                    <a:pt x="2175" y="3761"/>
                    <a:pt x="2602" y="3491"/>
                  </a:cubicBezTo>
                  <a:cubicBezTo>
                    <a:pt x="3369" y="2857"/>
                    <a:pt x="4470" y="1823"/>
                    <a:pt x="4437" y="722"/>
                  </a:cubicBezTo>
                  <a:cubicBezTo>
                    <a:pt x="4405" y="189"/>
                    <a:pt x="4130" y="0"/>
                    <a:pt x="3787"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2"/>
            <p:cNvSpPr/>
            <p:nvPr/>
          </p:nvSpPr>
          <p:spPr>
            <a:xfrm>
              <a:off x="489725" y="5033900"/>
              <a:ext cx="158475" cy="63475"/>
            </a:xfrm>
            <a:custGeom>
              <a:avLst/>
              <a:gdLst/>
              <a:ahLst/>
              <a:cxnLst/>
              <a:rect l="l" t="t" r="r" b="b"/>
              <a:pathLst>
                <a:path w="6339" h="2539" extrusionOk="0">
                  <a:moveTo>
                    <a:pt x="2222" y="0"/>
                  </a:moveTo>
                  <a:cubicBezTo>
                    <a:pt x="1791" y="0"/>
                    <a:pt x="1387" y="71"/>
                    <a:pt x="1068" y="259"/>
                  </a:cubicBezTo>
                  <a:cubicBezTo>
                    <a:pt x="1034" y="159"/>
                    <a:pt x="934" y="125"/>
                    <a:pt x="901" y="125"/>
                  </a:cubicBezTo>
                  <a:lnTo>
                    <a:pt x="768" y="125"/>
                  </a:lnTo>
                  <a:cubicBezTo>
                    <a:pt x="667" y="125"/>
                    <a:pt x="534" y="192"/>
                    <a:pt x="501" y="325"/>
                  </a:cubicBezTo>
                  <a:cubicBezTo>
                    <a:pt x="0" y="1326"/>
                    <a:pt x="1535" y="1927"/>
                    <a:pt x="2202" y="2160"/>
                  </a:cubicBezTo>
                  <a:cubicBezTo>
                    <a:pt x="2713" y="2350"/>
                    <a:pt x="3408" y="2539"/>
                    <a:pt x="4071" y="2539"/>
                  </a:cubicBezTo>
                  <a:cubicBezTo>
                    <a:pt x="4576" y="2539"/>
                    <a:pt x="5063" y="2429"/>
                    <a:pt x="5438" y="2127"/>
                  </a:cubicBezTo>
                  <a:cubicBezTo>
                    <a:pt x="6338" y="1426"/>
                    <a:pt x="5371" y="759"/>
                    <a:pt x="4704" y="492"/>
                  </a:cubicBezTo>
                  <a:cubicBezTo>
                    <a:pt x="4078" y="291"/>
                    <a:pt x="3094" y="0"/>
                    <a:pt x="2222"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2"/>
            <p:cNvSpPr/>
            <p:nvPr/>
          </p:nvSpPr>
          <p:spPr>
            <a:xfrm>
              <a:off x="468875" y="5055075"/>
              <a:ext cx="89175" cy="128550"/>
            </a:xfrm>
            <a:custGeom>
              <a:avLst/>
              <a:gdLst/>
              <a:ahLst/>
              <a:cxnLst/>
              <a:rect l="l" t="t" r="r" b="b"/>
              <a:pathLst>
                <a:path w="3567" h="5142" extrusionOk="0">
                  <a:moveTo>
                    <a:pt x="1161" y="0"/>
                  </a:moveTo>
                  <a:cubicBezTo>
                    <a:pt x="1131" y="0"/>
                    <a:pt x="1099" y="4"/>
                    <a:pt x="1068" y="12"/>
                  </a:cubicBezTo>
                  <a:cubicBezTo>
                    <a:pt x="0" y="179"/>
                    <a:pt x="367" y="1780"/>
                    <a:pt x="567" y="2481"/>
                  </a:cubicBezTo>
                  <a:cubicBezTo>
                    <a:pt x="834" y="3415"/>
                    <a:pt x="1435" y="4782"/>
                    <a:pt x="2502" y="5082"/>
                  </a:cubicBezTo>
                  <a:cubicBezTo>
                    <a:pt x="2631" y="5123"/>
                    <a:pt x="2744" y="5141"/>
                    <a:pt x="2843" y="5141"/>
                  </a:cubicBezTo>
                  <a:cubicBezTo>
                    <a:pt x="3567" y="5141"/>
                    <a:pt x="3545" y="4160"/>
                    <a:pt x="3369" y="3515"/>
                  </a:cubicBezTo>
                  <a:cubicBezTo>
                    <a:pt x="3069" y="2614"/>
                    <a:pt x="2502" y="913"/>
                    <a:pt x="1501" y="446"/>
                  </a:cubicBezTo>
                  <a:cubicBezTo>
                    <a:pt x="1535" y="346"/>
                    <a:pt x="1535" y="279"/>
                    <a:pt x="1501" y="246"/>
                  </a:cubicBezTo>
                  <a:cubicBezTo>
                    <a:pt x="1435" y="179"/>
                    <a:pt x="1435" y="146"/>
                    <a:pt x="1401" y="146"/>
                  </a:cubicBezTo>
                  <a:cubicBezTo>
                    <a:pt x="1350" y="44"/>
                    <a:pt x="1260" y="0"/>
                    <a:pt x="1161"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2"/>
            <p:cNvSpPr/>
            <p:nvPr/>
          </p:nvSpPr>
          <p:spPr>
            <a:xfrm>
              <a:off x="390475" y="5052250"/>
              <a:ext cx="95925" cy="122125"/>
            </a:xfrm>
            <a:custGeom>
              <a:avLst/>
              <a:gdLst/>
              <a:ahLst/>
              <a:cxnLst/>
              <a:rect l="l" t="t" r="r" b="b"/>
              <a:pathLst>
                <a:path w="3837" h="4885" extrusionOk="0">
                  <a:moveTo>
                    <a:pt x="3153" y="0"/>
                  </a:moveTo>
                  <a:cubicBezTo>
                    <a:pt x="2498" y="0"/>
                    <a:pt x="1762" y="848"/>
                    <a:pt x="1402" y="1259"/>
                  </a:cubicBezTo>
                  <a:cubicBezTo>
                    <a:pt x="801" y="1926"/>
                    <a:pt x="1" y="3261"/>
                    <a:pt x="334" y="4295"/>
                  </a:cubicBezTo>
                  <a:cubicBezTo>
                    <a:pt x="478" y="4725"/>
                    <a:pt x="707" y="4885"/>
                    <a:pt x="960" y="4885"/>
                  </a:cubicBezTo>
                  <a:cubicBezTo>
                    <a:pt x="1354" y="4885"/>
                    <a:pt x="1805" y="4494"/>
                    <a:pt x="2069" y="4128"/>
                  </a:cubicBezTo>
                  <a:cubicBezTo>
                    <a:pt x="2669" y="3394"/>
                    <a:pt x="3703" y="1893"/>
                    <a:pt x="3537" y="859"/>
                  </a:cubicBezTo>
                  <a:cubicBezTo>
                    <a:pt x="3603" y="859"/>
                    <a:pt x="3703" y="792"/>
                    <a:pt x="3737" y="726"/>
                  </a:cubicBezTo>
                  <a:cubicBezTo>
                    <a:pt x="3737" y="692"/>
                    <a:pt x="3804" y="626"/>
                    <a:pt x="3804" y="592"/>
                  </a:cubicBezTo>
                  <a:cubicBezTo>
                    <a:pt x="3837" y="459"/>
                    <a:pt x="3804" y="359"/>
                    <a:pt x="3703" y="259"/>
                  </a:cubicBezTo>
                  <a:cubicBezTo>
                    <a:pt x="3535" y="75"/>
                    <a:pt x="3348" y="0"/>
                    <a:pt x="3153"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2"/>
            <p:cNvSpPr/>
            <p:nvPr/>
          </p:nvSpPr>
          <p:spPr>
            <a:xfrm>
              <a:off x="324600" y="5015375"/>
              <a:ext cx="154300" cy="56125"/>
            </a:xfrm>
            <a:custGeom>
              <a:avLst/>
              <a:gdLst/>
              <a:ahLst/>
              <a:cxnLst/>
              <a:rect l="l" t="t" r="r" b="b"/>
              <a:pathLst>
                <a:path w="6172" h="2245" extrusionOk="0">
                  <a:moveTo>
                    <a:pt x="3184" y="1"/>
                  </a:moveTo>
                  <a:cubicBezTo>
                    <a:pt x="2280" y="1"/>
                    <a:pt x="1204" y="202"/>
                    <a:pt x="668" y="900"/>
                  </a:cubicBezTo>
                  <a:cubicBezTo>
                    <a:pt x="1" y="1834"/>
                    <a:pt x="1068" y="2201"/>
                    <a:pt x="1835" y="2234"/>
                  </a:cubicBezTo>
                  <a:cubicBezTo>
                    <a:pt x="2005" y="2240"/>
                    <a:pt x="2200" y="2245"/>
                    <a:pt x="2410" y="2245"/>
                  </a:cubicBezTo>
                  <a:cubicBezTo>
                    <a:pt x="3394" y="2245"/>
                    <a:pt x="4711" y="2138"/>
                    <a:pt x="5371" y="1533"/>
                  </a:cubicBezTo>
                  <a:cubicBezTo>
                    <a:pt x="5395" y="1581"/>
                    <a:pt x="5452" y="1628"/>
                    <a:pt x="5518" y="1628"/>
                  </a:cubicBezTo>
                  <a:cubicBezTo>
                    <a:pt x="5546" y="1628"/>
                    <a:pt x="5575" y="1620"/>
                    <a:pt x="5605" y="1600"/>
                  </a:cubicBezTo>
                  <a:cubicBezTo>
                    <a:pt x="5638" y="1600"/>
                    <a:pt x="5671" y="1567"/>
                    <a:pt x="5705" y="1567"/>
                  </a:cubicBezTo>
                  <a:cubicBezTo>
                    <a:pt x="5838" y="1533"/>
                    <a:pt x="5938" y="1433"/>
                    <a:pt x="5972" y="1300"/>
                  </a:cubicBezTo>
                  <a:cubicBezTo>
                    <a:pt x="6172" y="233"/>
                    <a:pt x="4537" y="66"/>
                    <a:pt x="3803" y="32"/>
                  </a:cubicBezTo>
                  <a:cubicBezTo>
                    <a:pt x="3614" y="13"/>
                    <a:pt x="3404" y="1"/>
                    <a:pt x="3184"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2"/>
            <p:cNvSpPr/>
            <p:nvPr/>
          </p:nvSpPr>
          <p:spPr>
            <a:xfrm>
              <a:off x="355450" y="4939400"/>
              <a:ext cx="140125" cy="100475"/>
            </a:xfrm>
            <a:custGeom>
              <a:avLst/>
              <a:gdLst/>
              <a:ahLst/>
              <a:cxnLst/>
              <a:rect l="l" t="t" r="r" b="b"/>
              <a:pathLst>
                <a:path w="5605" h="4019" extrusionOk="0">
                  <a:moveTo>
                    <a:pt x="1470" y="0"/>
                  </a:moveTo>
                  <a:cubicBezTo>
                    <a:pt x="1357" y="0"/>
                    <a:pt x="1245" y="12"/>
                    <a:pt x="1135" y="36"/>
                  </a:cubicBezTo>
                  <a:cubicBezTo>
                    <a:pt x="1" y="236"/>
                    <a:pt x="568" y="1270"/>
                    <a:pt x="1068" y="1804"/>
                  </a:cubicBezTo>
                  <a:cubicBezTo>
                    <a:pt x="1735" y="2538"/>
                    <a:pt x="3070" y="3739"/>
                    <a:pt x="4137" y="3739"/>
                  </a:cubicBezTo>
                  <a:cubicBezTo>
                    <a:pt x="4137" y="3805"/>
                    <a:pt x="4170" y="3905"/>
                    <a:pt x="4237" y="3939"/>
                  </a:cubicBezTo>
                  <a:cubicBezTo>
                    <a:pt x="4271" y="3939"/>
                    <a:pt x="4304" y="3972"/>
                    <a:pt x="4371" y="3972"/>
                  </a:cubicBezTo>
                  <a:cubicBezTo>
                    <a:pt x="4416" y="4002"/>
                    <a:pt x="4467" y="4018"/>
                    <a:pt x="4523" y="4018"/>
                  </a:cubicBezTo>
                  <a:cubicBezTo>
                    <a:pt x="4591" y="4018"/>
                    <a:pt x="4664" y="3994"/>
                    <a:pt x="4738" y="3939"/>
                  </a:cubicBezTo>
                  <a:cubicBezTo>
                    <a:pt x="5605" y="3272"/>
                    <a:pt x="4571" y="2071"/>
                    <a:pt x="4070" y="1537"/>
                  </a:cubicBezTo>
                  <a:cubicBezTo>
                    <a:pt x="3472" y="849"/>
                    <a:pt x="2445" y="0"/>
                    <a:pt x="1470"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2"/>
            <p:cNvSpPr/>
            <p:nvPr/>
          </p:nvSpPr>
          <p:spPr>
            <a:xfrm>
              <a:off x="456375" y="5012000"/>
              <a:ext cx="60900" cy="61225"/>
            </a:xfrm>
            <a:custGeom>
              <a:avLst/>
              <a:gdLst/>
              <a:ahLst/>
              <a:cxnLst/>
              <a:rect l="l" t="t" r="r" b="b"/>
              <a:pathLst>
                <a:path w="2436" h="2449" extrusionOk="0">
                  <a:moveTo>
                    <a:pt x="1201" y="1"/>
                  </a:moveTo>
                  <a:cubicBezTo>
                    <a:pt x="1034" y="1"/>
                    <a:pt x="867" y="34"/>
                    <a:pt x="734" y="134"/>
                  </a:cubicBezTo>
                  <a:cubicBezTo>
                    <a:pt x="600" y="167"/>
                    <a:pt x="534" y="201"/>
                    <a:pt x="434" y="301"/>
                  </a:cubicBezTo>
                  <a:cubicBezTo>
                    <a:pt x="367" y="334"/>
                    <a:pt x="267" y="401"/>
                    <a:pt x="234" y="501"/>
                  </a:cubicBezTo>
                  <a:cubicBezTo>
                    <a:pt x="100" y="634"/>
                    <a:pt x="67" y="734"/>
                    <a:pt x="33" y="901"/>
                  </a:cubicBezTo>
                  <a:cubicBezTo>
                    <a:pt x="33" y="1035"/>
                    <a:pt x="0" y="1135"/>
                    <a:pt x="0" y="1235"/>
                  </a:cubicBezTo>
                  <a:cubicBezTo>
                    <a:pt x="0" y="1368"/>
                    <a:pt x="33" y="1468"/>
                    <a:pt x="33" y="1568"/>
                  </a:cubicBezTo>
                  <a:cubicBezTo>
                    <a:pt x="67" y="1668"/>
                    <a:pt x="100" y="1802"/>
                    <a:pt x="167" y="1869"/>
                  </a:cubicBezTo>
                  <a:cubicBezTo>
                    <a:pt x="234" y="2002"/>
                    <a:pt x="334" y="2135"/>
                    <a:pt x="500" y="2202"/>
                  </a:cubicBezTo>
                  <a:cubicBezTo>
                    <a:pt x="567" y="2302"/>
                    <a:pt x="667" y="2336"/>
                    <a:pt x="734" y="2369"/>
                  </a:cubicBezTo>
                  <a:lnTo>
                    <a:pt x="834" y="2369"/>
                  </a:lnTo>
                  <a:cubicBezTo>
                    <a:pt x="901" y="2402"/>
                    <a:pt x="1001" y="2402"/>
                    <a:pt x="1101" y="2402"/>
                  </a:cubicBezTo>
                  <a:cubicBezTo>
                    <a:pt x="1176" y="2432"/>
                    <a:pt x="1251" y="2449"/>
                    <a:pt x="1326" y="2449"/>
                  </a:cubicBezTo>
                  <a:cubicBezTo>
                    <a:pt x="1418" y="2449"/>
                    <a:pt x="1509" y="2424"/>
                    <a:pt x="1601" y="2369"/>
                  </a:cubicBezTo>
                  <a:cubicBezTo>
                    <a:pt x="1701" y="2336"/>
                    <a:pt x="1835" y="2302"/>
                    <a:pt x="1901" y="2236"/>
                  </a:cubicBezTo>
                  <a:cubicBezTo>
                    <a:pt x="2068" y="2135"/>
                    <a:pt x="2235" y="2002"/>
                    <a:pt x="2302" y="1835"/>
                  </a:cubicBezTo>
                  <a:lnTo>
                    <a:pt x="2302" y="1769"/>
                  </a:lnTo>
                  <a:cubicBezTo>
                    <a:pt x="2368" y="1702"/>
                    <a:pt x="2402" y="1568"/>
                    <a:pt x="2435" y="1502"/>
                  </a:cubicBezTo>
                  <a:cubicBezTo>
                    <a:pt x="2435" y="1402"/>
                    <a:pt x="2435" y="1235"/>
                    <a:pt x="2402" y="1068"/>
                  </a:cubicBezTo>
                  <a:cubicBezTo>
                    <a:pt x="2402" y="968"/>
                    <a:pt x="2368" y="868"/>
                    <a:pt x="2335" y="801"/>
                  </a:cubicBezTo>
                  <a:cubicBezTo>
                    <a:pt x="2268" y="668"/>
                    <a:pt x="2235" y="568"/>
                    <a:pt x="2168" y="501"/>
                  </a:cubicBezTo>
                  <a:cubicBezTo>
                    <a:pt x="2068" y="368"/>
                    <a:pt x="1935" y="234"/>
                    <a:pt x="1835" y="167"/>
                  </a:cubicBezTo>
                  <a:cubicBezTo>
                    <a:pt x="1735" y="134"/>
                    <a:pt x="1601" y="67"/>
                    <a:pt x="1534" y="34"/>
                  </a:cubicBezTo>
                  <a:cubicBezTo>
                    <a:pt x="1401" y="34"/>
                    <a:pt x="1334" y="1"/>
                    <a:pt x="1201" y="1"/>
                  </a:cubicBezTo>
                  <a:close/>
                </a:path>
              </a:pathLst>
            </a:custGeom>
            <a:solidFill>
              <a:srgbClr val="FAA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2"/>
            <p:cNvSpPr/>
            <p:nvPr/>
          </p:nvSpPr>
          <p:spPr>
            <a:xfrm>
              <a:off x="1284450" y="4835075"/>
              <a:ext cx="52575" cy="115450"/>
            </a:xfrm>
            <a:custGeom>
              <a:avLst/>
              <a:gdLst/>
              <a:ahLst/>
              <a:cxnLst/>
              <a:rect l="l" t="t" r="r" b="b"/>
              <a:pathLst>
                <a:path w="2103" h="4618" extrusionOk="0">
                  <a:moveTo>
                    <a:pt x="679" y="1"/>
                  </a:moveTo>
                  <a:cubicBezTo>
                    <a:pt x="174" y="1"/>
                    <a:pt x="1" y="729"/>
                    <a:pt x="1" y="1240"/>
                  </a:cubicBezTo>
                  <a:cubicBezTo>
                    <a:pt x="1" y="2074"/>
                    <a:pt x="134" y="3608"/>
                    <a:pt x="835" y="4209"/>
                  </a:cubicBezTo>
                  <a:cubicBezTo>
                    <a:pt x="801" y="4242"/>
                    <a:pt x="768" y="4309"/>
                    <a:pt x="801" y="4376"/>
                  </a:cubicBezTo>
                  <a:cubicBezTo>
                    <a:pt x="801" y="4409"/>
                    <a:pt x="835" y="4442"/>
                    <a:pt x="835" y="4442"/>
                  </a:cubicBezTo>
                  <a:cubicBezTo>
                    <a:pt x="901" y="4576"/>
                    <a:pt x="968" y="4609"/>
                    <a:pt x="1101" y="4609"/>
                  </a:cubicBezTo>
                  <a:cubicBezTo>
                    <a:pt x="1141" y="4615"/>
                    <a:pt x="1179" y="4618"/>
                    <a:pt x="1216" y="4618"/>
                  </a:cubicBezTo>
                  <a:cubicBezTo>
                    <a:pt x="2008" y="4618"/>
                    <a:pt x="2070" y="3280"/>
                    <a:pt x="2102" y="2674"/>
                  </a:cubicBezTo>
                  <a:cubicBezTo>
                    <a:pt x="2069" y="1941"/>
                    <a:pt x="1902" y="640"/>
                    <a:pt x="1101" y="139"/>
                  </a:cubicBezTo>
                  <a:cubicBezTo>
                    <a:pt x="940" y="42"/>
                    <a:pt x="800" y="1"/>
                    <a:pt x="679"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2"/>
            <p:cNvSpPr/>
            <p:nvPr/>
          </p:nvSpPr>
          <p:spPr>
            <a:xfrm>
              <a:off x="1284450" y="4835075"/>
              <a:ext cx="52575" cy="115450"/>
            </a:xfrm>
            <a:custGeom>
              <a:avLst/>
              <a:gdLst/>
              <a:ahLst/>
              <a:cxnLst/>
              <a:rect l="l" t="t" r="r" b="b"/>
              <a:pathLst>
                <a:path w="2103" h="4618" extrusionOk="0">
                  <a:moveTo>
                    <a:pt x="679" y="1"/>
                  </a:moveTo>
                  <a:cubicBezTo>
                    <a:pt x="174" y="1"/>
                    <a:pt x="1" y="729"/>
                    <a:pt x="1" y="1240"/>
                  </a:cubicBezTo>
                  <a:cubicBezTo>
                    <a:pt x="1" y="2074"/>
                    <a:pt x="134" y="3608"/>
                    <a:pt x="835" y="4209"/>
                  </a:cubicBezTo>
                  <a:cubicBezTo>
                    <a:pt x="801" y="4242"/>
                    <a:pt x="768" y="4309"/>
                    <a:pt x="801" y="4376"/>
                  </a:cubicBezTo>
                  <a:cubicBezTo>
                    <a:pt x="801" y="4409"/>
                    <a:pt x="835" y="4442"/>
                    <a:pt x="835" y="4442"/>
                  </a:cubicBezTo>
                  <a:cubicBezTo>
                    <a:pt x="901" y="4576"/>
                    <a:pt x="968" y="4609"/>
                    <a:pt x="1101" y="4609"/>
                  </a:cubicBezTo>
                  <a:cubicBezTo>
                    <a:pt x="1141" y="4615"/>
                    <a:pt x="1179" y="4618"/>
                    <a:pt x="1216" y="4618"/>
                  </a:cubicBezTo>
                  <a:cubicBezTo>
                    <a:pt x="2008" y="4618"/>
                    <a:pt x="2070" y="3280"/>
                    <a:pt x="2102" y="2674"/>
                  </a:cubicBezTo>
                  <a:cubicBezTo>
                    <a:pt x="2069" y="1941"/>
                    <a:pt x="1902" y="640"/>
                    <a:pt x="1101" y="139"/>
                  </a:cubicBezTo>
                  <a:cubicBezTo>
                    <a:pt x="940" y="42"/>
                    <a:pt x="800" y="1"/>
                    <a:pt x="679"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2"/>
            <p:cNvSpPr/>
            <p:nvPr/>
          </p:nvSpPr>
          <p:spPr>
            <a:xfrm>
              <a:off x="1321150" y="4872000"/>
              <a:ext cx="95100" cy="88550"/>
            </a:xfrm>
            <a:custGeom>
              <a:avLst/>
              <a:gdLst/>
              <a:ahLst/>
              <a:cxnLst/>
              <a:rect l="l" t="t" r="r" b="b"/>
              <a:pathLst>
                <a:path w="3804" h="3542" extrusionOk="0">
                  <a:moveTo>
                    <a:pt x="3214" y="0"/>
                  </a:moveTo>
                  <a:cubicBezTo>
                    <a:pt x="2903" y="0"/>
                    <a:pt x="2528" y="189"/>
                    <a:pt x="2269" y="397"/>
                  </a:cubicBezTo>
                  <a:cubicBezTo>
                    <a:pt x="1602" y="897"/>
                    <a:pt x="434" y="1831"/>
                    <a:pt x="301" y="2765"/>
                  </a:cubicBezTo>
                  <a:cubicBezTo>
                    <a:pt x="201" y="2765"/>
                    <a:pt x="134" y="2765"/>
                    <a:pt x="134" y="2799"/>
                  </a:cubicBezTo>
                  <a:cubicBezTo>
                    <a:pt x="134" y="2832"/>
                    <a:pt x="100" y="2832"/>
                    <a:pt x="100" y="2899"/>
                  </a:cubicBezTo>
                  <a:cubicBezTo>
                    <a:pt x="0" y="2999"/>
                    <a:pt x="0" y="3099"/>
                    <a:pt x="100" y="3165"/>
                  </a:cubicBezTo>
                  <a:cubicBezTo>
                    <a:pt x="243" y="3440"/>
                    <a:pt x="462" y="3541"/>
                    <a:pt x="710" y="3541"/>
                  </a:cubicBezTo>
                  <a:cubicBezTo>
                    <a:pt x="1216" y="3541"/>
                    <a:pt x="1844" y="3122"/>
                    <a:pt x="2202" y="2899"/>
                  </a:cubicBezTo>
                  <a:cubicBezTo>
                    <a:pt x="2869" y="2465"/>
                    <a:pt x="3803" y="1564"/>
                    <a:pt x="3770" y="630"/>
                  </a:cubicBezTo>
                  <a:cubicBezTo>
                    <a:pt x="3738" y="164"/>
                    <a:pt x="3504" y="0"/>
                    <a:pt x="3214"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2"/>
            <p:cNvSpPr/>
            <p:nvPr/>
          </p:nvSpPr>
          <p:spPr>
            <a:xfrm>
              <a:off x="1316975" y="4955225"/>
              <a:ext cx="136800" cy="54050"/>
            </a:xfrm>
            <a:custGeom>
              <a:avLst/>
              <a:gdLst/>
              <a:ahLst/>
              <a:cxnLst/>
              <a:rect l="l" t="t" r="r" b="b"/>
              <a:pathLst>
                <a:path w="5472" h="2162" extrusionOk="0">
                  <a:moveTo>
                    <a:pt x="1866" y="1"/>
                  </a:moveTo>
                  <a:cubicBezTo>
                    <a:pt x="1533" y="1"/>
                    <a:pt x="1221" y="48"/>
                    <a:pt x="968" y="170"/>
                  </a:cubicBezTo>
                  <a:cubicBezTo>
                    <a:pt x="935" y="103"/>
                    <a:pt x="868" y="37"/>
                    <a:pt x="801" y="37"/>
                  </a:cubicBezTo>
                  <a:lnTo>
                    <a:pt x="668" y="37"/>
                  </a:lnTo>
                  <a:cubicBezTo>
                    <a:pt x="534" y="37"/>
                    <a:pt x="468" y="103"/>
                    <a:pt x="434" y="203"/>
                  </a:cubicBezTo>
                  <a:cubicBezTo>
                    <a:pt x="1" y="1037"/>
                    <a:pt x="1302" y="1538"/>
                    <a:pt x="1869" y="1805"/>
                  </a:cubicBezTo>
                  <a:cubicBezTo>
                    <a:pt x="2342" y="1994"/>
                    <a:pt x="2955" y="2162"/>
                    <a:pt x="3531" y="2162"/>
                  </a:cubicBezTo>
                  <a:cubicBezTo>
                    <a:pt x="3969" y="2162"/>
                    <a:pt x="4387" y="2064"/>
                    <a:pt x="4704" y="1805"/>
                  </a:cubicBezTo>
                  <a:cubicBezTo>
                    <a:pt x="5471" y="1237"/>
                    <a:pt x="4671" y="637"/>
                    <a:pt x="4037" y="437"/>
                  </a:cubicBezTo>
                  <a:cubicBezTo>
                    <a:pt x="3503" y="251"/>
                    <a:pt x="2629" y="1"/>
                    <a:pt x="1866"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2"/>
            <p:cNvSpPr/>
            <p:nvPr/>
          </p:nvSpPr>
          <p:spPr>
            <a:xfrm>
              <a:off x="1300300" y="4971150"/>
              <a:ext cx="75850" cy="112025"/>
            </a:xfrm>
            <a:custGeom>
              <a:avLst/>
              <a:gdLst/>
              <a:ahLst/>
              <a:cxnLst/>
              <a:rect l="l" t="t" r="r" b="b"/>
              <a:pathLst>
                <a:path w="3034" h="4481" extrusionOk="0">
                  <a:moveTo>
                    <a:pt x="934" y="0"/>
                  </a:moveTo>
                  <a:cubicBezTo>
                    <a:pt x="0" y="167"/>
                    <a:pt x="334" y="1501"/>
                    <a:pt x="501" y="2102"/>
                  </a:cubicBezTo>
                  <a:cubicBezTo>
                    <a:pt x="701" y="2969"/>
                    <a:pt x="1268" y="4170"/>
                    <a:pt x="2135" y="4437"/>
                  </a:cubicBezTo>
                  <a:cubicBezTo>
                    <a:pt x="2238" y="4467"/>
                    <a:pt x="2329" y="4481"/>
                    <a:pt x="2409" y="4481"/>
                  </a:cubicBezTo>
                  <a:cubicBezTo>
                    <a:pt x="3034" y="4481"/>
                    <a:pt x="3017" y="3634"/>
                    <a:pt x="2869" y="3102"/>
                  </a:cubicBezTo>
                  <a:cubicBezTo>
                    <a:pt x="2636" y="2302"/>
                    <a:pt x="2135" y="834"/>
                    <a:pt x="1301" y="434"/>
                  </a:cubicBezTo>
                  <a:cubicBezTo>
                    <a:pt x="1335" y="367"/>
                    <a:pt x="1335" y="300"/>
                    <a:pt x="1301" y="200"/>
                  </a:cubicBezTo>
                  <a:lnTo>
                    <a:pt x="1201" y="133"/>
                  </a:lnTo>
                  <a:cubicBezTo>
                    <a:pt x="1135" y="33"/>
                    <a:pt x="1035" y="0"/>
                    <a:pt x="934"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2"/>
            <p:cNvSpPr/>
            <p:nvPr/>
          </p:nvSpPr>
          <p:spPr>
            <a:xfrm>
              <a:off x="1233575" y="4968200"/>
              <a:ext cx="82600" cy="105750"/>
            </a:xfrm>
            <a:custGeom>
              <a:avLst/>
              <a:gdLst/>
              <a:ahLst/>
              <a:cxnLst/>
              <a:rect l="l" t="t" r="r" b="b"/>
              <a:pathLst>
                <a:path w="3304" h="4230" extrusionOk="0">
                  <a:moveTo>
                    <a:pt x="2683" y="1"/>
                  </a:moveTo>
                  <a:cubicBezTo>
                    <a:pt x="2125" y="1"/>
                    <a:pt x="1535" y="701"/>
                    <a:pt x="1202" y="1085"/>
                  </a:cubicBezTo>
                  <a:cubicBezTo>
                    <a:pt x="668" y="1753"/>
                    <a:pt x="1" y="2887"/>
                    <a:pt x="301" y="3754"/>
                  </a:cubicBezTo>
                  <a:cubicBezTo>
                    <a:pt x="416" y="4100"/>
                    <a:pt x="610" y="4229"/>
                    <a:pt x="826" y="4229"/>
                  </a:cubicBezTo>
                  <a:cubicBezTo>
                    <a:pt x="1173" y="4229"/>
                    <a:pt x="1576" y="3896"/>
                    <a:pt x="1802" y="3587"/>
                  </a:cubicBezTo>
                  <a:cubicBezTo>
                    <a:pt x="2303" y="2920"/>
                    <a:pt x="3170" y="1653"/>
                    <a:pt x="3036" y="752"/>
                  </a:cubicBezTo>
                  <a:cubicBezTo>
                    <a:pt x="3136" y="752"/>
                    <a:pt x="3170" y="718"/>
                    <a:pt x="3203" y="618"/>
                  </a:cubicBezTo>
                  <a:cubicBezTo>
                    <a:pt x="3203" y="585"/>
                    <a:pt x="3237" y="552"/>
                    <a:pt x="3237" y="485"/>
                  </a:cubicBezTo>
                  <a:cubicBezTo>
                    <a:pt x="3303" y="385"/>
                    <a:pt x="3237" y="285"/>
                    <a:pt x="3170" y="218"/>
                  </a:cubicBezTo>
                  <a:cubicBezTo>
                    <a:pt x="3016" y="64"/>
                    <a:pt x="2851" y="1"/>
                    <a:pt x="2683"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2"/>
            <p:cNvSpPr/>
            <p:nvPr/>
          </p:nvSpPr>
          <p:spPr>
            <a:xfrm>
              <a:off x="1177700" y="4937775"/>
              <a:ext cx="131800" cy="49500"/>
            </a:xfrm>
            <a:custGeom>
              <a:avLst/>
              <a:gdLst/>
              <a:ahLst/>
              <a:cxnLst/>
              <a:rect l="l" t="t" r="r" b="b"/>
              <a:pathLst>
                <a:path w="5272" h="1980" extrusionOk="0">
                  <a:moveTo>
                    <a:pt x="3270" y="1"/>
                  </a:moveTo>
                  <a:cubicBezTo>
                    <a:pt x="2403" y="1"/>
                    <a:pt x="1102" y="101"/>
                    <a:pt x="568" y="835"/>
                  </a:cubicBezTo>
                  <a:cubicBezTo>
                    <a:pt x="1" y="1635"/>
                    <a:pt x="935" y="1969"/>
                    <a:pt x="1569" y="1969"/>
                  </a:cubicBezTo>
                  <a:cubicBezTo>
                    <a:pt x="1721" y="1975"/>
                    <a:pt x="1897" y="1980"/>
                    <a:pt x="2087" y="1980"/>
                  </a:cubicBezTo>
                  <a:cubicBezTo>
                    <a:pt x="2935" y="1980"/>
                    <a:pt x="4059" y="1880"/>
                    <a:pt x="4604" y="1335"/>
                  </a:cubicBezTo>
                  <a:cubicBezTo>
                    <a:pt x="4671" y="1368"/>
                    <a:pt x="4738" y="1402"/>
                    <a:pt x="4771" y="1402"/>
                  </a:cubicBezTo>
                  <a:cubicBezTo>
                    <a:pt x="4838" y="1402"/>
                    <a:pt x="4871" y="1368"/>
                    <a:pt x="4904" y="1368"/>
                  </a:cubicBezTo>
                  <a:cubicBezTo>
                    <a:pt x="5038" y="1335"/>
                    <a:pt x="5071" y="1235"/>
                    <a:pt x="5105" y="1135"/>
                  </a:cubicBezTo>
                  <a:cubicBezTo>
                    <a:pt x="5271" y="201"/>
                    <a:pt x="3904" y="67"/>
                    <a:pt x="3270"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2"/>
            <p:cNvSpPr/>
            <p:nvPr/>
          </p:nvSpPr>
          <p:spPr>
            <a:xfrm>
              <a:off x="1203575" y="4874475"/>
              <a:ext cx="118425" cy="84725"/>
            </a:xfrm>
            <a:custGeom>
              <a:avLst/>
              <a:gdLst/>
              <a:ahLst/>
              <a:cxnLst/>
              <a:rect l="l" t="t" r="r" b="b"/>
              <a:pathLst>
                <a:path w="4737" h="3389" extrusionOk="0">
                  <a:moveTo>
                    <a:pt x="1251" y="1"/>
                  </a:moveTo>
                  <a:cubicBezTo>
                    <a:pt x="1155" y="1"/>
                    <a:pt x="1061" y="10"/>
                    <a:pt x="967" y="31"/>
                  </a:cubicBezTo>
                  <a:cubicBezTo>
                    <a:pt x="0" y="198"/>
                    <a:pt x="434" y="1065"/>
                    <a:pt x="901" y="1532"/>
                  </a:cubicBezTo>
                  <a:cubicBezTo>
                    <a:pt x="1501" y="2132"/>
                    <a:pt x="2635" y="3167"/>
                    <a:pt x="3536" y="3167"/>
                  </a:cubicBezTo>
                  <a:cubicBezTo>
                    <a:pt x="3536" y="3233"/>
                    <a:pt x="3569" y="3333"/>
                    <a:pt x="3636" y="3333"/>
                  </a:cubicBezTo>
                  <a:cubicBezTo>
                    <a:pt x="3669" y="3333"/>
                    <a:pt x="3703" y="3367"/>
                    <a:pt x="3703" y="3367"/>
                  </a:cubicBezTo>
                  <a:cubicBezTo>
                    <a:pt x="3758" y="3381"/>
                    <a:pt x="3802" y="3389"/>
                    <a:pt x="3841" y="3389"/>
                  </a:cubicBezTo>
                  <a:cubicBezTo>
                    <a:pt x="3897" y="3389"/>
                    <a:pt x="3944" y="3372"/>
                    <a:pt x="4003" y="3333"/>
                  </a:cubicBezTo>
                  <a:cubicBezTo>
                    <a:pt x="4737" y="2766"/>
                    <a:pt x="3836" y="1732"/>
                    <a:pt x="3402" y="1232"/>
                  </a:cubicBezTo>
                  <a:cubicBezTo>
                    <a:pt x="2954" y="723"/>
                    <a:pt x="2076" y="1"/>
                    <a:pt x="1251"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2"/>
            <p:cNvSpPr/>
            <p:nvPr/>
          </p:nvSpPr>
          <p:spPr>
            <a:xfrm>
              <a:off x="1286950" y="4934450"/>
              <a:ext cx="55075" cy="53175"/>
            </a:xfrm>
            <a:custGeom>
              <a:avLst/>
              <a:gdLst/>
              <a:ahLst/>
              <a:cxnLst/>
              <a:rect l="l" t="t" r="r" b="b"/>
              <a:pathLst>
                <a:path w="2203" h="2127" extrusionOk="0">
                  <a:moveTo>
                    <a:pt x="1135" y="0"/>
                  </a:moveTo>
                  <a:cubicBezTo>
                    <a:pt x="1001" y="0"/>
                    <a:pt x="835" y="34"/>
                    <a:pt x="701" y="100"/>
                  </a:cubicBezTo>
                  <a:lnTo>
                    <a:pt x="468" y="200"/>
                  </a:lnTo>
                  <a:cubicBezTo>
                    <a:pt x="368" y="267"/>
                    <a:pt x="334" y="334"/>
                    <a:pt x="234" y="434"/>
                  </a:cubicBezTo>
                  <a:cubicBezTo>
                    <a:pt x="168" y="501"/>
                    <a:pt x="67" y="634"/>
                    <a:pt x="34" y="801"/>
                  </a:cubicBezTo>
                  <a:cubicBezTo>
                    <a:pt x="34" y="868"/>
                    <a:pt x="1" y="968"/>
                    <a:pt x="1" y="1101"/>
                  </a:cubicBezTo>
                  <a:cubicBezTo>
                    <a:pt x="1" y="1168"/>
                    <a:pt x="34" y="1268"/>
                    <a:pt x="34" y="1368"/>
                  </a:cubicBezTo>
                  <a:lnTo>
                    <a:pt x="168" y="1635"/>
                  </a:lnTo>
                  <a:cubicBezTo>
                    <a:pt x="234" y="1768"/>
                    <a:pt x="334" y="1835"/>
                    <a:pt x="468" y="1935"/>
                  </a:cubicBezTo>
                  <a:cubicBezTo>
                    <a:pt x="534" y="1968"/>
                    <a:pt x="568" y="2002"/>
                    <a:pt x="668" y="2035"/>
                  </a:cubicBezTo>
                  <a:lnTo>
                    <a:pt x="735" y="2035"/>
                  </a:lnTo>
                  <a:cubicBezTo>
                    <a:pt x="835" y="2102"/>
                    <a:pt x="901" y="2102"/>
                    <a:pt x="1001" y="2102"/>
                  </a:cubicBezTo>
                  <a:cubicBezTo>
                    <a:pt x="1051" y="2119"/>
                    <a:pt x="1127" y="2127"/>
                    <a:pt x="1202" y="2127"/>
                  </a:cubicBezTo>
                  <a:cubicBezTo>
                    <a:pt x="1277" y="2127"/>
                    <a:pt x="1352" y="2119"/>
                    <a:pt x="1402" y="2102"/>
                  </a:cubicBezTo>
                  <a:cubicBezTo>
                    <a:pt x="1502" y="2035"/>
                    <a:pt x="1569" y="2002"/>
                    <a:pt x="1669" y="2002"/>
                  </a:cubicBezTo>
                  <a:cubicBezTo>
                    <a:pt x="1835" y="1935"/>
                    <a:pt x="1935" y="1802"/>
                    <a:pt x="2036" y="1635"/>
                  </a:cubicBezTo>
                  <a:lnTo>
                    <a:pt x="2169" y="1368"/>
                  </a:lnTo>
                  <a:cubicBezTo>
                    <a:pt x="2202" y="1268"/>
                    <a:pt x="2202" y="1134"/>
                    <a:pt x="2169" y="968"/>
                  </a:cubicBezTo>
                  <a:cubicBezTo>
                    <a:pt x="2169" y="901"/>
                    <a:pt x="2136" y="801"/>
                    <a:pt x="2069" y="701"/>
                  </a:cubicBezTo>
                  <a:lnTo>
                    <a:pt x="1969" y="467"/>
                  </a:lnTo>
                  <a:cubicBezTo>
                    <a:pt x="1869" y="334"/>
                    <a:pt x="1802" y="267"/>
                    <a:pt x="1669" y="167"/>
                  </a:cubicBezTo>
                  <a:lnTo>
                    <a:pt x="1402" y="34"/>
                  </a:lnTo>
                  <a:cubicBezTo>
                    <a:pt x="1335" y="34"/>
                    <a:pt x="1235" y="0"/>
                    <a:pt x="1135" y="0"/>
                  </a:cubicBezTo>
                  <a:close/>
                </a:path>
              </a:pathLst>
            </a:custGeom>
            <a:solidFill>
              <a:srgbClr val="FAA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2"/>
            <p:cNvSpPr/>
            <p:nvPr/>
          </p:nvSpPr>
          <p:spPr>
            <a:xfrm>
              <a:off x="-105700" y="-267975"/>
              <a:ext cx="2942950" cy="5646125"/>
            </a:xfrm>
            <a:custGeom>
              <a:avLst/>
              <a:gdLst/>
              <a:ahLst/>
              <a:cxnLst/>
              <a:rect l="l" t="t" r="r" b="b"/>
              <a:pathLst>
                <a:path w="117718" h="225845" extrusionOk="0">
                  <a:moveTo>
                    <a:pt x="23227" y="0"/>
                  </a:moveTo>
                  <a:cubicBezTo>
                    <a:pt x="22030" y="0"/>
                    <a:pt x="20430" y="3850"/>
                    <a:pt x="19214" y="4585"/>
                  </a:cubicBezTo>
                  <a:cubicBezTo>
                    <a:pt x="15812" y="6687"/>
                    <a:pt x="9674" y="10856"/>
                    <a:pt x="8173" y="14759"/>
                  </a:cubicBezTo>
                  <a:cubicBezTo>
                    <a:pt x="6238" y="19829"/>
                    <a:pt x="7539" y="28435"/>
                    <a:pt x="6905" y="33973"/>
                  </a:cubicBezTo>
                  <a:cubicBezTo>
                    <a:pt x="5371" y="47582"/>
                    <a:pt x="2702" y="61059"/>
                    <a:pt x="1368" y="74635"/>
                  </a:cubicBezTo>
                  <a:cubicBezTo>
                    <a:pt x="0" y="88679"/>
                    <a:pt x="67" y="102855"/>
                    <a:pt x="367" y="116965"/>
                  </a:cubicBezTo>
                  <a:cubicBezTo>
                    <a:pt x="1034" y="147687"/>
                    <a:pt x="2702" y="178376"/>
                    <a:pt x="5404" y="209031"/>
                  </a:cubicBezTo>
                  <a:cubicBezTo>
                    <a:pt x="5671" y="211733"/>
                    <a:pt x="5904" y="214535"/>
                    <a:pt x="7072" y="216937"/>
                  </a:cubicBezTo>
                  <a:cubicBezTo>
                    <a:pt x="10308" y="223675"/>
                    <a:pt x="18880" y="225543"/>
                    <a:pt x="26319" y="225843"/>
                  </a:cubicBezTo>
                  <a:cubicBezTo>
                    <a:pt x="26337" y="225844"/>
                    <a:pt x="26355" y="225844"/>
                    <a:pt x="26373" y="225844"/>
                  </a:cubicBezTo>
                  <a:cubicBezTo>
                    <a:pt x="28888" y="225844"/>
                    <a:pt x="28920" y="218896"/>
                    <a:pt x="28854" y="217604"/>
                  </a:cubicBezTo>
                  <a:cubicBezTo>
                    <a:pt x="28587" y="212767"/>
                    <a:pt x="28354" y="207997"/>
                    <a:pt x="28220" y="203160"/>
                  </a:cubicBezTo>
                  <a:cubicBezTo>
                    <a:pt x="27987" y="193153"/>
                    <a:pt x="28054" y="183146"/>
                    <a:pt x="28387" y="173139"/>
                  </a:cubicBezTo>
                  <a:cubicBezTo>
                    <a:pt x="29054" y="153392"/>
                    <a:pt x="30589" y="133777"/>
                    <a:pt x="32157" y="114130"/>
                  </a:cubicBezTo>
                  <a:cubicBezTo>
                    <a:pt x="32357" y="111261"/>
                    <a:pt x="32657" y="108159"/>
                    <a:pt x="34392" y="105824"/>
                  </a:cubicBezTo>
                  <a:cubicBezTo>
                    <a:pt x="35692" y="104123"/>
                    <a:pt x="37661" y="102989"/>
                    <a:pt x="39562" y="101988"/>
                  </a:cubicBezTo>
                  <a:cubicBezTo>
                    <a:pt x="64113" y="89312"/>
                    <a:pt x="93067" y="87177"/>
                    <a:pt x="117718" y="74735"/>
                  </a:cubicBezTo>
                  <a:cubicBezTo>
                    <a:pt x="115788" y="74231"/>
                    <a:pt x="113821" y="74036"/>
                    <a:pt x="111840" y="74036"/>
                  </a:cubicBezTo>
                  <a:cubicBezTo>
                    <a:pt x="108582" y="74036"/>
                    <a:pt x="105289" y="74563"/>
                    <a:pt x="102073" y="75102"/>
                  </a:cubicBezTo>
                  <a:cubicBezTo>
                    <a:pt x="79190" y="78805"/>
                    <a:pt x="56207" y="82574"/>
                    <a:pt x="34025" y="89446"/>
                  </a:cubicBezTo>
                  <a:cubicBezTo>
                    <a:pt x="22483" y="64495"/>
                    <a:pt x="35025" y="33906"/>
                    <a:pt x="25418" y="8121"/>
                  </a:cubicBezTo>
                  <a:cubicBezTo>
                    <a:pt x="25152" y="7287"/>
                    <a:pt x="24418" y="2250"/>
                    <a:pt x="24218" y="1383"/>
                  </a:cubicBezTo>
                  <a:cubicBezTo>
                    <a:pt x="23945" y="387"/>
                    <a:pt x="23606" y="0"/>
                    <a:pt x="23227" y="0"/>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2"/>
            <p:cNvSpPr/>
            <p:nvPr/>
          </p:nvSpPr>
          <p:spPr>
            <a:xfrm>
              <a:off x="1276125" y="2005675"/>
              <a:ext cx="848125" cy="195875"/>
            </a:xfrm>
            <a:custGeom>
              <a:avLst/>
              <a:gdLst/>
              <a:ahLst/>
              <a:cxnLst/>
              <a:rect l="l" t="t" r="r" b="b"/>
              <a:pathLst>
                <a:path w="33925" h="7835" extrusionOk="0">
                  <a:moveTo>
                    <a:pt x="9574" y="1"/>
                  </a:moveTo>
                  <a:lnTo>
                    <a:pt x="0" y="3870"/>
                  </a:lnTo>
                  <a:cubicBezTo>
                    <a:pt x="3736" y="5071"/>
                    <a:pt x="7472" y="6139"/>
                    <a:pt x="11275" y="6906"/>
                  </a:cubicBezTo>
                  <a:cubicBezTo>
                    <a:pt x="12409" y="7173"/>
                    <a:pt x="13510" y="7373"/>
                    <a:pt x="14677" y="7540"/>
                  </a:cubicBezTo>
                  <a:cubicBezTo>
                    <a:pt x="16075" y="7737"/>
                    <a:pt x="17483" y="7835"/>
                    <a:pt x="18890" y="7835"/>
                  </a:cubicBezTo>
                  <a:cubicBezTo>
                    <a:pt x="24130" y="7835"/>
                    <a:pt x="29348" y="6481"/>
                    <a:pt x="33924" y="3904"/>
                  </a:cubicBezTo>
                  <a:lnTo>
                    <a:pt x="33924" y="3904"/>
                  </a:lnTo>
                  <a:cubicBezTo>
                    <a:pt x="30922" y="4237"/>
                    <a:pt x="27953" y="4537"/>
                    <a:pt x="24951" y="4871"/>
                  </a:cubicBezTo>
                  <a:cubicBezTo>
                    <a:pt x="24055" y="4965"/>
                    <a:pt x="23192" y="5060"/>
                    <a:pt x="22327" y="5060"/>
                  </a:cubicBezTo>
                  <a:cubicBezTo>
                    <a:pt x="21969" y="5060"/>
                    <a:pt x="21610" y="5043"/>
                    <a:pt x="21249" y="5004"/>
                  </a:cubicBezTo>
                  <a:cubicBezTo>
                    <a:pt x="20448" y="4904"/>
                    <a:pt x="19647" y="4738"/>
                    <a:pt x="18847" y="4504"/>
                  </a:cubicBezTo>
                  <a:cubicBezTo>
                    <a:pt x="15511" y="3537"/>
                    <a:pt x="12342" y="2036"/>
                    <a:pt x="9574" y="1"/>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2"/>
            <p:cNvSpPr/>
            <p:nvPr/>
          </p:nvSpPr>
          <p:spPr>
            <a:xfrm>
              <a:off x="1267250" y="1991175"/>
              <a:ext cx="877225" cy="228800"/>
            </a:xfrm>
            <a:custGeom>
              <a:avLst/>
              <a:gdLst/>
              <a:ahLst/>
              <a:cxnLst/>
              <a:rect l="l" t="t" r="r" b="b"/>
              <a:pathLst>
                <a:path w="35089" h="9152" extrusionOk="0">
                  <a:moveTo>
                    <a:pt x="9898" y="1"/>
                  </a:moveTo>
                  <a:cubicBezTo>
                    <a:pt x="9375" y="1"/>
                    <a:pt x="9007" y="832"/>
                    <a:pt x="9562" y="1248"/>
                  </a:cubicBezTo>
                  <a:cubicBezTo>
                    <a:pt x="12831" y="3550"/>
                    <a:pt x="16667" y="5451"/>
                    <a:pt x="20636" y="6118"/>
                  </a:cubicBezTo>
                  <a:cubicBezTo>
                    <a:pt x="21263" y="6226"/>
                    <a:pt x="21893" y="6268"/>
                    <a:pt x="22526" y="6268"/>
                  </a:cubicBezTo>
                  <a:cubicBezTo>
                    <a:pt x="23846" y="6268"/>
                    <a:pt x="25176" y="6087"/>
                    <a:pt x="26507" y="5951"/>
                  </a:cubicBezTo>
                  <a:cubicBezTo>
                    <a:pt x="27870" y="5792"/>
                    <a:pt x="29232" y="5652"/>
                    <a:pt x="30594" y="5515"/>
                  </a:cubicBezTo>
                  <a:lnTo>
                    <a:pt x="30594" y="5515"/>
                  </a:lnTo>
                  <a:cubicBezTo>
                    <a:pt x="26968" y="6963"/>
                    <a:pt x="23102" y="7736"/>
                    <a:pt x="19193" y="7736"/>
                  </a:cubicBezTo>
                  <a:cubicBezTo>
                    <a:pt x="18618" y="7736"/>
                    <a:pt x="18043" y="7720"/>
                    <a:pt x="17467" y="7686"/>
                  </a:cubicBezTo>
                  <a:cubicBezTo>
                    <a:pt x="11630" y="7352"/>
                    <a:pt x="6159" y="4984"/>
                    <a:pt x="388" y="4183"/>
                  </a:cubicBezTo>
                  <a:cubicBezTo>
                    <a:pt x="379" y="4182"/>
                    <a:pt x="370" y="4181"/>
                    <a:pt x="360" y="4181"/>
                  </a:cubicBezTo>
                  <a:cubicBezTo>
                    <a:pt x="170" y="4181"/>
                    <a:pt x="1" y="4491"/>
                    <a:pt x="255" y="4650"/>
                  </a:cubicBezTo>
                  <a:cubicBezTo>
                    <a:pt x="2957" y="6118"/>
                    <a:pt x="6193" y="6919"/>
                    <a:pt x="9161" y="7653"/>
                  </a:cubicBezTo>
                  <a:cubicBezTo>
                    <a:pt x="11997" y="8386"/>
                    <a:pt x="14932" y="8987"/>
                    <a:pt x="17868" y="9120"/>
                  </a:cubicBezTo>
                  <a:cubicBezTo>
                    <a:pt x="18320" y="9141"/>
                    <a:pt x="18773" y="9151"/>
                    <a:pt x="19224" y="9151"/>
                  </a:cubicBezTo>
                  <a:cubicBezTo>
                    <a:pt x="24596" y="9151"/>
                    <a:pt x="29874" y="7700"/>
                    <a:pt x="34613" y="5084"/>
                  </a:cubicBezTo>
                  <a:cubicBezTo>
                    <a:pt x="35089" y="4798"/>
                    <a:pt x="34961" y="3909"/>
                    <a:pt x="34373" y="3909"/>
                  </a:cubicBezTo>
                  <a:cubicBezTo>
                    <a:pt x="34343" y="3909"/>
                    <a:pt x="34312" y="3912"/>
                    <a:pt x="34279" y="3917"/>
                  </a:cubicBezTo>
                  <a:lnTo>
                    <a:pt x="27741" y="4650"/>
                  </a:lnTo>
                  <a:cubicBezTo>
                    <a:pt x="26173" y="4840"/>
                    <a:pt x="24537" y="5098"/>
                    <a:pt x="22918" y="5098"/>
                  </a:cubicBezTo>
                  <a:cubicBezTo>
                    <a:pt x="22264" y="5098"/>
                    <a:pt x="21613" y="5056"/>
                    <a:pt x="20970" y="4951"/>
                  </a:cubicBezTo>
                  <a:cubicBezTo>
                    <a:pt x="17134" y="4283"/>
                    <a:pt x="13398" y="2315"/>
                    <a:pt x="10229" y="114"/>
                  </a:cubicBezTo>
                  <a:cubicBezTo>
                    <a:pt x="10116" y="35"/>
                    <a:pt x="10004" y="1"/>
                    <a:pt x="9898" y="1"/>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2"/>
            <p:cNvSpPr/>
            <p:nvPr/>
          </p:nvSpPr>
          <p:spPr>
            <a:xfrm>
              <a:off x="2055000" y="1147575"/>
              <a:ext cx="500375" cy="627975"/>
            </a:xfrm>
            <a:custGeom>
              <a:avLst/>
              <a:gdLst/>
              <a:ahLst/>
              <a:cxnLst/>
              <a:rect l="l" t="t" r="r" b="b"/>
              <a:pathLst>
                <a:path w="20015" h="25119" extrusionOk="0">
                  <a:moveTo>
                    <a:pt x="20015" y="0"/>
                  </a:moveTo>
                  <a:lnTo>
                    <a:pt x="20015" y="0"/>
                  </a:lnTo>
                  <a:cubicBezTo>
                    <a:pt x="16179" y="367"/>
                    <a:pt x="13243" y="3536"/>
                    <a:pt x="10742" y="6472"/>
                  </a:cubicBezTo>
                  <a:cubicBezTo>
                    <a:pt x="10008" y="7339"/>
                    <a:pt x="9241" y="8273"/>
                    <a:pt x="8807" y="9340"/>
                  </a:cubicBezTo>
                  <a:cubicBezTo>
                    <a:pt x="8006" y="11308"/>
                    <a:pt x="8373" y="13510"/>
                    <a:pt x="7806" y="15545"/>
                  </a:cubicBezTo>
                  <a:cubicBezTo>
                    <a:pt x="7172" y="17713"/>
                    <a:pt x="5538" y="19448"/>
                    <a:pt x="3970" y="21049"/>
                  </a:cubicBezTo>
                  <a:cubicBezTo>
                    <a:pt x="2636" y="22383"/>
                    <a:pt x="1335" y="23784"/>
                    <a:pt x="1" y="25118"/>
                  </a:cubicBezTo>
                  <a:lnTo>
                    <a:pt x="7973" y="20348"/>
                  </a:lnTo>
                  <a:cubicBezTo>
                    <a:pt x="10341" y="19948"/>
                    <a:pt x="11509" y="17179"/>
                    <a:pt x="11642" y="14777"/>
                  </a:cubicBezTo>
                  <a:cubicBezTo>
                    <a:pt x="11742" y="12342"/>
                    <a:pt x="11342" y="9841"/>
                    <a:pt x="12309" y="7639"/>
                  </a:cubicBezTo>
                  <a:cubicBezTo>
                    <a:pt x="13744" y="4303"/>
                    <a:pt x="17847" y="2936"/>
                    <a:pt x="20015" y="0"/>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2"/>
            <p:cNvSpPr/>
            <p:nvPr/>
          </p:nvSpPr>
          <p:spPr>
            <a:xfrm>
              <a:off x="2051950" y="1131700"/>
              <a:ext cx="520825" cy="645725"/>
            </a:xfrm>
            <a:custGeom>
              <a:avLst/>
              <a:gdLst/>
              <a:ahLst/>
              <a:cxnLst/>
              <a:rect l="l" t="t" r="r" b="b"/>
              <a:pathLst>
                <a:path w="20833" h="25829" extrusionOk="0">
                  <a:moveTo>
                    <a:pt x="20211" y="0"/>
                  </a:moveTo>
                  <a:cubicBezTo>
                    <a:pt x="20198" y="0"/>
                    <a:pt x="20184" y="1"/>
                    <a:pt x="20170" y="1"/>
                  </a:cubicBezTo>
                  <a:cubicBezTo>
                    <a:pt x="17835" y="302"/>
                    <a:pt x="15934" y="1336"/>
                    <a:pt x="14133" y="2837"/>
                  </a:cubicBezTo>
                  <a:cubicBezTo>
                    <a:pt x="12131" y="4538"/>
                    <a:pt x="9763" y="6873"/>
                    <a:pt x="8595" y="9308"/>
                  </a:cubicBezTo>
                  <a:cubicBezTo>
                    <a:pt x="7261" y="12110"/>
                    <a:pt x="8162" y="15279"/>
                    <a:pt x="6561" y="18014"/>
                  </a:cubicBezTo>
                  <a:cubicBezTo>
                    <a:pt x="4826" y="20883"/>
                    <a:pt x="1924" y="22851"/>
                    <a:pt x="56" y="25653"/>
                  </a:cubicBezTo>
                  <a:cubicBezTo>
                    <a:pt x="1" y="25764"/>
                    <a:pt x="60" y="25828"/>
                    <a:pt x="120" y="25828"/>
                  </a:cubicBezTo>
                  <a:cubicBezTo>
                    <a:pt x="132" y="25828"/>
                    <a:pt x="145" y="25826"/>
                    <a:pt x="156" y="25820"/>
                  </a:cubicBezTo>
                  <a:cubicBezTo>
                    <a:pt x="2424" y="24286"/>
                    <a:pt x="4492" y="22117"/>
                    <a:pt x="6294" y="20016"/>
                  </a:cubicBezTo>
                  <a:cubicBezTo>
                    <a:pt x="7728" y="18348"/>
                    <a:pt x="8562" y="16647"/>
                    <a:pt x="8796" y="14478"/>
                  </a:cubicBezTo>
                  <a:cubicBezTo>
                    <a:pt x="8996" y="12844"/>
                    <a:pt x="8929" y="11143"/>
                    <a:pt x="9763" y="9642"/>
                  </a:cubicBezTo>
                  <a:cubicBezTo>
                    <a:pt x="10463" y="8307"/>
                    <a:pt x="11631" y="7140"/>
                    <a:pt x="12632" y="6006"/>
                  </a:cubicBezTo>
                  <a:cubicBezTo>
                    <a:pt x="14253" y="4225"/>
                    <a:pt x="16107" y="2507"/>
                    <a:pt x="18364" y="1664"/>
                  </a:cubicBezTo>
                  <a:lnTo>
                    <a:pt x="18364" y="1664"/>
                  </a:lnTo>
                  <a:cubicBezTo>
                    <a:pt x="16088" y="3686"/>
                    <a:pt x="13185" y="5145"/>
                    <a:pt x="11931" y="8007"/>
                  </a:cubicBezTo>
                  <a:cubicBezTo>
                    <a:pt x="10397" y="11510"/>
                    <a:pt x="12999" y="19115"/>
                    <a:pt x="7928" y="20183"/>
                  </a:cubicBezTo>
                  <a:cubicBezTo>
                    <a:pt x="7045" y="20365"/>
                    <a:pt x="7330" y="21688"/>
                    <a:pt x="8097" y="21688"/>
                  </a:cubicBezTo>
                  <a:cubicBezTo>
                    <a:pt x="8170" y="21688"/>
                    <a:pt x="8247" y="21676"/>
                    <a:pt x="8329" y="21650"/>
                  </a:cubicBezTo>
                  <a:cubicBezTo>
                    <a:pt x="12165" y="20516"/>
                    <a:pt x="12431" y="16146"/>
                    <a:pt x="12431" y="12811"/>
                  </a:cubicBezTo>
                  <a:cubicBezTo>
                    <a:pt x="12431" y="9675"/>
                    <a:pt x="13132" y="7440"/>
                    <a:pt x="15567" y="5372"/>
                  </a:cubicBezTo>
                  <a:cubicBezTo>
                    <a:pt x="17268" y="3938"/>
                    <a:pt x="19170" y="2803"/>
                    <a:pt x="20604" y="1002"/>
                  </a:cubicBezTo>
                  <a:cubicBezTo>
                    <a:pt x="20832" y="676"/>
                    <a:pt x="20774" y="0"/>
                    <a:pt x="20211" y="0"/>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2"/>
            <p:cNvSpPr/>
            <p:nvPr/>
          </p:nvSpPr>
          <p:spPr>
            <a:xfrm>
              <a:off x="1390375" y="1552025"/>
              <a:ext cx="187650" cy="342775"/>
            </a:xfrm>
            <a:custGeom>
              <a:avLst/>
              <a:gdLst/>
              <a:ahLst/>
              <a:cxnLst/>
              <a:rect l="l" t="t" r="r" b="b"/>
              <a:pathLst>
                <a:path w="7506" h="13711" extrusionOk="0">
                  <a:moveTo>
                    <a:pt x="6938" y="1"/>
                  </a:moveTo>
                  <a:lnTo>
                    <a:pt x="6938" y="1"/>
                  </a:lnTo>
                  <a:cubicBezTo>
                    <a:pt x="5504" y="4971"/>
                    <a:pt x="3169" y="9641"/>
                    <a:pt x="0" y="13710"/>
                  </a:cubicBezTo>
                  <a:lnTo>
                    <a:pt x="4003" y="11309"/>
                  </a:lnTo>
                  <a:cubicBezTo>
                    <a:pt x="6371" y="8140"/>
                    <a:pt x="7505" y="3970"/>
                    <a:pt x="6938" y="1"/>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2"/>
            <p:cNvSpPr/>
            <p:nvPr/>
          </p:nvSpPr>
          <p:spPr>
            <a:xfrm>
              <a:off x="1380675" y="1536900"/>
              <a:ext cx="210700" cy="365375"/>
            </a:xfrm>
            <a:custGeom>
              <a:avLst/>
              <a:gdLst/>
              <a:ahLst/>
              <a:cxnLst/>
              <a:rect l="l" t="t" r="r" b="b"/>
              <a:pathLst>
                <a:path w="8428" h="14615" extrusionOk="0">
                  <a:moveTo>
                    <a:pt x="7304" y="0"/>
                  </a:moveTo>
                  <a:cubicBezTo>
                    <a:pt x="7071" y="0"/>
                    <a:pt x="6846" y="134"/>
                    <a:pt x="6759" y="439"/>
                  </a:cubicBezTo>
                  <a:cubicBezTo>
                    <a:pt x="5292" y="5476"/>
                    <a:pt x="2823" y="9745"/>
                    <a:pt x="155" y="14215"/>
                  </a:cubicBezTo>
                  <a:cubicBezTo>
                    <a:pt x="0" y="14395"/>
                    <a:pt x="183" y="14614"/>
                    <a:pt x="381" y="14614"/>
                  </a:cubicBezTo>
                  <a:cubicBezTo>
                    <a:pt x="440" y="14614"/>
                    <a:pt x="501" y="14595"/>
                    <a:pt x="555" y="14549"/>
                  </a:cubicBezTo>
                  <a:cubicBezTo>
                    <a:pt x="3148" y="11759"/>
                    <a:pt x="5096" y="8306"/>
                    <a:pt x="6542" y="4715"/>
                  </a:cubicBezTo>
                  <a:lnTo>
                    <a:pt x="6542" y="4715"/>
                  </a:lnTo>
                  <a:cubicBezTo>
                    <a:pt x="6081" y="7085"/>
                    <a:pt x="5024" y="9203"/>
                    <a:pt x="3657" y="11547"/>
                  </a:cubicBezTo>
                  <a:cubicBezTo>
                    <a:pt x="3335" y="12092"/>
                    <a:pt x="3841" y="12748"/>
                    <a:pt x="4383" y="12748"/>
                  </a:cubicBezTo>
                  <a:cubicBezTo>
                    <a:pt x="4570" y="12748"/>
                    <a:pt x="4762" y="12669"/>
                    <a:pt x="4925" y="12481"/>
                  </a:cubicBezTo>
                  <a:cubicBezTo>
                    <a:pt x="7627" y="9412"/>
                    <a:pt x="8427" y="4575"/>
                    <a:pt x="7960" y="606"/>
                  </a:cubicBezTo>
                  <a:cubicBezTo>
                    <a:pt x="7922" y="228"/>
                    <a:pt x="7607" y="0"/>
                    <a:pt x="7304" y="0"/>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2"/>
            <p:cNvSpPr/>
            <p:nvPr/>
          </p:nvSpPr>
          <p:spPr>
            <a:xfrm>
              <a:off x="496400" y="255275"/>
              <a:ext cx="670500" cy="1456050"/>
            </a:xfrm>
            <a:custGeom>
              <a:avLst/>
              <a:gdLst/>
              <a:ahLst/>
              <a:cxnLst/>
              <a:rect l="l" t="t" r="r" b="b"/>
              <a:pathLst>
                <a:path w="26820" h="58242" extrusionOk="0">
                  <a:moveTo>
                    <a:pt x="25985" y="0"/>
                  </a:moveTo>
                  <a:lnTo>
                    <a:pt x="25985" y="0"/>
                  </a:lnTo>
                  <a:cubicBezTo>
                    <a:pt x="26152" y="3369"/>
                    <a:pt x="24518" y="6638"/>
                    <a:pt x="22349" y="9273"/>
                  </a:cubicBezTo>
                  <a:cubicBezTo>
                    <a:pt x="20248" y="11875"/>
                    <a:pt x="17513" y="13977"/>
                    <a:pt x="15111" y="16345"/>
                  </a:cubicBezTo>
                  <a:cubicBezTo>
                    <a:pt x="6672" y="24518"/>
                    <a:pt x="1234" y="35692"/>
                    <a:pt x="0" y="47367"/>
                  </a:cubicBezTo>
                  <a:lnTo>
                    <a:pt x="2369" y="58242"/>
                  </a:lnTo>
                  <a:lnTo>
                    <a:pt x="2369" y="58242"/>
                  </a:lnTo>
                  <a:cubicBezTo>
                    <a:pt x="1935" y="43131"/>
                    <a:pt x="7506" y="27853"/>
                    <a:pt x="17679" y="16645"/>
                  </a:cubicBezTo>
                  <a:cubicBezTo>
                    <a:pt x="19848" y="14277"/>
                    <a:pt x="22249" y="12009"/>
                    <a:pt x="24017" y="9273"/>
                  </a:cubicBezTo>
                  <a:cubicBezTo>
                    <a:pt x="25785" y="6505"/>
                    <a:pt x="26819" y="3136"/>
                    <a:pt x="25985" y="0"/>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2"/>
            <p:cNvSpPr/>
            <p:nvPr/>
          </p:nvSpPr>
          <p:spPr>
            <a:xfrm>
              <a:off x="486375" y="240700"/>
              <a:ext cx="700550" cy="1482625"/>
            </a:xfrm>
            <a:custGeom>
              <a:avLst/>
              <a:gdLst/>
              <a:ahLst/>
              <a:cxnLst/>
              <a:rect l="l" t="t" r="r" b="b"/>
              <a:pathLst>
                <a:path w="28022" h="59305" extrusionOk="0">
                  <a:moveTo>
                    <a:pt x="26365" y="0"/>
                  </a:moveTo>
                  <a:cubicBezTo>
                    <a:pt x="26036" y="0"/>
                    <a:pt x="25701" y="225"/>
                    <a:pt x="25719" y="616"/>
                  </a:cubicBezTo>
                  <a:cubicBezTo>
                    <a:pt x="25786" y="6087"/>
                    <a:pt x="22017" y="10090"/>
                    <a:pt x="18247" y="13559"/>
                  </a:cubicBezTo>
                  <a:cubicBezTo>
                    <a:pt x="14878" y="16628"/>
                    <a:pt x="11709" y="19797"/>
                    <a:pt x="9041" y="23566"/>
                  </a:cubicBezTo>
                  <a:cubicBezTo>
                    <a:pt x="3937" y="30771"/>
                    <a:pt x="902" y="39144"/>
                    <a:pt x="34" y="47950"/>
                  </a:cubicBezTo>
                  <a:cubicBezTo>
                    <a:pt x="1" y="48200"/>
                    <a:pt x="176" y="48326"/>
                    <a:pt x="368" y="48326"/>
                  </a:cubicBezTo>
                  <a:cubicBezTo>
                    <a:pt x="560" y="48326"/>
                    <a:pt x="768" y="48200"/>
                    <a:pt x="801" y="47950"/>
                  </a:cubicBezTo>
                  <a:cubicBezTo>
                    <a:pt x="1936" y="38377"/>
                    <a:pt x="5872" y="29070"/>
                    <a:pt x="12009" y="21598"/>
                  </a:cubicBezTo>
                  <a:cubicBezTo>
                    <a:pt x="14825" y="18163"/>
                    <a:pt x="18900" y="15113"/>
                    <a:pt x="22094" y="11601"/>
                  </a:cubicBezTo>
                  <a:lnTo>
                    <a:pt x="22094" y="11601"/>
                  </a:lnTo>
                  <a:cubicBezTo>
                    <a:pt x="20753" y="13193"/>
                    <a:pt x="19252" y="14676"/>
                    <a:pt x="17914" y="16094"/>
                  </a:cubicBezTo>
                  <a:cubicBezTo>
                    <a:pt x="14311" y="19897"/>
                    <a:pt x="11209" y="24200"/>
                    <a:pt x="8707" y="28803"/>
                  </a:cubicBezTo>
                  <a:cubicBezTo>
                    <a:pt x="3737" y="37976"/>
                    <a:pt x="1135" y="48484"/>
                    <a:pt x="2369" y="58891"/>
                  </a:cubicBezTo>
                  <a:cubicBezTo>
                    <a:pt x="2420" y="59162"/>
                    <a:pt x="2634" y="59304"/>
                    <a:pt x="2837" y="59304"/>
                  </a:cubicBezTo>
                  <a:cubicBezTo>
                    <a:pt x="3034" y="59304"/>
                    <a:pt x="3220" y="59171"/>
                    <a:pt x="3237" y="58891"/>
                  </a:cubicBezTo>
                  <a:cubicBezTo>
                    <a:pt x="4037" y="47683"/>
                    <a:pt x="6639" y="36642"/>
                    <a:pt x="12343" y="26902"/>
                  </a:cubicBezTo>
                  <a:cubicBezTo>
                    <a:pt x="15145" y="22032"/>
                    <a:pt x="18848" y="18029"/>
                    <a:pt x="22450" y="13759"/>
                  </a:cubicBezTo>
                  <a:cubicBezTo>
                    <a:pt x="25620" y="10099"/>
                    <a:pt x="28021" y="5703"/>
                    <a:pt x="27020" y="759"/>
                  </a:cubicBezTo>
                  <a:lnTo>
                    <a:pt x="27020" y="759"/>
                  </a:lnTo>
                  <a:cubicBezTo>
                    <a:pt x="27021" y="712"/>
                    <a:pt x="27020" y="664"/>
                    <a:pt x="27020" y="616"/>
                  </a:cubicBezTo>
                  <a:lnTo>
                    <a:pt x="27020" y="616"/>
                  </a:lnTo>
                  <a:cubicBezTo>
                    <a:pt x="27011" y="618"/>
                    <a:pt x="27001" y="619"/>
                    <a:pt x="26992" y="621"/>
                  </a:cubicBezTo>
                  <a:lnTo>
                    <a:pt x="26992" y="621"/>
                  </a:lnTo>
                  <a:cubicBezTo>
                    <a:pt x="26979" y="564"/>
                    <a:pt x="26967" y="507"/>
                    <a:pt x="26953" y="450"/>
                  </a:cubicBezTo>
                  <a:cubicBezTo>
                    <a:pt x="26880" y="140"/>
                    <a:pt x="26624" y="0"/>
                    <a:pt x="26365" y="0"/>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2"/>
            <p:cNvSpPr/>
            <p:nvPr/>
          </p:nvSpPr>
          <p:spPr>
            <a:xfrm>
              <a:off x="385475" y="4777675"/>
              <a:ext cx="25" cy="20875"/>
            </a:xfrm>
            <a:custGeom>
              <a:avLst/>
              <a:gdLst/>
              <a:ahLst/>
              <a:cxnLst/>
              <a:rect l="l" t="t" r="r" b="b"/>
              <a:pathLst>
                <a:path w="1" h="835" extrusionOk="0">
                  <a:moveTo>
                    <a:pt x="1" y="0"/>
                  </a:moveTo>
                  <a:lnTo>
                    <a:pt x="1" y="834"/>
                  </a:lnTo>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2"/>
            <p:cNvSpPr/>
            <p:nvPr/>
          </p:nvSpPr>
          <p:spPr>
            <a:xfrm>
              <a:off x="383800" y="4776425"/>
              <a:ext cx="1700" cy="22750"/>
            </a:xfrm>
            <a:custGeom>
              <a:avLst/>
              <a:gdLst/>
              <a:ahLst/>
              <a:cxnLst/>
              <a:rect l="l" t="t" r="r" b="b"/>
              <a:pathLst>
                <a:path w="68" h="910" extrusionOk="0">
                  <a:moveTo>
                    <a:pt x="26" y="0"/>
                  </a:moveTo>
                  <a:cubicBezTo>
                    <a:pt x="18" y="0"/>
                    <a:pt x="1" y="17"/>
                    <a:pt x="1" y="50"/>
                  </a:cubicBezTo>
                  <a:cubicBezTo>
                    <a:pt x="34" y="17"/>
                    <a:pt x="34" y="0"/>
                    <a:pt x="26" y="0"/>
                  </a:cubicBezTo>
                  <a:close/>
                  <a:moveTo>
                    <a:pt x="1" y="50"/>
                  </a:moveTo>
                  <a:lnTo>
                    <a:pt x="1" y="884"/>
                  </a:lnTo>
                  <a:cubicBezTo>
                    <a:pt x="1" y="901"/>
                    <a:pt x="18" y="909"/>
                    <a:pt x="34" y="909"/>
                  </a:cubicBezTo>
                  <a:cubicBezTo>
                    <a:pt x="51" y="909"/>
                    <a:pt x="68" y="901"/>
                    <a:pt x="68" y="884"/>
                  </a:cubicBezTo>
                  <a:cubicBezTo>
                    <a:pt x="68" y="584"/>
                    <a:pt x="68" y="317"/>
                    <a:pt x="1" y="5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2"/>
            <p:cNvSpPr/>
            <p:nvPr/>
          </p:nvSpPr>
          <p:spPr>
            <a:xfrm>
              <a:off x="11050" y="17700"/>
              <a:ext cx="225575" cy="5542175"/>
            </a:xfrm>
            <a:custGeom>
              <a:avLst/>
              <a:gdLst/>
              <a:ahLst/>
              <a:cxnLst/>
              <a:rect l="l" t="t" r="r" b="b"/>
              <a:pathLst>
                <a:path w="9023" h="221687" extrusionOk="0">
                  <a:moveTo>
                    <a:pt x="8831" y="0"/>
                  </a:moveTo>
                  <a:cubicBezTo>
                    <a:pt x="8723" y="0"/>
                    <a:pt x="8606" y="59"/>
                    <a:pt x="8606" y="163"/>
                  </a:cubicBezTo>
                  <a:cubicBezTo>
                    <a:pt x="6838" y="15074"/>
                    <a:pt x="5504" y="30018"/>
                    <a:pt x="4036" y="44995"/>
                  </a:cubicBezTo>
                  <a:cubicBezTo>
                    <a:pt x="3269" y="52567"/>
                    <a:pt x="2535" y="60206"/>
                    <a:pt x="1735" y="67811"/>
                  </a:cubicBezTo>
                  <a:cubicBezTo>
                    <a:pt x="1034" y="75083"/>
                    <a:pt x="234" y="82355"/>
                    <a:pt x="167" y="89694"/>
                  </a:cubicBezTo>
                  <a:cubicBezTo>
                    <a:pt x="0" y="104104"/>
                    <a:pt x="2002" y="118448"/>
                    <a:pt x="3503" y="132791"/>
                  </a:cubicBezTo>
                  <a:cubicBezTo>
                    <a:pt x="5004" y="147235"/>
                    <a:pt x="5504" y="161412"/>
                    <a:pt x="4203" y="175822"/>
                  </a:cubicBezTo>
                  <a:cubicBezTo>
                    <a:pt x="2869" y="190966"/>
                    <a:pt x="901" y="206544"/>
                    <a:pt x="5871" y="221288"/>
                  </a:cubicBezTo>
                  <a:cubicBezTo>
                    <a:pt x="5964" y="221566"/>
                    <a:pt x="6199" y="221687"/>
                    <a:pt x="6434" y="221687"/>
                  </a:cubicBezTo>
                  <a:cubicBezTo>
                    <a:pt x="6790" y="221687"/>
                    <a:pt x="7146" y="221410"/>
                    <a:pt x="7005" y="220988"/>
                  </a:cubicBezTo>
                  <a:cubicBezTo>
                    <a:pt x="2369" y="207678"/>
                    <a:pt x="3503" y="193468"/>
                    <a:pt x="4737" y="179692"/>
                  </a:cubicBezTo>
                  <a:cubicBezTo>
                    <a:pt x="5371" y="172753"/>
                    <a:pt x="6005" y="165782"/>
                    <a:pt x="6005" y="158777"/>
                  </a:cubicBezTo>
                  <a:cubicBezTo>
                    <a:pt x="6005" y="151671"/>
                    <a:pt x="5504" y="144633"/>
                    <a:pt x="4837" y="137595"/>
                  </a:cubicBezTo>
                  <a:cubicBezTo>
                    <a:pt x="3436" y="123251"/>
                    <a:pt x="1335" y="108908"/>
                    <a:pt x="1034" y="94464"/>
                  </a:cubicBezTo>
                  <a:cubicBezTo>
                    <a:pt x="734" y="79887"/>
                    <a:pt x="2769" y="65276"/>
                    <a:pt x="4203" y="50766"/>
                  </a:cubicBezTo>
                  <a:cubicBezTo>
                    <a:pt x="5838" y="33921"/>
                    <a:pt x="7706" y="17042"/>
                    <a:pt x="9007" y="163"/>
                  </a:cubicBezTo>
                  <a:cubicBezTo>
                    <a:pt x="9023" y="51"/>
                    <a:pt x="8931" y="0"/>
                    <a:pt x="8831"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2"/>
            <p:cNvSpPr/>
            <p:nvPr/>
          </p:nvSpPr>
          <p:spPr>
            <a:xfrm>
              <a:off x="370775" y="-31075"/>
              <a:ext cx="275750" cy="5398975"/>
            </a:xfrm>
            <a:custGeom>
              <a:avLst/>
              <a:gdLst/>
              <a:ahLst/>
              <a:cxnLst/>
              <a:rect l="l" t="t" r="r" b="b"/>
              <a:pathLst>
                <a:path w="11030" h="215959" extrusionOk="0">
                  <a:moveTo>
                    <a:pt x="292" y="0"/>
                  </a:moveTo>
                  <a:cubicBezTo>
                    <a:pt x="145" y="0"/>
                    <a:pt x="0" y="125"/>
                    <a:pt x="88" y="279"/>
                  </a:cubicBezTo>
                  <a:cubicBezTo>
                    <a:pt x="2457" y="6584"/>
                    <a:pt x="3991" y="12788"/>
                    <a:pt x="4458" y="19560"/>
                  </a:cubicBezTo>
                  <a:cubicBezTo>
                    <a:pt x="4925" y="25964"/>
                    <a:pt x="4658" y="32436"/>
                    <a:pt x="4458" y="38840"/>
                  </a:cubicBezTo>
                  <a:cubicBezTo>
                    <a:pt x="4258" y="45345"/>
                    <a:pt x="4125" y="51816"/>
                    <a:pt x="4758" y="58288"/>
                  </a:cubicBezTo>
                  <a:cubicBezTo>
                    <a:pt x="5425" y="65126"/>
                    <a:pt x="7260" y="71764"/>
                    <a:pt x="8461" y="78502"/>
                  </a:cubicBezTo>
                  <a:cubicBezTo>
                    <a:pt x="11029" y="92979"/>
                    <a:pt x="9095" y="108123"/>
                    <a:pt x="7961" y="122634"/>
                  </a:cubicBezTo>
                  <a:cubicBezTo>
                    <a:pt x="6826" y="137077"/>
                    <a:pt x="5492" y="151554"/>
                    <a:pt x="4458" y="166031"/>
                  </a:cubicBezTo>
                  <a:cubicBezTo>
                    <a:pt x="3291" y="182543"/>
                    <a:pt x="2457" y="199088"/>
                    <a:pt x="3124" y="215634"/>
                  </a:cubicBezTo>
                  <a:cubicBezTo>
                    <a:pt x="3140" y="215850"/>
                    <a:pt x="3307" y="215959"/>
                    <a:pt x="3470" y="215959"/>
                  </a:cubicBezTo>
                  <a:cubicBezTo>
                    <a:pt x="3632" y="215959"/>
                    <a:pt x="3791" y="215850"/>
                    <a:pt x="3791" y="215634"/>
                  </a:cubicBezTo>
                  <a:cubicBezTo>
                    <a:pt x="3291" y="186046"/>
                    <a:pt x="6126" y="156591"/>
                    <a:pt x="8461" y="127103"/>
                  </a:cubicBezTo>
                  <a:cubicBezTo>
                    <a:pt x="9028" y="119732"/>
                    <a:pt x="9595" y="112360"/>
                    <a:pt x="9995" y="104988"/>
                  </a:cubicBezTo>
                  <a:cubicBezTo>
                    <a:pt x="10429" y="97682"/>
                    <a:pt x="10796" y="90377"/>
                    <a:pt x="9929" y="83072"/>
                  </a:cubicBezTo>
                  <a:cubicBezTo>
                    <a:pt x="9095" y="76200"/>
                    <a:pt x="7160" y="69496"/>
                    <a:pt x="6093" y="62657"/>
                  </a:cubicBezTo>
                  <a:cubicBezTo>
                    <a:pt x="4992" y="55852"/>
                    <a:pt x="4958" y="48981"/>
                    <a:pt x="5125" y="42143"/>
                  </a:cubicBezTo>
                  <a:cubicBezTo>
                    <a:pt x="5425" y="28500"/>
                    <a:pt x="7160" y="12722"/>
                    <a:pt x="489" y="113"/>
                  </a:cubicBezTo>
                  <a:cubicBezTo>
                    <a:pt x="443" y="33"/>
                    <a:pt x="367" y="0"/>
                    <a:pt x="292"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2"/>
            <p:cNvSpPr/>
            <p:nvPr/>
          </p:nvSpPr>
          <p:spPr>
            <a:xfrm>
              <a:off x="225000" y="40725"/>
              <a:ext cx="176350" cy="2046150"/>
            </a:xfrm>
            <a:custGeom>
              <a:avLst/>
              <a:gdLst/>
              <a:ahLst/>
              <a:cxnLst/>
              <a:rect l="l" t="t" r="r" b="b"/>
              <a:pathLst>
                <a:path w="7054" h="81846" extrusionOk="0">
                  <a:moveTo>
                    <a:pt x="2931" y="0"/>
                  </a:moveTo>
                  <a:cubicBezTo>
                    <a:pt x="2841" y="0"/>
                    <a:pt x="2742" y="86"/>
                    <a:pt x="2784" y="209"/>
                  </a:cubicBezTo>
                  <a:cubicBezTo>
                    <a:pt x="4852" y="15687"/>
                    <a:pt x="2684" y="31132"/>
                    <a:pt x="1216" y="46509"/>
                  </a:cubicBezTo>
                  <a:cubicBezTo>
                    <a:pt x="515" y="53981"/>
                    <a:pt x="15" y="61487"/>
                    <a:pt x="349" y="68992"/>
                  </a:cubicBezTo>
                  <a:cubicBezTo>
                    <a:pt x="480" y="71937"/>
                    <a:pt x="1" y="81846"/>
                    <a:pt x="4893" y="81846"/>
                  </a:cubicBezTo>
                  <a:cubicBezTo>
                    <a:pt x="4989" y="81846"/>
                    <a:pt x="5086" y="81842"/>
                    <a:pt x="5185" y="81834"/>
                  </a:cubicBezTo>
                  <a:cubicBezTo>
                    <a:pt x="5386" y="81834"/>
                    <a:pt x="5552" y="81734"/>
                    <a:pt x="5619" y="81501"/>
                  </a:cubicBezTo>
                  <a:cubicBezTo>
                    <a:pt x="6386" y="79066"/>
                    <a:pt x="7053" y="75997"/>
                    <a:pt x="6320" y="73462"/>
                  </a:cubicBezTo>
                  <a:cubicBezTo>
                    <a:pt x="6259" y="73295"/>
                    <a:pt x="6122" y="73218"/>
                    <a:pt x="5988" y="73218"/>
                  </a:cubicBezTo>
                  <a:cubicBezTo>
                    <a:pt x="5828" y="73218"/>
                    <a:pt x="5671" y="73329"/>
                    <a:pt x="5652" y="73529"/>
                  </a:cubicBezTo>
                  <a:cubicBezTo>
                    <a:pt x="5452" y="75663"/>
                    <a:pt x="5719" y="77798"/>
                    <a:pt x="5152" y="79866"/>
                  </a:cubicBezTo>
                  <a:cubicBezTo>
                    <a:pt x="4960" y="80507"/>
                    <a:pt x="4891" y="81011"/>
                    <a:pt x="4507" y="81011"/>
                  </a:cubicBezTo>
                  <a:cubicBezTo>
                    <a:pt x="4292" y="81011"/>
                    <a:pt x="3977" y="80851"/>
                    <a:pt x="3484" y="80467"/>
                  </a:cubicBezTo>
                  <a:cubicBezTo>
                    <a:pt x="2817" y="79933"/>
                    <a:pt x="2383" y="78866"/>
                    <a:pt x="2150" y="78098"/>
                  </a:cubicBezTo>
                  <a:cubicBezTo>
                    <a:pt x="1149" y="74796"/>
                    <a:pt x="1183" y="70860"/>
                    <a:pt x="1116" y="67458"/>
                  </a:cubicBezTo>
                  <a:cubicBezTo>
                    <a:pt x="849" y="59819"/>
                    <a:pt x="1483" y="52180"/>
                    <a:pt x="2183" y="44608"/>
                  </a:cubicBezTo>
                  <a:cubicBezTo>
                    <a:pt x="3618" y="29797"/>
                    <a:pt x="5686" y="14887"/>
                    <a:pt x="3051" y="109"/>
                  </a:cubicBezTo>
                  <a:cubicBezTo>
                    <a:pt x="3038" y="33"/>
                    <a:pt x="2986" y="0"/>
                    <a:pt x="2931"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2"/>
            <p:cNvSpPr/>
            <p:nvPr/>
          </p:nvSpPr>
          <p:spPr>
            <a:xfrm>
              <a:off x="416675" y="1790825"/>
              <a:ext cx="115600" cy="1058750"/>
            </a:xfrm>
            <a:custGeom>
              <a:avLst/>
              <a:gdLst/>
              <a:ahLst/>
              <a:cxnLst/>
              <a:rect l="l" t="t" r="r" b="b"/>
              <a:pathLst>
                <a:path w="4624" h="42350" extrusionOk="0">
                  <a:moveTo>
                    <a:pt x="392" y="0"/>
                  </a:moveTo>
                  <a:cubicBezTo>
                    <a:pt x="180" y="0"/>
                    <a:pt x="0" y="277"/>
                    <a:pt x="154" y="456"/>
                  </a:cubicBezTo>
                  <a:cubicBezTo>
                    <a:pt x="4257" y="5759"/>
                    <a:pt x="3589" y="13165"/>
                    <a:pt x="3323" y="19503"/>
                  </a:cubicBezTo>
                  <a:cubicBezTo>
                    <a:pt x="3022" y="26975"/>
                    <a:pt x="2322" y="34347"/>
                    <a:pt x="1254" y="41752"/>
                  </a:cubicBezTo>
                  <a:cubicBezTo>
                    <a:pt x="1195" y="42110"/>
                    <a:pt x="1515" y="42350"/>
                    <a:pt x="1798" y="42350"/>
                  </a:cubicBezTo>
                  <a:cubicBezTo>
                    <a:pt x="1988" y="42350"/>
                    <a:pt x="2162" y="42241"/>
                    <a:pt x="2188" y="41985"/>
                  </a:cubicBezTo>
                  <a:cubicBezTo>
                    <a:pt x="3323" y="33980"/>
                    <a:pt x="4023" y="25941"/>
                    <a:pt x="4257" y="17835"/>
                  </a:cubicBezTo>
                  <a:cubicBezTo>
                    <a:pt x="4423" y="11764"/>
                    <a:pt x="4624" y="5092"/>
                    <a:pt x="587" y="89"/>
                  </a:cubicBezTo>
                  <a:cubicBezTo>
                    <a:pt x="525" y="26"/>
                    <a:pt x="457" y="0"/>
                    <a:pt x="392"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2"/>
            <p:cNvSpPr/>
            <p:nvPr/>
          </p:nvSpPr>
          <p:spPr>
            <a:xfrm>
              <a:off x="418825" y="2951350"/>
              <a:ext cx="97500" cy="331700"/>
            </a:xfrm>
            <a:custGeom>
              <a:avLst/>
              <a:gdLst/>
              <a:ahLst/>
              <a:cxnLst/>
              <a:rect l="l" t="t" r="r" b="b"/>
              <a:pathLst>
                <a:path w="3900" h="13268" extrusionOk="0">
                  <a:moveTo>
                    <a:pt x="2236" y="1"/>
                  </a:moveTo>
                  <a:lnTo>
                    <a:pt x="2236" y="1"/>
                  </a:lnTo>
                  <a:cubicBezTo>
                    <a:pt x="2236" y="34"/>
                    <a:pt x="2169" y="1"/>
                    <a:pt x="2102" y="68"/>
                  </a:cubicBezTo>
                  <a:cubicBezTo>
                    <a:pt x="1602" y="2603"/>
                    <a:pt x="1402" y="5238"/>
                    <a:pt x="1102" y="7840"/>
                  </a:cubicBezTo>
                  <a:cubicBezTo>
                    <a:pt x="1002" y="8941"/>
                    <a:pt x="1" y="12010"/>
                    <a:pt x="1068" y="12877"/>
                  </a:cubicBezTo>
                  <a:cubicBezTo>
                    <a:pt x="1385" y="13147"/>
                    <a:pt x="1666" y="13268"/>
                    <a:pt x="1915" y="13268"/>
                  </a:cubicBezTo>
                  <a:cubicBezTo>
                    <a:pt x="3851" y="13268"/>
                    <a:pt x="3900" y="6029"/>
                    <a:pt x="3870" y="5438"/>
                  </a:cubicBezTo>
                  <a:cubicBezTo>
                    <a:pt x="3870" y="5286"/>
                    <a:pt x="3718" y="5188"/>
                    <a:pt x="3575" y="5188"/>
                  </a:cubicBezTo>
                  <a:cubicBezTo>
                    <a:pt x="3467" y="5188"/>
                    <a:pt x="3365" y="5243"/>
                    <a:pt x="3337" y="5371"/>
                  </a:cubicBezTo>
                  <a:cubicBezTo>
                    <a:pt x="3036" y="6672"/>
                    <a:pt x="2970" y="8007"/>
                    <a:pt x="2870" y="9274"/>
                  </a:cubicBezTo>
                  <a:cubicBezTo>
                    <a:pt x="2770" y="10175"/>
                    <a:pt x="3003" y="10709"/>
                    <a:pt x="2069" y="11109"/>
                  </a:cubicBezTo>
                  <a:cubicBezTo>
                    <a:pt x="1874" y="11206"/>
                    <a:pt x="1729" y="11249"/>
                    <a:pt x="1622" y="11249"/>
                  </a:cubicBezTo>
                  <a:cubicBezTo>
                    <a:pt x="1069" y="11249"/>
                    <a:pt x="1546" y="10101"/>
                    <a:pt x="1602" y="9374"/>
                  </a:cubicBezTo>
                  <a:cubicBezTo>
                    <a:pt x="1869" y="6239"/>
                    <a:pt x="2236" y="3103"/>
                    <a:pt x="2236"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2"/>
            <p:cNvSpPr/>
            <p:nvPr/>
          </p:nvSpPr>
          <p:spPr>
            <a:xfrm>
              <a:off x="302925" y="3451725"/>
              <a:ext cx="159725" cy="2006600"/>
            </a:xfrm>
            <a:custGeom>
              <a:avLst/>
              <a:gdLst/>
              <a:ahLst/>
              <a:cxnLst/>
              <a:rect l="l" t="t" r="r" b="b"/>
              <a:pathLst>
                <a:path w="6389" h="80264" extrusionOk="0">
                  <a:moveTo>
                    <a:pt x="6209" y="0"/>
                  </a:moveTo>
                  <a:cubicBezTo>
                    <a:pt x="6113" y="0"/>
                    <a:pt x="6005" y="67"/>
                    <a:pt x="5971" y="200"/>
                  </a:cubicBezTo>
                  <a:cubicBezTo>
                    <a:pt x="4704" y="3369"/>
                    <a:pt x="4237" y="7105"/>
                    <a:pt x="3670" y="10508"/>
                  </a:cubicBezTo>
                  <a:cubicBezTo>
                    <a:pt x="3069" y="13743"/>
                    <a:pt x="2636" y="17012"/>
                    <a:pt x="2202" y="20248"/>
                  </a:cubicBezTo>
                  <a:cubicBezTo>
                    <a:pt x="1268" y="27220"/>
                    <a:pt x="701" y="34258"/>
                    <a:pt x="367" y="41263"/>
                  </a:cubicBezTo>
                  <a:cubicBezTo>
                    <a:pt x="67" y="48201"/>
                    <a:pt x="0" y="55140"/>
                    <a:pt x="401" y="62045"/>
                  </a:cubicBezTo>
                  <a:cubicBezTo>
                    <a:pt x="768" y="68116"/>
                    <a:pt x="1401" y="74620"/>
                    <a:pt x="4037" y="80158"/>
                  </a:cubicBezTo>
                  <a:cubicBezTo>
                    <a:pt x="4085" y="80230"/>
                    <a:pt x="4160" y="80263"/>
                    <a:pt x="4230" y="80263"/>
                  </a:cubicBezTo>
                  <a:cubicBezTo>
                    <a:pt x="4355" y="80263"/>
                    <a:pt x="4467" y="80161"/>
                    <a:pt x="4403" y="79991"/>
                  </a:cubicBezTo>
                  <a:cubicBezTo>
                    <a:pt x="2736" y="73486"/>
                    <a:pt x="1535" y="67182"/>
                    <a:pt x="1235" y="60477"/>
                  </a:cubicBezTo>
                  <a:cubicBezTo>
                    <a:pt x="934" y="53805"/>
                    <a:pt x="1034" y="47101"/>
                    <a:pt x="1368" y="40429"/>
                  </a:cubicBezTo>
                  <a:cubicBezTo>
                    <a:pt x="1702" y="33658"/>
                    <a:pt x="2269" y="26920"/>
                    <a:pt x="3169" y="20215"/>
                  </a:cubicBezTo>
                  <a:cubicBezTo>
                    <a:pt x="3603" y="16746"/>
                    <a:pt x="4170" y="13310"/>
                    <a:pt x="4737" y="9907"/>
                  </a:cubicBezTo>
                  <a:cubicBezTo>
                    <a:pt x="5271" y="6738"/>
                    <a:pt x="6238" y="3403"/>
                    <a:pt x="6372" y="200"/>
                  </a:cubicBezTo>
                  <a:cubicBezTo>
                    <a:pt x="6388" y="67"/>
                    <a:pt x="6305" y="0"/>
                    <a:pt x="6209"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2"/>
            <p:cNvSpPr/>
            <p:nvPr/>
          </p:nvSpPr>
          <p:spPr>
            <a:xfrm>
              <a:off x="521400" y="4665925"/>
              <a:ext cx="33400" cy="384050"/>
            </a:xfrm>
            <a:custGeom>
              <a:avLst/>
              <a:gdLst/>
              <a:ahLst/>
              <a:cxnLst/>
              <a:rect l="l" t="t" r="r" b="b"/>
              <a:pathLst>
                <a:path w="1336" h="15362" extrusionOk="0">
                  <a:moveTo>
                    <a:pt x="409" y="0"/>
                  </a:moveTo>
                  <a:cubicBezTo>
                    <a:pt x="268" y="0"/>
                    <a:pt x="134" y="100"/>
                    <a:pt x="134" y="301"/>
                  </a:cubicBezTo>
                  <a:cubicBezTo>
                    <a:pt x="1" y="5237"/>
                    <a:pt x="601" y="10374"/>
                    <a:pt x="1168" y="15311"/>
                  </a:cubicBezTo>
                  <a:cubicBezTo>
                    <a:pt x="1152" y="15345"/>
                    <a:pt x="1185" y="15361"/>
                    <a:pt x="1223" y="15361"/>
                  </a:cubicBezTo>
                  <a:cubicBezTo>
                    <a:pt x="1260" y="15361"/>
                    <a:pt x="1302" y="15345"/>
                    <a:pt x="1302" y="15311"/>
                  </a:cubicBezTo>
                  <a:cubicBezTo>
                    <a:pt x="1335" y="10374"/>
                    <a:pt x="1335" y="5171"/>
                    <a:pt x="735" y="301"/>
                  </a:cubicBezTo>
                  <a:cubicBezTo>
                    <a:pt x="701" y="100"/>
                    <a:pt x="551" y="0"/>
                    <a:pt x="409"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2"/>
            <p:cNvSpPr/>
            <p:nvPr/>
          </p:nvSpPr>
          <p:spPr>
            <a:xfrm>
              <a:off x="560600" y="1115050"/>
              <a:ext cx="64000" cy="88050"/>
            </a:xfrm>
            <a:custGeom>
              <a:avLst/>
              <a:gdLst/>
              <a:ahLst/>
              <a:cxnLst/>
              <a:rect l="l" t="t" r="r" b="b"/>
              <a:pathLst>
                <a:path w="2560" h="3522" extrusionOk="0">
                  <a:moveTo>
                    <a:pt x="768" y="0"/>
                  </a:moveTo>
                  <a:cubicBezTo>
                    <a:pt x="301" y="801"/>
                    <a:pt x="1" y="2402"/>
                    <a:pt x="701" y="3169"/>
                  </a:cubicBezTo>
                  <a:cubicBezTo>
                    <a:pt x="873" y="3391"/>
                    <a:pt x="1154" y="3521"/>
                    <a:pt x="1437" y="3521"/>
                  </a:cubicBezTo>
                  <a:cubicBezTo>
                    <a:pt x="1538" y="3521"/>
                    <a:pt x="1639" y="3505"/>
                    <a:pt x="1735" y="3469"/>
                  </a:cubicBezTo>
                  <a:cubicBezTo>
                    <a:pt x="2236" y="3303"/>
                    <a:pt x="2436" y="2902"/>
                    <a:pt x="2536" y="2402"/>
                  </a:cubicBezTo>
                  <a:cubicBezTo>
                    <a:pt x="2560" y="2281"/>
                    <a:pt x="2479" y="2195"/>
                    <a:pt x="2382" y="2195"/>
                  </a:cubicBezTo>
                  <a:cubicBezTo>
                    <a:pt x="2345" y="2195"/>
                    <a:pt x="2306" y="2208"/>
                    <a:pt x="2269" y="2235"/>
                  </a:cubicBezTo>
                  <a:cubicBezTo>
                    <a:pt x="2102" y="2402"/>
                    <a:pt x="1869" y="2636"/>
                    <a:pt x="1602" y="2769"/>
                  </a:cubicBezTo>
                  <a:cubicBezTo>
                    <a:pt x="1544" y="2793"/>
                    <a:pt x="1491" y="2804"/>
                    <a:pt x="1443" y="2804"/>
                  </a:cubicBezTo>
                  <a:cubicBezTo>
                    <a:pt x="1155" y="2804"/>
                    <a:pt x="1020" y="2421"/>
                    <a:pt x="935" y="2135"/>
                  </a:cubicBezTo>
                  <a:cubicBezTo>
                    <a:pt x="768" y="1468"/>
                    <a:pt x="901" y="734"/>
                    <a:pt x="768"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2"/>
            <p:cNvSpPr/>
            <p:nvPr/>
          </p:nvSpPr>
          <p:spPr>
            <a:xfrm>
              <a:off x="610650" y="1009125"/>
              <a:ext cx="76725" cy="182675"/>
            </a:xfrm>
            <a:custGeom>
              <a:avLst/>
              <a:gdLst/>
              <a:ahLst/>
              <a:cxnLst/>
              <a:rect l="l" t="t" r="r" b="b"/>
              <a:pathLst>
                <a:path w="3069" h="7307" extrusionOk="0">
                  <a:moveTo>
                    <a:pt x="1836" y="0"/>
                  </a:moveTo>
                  <a:cubicBezTo>
                    <a:pt x="1750" y="0"/>
                    <a:pt x="1661" y="11"/>
                    <a:pt x="1568" y="34"/>
                  </a:cubicBezTo>
                  <a:cubicBezTo>
                    <a:pt x="734" y="234"/>
                    <a:pt x="400" y="1302"/>
                    <a:pt x="367" y="2036"/>
                  </a:cubicBezTo>
                  <a:cubicBezTo>
                    <a:pt x="367" y="2149"/>
                    <a:pt x="459" y="2216"/>
                    <a:pt x="560" y="2216"/>
                  </a:cubicBezTo>
                  <a:cubicBezTo>
                    <a:pt x="608" y="2216"/>
                    <a:pt x="658" y="2201"/>
                    <a:pt x="701" y="2169"/>
                  </a:cubicBezTo>
                  <a:cubicBezTo>
                    <a:pt x="834" y="2036"/>
                    <a:pt x="934" y="1902"/>
                    <a:pt x="1034" y="1769"/>
                  </a:cubicBezTo>
                  <a:cubicBezTo>
                    <a:pt x="1305" y="1362"/>
                    <a:pt x="1135" y="1131"/>
                    <a:pt x="1440" y="1131"/>
                  </a:cubicBezTo>
                  <a:cubicBezTo>
                    <a:pt x="1509" y="1131"/>
                    <a:pt x="1604" y="1144"/>
                    <a:pt x="1735" y="1168"/>
                  </a:cubicBezTo>
                  <a:cubicBezTo>
                    <a:pt x="2435" y="1269"/>
                    <a:pt x="2102" y="1702"/>
                    <a:pt x="2002" y="2203"/>
                  </a:cubicBezTo>
                  <a:cubicBezTo>
                    <a:pt x="1901" y="2569"/>
                    <a:pt x="1768" y="2936"/>
                    <a:pt x="1668" y="3270"/>
                  </a:cubicBezTo>
                  <a:cubicBezTo>
                    <a:pt x="1234" y="4671"/>
                    <a:pt x="234" y="5872"/>
                    <a:pt x="0" y="7306"/>
                  </a:cubicBezTo>
                  <a:cubicBezTo>
                    <a:pt x="1034" y="6672"/>
                    <a:pt x="1568" y="5338"/>
                    <a:pt x="2035" y="4204"/>
                  </a:cubicBezTo>
                  <a:cubicBezTo>
                    <a:pt x="2402" y="3303"/>
                    <a:pt x="3069" y="1902"/>
                    <a:pt x="2835" y="902"/>
                  </a:cubicBezTo>
                  <a:cubicBezTo>
                    <a:pt x="2721" y="414"/>
                    <a:pt x="2359" y="0"/>
                    <a:pt x="1836"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2"/>
            <p:cNvSpPr/>
            <p:nvPr/>
          </p:nvSpPr>
          <p:spPr>
            <a:xfrm>
              <a:off x="703200" y="653000"/>
              <a:ext cx="243125" cy="313625"/>
            </a:xfrm>
            <a:custGeom>
              <a:avLst/>
              <a:gdLst/>
              <a:ahLst/>
              <a:cxnLst/>
              <a:rect l="l" t="t" r="r" b="b"/>
              <a:pathLst>
                <a:path w="9725" h="12545" extrusionOk="0">
                  <a:moveTo>
                    <a:pt x="9597" y="1"/>
                  </a:moveTo>
                  <a:cubicBezTo>
                    <a:pt x="9571" y="1"/>
                    <a:pt x="9540" y="11"/>
                    <a:pt x="9508" y="36"/>
                  </a:cubicBezTo>
                  <a:cubicBezTo>
                    <a:pt x="7006" y="2037"/>
                    <a:pt x="4871" y="4372"/>
                    <a:pt x="2869" y="6874"/>
                  </a:cubicBezTo>
                  <a:cubicBezTo>
                    <a:pt x="1535" y="8542"/>
                    <a:pt x="67" y="10276"/>
                    <a:pt x="1" y="12545"/>
                  </a:cubicBezTo>
                  <a:cubicBezTo>
                    <a:pt x="1902" y="7741"/>
                    <a:pt x="6305" y="3972"/>
                    <a:pt x="9674" y="203"/>
                  </a:cubicBezTo>
                  <a:cubicBezTo>
                    <a:pt x="9725" y="102"/>
                    <a:pt x="9680" y="1"/>
                    <a:pt x="9597"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2"/>
            <p:cNvSpPr/>
            <p:nvPr/>
          </p:nvSpPr>
          <p:spPr>
            <a:xfrm>
              <a:off x="761800" y="363675"/>
              <a:ext cx="383425" cy="466850"/>
            </a:xfrm>
            <a:custGeom>
              <a:avLst/>
              <a:gdLst/>
              <a:ahLst/>
              <a:cxnLst/>
              <a:rect l="l" t="t" r="r" b="b"/>
              <a:pathLst>
                <a:path w="15337" h="18674" extrusionOk="0">
                  <a:moveTo>
                    <a:pt x="14669" y="0"/>
                  </a:moveTo>
                  <a:cubicBezTo>
                    <a:pt x="13735" y="2035"/>
                    <a:pt x="13235" y="3770"/>
                    <a:pt x="11667" y="5471"/>
                  </a:cubicBezTo>
                  <a:cubicBezTo>
                    <a:pt x="10199" y="7039"/>
                    <a:pt x="8431" y="8306"/>
                    <a:pt x="6863" y="9774"/>
                  </a:cubicBezTo>
                  <a:cubicBezTo>
                    <a:pt x="4362" y="11976"/>
                    <a:pt x="1026" y="15211"/>
                    <a:pt x="25" y="18514"/>
                  </a:cubicBezTo>
                  <a:cubicBezTo>
                    <a:pt x="1" y="18611"/>
                    <a:pt x="83" y="18673"/>
                    <a:pt x="156" y="18673"/>
                  </a:cubicBezTo>
                  <a:cubicBezTo>
                    <a:pt x="182" y="18673"/>
                    <a:pt x="207" y="18665"/>
                    <a:pt x="225" y="18647"/>
                  </a:cubicBezTo>
                  <a:cubicBezTo>
                    <a:pt x="1793" y="16979"/>
                    <a:pt x="2860" y="14844"/>
                    <a:pt x="4362" y="13143"/>
                  </a:cubicBezTo>
                  <a:cubicBezTo>
                    <a:pt x="5829" y="11475"/>
                    <a:pt x="7497" y="10008"/>
                    <a:pt x="9198" y="8573"/>
                  </a:cubicBezTo>
                  <a:cubicBezTo>
                    <a:pt x="11500" y="6639"/>
                    <a:pt x="15336" y="3470"/>
                    <a:pt x="14669"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2"/>
            <p:cNvSpPr/>
            <p:nvPr/>
          </p:nvSpPr>
          <p:spPr>
            <a:xfrm>
              <a:off x="567275" y="872825"/>
              <a:ext cx="214525" cy="546825"/>
            </a:xfrm>
            <a:custGeom>
              <a:avLst/>
              <a:gdLst/>
              <a:ahLst/>
              <a:cxnLst/>
              <a:rect l="l" t="t" r="r" b="b"/>
              <a:pathLst>
                <a:path w="8581" h="21873" extrusionOk="0">
                  <a:moveTo>
                    <a:pt x="8558" y="1"/>
                  </a:moveTo>
                  <a:cubicBezTo>
                    <a:pt x="8547" y="1"/>
                    <a:pt x="8529" y="5"/>
                    <a:pt x="8507" y="16"/>
                  </a:cubicBezTo>
                  <a:cubicBezTo>
                    <a:pt x="8573" y="16"/>
                    <a:pt x="8581" y="1"/>
                    <a:pt x="8558" y="1"/>
                  </a:cubicBezTo>
                  <a:close/>
                  <a:moveTo>
                    <a:pt x="8507" y="16"/>
                  </a:moveTo>
                  <a:lnTo>
                    <a:pt x="8507" y="16"/>
                  </a:lnTo>
                  <a:cubicBezTo>
                    <a:pt x="5971" y="3652"/>
                    <a:pt x="4971" y="8088"/>
                    <a:pt x="2803" y="11858"/>
                  </a:cubicBezTo>
                  <a:cubicBezTo>
                    <a:pt x="1168" y="14693"/>
                    <a:pt x="1" y="18596"/>
                    <a:pt x="1001" y="21798"/>
                  </a:cubicBezTo>
                  <a:cubicBezTo>
                    <a:pt x="1028" y="21851"/>
                    <a:pt x="1071" y="21873"/>
                    <a:pt x="1114" y="21873"/>
                  </a:cubicBezTo>
                  <a:cubicBezTo>
                    <a:pt x="1180" y="21873"/>
                    <a:pt x="1248" y="21825"/>
                    <a:pt x="1268" y="21765"/>
                  </a:cubicBezTo>
                  <a:cubicBezTo>
                    <a:pt x="1335" y="19596"/>
                    <a:pt x="1168" y="17528"/>
                    <a:pt x="1835" y="15360"/>
                  </a:cubicBezTo>
                  <a:cubicBezTo>
                    <a:pt x="2469" y="13459"/>
                    <a:pt x="3570" y="11858"/>
                    <a:pt x="4570" y="10156"/>
                  </a:cubicBezTo>
                  <a:cubicBezTo>
                    <a:pt x="6238" y="7087"/>
                    <a:pt x="7473" y="3418"/>
                    <a:pt x="8507" y="16"/>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2"/>
            <p:cNvSpPr/>
            <p:nvPr/>
          </p:nvSpPr>
          <p:spPr>
            <a:xfrm>
              <a:off x="571450" y="1515325"/>
              <a:ext cx="132675" cy="521275"/>
            </a:xfrm>
            <a:custGeom>
              <a:avLst/>
              <a:gdLst/>
              <a:ahLst/>
              <a:cxnLst/>
              <a:rect l="l" t="t" r="r" b="b"/>
              <a:pathLst>
                <a:path w="5307" h="20851" extrusionOk="0">
                  <a:moveTo>
                    <a:pt x="0" y="1"/>
                  </a:moveTo>
                  <a:lnTo>
                    <a:pt x="0" y="1"/>
                  </a:lnTo>
                  <a:cubicBezTo>
                    <a:pt x="567" y="3303"/>
                    <a:pt x="1902" y="6572"/>
                    <a:pt x="2669" y="9808"/>
                  </a:cubicBezTo>
                  <a:cubicBezTo>
                    <a:pt x="3503" y="13310"/>
                    <a:pt x="4137" y="16913"/>
                    <a:pt x="4537" y="20482"/>
                  </a:cubicBezTo>
                  <a:cubicBezTo>
                    <a:pt x="4568" y="20732"/>
                    <a:pt x="4746" y="20851"/>
                    <a:pt x="4919" y="20851"/>
                  </a:cubicBezTo>
                  <a:cubicBezTo>
                    <a:pt x="5116" y="20851"/>
                    <a:pt x="5306" y="20699"/>
                    <a:pt x="5271" y="20415"/>
                  </a:cubicBezTo>
                  <a:cubicBezTo>
                    <a:pt x="4770" y="16779"/>
                    <a:pt x="4137" y="13177"/>
                    <a:pt x="3269" y="9641"/>
                  </a:cubicBezTo>
                  <a:cubicBezTo>
                    <a:pt x="2469" y="6472"/>
                    <a:pt x="1735" y="2903"/>
                    <a:pt x="0"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2"/>
            <p:cNvSpPr/>
            <p:nvPr/>
          </p:nvSpPr>
          <p:spPr>
            <a:xfrm>
              <a:off x="691525" y="2252850"/>
              <a:ext cx="29225" cy="140550"/>
            </a:xfrm>
            <a:custGeom>
              <a:avLst/>
              <a:gdLst/>
              <a:ahLst/>
              <a:cxnLst/>
              <a:rect l="l" t="t" r="r" b="b"/>
              <a:pathLst>
                <a:path w="1169" h="5622" extrusionOk="0">
                  <a:moveTo>
                    <a:pt x="898" y="1"/>
                  </a:moveTo>
                  <a:cubicBezTo>
                    <a:pt x="881" y="1"/>
                    <a:pt x="868" y="9"/>
                    <a:pt x="868" y="21"/>
                  </a:cubicBezTo>
                  <a:cubicBezTo>
                    <a:pt x="468" y="821"/>
                    <a:pt x="434" y="1822"/>
                    <a:pt x="268" y="2689"/>
                  </a:cubicBezTo>
                  <a:cubicBezTo>
                    <a:pt x="101" y="3623"/>
                    <a:pt x="1" y="4524"/>
                    <a:pt x="1" y="5491"/>
                  </a:cubicBezTo>
                  <a:cubicBezTo>
                    <a:pt x="1" y="5580"/>
                    <a:pt x="56" y="5621"/>
                    <a:pt x="119" y="5621"/>
                  </a:cubicBezTo>
                  <a:cubicBezTo>
                    <a:pt x="175" y="5621"/>
                    <a:pt x="236" y="5588"/>
                    <a:pt x="268" y="5525"/>
                  </a:cubicBezTo>
                  <a:cubicBezTo>
                    <a:pt x="534" y="4624"/>
                    <a:pt x="701" y="3690"/>
                    <a:pt x="835" y="2790"/>
                  </a:cubicBezTo>
                  <a:cubicBezTo>
                    <a:pt x="935" y="1922"/>
                    <a:pt x="1168" y="955"/>
                    <a:pt x="968" y="88"/>
                  </a:cubicBezTo>
                  <a:cubicBezTo>
                    <a:pt x="968" y="24"/>
                    <a:pt x="928" y="1"/>
                    <a:pt x="898"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2"/>
            <p:cNvSpPr/>
            <p:nvPr/>
          </p:nvSpPr>
          <p:spPr>
            <a:xfrm>
              <a:off x="792425" y="1689500"/>
              <a:ext cx="1592650" cy="321200"/>
            </a:xfrm>
            <a:custGeom>
              <a:avLst/>
              <a:gdLst/>
              <a:ahLst/>
              <a:cxnLst/>
              <a:rect l="l" t="t" r="r" b="b"/>
              <a:pathLst>
                <a:path w="63706" h="12848" extrusionOk="0">
                  <a:moveTo>
                    <a:pt x="63634" y="0"/>
                  </a:moveTo>
                  <a:cubicBezTo>
                    <a:pt x="63627" y="0"/>
                    <a:pt x="63620" y="2"/>
                    <a:pt x="63613" y="5"/>
                  </a:cubicBezTo>
                  <a:cubicBezTo>
                    <a:pt x="52972" y="3308"/>
                    <a:pt x="41797" y="3875"/>
                    <a:pt x="30823" y="5176"/>
                  </a:cubicBezTo>
                  <a:cubicBezTo>
                    <a:pt x="25586" y="5810"/>
                    <a:pt x="20349" y="6644"/>
                    <a:pt x="15212" y="7844"/>
                  </a:cubicBezTo>
                  <a:cubicBezTo>
                    <a:pt x="12543" y="8478"/>
                    <a:pt x="9941" y="9145"/>
                    <a:pt x="7306" y="9979"/>
                  </a:cubicBezTo>
                  <a:cubicBezTo>
                    <a:pt x="4904" y="10713"/>
                    <a:pt x="2136" y="11480"/>
                    <a:pt x="1" y="12848"/>
                  </a:cubicBezTo>
                  <a:cubicBezTo>
                    <a:pt x="2770" y="12448"/>
                    <a:pt x="5572" y="11314"/>
                    <a:pt x="8274" y="10513"/>
                  </a:cubicBezTo>
                  <a:cubicBezTo>
                    <a:pt x="10775" y="9812"/>
                    <a:pt x="13277" y="9145"/>
                    <a:pt x="15812" y="8545"/>
                  </a:cubicBezTo>
                  <a:cubicBezTo>
                    <a:pt x="21516" y="7277"/>
                    <a:pt x="27320" y="6443"/>
                    <a:pt x="33158" y="5776"/>
                  </a:cubicBezTo>
                  <a:cubicBezTo>
                    <a:pt x="43465" y="4642"/>
                    <a:pt x="53973" y="4208"/>
                    <a:pt x="63646" y="139"/>
                  </a:cubicBezTo>
                  <a:cubicBezTo>
                    <a:pt x="63706" y="109"/>
                    <a:pt x="63686" y="0"/>
                    <a:pt x="63634"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2"/>
            <p:cNvSpPr/>
            <p:nvPr/>
          </p:nvSpPr>
          <p:spPr>
            <a:xfrm>
              <a:off x="842475" y="1806325"/>
              <a:ext cx="1137275" cy="361700"/>
            </a:xfrm>
            <a:custGeom>
              <a:avLst/>
              <a:gdLst/>
              <a:ahLst/>
              <a:cxnLst/>
              <a:rect l="l" t="t" r="r" b="b"/>
              <a:pathLst>
                <a:path w="45491" h="14468" extrusionOk="0">
                  <a:moveTo>
                    <a:pt x="8473" y="8075"/>
                  </a:moveTo>
                  <a:cubicBezTo>
                    <a:pt x="8465" y="8080"/>
                    <a:pt x="8457" y="8085"/>
                    <a:pt x="8449" y="8090"/>
                  </a:cubicBezTo>
                  <a:lnTo>
                    <a:pt x="8449" y="8090"/>
                  </a:lnTo>
                  <a:cubicBezTo>
                    <a:pt x="8456" y="8094"/>
                    <a:pt x="8462" y="8099"/>
                    <a:pt x="8466" y="8099"/>
                  </a:cubicBezTo>
                  <a:cubicBezTo>
                    <a:pt x="8471" y="8099"/>
                    <a:pt x="8473" y="8093"/>
                    <a:pt x="8473" y="8075"/>
                  </a:cubicBezTo>
                  <a:close/>
                  <a:moveTo>
                    <a:pt x="45265" y="0"/>
                  </a:moveTo>
                  <a:cubicBezTo>
                    <a:pt x="45254" y="0"/>
                    <a:pt x="45244" y="1"/>
                    <a:pt x="45233" y="2"/>
                  </a:cubicBezTo>
                  <a:cubicBezTo>
                    <a:pt x="44428" y="57"/>
                    <a:pt x="43628" y="76"/>
                    <a:pt x="42830" y="76"/>
                  </a:cubicBezTo>
                  <a:cubicBezTo>
                    <a:pt x="41282" y="76"/>
                    <a:pt x="39744" y="7"/>
                    <a:pt x="38207" y="7"/>
                  </a:cubicBezTo>
                  <a:cubicBezTo>
                    <a:pt x="36694" y="7"/>
                    <a:pt x="35181" y="73"/>
                    <a:pt x="33658" y="336"/>
                  </a:cubicBezTo>
                  <a:cubicBezTo>
                    <a:pt x="29655" y="1037"/>
                    <a:pt x="25852" y="2704"/>
                    <a:pt x="22216" y="4506"/>
                  </a:cubicBezTo>
                  <a:cubicBezTo>
                    <a:pt x="18347" y="6474"/>
                    <a:pt x="14644" y="8675"/>
                    <a:pt x="10841" y="10777"/>
                  </a:cubicBezTo>
                  <a:cubicBezTo>
                    <a:pt x="9941" y="11277"/>
                    <a:pt x="9040" y="11778"/>
                    <a:pt x="8140" y="12211"/>
                  </a:cubicBezTo>
                  <a:cubicBezTo>
                    <a:pt x="7625" y="12468"/>
                    <a:pt x="5643" y="13582"/>
                    <a:pt x="4665" y="13582"/>
                  </a:cubicBezTo>
                  <a:cubicBezTo>
                    <a:pt x="4501" y="13582"/>
                    <a:pt x="4366" y="13551"/>
                    <a:pt x="4270" y="13479"/>
                  </a:cubicBezTo>
                  <a:cubicBezTo>
                    <a:pt x="4037" y="12812"/>
                    <a:pt x="3836" y="12144"/>
                    <a:pt x="3636" y="11444"/>
                  </a:cubicBezTo>
                  <a:cubicBezTo>
                    <a:pt x="4037" y="11110"/>
                    <a:pt x="4470" y="10777"/>
                    <a:pt x="4871" y="10477"/>
                  </a:cubicBezTo>
                  <a:cubicBezTo>
                    <a:pt x="5271" y="10210"/>
                    <a:pt x="5604" y="9976"/>
                    <a:pt x="5971" y="9709"/>
                  </a:cubicBezTo>
                  <a:cubicBezTo>
                    <a:pt x="6798" y="9148"/>
                    <a:pt x="7591" y="8618"/>
                    <a:pt x="8449" y="8090"/>
                  </a:cubicBezTo>
                  <a:lnTo>
                    <a:pt x="8449" y="8090"/>
                  </a:lnTo>
                  <a:cubicBezTo>
                    <a:pt x="8444" y="8087"/>
                    <a:pt x="8439" y="8084"/>
                    <a:pt x="8433" y="8084"/>
                  </a:cubicBezTo>
                  <a:cubicBezTo>
                    <a:pt x="8425" y="8084"/>
                    <a:pt x="8416" y="8090"/>
                    <a:pt x="8406" y="8108"/>
                  </a:cubicBezTo>
                  <a:cubicBezTo>
                    <a:pt x="6972" y="8609"/>
                    <a:pt x="0" y="11444"/>
                    <a:pt x="2269" y="13879"/>
                  </a:cubicBezTo>
                  <a:cubicBezTo>
                    <a:pt x="2664" y="14314"/>
                    <a:pt x="3273" y="14468"/>
                    <a:pt x="3935" y="14468"/>
                  </a:cubicBezTo>
                  <a:cubicBezTo>
                    <a:pt x="4949" y="14468"/>
                    <a:pt x="6086" y="14108"/>
                    <a:pt x="6772" y="13846"/>
                  </a:cubicBezTo>
                  <a:cubicBezTo>
                    <a:pt x="9174" y="12978"/>
                    <a:pt x="11475" y="11611"/>
                    <a:pt x="13744" y="10310"/>
                  </a:cubicBezTo>
                  <a:cubicBezTo>
                    <a:pt x="18747" y="7508"/>
                    <a:pt x="23751" y="4606"/>
                    <a:pt x="29288" y="2871"/>
                  </a:cubicBezTo>
                  <a:cubicBezTo>
                    <a:pt x="32090" y="2004"/>
                    <a:pt x="34992" y="1370"/>
                    <a:pt x="37894" y="1270"/>
                  </a:cubicBezTo>
                  <a:cubicBezTo>
                    <a:pt x="40396" y="1137"/>
                    <a:pt x="42864" y="1170"/>
                    <a:pt x="45299" y="369"/>
                  </a:cubicBezTo>
                  <a:cubicBezTo>
                    <a:pt x="45490" y="306"/>
                    <a:pt x="45469" y="0"/>
                    <a:pt x="45265" y="0"/>
                  </a:cubicBezTo>
                  <a:close/>
                </a:path>
              </a:pathLst>
            </a:custGeom>
            <a:solidFill>
              <a:srgbClr val="7F4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2"/>
            <p:cNvSpPr/>
            <p:nvPr/>
          </p:nvSpPr>
          <p:spPr>
            <a:xfrm>
              <a:off x="1249900" y="1978075"/>
              <a:ext cx="271150" cy="108800"/>
            </a:xfrm>
            <a:custGeom>
              <a:avLst/>
              <a:gdLst/>
              <a:ahLst/>
              <a:cxnLst/>
              <a:rect l="l" t="t" r="r" b="b"/>
              <a:pathLst>
                <a:path w="10846" h="4352" extrusionOk="0">
                  <a:moveTo>
                    <a:pt x="10587" y="0"/>
                  </a:moveTo>
                  <a:cubicBezTo>
                    <a:pt x="10576" y="0"/>
                    <a:pt x="10566" y="2"/>
                    <a:pt x="10556" y="4"/>
                  </a:cubicBezTo>
                  <a:cubicBezTo>
                    <a:pt x="7187" y="1639"/>
                    <a:pt x="3684" y="2839"/>
                    <a:pt x="148" y="4107"/>
                  </a:cubicBezTo>
                  <a:cubicBezTo>
                    <a:pt x="0" y="4137"/>
                    <a:pt x="36" y="4351"/>
                    <a:pt x="164" y="4351"/>
                  </a:cubicBezTo>
                  <a:cubicBezTo>
                    <a:pt x="180" y="4351"/>
                    <a:pt x="197" y="4348"/>
                    <a:pt x="215" y="4340"/>
                  </a:cubicBezTo>
                  <a:cubicBezTo>
                    <a:pt x="3985" y="3673"/>
                    <a:pt x="7454" y="2172"/>
                    <a:pt x="10723" y="238"/>
                  </a:cubicBezTo>
                  <a:cubicBezTo>
                    <a:pt x="10846" y="176"/>
                    <a:pt x="10713" y="0"/>
                    <a:pt x="10587"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2"/>
            <p:cNvSpPr/>
            <p:nvPr/>
          </p:nvSpPr>
          <p:spPr>
            <a:xfrm>
              <a:off x="2554800" y="1626750"/>
              <a:ext cx="178225" cy="34925"/>
            </a:xfrm>
            <a:custGeom>
              <a:avLst/>
              <a:gdLst/>
              <a:ahLst/>
              <a:cxnLst/>
              <a:rect l="l" t="t" r="r" b="b"/>
              <a:pathLst>
                <a:path w="7129" h="1397" extrusionOk="0">
                  <a:moveTo>
                    <a:pt x="4886" y="0"/>
                  </a:moveTo>
                  <a:cubicBezTo>
                    <a:pt x="3210" y="0"/>
                    <a:pt x="1542" y="366"/>
                    <a:pt x="56" y="1215"/>
                  </a:cubicBezTo>
                  <a:cubicBezTo>
                    <a:pt x="0" y="1270"/>
                    <a:pt x="15" y="1397"/>
                    <a:pt x="100" y="1397"/>
                  </a:cubicBezTo>
                  <a:cubicBezTo>
                    <a:pt x="116" y="1397"/>
                    <a:pt x="135" y="1392"/>
                    <a:pt x="156" y="1381"/>
                  </a:cubicBezTo>
                  <a:cubicBezTo>
                    <a:pt x="2391" y="948"/>
                    <a:pt x="4626" y="547"/>
                    <a:pt x="6895" y="481"/>
                  </a:cubicBezTo>
                  <a:cubicBezTo>
                    <a:pt x="7028" y="447"/>
                    <a:pt x="7128" y="180"/>
                    <a:pt x="6961" y="180"/>
                  </a:cubicBezTo>
                  <a:cubicBezTo>
                    <a:pt x="6277" y="63"/>
                    <a:pt x="5581" y="0"/>
                    <a:pt x="4886"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2"/>
            <p:cNvSpPr/>
            <p:nvPr/>
          </p:nvSpPr>
          <p:spPr>
            <a:xfrm>
              <a:off x="2358550" y="1672825"/>
              <a:ext cx="146500" cy="58525"/>
            </a:xfrm>
            <a:custGeom>
              <a:avLst/>
              <a:gdLst/>
              <a:ahLst/>
              <a:cxnLst/>
              <a:rect l="l" t="t" r="r" b="b"/>
              <a:pathLst>
                <a:path w="5860" h="2341" extrusionOk="0">
                  <a:moveTo>
                    <a:pt x="5705" y="1"/>
                  </a:moveTo>
                  <a:cubicBezTo>
                    <a:pt x="5695" y="1"/>
                    <a:pt x="5683" y="2"/>
                    <a:pt x="5671" y="5"/>
                  </a:cubicBezTo>
                  <a:cubicBezTo>
                    <a:pt x="3870" y="806"/>
                    <a:pt x="2002" y="1473"/>
                    <a:pt x="134" y="2140"/>
                  </a:cubicBezTo>
                  <a:cubicBezTo>
                    <a:pt x="1" y="2174"/>
                    <a:pt x="34" y="2340"/>
                    <a:pt x="167" y="2340"/>
                  </a:cubicBezTo>
                  <a:cubicBezTo>
                    <a:pt x="2102" y="1873"/>
                    <a:pt x="3970" y="1106"/>
                    <a:pt x="5738" y="205"/>
                  </a:cubicBezTo>
                  <a:cubicBezTo>
                    <a:pt x="5860" y="145"/>
                    <a:pt x="5815" y="1"/>
                    <a:pt x="5705"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2"/>
            <p:cNvSpPr/>
            <p:nvPr/>
          </p:nvSpPr>
          <p:spPr>
            <a:xfrm>
              <a:off x="2216650" y="1238775"/>
              <a:ext cx="230800" cy="410275"/>
            </a:xfrm>
            <a:custGeom>
              <a:avLst/>
              <a:gdLst/>
              <a:ahLst/>
              <a:cxnLst/>
              <a:rect l="l" t="t" r="r" b="b"/>
              <a:pathLst>
                <a:path w="9232" h="16411" extrusionOk="0">
                  <a:moveTo>
                    <a:pt x="9067" y="0"/>
                  </a:moveTo>
                  <a:cubicBezTo>
                    <a:pt x="9046" y="0"/>
                    <a:pt x="9027" y="7"/>
                    <a:pt x="9012" y="22"/>
                  </a:cubicBezTo>
                  <a:cubicBezTo>
                    <a:pt x="6644" y="1389"/>
                    <a:pt x="4376" y="3858"/>
                    <a:pt x="3008" y="6226"/>
                  </a:cubicBezTo>
                  <a:cubicBezTo>
                    <a:pt x="2341" y="7393"/>
                    <a:pt x="1874" y="8594"/>
                    <a:pt x="1674" y="9962"/>
                  </a:cubicBezTo>
                  <a:cubicBezTo>
                    <a:pt x="1307" y="12164"/>
                    <a:pt x="973" y="13998"/>
                    <a:pt x="73" y="16133"/>
                  </a:cubicBezTo>
                  <a:cubicBezTo>
                    <a:pt x="0" y="16254"/>
                    <a:pt x="103" y="16410"/>
                    <a:pt x="229" y="16410"/>
                  </a:cubicBezTo>
                  <a:cubicBezTo>
                    <a:pt x="276" y="16410"/>
                    <a:pt x="327" y="16388"/>
                    <a:pt x="373" y="16333"/>
                  </a:cubicBezTo>
                  <a:cubicBezTo>
                    <a:pt x="2474" y="13798"/>
                    <a:pt x="1874" y="10629"/>
                    <a:pt x="3175" y="7727"/>
                  </a:cubicBezTo>
                  <a:cubicBezTo>
                    <a:pt x="4543" y="4658"/>
                    <a:pt x="7211" y="2824"/>
                    <a:pt x="9179" y="188"/>
                  </a:cubicBezTo>
                  <a:cubicBezTo>
                    <a:pt x="9231" y="84"/>
                    <a:pt x="9141" y="0"/>
                    <a:pt x="9067"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2"/>
            <p:cNvSpPr/>
            <p:nvPr/>
          </p:nvSpPr>
          <p:spPr>
            <a:xfrm>
              <a:off x="2267650" y="1423225"/>
              <a:ext cx="70000" cy="205600"/>
            </a:xfrm>
            <a:custGeom>
              <a:avLst/>
              <a:gdLst/>
              <a:ahLst/>
              <a:cxnLst/>
              <a:rect l="l" t="t" r="r" b="b"/>
              <a:pathLst>
                <a:path w="2800" h="8224" extrusionOk="0">
                  <a:moveTo>
                    <a:pt x="2792" y="1"/>
                  </a:moveTo>
                  <a:cubicBezTo>
                    <a:pt x="2788" y="1"/>
                    <a:pt x="2781" y="4"/>
                    <a:pt x="2769" y="15"/>
                  </a:cubicBezTo>
                  <a:cubicBezTo>
                    <a:pt x="2792" y="15"/>
                    <a:pt x="2799" y="1"/>
                    <a:pt x="2792" y="1"/>
                  </a:cubicBezTo>
                  <a:close/>
                  <a:moveTo>
                    <a:pt x="2769" y="15"/>
                  </a:moveTo>
                  <a:lnTo>
                    <a:pt x="2769" y="15"/>
                  </a:lnTo>
                  <a:cubicBezTo>
                    <a:pt x="1969" y="482"/>
                    <a:pt x="1802" y="1483"/>
                    <a:pt x="1669" y="2350"/>
                  </a:cubicBezTo>
                  <a:cubicBezTo>
                    <a:pt x="1602" y="3084"/>
                    <a:pt x="1635" y="3751"/>
                    <a:pt x="1635" y="4452"/>
                  </a:cubicBezTo>
                  <a:cubicBezTo>
                    <a:pt x="1635" y="4752"/>
                    <a:pt x="1635" y="5086"/>
                    <a:pt x="1602" y="5353"/>
                  </a:cubicBezTo>
                  <a:cubicBezTo>
                    <a:pt x="1602" y="5786"/>
                    <a:pt x="1468" y="6187"/>
                    <a:pt x="1302" y="6587"/>
                  </a:cubicBezTo>
                  <a:cubicBezTo>
                    <a:pt x="1202" y="6987"/>
                    <a:pt x="968" y="7254"/>
                    <a:pt x="501" y="7354"/>
                  </a:cubicBezTo>
                  <a:cubicBezTo>
                    <a:pt x="501" y="7283"/>
                    <a:pt x="418" y="7213"/>
                    <a:pt x="345" y="7213"/>
                  </a:cubicBezTo>
                  <a:cubicBezTo>
                    <a:pt x="315" y="7213"/>
                    <a:pt x="287" y="7225"/>
                    <a:pt x="268" y="7254"/>
                  </a:cubicBezTo>
                  <a:cubicBezTo>
                    <a:pt x="1" y="7521"/>
                    <a:pt x="1" y="7588"/>
                    <a:pt x="101" y="7955"/>
                  </a:cubicBezTo>
                  <a:cubicBezTo>
                    <a:pt x="134" y="8088"/>
                    <a:pt x="201" y="8155"/>
                    <a:pt x="334" y="8188"/>
                  </a:cubicBezTo>
                  <a:cubicBezTo>
                    <a:pt x="429" y="8212"/>
                    <a:pt x="519" y="8224"/>
                    <a:pt x="605" y="8224"/>
                  </a:cubicBezTo>
                  <a:cubicBezTo>
                    <a:pt x="1586" y="8224"/>
                    <a:pt x="2049" y="6750"/>
                    <a:pt x="2202" y="5953"/>
                  </a:cubicBezTo>
                  <a:cubicBezTo>
                    <a:pt x="2369" y="5153"/>
                    <a:pt x="2336" y="4319"/>
                    <a:pt x="2302" y="3518"/>
                  </a:cubicBezTo>
                  <a:cubicBezTo>
                    <a:pt x="2302" y="2250"/>
                    <a:pt x="2603" y="1216"/>
                    <a:pt x="2769" y="15"/>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2"/>
            <p:cNvSpPr/>
            <p:nvPr/>
          </p:nvSpPr>
          <p:spPr>
            <a:xfrm>
              <a:off x="1499100" y="1599625"/>
              <a:ext cx="56125" cy="138200"/>
            </a:xfrm>
            <a:custGeom>
              <a:avLst/>
              <a:gdLst/>
              <a:ahLst/>
              <a:cxnLst/>
              <a:rect l="l" t="t" r="r" b="b"/>
              <a:pathLst>
                <a:path w="2245" h="5528" extrusionOk="0">
                  <a:moveTo>
                    <a:pt x="2115" y="0"/>
                  </a:moveTo>
                  <a:cubicBezTo>
                    <a:pt x="2080" y="0"/>
                    <a:pt x="2045" y="18"/>
                    <a:pt x="2022" y="65"/>
                  </a:cubicBezTo>
                  <a:cubicBezTo>
                    <a:pt x="1055" y="1466"/>
                    <a:pt x="188" y="3600"/>
                    <a:pt x="21" y="5302"/>
                  </a:cubicBezTo>
                  <a:cubicBezTo>
                    <a:pt x="0" y="5447"/>
                    <a:pt x="121" y="5528"/>
                    <a:pt x="240" y="5528"/>
                  </a:cubicBezTo>
                  <a:cubicBezTo>
                    <a:pt x="312" y="5528"/>
                    <a:pt x="383" y="5498"/>
                    <a:pt x="421" y="5435"/>
                  </a:cubicBezTo>
                  <a:cubicBezTo>
                    <a:pt x="855" y="4701"/>
                    <a:pt x="1088" y="3801"/>
                    <a:pt x="1388" y="2967"/>
                  </a:cubicBezTo>
                  <a:cubicBezTo>
                    <a:pt x="1722" y="2066"/>
                    <a:pt x="2056" y="1099"/>
                    <a:pt x="2222" y="131"/>
                  </a:cubicBezTo>
                  <a:cubicBezTo>
                    <a:pt x="2244" y="66"/>
                    <a:pt x="2180" y="0"/>
                    <a:pt x="2115"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2"/>
            <p:cNvSpPr/>
            <p:nvPr/>
          </p:nvSpPr>
          <p:spPr>
            <a:xfrm>
              <a:off x="1523800" y="1694525"/>
              <a:ext cx="17525" cy="70550"/>
            </a:xfrm>
            <a:custGeom>
              <a:avLst/>
              <a:gdLst/>
              <a:ahLst/>
              <a:cxnLst/>
              <a:rect l="l" t="t" r="r" b="b"/>
              <a:pathLst>
                <a:path w="701" h="2822" extrusionOk="0">
                  <a:moveTo>
                    <a:pt x="475" y="0"/>
                  </a:moveTo>
                  <a:cubicBezTo>
                    <a:pt x="394" y="0"/>
                    <a:pt x="299" y="59"/>
                    <a:pt x="267" y="171"/>
                  </a:cubicBezTo>
                  <a:cubicBezTo>
                    <a:pt x="234" y="972"/>
                    <a:pt x="67" y="1773"/>
                    <a:pt x="0" y="2540"/>
                  </a:cubicBezTo>
                  <a:cubicBezTo>
                    <a:pt x="0" y="2714"/>
                    <a:pt x="147" y="2821"/>
                    <a:pt x="289" y="2821"/>
                  </a:cubicBezTo>
                  <a:cubicBezTo>
                    <a:pt x="392" y="2821"/>
                    <a:pt x="492" y="2766"/>
                    <a:pt x="534" y="2640"/>
                  </a:cubicBezTo>
                  <a:cubicBezTo>
                    <a:pt x="701" y="1839"/>
                    <a:pt x="667" y="1005"/>
                    <a:pt x="601" y="205"/>
                  </a:cubicBezTo>
                  <a:cubicBezTo>
                    <a:pt x="635" y="67"/>
                    <a:pt x="563" y="0"/>
                    <a:pt x="475"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2"/>
            <p:cNvSpPr/>
            <p:nvPr/>
          </p:nvSpPr>
          <p:spPr>
            <a:xfrm>
              <a:off x="1503250" y="2060875"/>
              <a:ext cx="150650" cy="80050"/>
            </a:xfrm>
            <a:custGeom>
              <a:avLst/>
              <a:gdLst/>
              <a:ahLst/>
              <a:cxnLst/>
              <a:rect l="l" t="t" r="r" b="b"/>
              <a:pathLst>
                <a:path w="6026" h="3202" extrusionOk="0">
                  <a:moveTo>
                    <a:pt x="194" y="1"/>
                  </a:moveTo>
                  <a:cubicBezTo>
                    <a:pt x="101" y="1"/>
                    <a:pt x="1" y="159"/>
                    <a:pt x="55" y="295"/>
                  </a:cubicBezTo>
                  <a:cubicBezTo>
                    <a:pt x="422" y="1129"/>
                    <a:pt x="1323" y="1962"/>
                    <a:pt x="2023" y="2496"/>
                  </a:cubicBezTo>
                  <a:cubicBezTo>
                    <a:pt x="2549" y="2891"/>
                    <a:pt x="3178" y="3202"/>
                    <a:pt x="3829" y="3202"/>
                  </a:cubicBezTo>
                  <a:cubicBezTo>
                    <a:pt x="4005" y="3202"/>
                    <a:pt x="4181" y="3179"/>
                    <a:pt x="4358" y="3130"/>
                  </a:cubicBezTo>
                  <a:cubicBezTo>
                    <a:pt x="6026" y="2663"/>
                    <a:pt x="5159" y="595"/>
                    <a:pt x="3758" y="461"/>
                  </a:cubicBezTo>
                  <a:cubicBezTo>
                    <a:pt x="3658" y="461"/>
                    <a:pt x="3557" y="628"/>
                    <a:pt x="3591" y="695"/>
                  </a:cubicBezTo>
                  <a:cubicBezTo>
                    <a:pt x="3758" y="962"/>
                    <a:pt x="4125" y="1162"/>
                    <a:pt x="4325" y="1429"/>
                  </a:cubicBezTo>
                  <a:cubicBezTo>
                    <a:pt x="4355" y="2101"/>
                    <a:pt x="4162" y="2438"/>
                    <a:pt x="3769" y="2438"/>
                  </a:cubicBezTo>
                  <a:cubicBezTo>
                    <a:pt x="3734" y="2438"/>
                    <a:pt x="3696" y="2435"/>
                    <a:pt x="3658" y="2429"/>
                  </a:cubicBezTo>
                  <a:cubicBezTo>
                    <a:pt x="3491" y="2429"/>
                    <a:pt x="3357" y="2363"/>
                    <a:pt x="3191" y="2329"/>
                  </a:cubicBezTo>
                  <a:cubicBezTo>
                    <a:pt x="2924" y="2263"/>
                    <a:pt x="2690" y="2129"/>
                    <a:pt x="2423" y="1962"/>
                  </a:cubicBezTo>
                  <a:cubicBezTo>
                    <a:pt x="1656" y="1429"/>
                    <a:pt x="1089" y="495"/>
                    <a:pt x="255" y="28"/>
                  </a:cubicBezTo>
                  <a:cubicBezTo>
                    <a:pt x="236" y="9"/>
                    <a:pt x="216" y="1"/>
                    <a:pt x="194"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2"/>
            <p:cNvSpPr/>
            <p:nvPr/>
          </p:nvSpPr>
          <p:spPr>
            <a:xfrm>
              <a:off x="1395525" y="2093025"/>
              <a:ext cx="585275" cy="95500"/>
            </a:xfrm>
            <a:custGeom>
              <a:avLst/>
              <a:gdLst/>
              <a:ahLst/>
              <a:cxnLst/>
              <a:rect l="l" t="t" r="r" b="b"/>
              <a:pathLst>
                <a:path w="23411" h="3820" extrusionOk="0">
                  <a:moveTo>
                    <a:pt x="78" y="0"/>
                  </a:moveTo>
                  <a:cubicBezTo>
                    <a:pt x="17" y="0"/>
                    <a:pt x="1" y="49"/>
                    <a:pt x="28" y="76"/>
                  </a:cubicBezTo>
                  <a:cubicBezTo>
                    <a:pt x="1729" y="1344"/>
                    <a:pt x="3830" y="2178"/>
                    <a:pt x="5732" y="3011"/>
                  </a:cubicBezTo>
                  <a:cubicBezTo>
                    <a:pt x="6829" y="3508"/>
                    <a:pt x="7783" y="3820"/>
                    <a:pt x="8865" y="3820"/>
                  </a:cubicBezTo>
                  <a:cubicBezTo>
                    <a:pt x="9166" y="3820"/>
                    <a:pt x="9475" y="3796"/>
                    <a:pt x="9801" y="3745"/>
                  </a:cubicBezTo>
                  <a:cubicBezTo>
                    <a:pt x="12136" y="3412"/>
                    <a:pt x="14371" y="2911"/>
                    <a:pt x="16706" y="2845"/>
                  </a:cubicBezTo>
                  <a:cubicBezTo>
                    <a:pt x="17113" y="2826"/>
                    <a:pt x="17519" y="2820"/>
                    <a:pt x="17925" y="2820"/>
                  </a:cubicBezTo>
                  <a:cubicBezTo>
                    <a:pt x="18603" y="2820"/>
                    <a:pt x="19279" y="2836"/>
                    <a:pt x="19954" y="2836"/>
                  </a:cubicBezTo>
                  <a:cubicBezTo>
                    <a:pt x="21034" y="2836"/>
                    <a:pt x="22110" y="2795"/>
                    <a:pt x="23177" y="2578"/>
                  </a:cubicBezTo>
                  <a:cubicBezTo>
                    <a:pt x="23411" y="2544"/>
                    <a:pt x="23378" y="2211"/>
                    <a:pt x="23177" y="2144"/>
                  </a:cubicBezTo>
                  <a:cubicBezTo>
                    <a:pt x="22087" y="1837"/>
                    <a:pt x="20936" y="1718"/>
                    <a:pt x="19764" y="1718"/>
                  </a:cubicBezTo>
                  <a:cubicBezTo>
                    <a:pt x="17243" y="1718"/>
                    <a:pt x="14625" y="2268"/>
                    <a:pt x="12303" y="2678"/>
                  </a:cubicBezTo>
                  <a:cubicBezTo>
                    <a:pt x="11402" y="2845"/>
                    <a:pt x="10535" y="3078"/>
                    <a:pt x="9668" y="3178"/>
                  </a:cubicBezTo>
                  <a:cubicBezTo>
                    <a:pt x="9410" y="3206"/>
                    <a:pt x="9167" y="3219"/>
                    <a:pt x="8934" y="3219"/>
                  </a:cubicBezTo>
                  <a:cubicBezTo>
                    <a:pt x="7477" y="3219"/>
                    <a:pt x="6440" y="2710"/>
                    <a:pt x="5031" y="2077"/>
                  </a:cubicBezTo>
                  <a:cubicBezTo>
                    <a:pt x="3397" y="1377"/>
                    <a:pt x="1829" y="510"/>
                    <a:pt x="128" y="9"/>
                  </a:cubicBezTo>
                  <a:cubicBezTo>
                    <a:pt x="108" y="3"/>
                    <a:pt x="92" y="0"/>
                    <a:pt x="78"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2"/>
            <p:cNvSpPr/>
            <p:nvPr/>
          </p:nvSpPr>
          <p:spPr>
            <a:xfrm>
              <a:off x="1534050" y="2020825"/>
              <a:ext cx="22925" cy="23275"/>
            </a:xfrm>
            <a:custGeom>
              <a:avLst/>
              <a:gdLst/>
              <a:ahLst/>
              <a:cxnLst/>
              <a:rect l="l" t="t" r="r" b="b"/>
              <a:pathLst>
                <a:path w="917" h="931" extrusionOk="0">
                  <a:moveTo>
                    <a:pt x="17" y="0"/>
                  </a:moveTo>
                  <a:cubicBezTo>
                    <a:pt x="10" y="0"/>
                    <a:pt x="1" y="39"/>
                    <a:pt x="24" y="62"/>
                  </a:cubicBezTo>
                  <a:cubicBezTo>
                    <a:pt x="291" y="229"/>
                    <a:pt x="524" y="462"/>
                    <a:pt x="591" y="796"/>
                  </a:cubicBezTo>
                  <a:cubicBezTo>
                    <a:pt x="604" y="891"/>
                    <a:pt x="668" y="931"/>
                    <a:pt x="732" y="931"/>
                  </a:cubicBezTo>
                  <a:cubicBezTo>
                    <a:pt x="824" y="931"/>
                    <a:pt x="917" y="848"/>
                    <a:pt x="858" y="729"/>
                  </a:cubicBezTo>
                  <a:cubicBezTo>
                    <a:pt x="758" y="295"/>
                    <a:pt x="457" y="62"/>
                    <a:pt x="24" y="29"/>
                  </a:cubicBezTo>
                  <a:cubicBezTo>
                    <a:pt x="24" y="8"/>
                    <a:pt x="21" y="0"/>
                    <a:pt x="17"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2"/>
            <p:cNvSpPr/>
            <p:nvPr/>
          </p:nvSpPr>
          <p:spPr>
            <a:xfrm>
              <a:off x="1672225" y="2118275"/>
              <a:ext cx="79250" cy="21625"/>
            </a:xfrm>
            <a:custGeom>
              <a:avLst/>
              <a:gdLst/>
              <a:ahLst/>
              <a:cxnLst/>
              <a:rect l="l" t="t" r="r" b="b"/>
              <a:pathLst>
                <a:path w="3170" h="865" extrusionOk="0">
                  <a:moveTo>
                    <a:pt x="101" y="0"/>
                  </a:moveTo>
                  <a:cubicBezTo>
                    <a:pt x="67" y="0"/>
                    <a:pt x="1" y="33"/>
                    <a:pt x="67" y="67"/>
                  </a:cubicBezTo>
                  <a:cubicBezTo>
                    <a:pt x="702" y="555"/>
                    <a:pt x="1427" y="865"/>
                    <a:pt x="2188" y="865"/>
                  </a:cubicBezTo>
                  <a:cubicBezTo>
                    <a:pt x="2467" y="865"/>
                    <a:pt x="2750" y="823"/>
                    <a:pt x="3036" y="734"/>
                  </a:cubicBezTo>
                  <a:cubicBezTo>
                    <a:pt x="3170" y="701"/>
                    <a:pt x="3170" y="500"/>
                    <a:pt x="3003" y="500"/>
                  </a:cubicBezTo>
                  <a:cubicBezTo>
                    <a:pt x="2865" y="505"/>
                    <a:pt x="2727" y="508"/>
                    <a:pt x="2589" y="508"/>
                  </a:cubicBezTo>
                  <a:cubicBezTo>
                    <a:pt x="1728" y="508"/>
                    <a:pt x="877" y="403"/>
                    <a:pt x="101"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2"/>
            <p:cNvSpPr/>
            <p:nvPr/>
          </p:nvSpPr>
          <p:spPr>
            <a:xfrm>
              <a:off x="730050" y="2142150"/>
              <a:ext cx="433200" cy="225275"/>
            </a:xfrm>
            <a:custGeom>
              <a:avLst/>
              <a:gdLst/>
              <a:ahLst/>
              <a:cxnLst/>
              <a:rect l="l" t="t" r="r" b="b"/>
              <a:pathLst>
                <a:path w="17328" h="9011" extrusionOk="0">
                  <a:moveTo>
                    <a:pt x="17186" y="0"/>
                  </a:moveTo>
                  <a:cubicBezTo>
                    <a:pt x="17172" y="0"/>
                    <a:pt x="17156" y="4"/>
                    <a:pt x="17140" y="12"/>
                  </a:cubicBezTo>
                  <a:cubicBezTo>
                    <a:pt x="13337" y="1013"/>
                    <a:pt x="9601" y="2447"/>
                    <a:pt x="5965" y="3949"/>
                  </a:cubicBezTo>
                  <a:cubicBezTo>
                    <a:pt x="3563" y="4949"/>
                    <a:pt x="962" y="6250"/>
                    <a:pt x="61" y="8885"/>
                  </a:cubicBezTo>
                  <a:cubicBezTo>
                    <a:pt x="0" y="8966"/>
                    <a:pt x="50" y="9010"/>
                    <a:pt x="120" y="9010"/>
                  </a:cubicBezTo>
                  <a:cubicBezTo>
                    <a:pt x="166" y="9010"/>
                    <a:pt x="222" y="8992"/>
                    <a:pt x="261" y="8952"/>
                  </a:cubicBezTo>
                  <a:cubicBezTo>
                    <a:pt x="2229" y="6117"/>
                    <a:pt x="4998" y="5049"/>
                    <a:pt x="8133" y="3882"/>
                  </a:cubicBezTo>
                  <a:cubicBezTo>
                    <a:pt x="11236" y="2748"/>
                    <a:pt x="14304" y="1614"/>
                    <a:pt x="17240" y="213"/>
                  </a:cubicBezTo>
                  <a:cubicBezTo>
                    <a:pt x="17327" y="183"/>
                    <a:pt x="17287" y="0"/>
                    <a:pt x="17186"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2"/>
            <p:cNvSpPr/>
            <p:nvPr/>
          </p:nvSpPr>
          <p:spPr>
            <a:xfrm>
              <a:off x="382975" y="1872725"/>
              <a:ext cx="61725" cy="139025"/>
            </a:xfrm>
            <a:custGeom>
              <a:avLst/>
              <a:gdLst/>
              <a:ahLst/>
              <a:cxnLst/>
              <a:rect l="l" t="t" r="r" b="b"/>
              <a:pathLst>
                <a:path w="2469" h="5561" extrusionOk="0">
                  <a:moveTo>
                    <a:pt x="781" y="0"/>
                  </a:moveTo>
                  <a:cubicBezTo>
                    <a:pt x="192" y="0"/>
                    <a:pt x="1" y="869"/>
                    <a:pt x="1" y="1483"/>
                  </a:cubicBezTo>
                  <a:cubicBezTo>
                    <a:pt x="1" y="2483"/>
                    <a:pt x="167" y="4285"/>
                    <a:pt x="968" y="5019"/>
                  </a:cubicBezTo>
                  <a:cubicBezTo>
                    <a:pt x="901" y="5052"/>
                    <a:pt x="868" y="5185"/>
                    <a:pt x="868" y="5219"/>
                  </a:cubicBezTo>
                  <a:cubicBezTo>
                    <a:pt x="868" y="5285"/>
                    <a:pt x="901" y="5319"/>
                    <a:pt x="901" y="5352"/>
                  </a:cubicBezTo>
                  <a:cubicBezTo>
                    <a:pt x="968" y="5486"/>
                    <a:pt x="1035" y="5552"/>
                    <a:pt x="1201" y="5552"/>
                  </a:cubicBezTo>
                  <a:cubicBezTo>
                    <a:pt x="1246" y="5558"/>
                    <a:pt x="1288" y="5560"/>
                    <a:pt x="1329" y="5560"/>
                  </a:cubicBezTo>
                  <a:cubicBezTo>
                    <a:pt x="2338" y="5560"/>
                    <a:pt x="2369" y="4023"/>
                    <a:pt x="2369" y="3317"/>
                  </a:cubicBezTo>
                  <a:cubicBezTo>
                    <a:pt x="2469" y="2317"/>
                    <a:pt x="2202" y="782"/>
                    <a:pt x="1302" y="182"/>
                  </a:cubicBezTo>
                  <a:cubicBezTo>
                    <a:pt x="1101" y="55"/>
                    <a:pt x="928" y="0"/>
                    <a:pt x="781"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2"/>
            <p:cNvSpPr/>
            <p:nvPr/>
          </p:nvSpPr>
          <p:spPr>
            <a:xfrm>
              <a:off x="382975" y="1872725"/>
              <a:ext cx="61725" cy="139025"/>
            </a:xfrm>
            <a:custGeom>
              <a:avLst/>
              <a:gdLst/>
              <a:ahLst/>
              <a:cxnLst/>
              <a:rect l="l" t="t" r="r" b="b"/>
              <a:pathLst>
                <a:path w="2469" h="5561" extrusionOk="0">
                  <a:moveTo>
                    <a:pt x="781" y="0"/>
                  </a:moveTo>
                  <a:cubicBezTo>
                    <a:pt x="192" y="0"/>
                    <a:pt x="1" y="869"/>
                    <a:pt x="1" y="1483"/>
                  </a:cubicBezTo>
                  <a:cubicBezTo>
                    <a:pt x="1" y="2483"/>
                    <a:pt x="167" y="4285"/>
                    <a:pt x="968" y="5019"/>
                  </a:cubicBezTo>
                  <a:cubicBezTo>
                    <a:pt x="901" y="5052"/>
                    <a:pt x="868" y="5185"/>
                    <a:pt x="868" y="5219"/>
                  </a:cubicBezTo>
                  <a:cubicBezTo>
                    <a:pt x="868" y="5285"/>
                    <a:pt x="901" y="5319"/>
                    <a:pt x="901" y="5352"/>
                  </a:cubicBezTo>
                  <a:cubicBezTo>
                    <a:pt x="968" y="5486"/>
                    <a:pt x="1035" y="5552"/>
                    <a:pt x="1201" y="5552"/>
                  </a:cubicBezTo>
                  <a:cubicBezTo>
                    <a:pt x="1246" y="5558"/>
                    <a:pt x="1288" y="5560"/>
                    <a:pt x="1329" y="5560"/>
                  </a:cubicBezTo>
                  <a:cubicBezTo>
                    <a:pt x="2338" y="5560"/>
                    <a:pt x="2369" y="4023"/>
                    <a:pt x="2369" y="3317"/>
                  </a:cubicBezTo>
                  <a:cubicBezTo>
                    <a:pt x="2469" y="2317"/>
                    <a:pt x="2202" y="782"/>
                    <a:pt x="1302" y="182"/>
                  </a:cubicBezTo>
                  <a:cubicBezTo>
                    <a:pt x="1101" y="55"/>
                    <a:pt x="928" y="0"/>
                    <a:pt x="781"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2"/>
            <p:cNvSpPr/>
            <p:nvPr/>
          </p:nvSpPr>
          <p:spPr>
            <a:xfrm>
              <a:off x="425500" y="1916850"/>
              <a:ext cx="114275" cy="108000"/>
            </a:xfrm>
            <a:custGeom>
              <a:avLst/>
              <a:gdLst/>
              <a:ahLst/>
              <a:cxnLst/>
              <a:rect l="l" t="t" r="r" b="b"/>
              <a:pathLst>
                <a:path w="4571" h="4320" extrusionOk="0">
                  <a:moveTo>
                    <a:pt x="3873" y="0"/>
                  </a:moveTo>
                  <a:cubicBezTo>
                    <a:pt x="3498" y="0"/>
                    <a:pt x="3033" y="226"/>
                    <a:pt x="2703" y="452"/>
                  </a:cubicBezTo>
                  <a:cubicBezTo>
                    <a:pt x="1936" y="1052"/>
                    <a:pt x="501" y="2220"/>
                    <a:pt x="368" y="3287"/>
                  </a:cubicBezTo>
                  <a:cubicBezTo>
                    <a:pt x="301" y="3287"/>
                    <a:pt x="201" y="3287"/>
                    <a:pt x="168" y="3387"/>
                  </a:cubicBezTo>
                  <a:cubicBezTo>
                    <a:pt x="134" y="3420"/>
                    <a:pt x="134" y="3454"/>
                    <a:pt x="101" y="3520"/>
                  </a:cubicBezTo>
                  <a:cubicBezTo>
                    <a:pt x="1" y="3621"/>
                    <a:pt x="1" y="3754"/>
                    <a:pt x="101" y="3887"/>
                  </a:cubicBezTo>
                  <a:cubicBezTo>
                    <a:pt x="275" y="4203"/>
                    <a:pt x="538" y="4320"/>
                    <a:pt x="836" y="4320"/>
                  </a:cubicBezTo>
                  <a:cubicBezTo>
                    <a:pt x="1449" y="4320"/>
                    <a:pt x="2209" y="3823"/>
                    <a:pt x="2636" y="3554"/>
                  </a:cubicBezTo>
                  <a:cubicBezTo>
                    <a:pt x="3437" y="2920"/>
                    <a:pt x="4571" y="1853"/>
                    <a:pt x="4504" y="752"/>
                  </a:cubicBezTo>
                  <a:cubicBezTo>
                    <a:pt x="4488" y="192"/>
                    <a:pt x="4219" y="0"/>
                    <a:pt x="3873"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2"/>
            <p:cNvSpPr/>
            <p:nvPr/>
          </p:nvSpPr>
          <p:spPr>
            <a:xfrm>
              <a:off x="422175" y="2017050"/>
              <a:ext cx="161800" cy="63175"/>
            </a:xfrm>
            <a:custGeom>
              <a:avLst/>
              <a:gdLst/>
              <a:ahLst/>
              <a:cxnLst/>
              <a:rect l="l" t="t" r="r" b="b"/>
              <a:pathLst>
                <a:path w="6472" h="2527" extrusionOk="0">
                  <a:moveTo>
                    <a:pt x="2168" y="0"/>
                  </a:moveTo>
                  <a:cubicBezTo>
                    <a:pt x="1769" y="0"/>
                    <a:pt x="1397" y="60"/>
                    <a:pt x="1101" y="213"/>
                  </a:cubicBezTo>
                  <a:cubicBezTo>
                    <a:pt x="1068" y="113"/>
                    <a:pt x="968" y="80"/>
                    <a:pt x="934" y="80"/>
                  </a:cubicBezTo>
                  <a:lnTo>
                    <a:pt x="801" y="80"/>
                  </a:lnTo>
                  <a:cubicBezTo>
                    <a:pt x="634" y="80"/>
                    <a:pt x="567" y="180"/>
                    <a:pt x="501" y="280"/>
                  </a:cubicBezTo>
                  <a:cubicBezTo>
                    <a:pt x="0" y="1280"/>
                    <a:pt x="1568" y="1881"/>
                    <a:pt x="2269" y="2181"/>
                  </a:cubicBezTo>
                  <a:cubicBezTo>
                    <a:pt x="2780" y="2364"/>
                    <a:pt x="3463" y="2527"/>
                    <a:pt x="4117" y="2527"/>
                  </a:cubicBezTo>
                  <a:cubicBezTo>
                    <a:pt x="4657" y="2527"/>
                    <a:pt x="5179" y="2416"/>
                    <a:pt x="5571" y="2114"/>
                  </a:cubicBezTo>
                  <a:cubicBezTo>
                    <a:pt x="6472" y="1414"/>
                    <a:pt x="5471" y="747"/>
                    <a:pt x="4770" y="513"/>
                  </a:cubicBezTo>
                  <a:cubicBezTo>
                    <a:pt x="4123" y="305"/>
                    <a:pt x="3073" y="0"/>
                    <a:pt x="2168"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2"/>
            <p:cNvSpPr/>
            <p:nvPr/>
          </p:nvSpPr>
          <p:spPr>
            <a:xfrm>
              <a:off x="403000" y="2034575"/>
              <a:ext cx="89825" cy="132675"/>
            </a:xfrm>
            <a:custGeom>
              <a:avLst/>
              <a:gdLst/>
              <a:ahLst/>
              <a:cxnLst/>
              <a:rect l="l" t="t" r="r" b="b"/>
              <a:pathLst>
                <a:path w="3593" h="5307" extrusionOk="0">
                  <a:moveTo>
                    <a:pt x="1161" y="0"/>
                  </a:moveTo>
                  <a:cubicBezTo>
                    <a:pt x="1131" y="0"/>
                    <a:pt x="1099" y="4"/>
                    <a:pt x="1068" y="12"/>
                  </a:cubicBezTo>
                  <a:cubicBezTo>
                    <a:pt x="0" y="179"/>
                    <a:pt x="367" y="1814"/>
                    <a:pt x="567" y="2514"/>
                  </a:cubicBezTo>
                  <a:cubicBezTo>
                    <a:pt x="767" y="3515"/>
                    <a:pt x="1401" y="4916"/>
                    <a:pt x="2502" y="5249"/>
                  </a:cubicBezTo>
                  <a:cubicBezTo>
                    <a:pt x="2632" y="5289"/>
                    <a:pt x="2746" y="5307"/>
                    <a:pt x="2846" y="5307"/>
                  </a:cubicBezTo>
                  <a:cubicBezTo>
                    <a:pt x="3593" y="5307"/>
                    <a:pt x="3546" y="4300"/>
                    <a:pt x="3369" y="3682"/>
                  </a:cubicBezTo>
                  <a:cubicBezTo>
                    <a:pt x="3069" y="2714"/>
                    <a:pt x="2435" y="1013"/>
                    <a:pt x="1501" y="513"/>
                  </a:cubicBezTo>
                  <a:cubicBezTo>
                    <a:pt x="1535" y="413"/>
                    <a:pt x="1535" y="346"/>
                    <a:pt x="1501" y="246"/>
                  </a:cubicBezTo>
                  <a:cubicBezTo>
                    <a:pt x="1435" y="212"/>
                    <a:pt x="1435" y="179"/>
                    <a:pt x="1401" y="146"/>
                  </a:cubicBezTo>
                  <a:cubicBezTo>
                    <a:pt x="1350" y="44"/>
                    <a:pt x="1260" y="0"/>
                    <a:pt x="1161"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2"/>
            <p:cNvSpPr/>
            <p:nvPr/>
          </p:nvSpPr>
          <p:spPr>
            <a:xfrm>
              <a:off x="322100" y="2031650"/>
              <a:ext cx="98425" cy="125775"/>
            </a:xfrm>
            <a:custGeom>
              <a:avLst/>
              <a:gdLst/>
              <a:ahLst/>
              <a:cxnLst/>
              <a:rect l="l" t="t" r="r" b="b"/>
              <a:pathLst>
                <a:path w="3937" h="5031" extrusionOk="0">
                  <a:moveTo>
                    <a:pt x="3212" y="0"/>
                  </a:moveTo>
                  <a:cubicBezTo>
                    <a:pt x="2538" y="0"/>
                    <a:pt x="1827" y="828"/>
                    <a:pt x="1468" y="1263"/>
                  </a:cubicBezTo>
                  <a:cubicBezTo>
                    <a:pt x="801" y="2097"/>
                    <a:pt x="1" y="3432"/>
                    <a:pt x="334" y="4466"/>
                  </a:cubicBezTo>
                  <a:cubicBezTo>
                    <a:pt x="488" y="4876"/>
                    <a:pt x="721" y="5030"/>
                    <a:pt x="975" y="5030"/>
                  </a:cubicBezTo>
                  <a:cubicBezTo>
                    <a:pt x="1383" y="5030"/>
                    <a:pt x="1848" y="4635"/>
                    <a:pt x="2135" y="4266"/>
                  </a:cubicBezTo>
                  <a:cubicBezTo>
                    <a:pt x="2769" y="3465"/>
                    <a:pt x="3803" y="1964"/>
                    <a:pt x="3636" y="863"/>
                  </a:cubicBezTo>
                  <a:cubicBezTo>
                    <a:pt x="3737" y="863"/>
                    <a:pt x="3803" y="830"/>
                    <a:pt x="3837" y="763"/>
                  </a:cubicBezTo>
                  <a:cubicBezTo>
                    <a:pt x="3837" y="696"/>
                    <a:pt x="3903" y="663"/>
                    <a:pt x="3903" y="630"/>
                  </a:cubicBezTo>
                  <a:cubicBezTo>
                    <a:pt x="3937" y="496"/>
                    <a:pt x="3903" y="363"/>
                    <a:pt x="3803" y="263"/>
                  </a:cubicBezTo>
                  <a:cubicBezTo>
                    <a:pt x="3617" y="76"/>
                    <a:pt x="3416" y="0"/>
                    <a:pt x="3212"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2"/>
            <p:cNvSpPr/>
            <p:nvPr/>
          </p:nvSpPr>
          <p:spPr>
            <a:xfrm>
              <a:off x="255375" y="1996550"/>
              <a:ext cx="156825" cy="58625"/>
            </a:xfrm>
            <a:custGeom>
              <a:avLst/>
              <a:gdLst/>
              <a:ahLst/>
              <a:cxnLst/>
              <a:rect l="l" t="t" r="r" b="b"/>
              <a:pathLst>
                <a:path w="6273" h="2345" extrusionOk="0">
                  <a:moveTo>
                    <a:pt x="3272" y="1"/>
                  </a:moveTo>
                  <a:cubicBezTo>
                    <a:pt x="2340" y="1"/>
                    <a:pt x="1233" y="207"/>
                    <a:pt x="668" y="933"/>
                  </a:cubicBezTo>
                  <a:cubicBezTo>
                    <a:pt x="1" y="1867"/>
                    <a:pt x="1102" y="2267"/>
                    <a:pt x="1902" y="2334"/>
                  </a:cubicBezTo>
                  <a:cubicBezTo>
                    <a:pt x="2075" y="2340"/>
                    <a:pt x="2270" y="2344"/>
                    <a:pt x="2480" y="2344"/>
                  </a:cubicBezTo>
                  <a:cubicBezTo>
                    <a:pt x="3484" y="2344"/>
                    <a:pt x="4809" y="2235"/>
                    <a:pt x="5472" y="1600"/>
                  </a:cubicBezTo>
                  <a:cubicBezTo>
                    <a:pt x="5497" y="1675"/>
                    <a:pt x="5559" y="1713"/>
                    <a:pt x="5617" y="1713"/>
                  </a:cubicBezTo>
                  <a:cubicBezTo>
                    <a:pt x="5636" y="1713"/>
                    <a:pt x="5655" y="1708"/>
                    <a:pt x="5672" y="1700"/>
                  </a:cubicBezTo>
                  <a:cubicBezTo>
                    <a:pt x="5738" y="1700"/>
                    <a:pt x="5772" y="1667"/>
                    <a:pt x="5805" y="1667"/>
                  </a:cubicBezTo>
                  <a:cubicBezTo>
                    <a:pt x="5939" y="1600"/>
                    <a:pt x="6005" y="1533"/>
                    <a:pt x="6072" y="1367"/>
                  </a:cubicBezTo>
                  <a:cubicBezTo>
                    <a:pt x="6272" y="266"/>
                    <a:pt x="4638" y="99"/>
                    <a:pt x="3904" y="32"/>
                  </a:cubicBezTo>
                  <a:cubicBezTo>
                    <a:pt x="3710" y="13"/>
                    <a:pt x="3496" y="1"/>
                    <a:pt x="3272"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2"/>
            <p:cNvSpPr/>
            <p:nvPr/>
          </p:nvSpPr>
          <p:spPr>
            <a:xfrm>
              <a:off x="287075" y="1919125"/>
              <a:ext cx="141800" cy="102275"/>
            </a:xfrm>
            <a:custGeom>
              <a:avLst/>
              <a:gdLst/>
              <a:ahLst/>
              <a:cxnLst/>
              <a:rect l="l" t="t" r="r" b="b"/>
              <a:pathLst>
                <a:path w="5672" h="4091" extrusionOk="0">
                  <a:moveTo>
                    <a:pt x="1428" y="0"/>
                  </a:moveTo>
                  <a:cubicBezTo>
                    <a:pt x="1329" y="0"/>
                    <a:pt x="1231" y="9"/>
                    <a:pt x="1135" y="27"/>
                  </a:cubicBezTo>
                  <a:cubicBezTo>
                    <a:pt x="1" y="261"/>
                    <a:pt x="534" y="1295"/>
                    <a:pt x="1035" y="1828"/>
                  </a:cubicBezTo>
                  <a:cubicBezTo>
                    <a:pt x="1702" y="2529"/>
                    <a:pt x="3036" y="3796"/>
                    <a:pt x="4170" y="3796"/>
                  </a:cubicBezTo>
                  <a:cubicBezTo>
                    <a:pt x="4170" y="3863"/>
                    <a:pt x="4204" y="3963"/>
                    <a:pt x="4237" y="3997"/>
                  </a:cubicBezTo>
                  <a:cubicBezTo>
                    <a:pt x="4304" y="3997"/>
                    <a:pt x="4337" y="4030"/>
                    <a:pt x="4370" y="4030"/>
                  </a:cubicBezTo>
                  <a:cubicBezTo>
                    <a:pt x="4426" y="4072"/>
                    <a:pt x="4482" y="4090"/>
                    <a:pt x="4536" y="4090"/>
                  </a:cubicBezTo>
                  <a:cubicBezTo>
                    <a:pt x="4610" y="4090"/>
                    <a:pt x="4679" y="4055"/>
                    <a:pt x="4737" y="3997"/>
                  </a:cubicBezTo>
                  <a:cubicBezTo>
                    <a:pt x="5671" y="3329"/>
                    <a:pt x="4570" y="2095"/>
                    <a:pt x="4070" y="1528"/>
                  </a:cubicBezTo>
                  <a:cubicBezTo>
                    <a:pt x="3463" y="861"/>
                    <a:pt x="2415" y="0"/>
                    <a:pt x="1428"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2"/>
            <p:cNvSpPr/>
            <p:nvPr/>
          </p:nvSpPr>
          <p:spPr>
            <a:xfrm>
              <a:off x="388825" y="1992350"/>
              <a:ext cx="63400" cy="62050"/>
            </a:xfrm>
            <a:custGeom>
              <a:avLst/>
              <a:gdLst/>
              <a:ahLst/>
              <a:cxnLst/>
              <a:rect l="l" t="t" r="r" b="b"/>
              <a:pathLst>
                <a:path w="2536" h="2482" extrusionOk="0">
                  <a:moveTo>
                    <a:pt x="1268" y="0"/>
                  </a:moveTo>
                  <a:cubicBezTo>
                    <a:pt x="1101" y="0"/>
                    <a:pt x="934" y="33"/>
                    <a:pt x="767" y="100"/>
                  </a:cubicBezTo>
                  <a:cubicBezTo>
                    <a:pt x="634" y="167"/>
                    <a:pt x="567" y="200"/>
                    <a:pt x="467" y="267"/>
                  </a:cubicBezTo>
                  <a:cubicBezTo>
                    <a:pt x="400" y="334"/>
                    <a:pt x="300" y="400"/>
                    <a:pt x="267" y="500"/>
                  </a:cubicBezTo>
                  <a:cubicBezTo>
                    <a:pt x="134" y="601"/>
                    <a:pt x="100" y="734"/>
                    <a:pt x="67" y="901"/>
                  </a:cubicBezTo>
                  <a:cubicBezTo>
                    <a:pt x="67" y="1034"/>
                    <a:pt x="0" y="1101"/>
                    <a:pt x="0" y="1234"/>
                  </a:cubicBezTo>
                  <a:cubicBezTo>
                    <a:pt x="0" y="1368"/>
                    <a:pt x="67" y="1434"/>
                    <a:pt x="67" y="1568"/>
                  </a:cubicBezTo>
                  <a:cubicBezTo>
                    <a:pt x="100" y="1668"/>
                    <a:pt x="134" y="1768"/>
                    <a:pt x="167" y="1868"/>
                  </a:cubicBezTo>
                  <a:cubicBezTo>
                    <a:pt x="267" y="2035"/>
                    <a:pt x="334" y="2102"/>
                    <a:pt x="500" y="2202"/>
                  </a:cubicBezTo>
                  <a:cubicBezTo>
                    <a:pt x="601" y="2268"/>
                    <a:pt x="667" y="2335"/>
                    <a:pt x="767" y="2368"/>
                  </a:cubicBezTo>
                  <a:lnTo>
                    <a:pt x="834" y="2368"/>
                  </a:lnTo>
                  <a:cubicBezTo>
                    <a:pt x="934" y="2402"/>
                    <a:pt x="1068" y="2402"/>
                    <a:pt x="1134" y="2435"/>
                  </a:cubicBezTo>
                  <a:cubicBezTo>
                    <a:pt x="1209" y="2465"/>
                    <a:pt x="1284" y="2482"/>
                    <a:pt x="1359" y="2482"/>
                  </a:cubicBezTo>
                  <a:cubicBezTo>
                    <a:pt x="1451" y="2482"/>
                    <a:pt x="1543" y="2457"/>
                    <a:pt x="1635" y="2402"/>
                  </a:cubicBezTo>
                  <a:cubicBezTo>
                    <a:pt x="1735" y="2368"/>
                    <a:pt x="1868" y="2335"/>
                    <a:pt x="1935" y="2268"/>
                  </a:cubicBezTo>
                  <a:cubicBezTo>
                    <a:pt x="2102" y="2168"/>
                    <a:pt x="2268" y="2035"/>
                    <a:pt x="2402" y="1835"/>
                  </a:cubicBezTo>
                  <a:lnTo>
                    <a:pt x="2402" y="1768"/>
                  </a:lnTo>
                  <a:cubicBezTo>
                    <a:pt x="2435" y="1701"/>
                    <a:pt x="2469" y="1568"/>
                    <a:pt x="2535" y="1501"/>
                  </a:cubicBezTo>
                  <a:cubicBezTo>
                    <a:pt x="2535" y="1434"/>
                    <a:pt x="2535" y="1268"/>
                    <a:pt x="2469" y="1101"/>
                  </a:cubicBezTo>
                  <a:cubicBezTo>
                    <a:pt x="2469" y="1001"/>
                    <a:pt x="2435" y="901"/>
                    <a:pt x="2402" y="767"/>
                  </a:cubicBezTo>
                  <a:cubicBezTo>
                    <a:pt x="2368" y="634"/>
                    <a:pt x="2302" y="567"/>
                    <a:pt x="2235" y="500"/>
                  </a:cubicBezTo>
                  <a:cubicBezTo>
                    <a:pt x="2135" y="367"/>
                    <a:pt x="2002" y="234"/>
                    <a:pt x="1901" y="167"/>
                  </a:cubicBezTo>
                  <a:cubicBezTo>
                    <a:pt x="1801" y="100"/>
                    <a:pt x="1701" y="67"/>
                    <a:pt x="1601" y="33"/>
                  </a:cubicBezTo>
                  <a:cubicBezTo>
                    <a:pt x="1468" y="33"/>
                    <a:pt x="1401" y="0"/>
                    <a:pt x="1268" y="0"/>
                  </a:cubicBezTo>
                  <a:close/>
                </a:path>
              </a:pathLst>
            </a:custGeom>
            <a:solidFill>
              <a:srgbClr val="FAA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2"/>
            <p:cNvSpPr/>
            <p:nvPr/>
          </p:nvSpPr>
          <p:spPr>
            <a:xfrm>
              <a:off x="66925" y="3057300"/>
              <a:ext cx="595450" cy="402900"/>
            </a:xfrm>
            <a:custGeom>
              <a:avLst/>
              <a:gdLst/>
              <a:ahLst/>
              <a:cxnLst/>
              <a:rect l="l" t="t" r="r" b="b"/>
              <a:pathLst>
                <a:path w="23818" h="16116" extrusionOk="0">
                  <a:moveTo>
                    <a:pt x="5908" y="0"/>
                  </a:moveTo>
                  <a:cubicBezTo>
                    <a:pt x="5286" y="0"/>
                    <a:pt x="4651" y="173"/>
                    <a:pt x="4103" y="500"/>
                  </a:cubicBezTo>
                  <a:cubicBezTo>
                    <a:pt x="0" y="2935"/>
                    <a:pt x="2635" y="10473"/>
                    <a:pt x="5271" y="12975"/>
                  </a:cubicBezTo>
                  <a:cubicBezTo>
                    <a:pt x="5337" y="13009"/>
                    <a:pt x="5404" y="13042"/>
                    <a:pt x="5471" y="13042"/>
                  </a:cubicBezTo>
                  <a:cubicBezTo>
                    <a:pt x="7342" y="15115"/>
                    <a:pt x="10056" y="16115"/>
                    <a:pt x="12796" y="16115"/>
                  </a:cubicBezTo>
                  <a:cubicBezTo>
                    <a:pt x="15478" y="16115"/>
                    <a:pt x="18184" y="15157"/>
                    <a:pt x="20148" y="13309"/>
                  </a:cubicBezTo>
                  <a:cubicBezTo>
                    <a:pt x="21149" y="12341"/>
                    <a:pt x="23817" y="9539"/>
                    <a:pt x="22116" y="8138"/>
                  </a:cubicBezTo>
                  <a:cubicBezTo>
                    <a:pt x="21766" y="7850"/>
                    <a:pt x="21361" y="7748"/>
                    <a:pt x="20948" y="7748"/>
                  </a:cubicBezTo>
                  <a:cubicBezTo>
                    <a:pt x="20455" y="7748"/>
                    <a:pt x="19950" y="7893"/>
                    <a:pt x="19514" y="8038"/>
                  </a:cubicBezTo>
                  <a:cubicBezTo>
                    <a:pt x="20181" y="7271"/>
                    <a:pt x="20815" y="6370"/>
                    <a:pt x="21349" y="5470"/>
                  </a:cubicBezTo>
                  <a:cubicBezTo>
                    <a:pt x="21649" y="4969"/>
                    <a:pt x="21449" y="4336"/>
                    <a:pt x="20815" y="4269"/>
                  </a:cubicBezTo>
                  <a:cubicBezTo>
                    <a:pt x="20364" y="4199"/>
                    <a:pt x="19921" y="4165"/>
                    <a:pt x="19486" y="4165"/>
                  </a:cubicBezTo>
                  <a:cubicBezTo>
                    <a:pt x="17443" y="4165"/>
                    <a:pt x="15570" y="4898"/>
                    <a:pt x="13810" y="5970"/>
                  </a:cubicBezTo>
                  <a:cubicBezTo>
                    <a:pt x="14911" y="4002"/>
                    <a:pt x="15411" y="1967"/>
                    <a:pt x="13810" y="933"/>
                  </a:cubicBezTo>
                  <a:cubicBezTo>
                    <a:pt x="13481" y="731"/>
                    <a:pt x="13147" y="646"/>
                    <a:pt x="12818" y="646"/>
                  </a:cubicBezTo>
                  <a:cubicBezTo>
                    <a:pt x="11847" y="646"/>
                    <a:pt x="10914" y="1386"/>
                    <a:pt x="10241" y="2034"/>
                  </a:cubicBezTo>
                  <a:cubicBezTo>
                    <a:pt x="9640" y="2534"/>
                    <a:pt x="9173" y="3135"/>
                    <a:pt x="8740" y="3702"/>
                  </a:cubicBezTo>
                  <a:cubicBezTo>
                    <a:pt x="8807" y="2935"/>
                    <a:pt x="8807" y="2101"/>
                    <a:pt x="8340" y="1334"/>
                  </a:cubicBezTo>
                  <a:cubicBezTo>
                    <a:pt x="7811" y="420"/>
                    <a:pt x="6875" y="0"/>
                    <a:pt x="5908" y="0"/>
                  </a:cubicBezTo>
                  <a:close/>
                </a:path>
              </a:pathLst>
            </a:custGeom>
            <a:solidFill>
              <a:srgbClr val="829E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2"/>
            <p:cNvSpPr/>
            <p:nvPr/>
          </p:nvSpPr>
          <p:spPr>
            <a:xfrm>
              <a:off x="141975" y="3184625"/>
              <a:ext cx="80700" cy="68875"/>
            </a:xfrm>
            <a:custGeom>
              <a:avLst/>
              <a:gdLst/>
              <a:ahLst/>
              <a:cxnLst/>
              <a:rect l="l" t="t" r="r" b="b"/>
              <a:pathLst>
                <a:path w="3228" h="2755" extrusionOk="0">
                  <a:moveTo>
                    <a:pt x="1554" y="1"/>
                  </a:moveTo>
                  <a:cubicBezTo>
                    <a:pt x="1422" y="1"/>
                    <a:pt x="1291" y="25"/>
                    <a:pt x="1168" y="77"/>
                  </a:cubicBezTo>
                  <a:cubicBezTo>
                    <a:pt x="701" y="243"/>
                    <a:pt x="367" y="710"/>
                    <a:pt x="334" y="1177"/>
                  </a:cubicBezTo>
                  <a:cubicBezTo>
                    <a:pt x="301" y="1845"/>
                    <a:pt x="801" y="2345"/>
                    <a:pt x="1301" y="2745"/>
                  </a:cubicBezTo>
                  <a:cubicBezTo>
                    <a:pt x="1301" y="2752"/>
                    <a:pt x="1304" y="2754"/>
                    <a:pt x="1307" y="2754"/>
                  </a:cubicBezTo>
                  <a:cubicBezTo>
                    <a:pt x="1323" y="2754"/>
                    <a:pt x="1362" y="2705"/>
                    <a:pt x="1335" y="2679"/>
                  </a:cubicBezTo>
                  <a:cubicBezTo>
                    <a:pt x="701" y="2045"/>
                    <a:pt x="0" y="944"/>
                    <a:pt x="1101" y="343"/>
                  </a:cubicBezTo>
                  <a:cubicBezTo>
                    <a:pt x="1255" y="241"/>
                    <a:pt x="1423" y="193"/>
                    <a:pt x="1589" y="193"/>
                  </a:cubicBezTo>
                  <a:cubicBezTo>
                    <a:pt x="1856" y="193"/>
                    <a:pt x="2117" y="318"/>
                    <a:pt x="2302" y="544"/>
                  </a:cubicBezTo>
                  <a:cubicBezTo>
                    <a:pt x="2602" y="877"/>
                    <a:pt x="2602" y="1211"/>
                    <a:pt x="2602" y="1611"/>
                  </a:cubicBezTo>
                  <a:cubicBezTo>
                    <a:pt x="2602" y="1676"/>
                    <a:pt x="2644" y="1712"/>
                    <a:pt x="2691" y="1712"/>
                  </a:cubicBezTo>
                  <a:cubicBezTo>
                    <a:pt x="2718" y="1712"/>
                    <a:pt x="2745" y="1701"/>
                    <a:pt x="2769" y="1678"/>
                  </a:cubicBezTo>
                  <a:cubicBezTo>
                    <a:pt x="3227" y="876"/>
                    <a:pt x="2358" y="1"/>
                    <a:pt x="1554"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2"/>
            <p:cNvSpPr/>
            <p:nvPr/>
          </p:nvSpPr>
          <p:spPr>
            <a:xfrm>
              <a:off x="230375" y="3219600"/>
              <a:ext cx="160125" cy="80750"/>
            </a:xfrm>
            <a:custGeom>
              <a:avLst/>
              <a:gdLst/>
              <a:ahLst/>
              <a:cxnLst/>
              <a:rect l="l" t="t" r="r" b="b"/>
              <a:pathLst>
                <a:path w="6405" h="3230" extrusionOk="0">
                  <a:moveTo>
                    <a:pt x="4693" y="0"/>
                  </a:moveTo>
                  <a:cubicBezTo>
                    <a:pt x="4536" y="0"/>
                    <a:pt x="4380" y="45"/>
                    <a:pt x="4237" y="145"/>
                  </a:cubicBezTo>
                  <a:cubicBezTo>
                    <a:pt x="3936" y="279"/>
                    <a:pt x="3736" y="546"/>
                    <a:pt x="3569" y="812"/>
                  </a:cubicBezTo>
                  <a:cubicBezTo>
                    <a:pt x="3369" y="1113"/>
                    <a:pt x="3269" y="1780"/>
                    <a:pt x="2969" y="1947"/>
                  </a:cubicBezTo>
                  <a:cubicBezTo>
                    <a:pt x="2896" y="1995"/>
                    <a:pt x="2838" y="2016"/>
                    <a:pt x="2790" y="2016"/>
                  </a:cubicBezTo>
                  <a:cubicBezTo>
                    <a:pt x="2578" y="2016"/>
                    <a:pt x="2590" y="1592"/>
                    <a:pt x="2535" y="1346"/>
                  </a:cubicBezTo>
                  <a:cubicBezTo>
                    <a:pt x="2469" y="1146"/>
                    <a:pt x="2435" y="979"/>
                    <a:pt x="2269" y="846"/>
                  </a:cubicBezTo>
                  <a:cubicBezTo>
                    <a:pt x="2127" y="705"/>
                    <a:pt x="1913" y="649"/>
                    <a:pt x="1692" y="649"/>
                  </a:cubicBezTo>
                  <a:cubicBezTo>
                    <a:pt x="1547" y="649"/>
                    <a:pt x="1400" y="673"/>
                    <a:pt x="1268" y="712"/>
                  </a:cubicBezTo>
                  <a:cubicBezTo>
                    <a:pt x="0" y="1179"/>
                    <a:pt x="667" y="2614"/>
                    <a:pt x="1401" y="3214"/>
                  </a:cubicBezTo>
                  <a:cubicBezTo>
                    <a:pt x="1433" y="3225"/>
                    <a:pt x="1463" y="3229"/>
                    <a:pt x="1492" y="3229"/>
                  </a:cubicBezTo>
                  <a:cubicBezTo>
                    <a:pt x="1646" y="3229"/>
                    <a:pt x="1747" y="3093"/>
                    <a:pt x="1635" y="2981"/>
                  </a:cubicBezTo>
                  <a:cubicBezTo>
                    <a:pt x="1435" y="2814"/>
                    <a:pt x="1268" y="2614"/>
                    <a:pt x="1101" y="2347"/>
                  </a:cubicBezTo>
                  <a:cubicBezTo>
                    <a:pt x="1134" y="1947"/>
                    <a:pt x="1234" y="1480"/>
                    <a:pt x="1268" y="1046"/>
                  </a:cubicBezTo>
                  <a:cubicBezTo>
                    <a:pt x="1968" y="1113"/>
                    <a:pt x="2269" y="1346"/>
                    <a:pt x="2235" y="1847"/>
                  </a:cubicBezTo>
                  <a:lnTo>
                    <a:pt x="2235" y="2113"/>
                  </a:lnTo>
                  <a:cubicBezTo>
                    <a:pt x="2269" y="2380"/>
                    <a:pt x="2369" y="2514"/>
                    <a:pt x="2602" y="2681"/>
                  </a:cubicBezTo>
                  <a:cubicBezTo>
                    <a:pt x="2630" y="2694"/>
                    <a:pt x="2663" y="2702"/>
                    <a:pt x="2695" y="2702"/>
                  </a:cubicBezTo>
                  <a:cubicBezTo>
                    <a:pt x="2740" y="2702"/>
                    <a:pt x="2783" y="2686"/>
                    <a:pt x="2802" y="2647"/>
                  </a:cubicBezTo>
                  <a:cubicBezTo>
                    <a:pt x="3303" y="2214"/>
                    <a:pt x="3336" y="1680"/>
                    <a:pt x="3736" y="1179"/>
                  </a:cubicBezTo>
                  <a:cubicBezTo>
                    <a:pt x="3831" y="918"/>
                    <a:pt x="3994" y="775"/>
                    <a:pt x="4249" y="775"/>
                  </a:cubicBezTo>
                  <a:cubicBezTo>
                    <a:pt x="4352" y="775"/>
                    <a:pt x="4470" y="798"/>
                    <a:pt x="4604" y="846"/>
                  </a:cubicBezTo>
                  <a:cubicBezTo>
                    <a:pt x="4817" y="733"/>
                    <a:pt x="4993" y="678"/>
                    <a:pt x="5129" y="678"/>
                  </a:cubicBezTo>
                  <a:cubicBezTo>
                    <a:pt x="5398" y="678"/>
                    <a:pt x="5515" y="893"/>
                    <a:pt x="5471" y="1313"/>
                  </a:cubicBezTo>
                  <a:cubicBezTo>
                    <a:pt x="5471" y="1913"/>
                    <a:pt x="4937" y="2414"/>
                    <a:pt x="4570" y="2881"/>
                  </a:cubicBezTo>
                  <a:cubicBezTo>
                    <a:pt x="4470" y="2981"/>
                    <a:pt x="4559" y="3139"/>
                    <a:pt x="4666" y="3139"/>
                  </a:cubicBezTo>
                  <a:cubicBezTo>
                    <a:pt x="4701" y="3139"/>
                    <a:pt x="4737" y="3122"/>
                    <a:pt x="4770" y="3081"/>
                  </a:cubicBezTo>
                  <a:cubicBezTo>
                    <a:pt x="5437" y="2380"/>
                    <a:pt x="6405" y="1046"/>
                    <a:pt x="5304" y="212"/>
                  </a:cubicBezTo>
                  <a:cubicBezTo>
                    <a:pt x="5114" y="79"/>
                    <a:pt x="4902" y="0"/>
                    <a:pt x="4693" y="0"/>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2"/>
            <p:cNvSpPr/>
            <p:nvPr/>
          </p:nvSpPr>
          <p:spPr>
            <a:xfrm>
              <a:off x="346275" y="3284400"/>
              <a:ext cx="65075" cy="79800"/>
            </a:xfrm>
            <a:custGeom>
              <a:avLst/>
              <a:gdLst/>
              <a:ahLst/>
              <a:cxnLst/>
              <a:rect l="l" t="t" r="r" b="b"/>
              <a:pathLst>
                <a:path w="2603" h="3192" extrusionOk="0">
                  <a:moveTo>
                    <a:pt x="1309" y="0"/>
                  </a:moveTo>
                  <a:cubicBezTo>
                    <a:pt x="771" y="0"/>
                    <a:pt x="156" y="462"/>
                    <a:pt x="334" y="1056"/>
                  </a:cubicBezTo>
                  <a:lnTo>
                    <a:pt x="368" y="1056"/>
                  </a:lnTo>
                  <a:cubicBezTo>
                    <a:pt x="514" y="521"/>
                    <a:pt x="919" y="246"/>
                    <a:pt x="1317" y="246"/>
                  </a:cubicBezTo>
                  <a:cubicBezTo>
                    <a:pt x="1738" y="246"/>
                    <a:pt x="2150" y="555"/>
                    <a:pt x="2236" y="1189"/>
                  </a:cubicBezTo>
                  <a:cubicBezTo>
                    <a:pt x="2269" y="1623"/>
                    <a:pt x="2102" y="2023"/>
                    <a:pt x="1769" y="2357"/>
                  </a:cubicBezTo>
                  <a:cubicBezTo>
                    <a:pt x="1635" y="2457"/>
                    <a:pt x="1469" y="2590"/>
                    <a:pt x="1302" y="2690"/>
                  </a:cubicBezTo>
                  <a:cubicBezTo>
                    <a:pt x="1235" y="2724"/>
                    <a:pt x="1102" y="2790"/>
                    <a:pt x="968" y="2790"/>
                  </a:cubicBezTo>
                  <a:cubicBezTo>
                    <a:pt x="903" y="2834"/>
                    <a:pt x="845" y="2856"/>
                    <a:pt x="794" y="2856"/>
                  </a:cubicBezTo>
                  <a:cubicBezTo>
                    <a:pt x="688" y="2856"/>
                    <a:pt x="613" y="2760"/>
                    <a:pt x="568" y="2557"/>
                  </a:cubicBezTo>
                  <a:cubicBezTo>
                    <a:pt x="635" y="2557"/>
                    <a:pt x="635" y="2390"/>
                    <a:pt x="568" y="2390"/>
                  </a:cubicBezTo>
                  <a:cubicBezTo>
                    <a:pt x="1" y="2390"/>
                    <a:pt x="234" y="3124"/>
                    <a:pt x="735" y="3191"/>
                  </a:cubicBezTo>
                  <a:cubicBezTo>
                    <a:pt x="749" y="3191"/>
                    <a:pt x="763" y="3192"/>
                    <a:pt x="778" y="3192"/>
                  </a:cubicBezTo>
                  <a:cubicBezTo>
                    <a:pt x="1533" y="3192"/>
                    <a:pt x="2338" y="2342"/>
                    <a:pt x="2469" y="1590"/>
                  </a:cubicBezTo>
                  <a:cubicBezTo>
                    <a:pt x="2603" y="922"/>
                    <a:pt x="2236" y="122"/>
                    <a:pt x="1502" y="22"/>
                  </a:cubicBezTo>
                  <a:cubicBezTo>
                    <a:pt x="1440" y="7"/>
                    <a:pt x="1375" y="0"/>
                    <a:pt x="1309" y="0"/>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2"/>
            <p:cNvSpPr/>
            <p:nvPr/>
          </p:nvSpPr>
          <p:spPr>
            <a:xfrm>
              <a:off x="458025" y="3246700"/>
              <a:ext cx="74250" cy="59950"/>
            </a:xfrm>
            <a:custGeom>
              <a:avLst/>
              <a:gdLst/>
              <a:ahLst/>
              <a:cxnLst/>
              <a:rect l="l" t="t" r="r" b="b"/>
              <a:pathLst>
                <a:path w="2970" h="2398" extrusionOk="0">
                  <a:moveTo>
                    <a:pt x="1772" y="1"/>
                  </a:moveTo>
                  <a:cubicBezTo>
                    <a:pt x="1056" y="1"/>
                    <a:pt x="205" y="1119"/>
                    <a:pt x="1" y="1630"/>
                  </a:cubicBezTo>
                  <a:cubicBezTo>
                    <a:pt x="277" y="1304"/>
                    <a:pt x="1137" y="148"/>
                    <a:pt x="1760" y="148"/>
                  </a:cubicBezTo>
                  <a:cubicBezTo>
                    <a:pt x="1965" y="148"/>
                    <a:pt x="2145" y="273"/>
                    <a:pt x="2269" y="596"/>
                  </a:cubicBezTo>
                  <a:cubicBezTo>
                    <a:pt x="2436" y="1096"/>
                    <a:pt x="2169" y="1530"/>
                    <a:pt x="1802" y="1763"/>
                  </a:cubicBezTo>
                  <a:cubicBezTo>
                    <a:pt x="1502" y="1963"/>
                    <a:pt x="1135" y="2064"/>
                    <a:pt x="835" y="2264"/>
                  </a:cubicBezTo>
                  <a:cubicBezTo>
                    <a:pt x="801" y="2297"/>
                    <a:pt x="801" y="2397"/>
                    <a:pt x="868" y="2397"/>
                  </a:cubicBezTo>
                  <a:cubicBezTo>
                    <a:pt x="1802" y="2397"/>
                    <a:pt x="2970" y="1363"/>
                    <a:pt x="2369" y="362"/>
                  </a:cubicBezTo>
                  <a:cubicBezTo>
                    <a:pt x="2197" y="105"/>
                    <a:pt x="1991" y="1"/>
                    <a:pt x="1772"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2"/>
            <p:cNvSpPr/>
            <p:nvPr/>
          </p:nvSpPr>
          <p:spPr>
            <a:xfrm>
              <a:off x="431525" y="3335750"/>
              <a:ext cx="66575" cy="63200"/>
            </a:xfrm>
            <a:custGeom>
              <a:avLst/>
              <a:gdLst/>
              <a:ahLst/>
              <a:cxnLst/>
              <a:rect l="l" t="t" r="r" b="b"/>
              <a:pathLst>
                <a:path w="2663" h="2528" extrusionOk="0">
                  <a:moveTo>
                    <a:pt x="1395" y="0"/>
                  </a:moveTo>
                  <a:cubicBezTo>
                    <a:pt x="1373" y="0"/>
                    <a:pt x="1350" y="1"/>
                    <a:pt x="1328" y="3"/>
                  </a:cubicBezTo>
                  <a:cubicBezTo>
                    <a:pt x="827" y="36"/>
                    <a:pt x="360" y="470"/>
                    <a:pt x="360" y="1003"/>
                  </a:cubicBezTo>
                  <a:cubicBezTo>
                    <a:pt x="360" y="1003"/>
                    <a:pt x="427" y="1003"/>
                    <a:pt x="427" y="970"/>
                  </a:cubicBezTo>
                  <a:cubicBezTo>
                    <a:pt x="494" y="503"/>
                    <a:pt x="927" y="169"/>
                    <a:pt x="1394" y="169"/>
                  </a:cubicBezTo>
                  <a:cubicBezTo>
                    <a:pt x="1895" y="169"/>
                    <a:pt x="2228" y="570"/>
                    <a:pt x="2262" y="1070"/>
                  </a:cubicBezTo>
                  <a:cubicBezTo>
                    <a:pt x="2262" y="1537"/>
                    <a:pt x="2028" y="2004"/>
                    <a:pt x="1561" y="2137"/>
                  </a:cubicBezTo>
                  <a:cubicBezTo>
                    <a:pt x="1429" y="2184"/>
                    <a:pt x="1295" y="2205"/>
                    <a:pt x="1161" y="2205"/>
                  </a:cubicBezTo>
                  <a:cubicBezTo>
                    <a:pt x="820" y="2205"/>
                    <a:pt x="481" y="2072"/>
                    <a:pt x="193" y="1904"/>
                  </a:cubicBezTo>
                  <a:cubicBezTo>
                    <a:pt x="183" y="1900"/>
                    <a:pt x="172" y="1899"/>
                    <a:pt x="161" y="1899"/>
                  </a:cubicBezTo>
                  <a:cubicBezTo>
                    <a:pt x="74" y="1899"/>
                    <a:pt x="1" y="2011"/>
                    <a:pt x="60" y="2071"/>
                  </a:cubicBezTo>
                  <a:cubicBezTo>
                    <a:pt x="339" y="2390"/>
                    <a:pt x="693" y="2527"/>
                    <a:pt x="1043" y="2527"/>
                  </a:cubicBezTo>
                  <a:cubicBezTo>
                    <a:pt x="1863" y="2527"/>
                    <a:pt x="2662" y="1772"/>
                    <a:pt x="2428" y="837"/>
                  </a:cubicBezTo>
                  <a:cubicBezTo>
                    <a:pt x="2333" y="357"/>
                    <a:pt x="1900" y="0"/>
                    <a:pt x="1395" y="0"/>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2"/>
            <p:cNvSpPr/>
            <p:nvPr/>
          </p:nvSpPr>
          <p:spPr>
            <a:xfrm>
              <a:off x="320425" y="3140400"/>
              <a:ext cx="66750" cy="56775"/>
            </a:xfrm>
            <a:custGeom>
              <a:avLst/>
              <a:gdLst/>
              <a:ahLst/>
              <a:cxnLst/>
              <a:rect l="l" t="t" r="r" b="b"/>
              <a:pathLst>
                <a:path w="2670" h="2271" extrusionOk="0">
                  <a:moveTo>
                    <a:pt x="1643" y="1"/>
                  </a:moveTo>
                  <a:cubicBezTo>
                    <a:pt x="1566" y="1"/>
                    <a:pt x="1486" y="14"/>
                    <a:pt x="1402" y="44"/>
                  </a:cubicBezTo>
                  <a:cubicBezTo>
                    <a:pt x="568" y="345"/>
                    <a:pt x="1" y="1479"/>
                    <a:pt x="568" y="2213"/>
                  </a:cubicBezTo>
                  <a:cubicBezTo>
                    <a:pt x="594" y="2252"/>
                    <a:pt x="626" y="2271"/>
                    <a:pt x="654" y="2271"/>
                  </a:cubicBezTo>
                  <a:cubicBezTo>
                    <a:pt x="698" y="2271"/>
                    <a:pt x="735" y="2227"/>
                    <a:pt x="735" y="2146"/>
                  </a:cubicBezTo>
                  <a:cubicBezTo>
                    <a:pt x="668" y="1512"/>
                    <a:pt x="835" y="812"/>
                    <a:pt x="1368" y="445"/>
                  </a:cubicBezTo>
                  <a:cubicBezTo>
                    <a:pt x="1475" y="377"/>
                    <a:pt x="1573" y="347"/>
                    <a:pt x="1662" y="347"/>
                  </a:cubicBezTo>
                  <a:cubicBezTo>
                    <a:pt x="2189" y="347"/>
                    <a:pt x="2412" y="1384"/>
                    <a:pt x="2269" y="1812"/>
                  </a:cubicBezTo>
                  <a:cubicBezTo>
                    <a:pt x="2269" y="1895"/>
                    <a:pt x="2333" y="1952"/>
                    <a:pt x="2389" y="1952"/>
                  </a:cubicBezTo>
                  <a:cubicBezTo>
                    <a:pt x="2424" y="1952"/>
                    <a:pt x="2456" y="1930"/>
                    <a:pt x="2469" y="1879"/>
                  </a:cubicBezTo>
                  <a:cubicBezTo>
                    <a:pt x="2636" y="1479"/>
                    <a:pt x="2669" y="1012"/>
                    <a:pt x="2469" y="645"/>
                  </a:cubicBezTo>
                  <a:cubicBezTo>
                    <a:pt x="2278" y="289"/>
                    <a:pt x="1996" y="1"/>
                    <a:pt x="1643"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2"/>
            <p:cNvSpPr/>
            <p:nvPr/>
          </p:nvSpPr>
          <p:spPr>
            <a:xfrm>
              <a:off x="156975" y="3101975"/>
              <a:ext cx="86725" cy="70575"/>
            </a:xfrm>
            <a:custGeom>
              <a:avLst/>
              <a:gdLst/>
              <a:ahLst/>
              <a:cxnLst/>
              <a:rect l="l" t="t" r="r" b="b"/>
              <a:pathLst>
                <a:path w="3469" h="2823" extrusionOk="0">
                  <a:moveTo>
                    <a:pt x="1795" y="1"/>
                  </a:moveTo>
                  <a:cubicBezTo>
                    <a:pt x="1565" y="1"/>
                    <a:pt x="1329" y="56"/>
                    <a:pt x="1102" y="180"/>
                  </a:cubicBezTo>
                  <a:cubicBezTo>
                    <a:pt x="201" y="681"/>
                    <a:pt x="1" y="2315"/>
                    <a:pt x="1035" y="2816"/>
                  </a:cubicBezTo>
                  <a:cubicBezTo>
                    <a:pt x="1044" y="2820"/>
                    <a:pt x="1054" y="2822"/>
                    <a:pt x="1063" y="2822"/>
                  </a:cubicBezTo>
                  <a:cubicBezTo>
                    <a:pt x="1125" y="2822"/>
                    <a:pt x="1188" y="2740"/>
                    <a:pt x="1102" y="2682"/>
                  </a:cubicBezTo>
                  <a:cubicBezTo>
                    <a:pt x="635" y="2082"/>
                    <a:pt x="501" y="1081"/>
                    <a:pt x="1168" y="547"/>
                  </a:cubicBezTo>
                  <a:cubicBezTo>
                    <a:pt x="1365" y="390"/>
                    <a:pt x="1586" y="321"/>
                    <a:pt x="1810" y="321"/>
                  </a:cubicBezTo>
                  <a:cubicBezTo>
                    <a:pt x="2534" y="321"/>
                    <a:pt x="3286" y="1035"/>
                    <a:pt x="3337" y="1748"/>
                  </a:cubicBezTo>
                  <a:cubicBezTo>
                    <a:pt x="3469" y="822"/>
                    <a:pt x="2677" y="1"/>
                    <a:pt x="1795"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2"/>
            <p:cNvSpPr/>
            <p:nvPr/>
          </p:nvSpPr>
          <p:spPr>
            <a:xfrm>
              <a:off x="1196900" y="1286000"/>
              <a:ext cx="1274250" cy="770575"/>
            </a:xfrm>
            <a:custGeom>
              <a:avLst/>
              <a:gdLst/>
              <a:ahLst/>
              <a:cxnLst/>
              <a:rect l="l" t="t" r="r" b="b"/>
              <a:pathLst>
                <a:path w="50970" h="30823" extrusionOk="0">
                  <a:moveTo>
                    <a:pt x="49669" y="12943"/>
                  </a:moveTo>
                  <a:cubicBezTo>
                    <a:pt x="50970" y="23951"/>
                    <a:pt x="3736" y="30823"/>
                    <a:pt x="1935" y="18180"/>
                  </a:cubicBezTo>
                  <a:cubicBezTo>
                    <a:pt x="0" y="4470"/>
                    <a:pt x="48168" y="1"/>
                    <a:pt x="49669" y="12943"/>
                  </a:cubicBezTo>
                  <a:close/>
                </a:path>
              </a:pathLst>
            </a:custGeom>
            <a:solidFill>
              <a:srgbClr val="B4C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2"/>
            <p:cNvSpPr/>
            <p:nvPr/>
          </p:nvSpPr>
          <p:spPr>
            <a:xfrm>
              <a:off x="1052625" y="1347700"/>
              <a:ext cx="1586150" cy="713875"/>
            </a:xfrm>
            <a:custGeom>
              <a:avLst/>
              <a:gdLst/>
              <a:ahLst/>
              <a:cxnLst/>
              <a:rect l="l" t="t" r="r" b="b"/>
              <a:pathLst>
                <a:path w="63446" h="28555" fill="none" extrusionOk="0">
                  <a:moveTo>
                    <a:pt x="51637" y="3770"/>
                  </a:moveTo>
                  <a:cubicBezTo>
                    <a:pt x="46534" y="2436"/>
                    <a:pt x="601" y="12010"/>
                    <a:pt x="7339" y="18181"/>
                  </a:cubicBezTo>
                  <a:cubicBezTo>
                    <a:pt x="14044" y="24352"/>
                    <a:pt x="44399" y="17347"/>
                    <a:pt x="53272" y="11342"/>
                  </a:cubicBezTo>
                  <a:cubicBezTo>
                    <a:pt x="62145" y="5338"/>
                    <a:pt x="33424" y="2403"/>
                    <a:pt x="20882" y="4904"/>
                  </a:cubicBezTo>
                  <a:cubicBezTo>
                    <a:pt x="8340" y="7406"/>
                    <a:pt x="0" y="14478"/>
                    <a:pt x="13877" y="21516"/>
                  </a:cubicBezTo>
                  <a:cubicBezTo>
                    <a:pt x="27787" y="28555"/>
                    <a:pt x="59243" y="15712"/>
                    <a:pt x="52738" y="8340"/>
                  </a:cubicBezTo>
                  <a:cubicBezTo>
                    <a:pt x="46200" y="1035"/>
                    <a:pt x="10908" y="902"/>
                    <a:pt x="7906" y="13044"/>
                  </a:cubicBezTo>
                  <a:cubicBezTo>
                    <a:pt x="4871" y="25186"/>
                    <a:pt x="42764" y="22050"/>
                    <a:pt x="50703" y="13811"/>
                  </a:cubicBezTo>
                  <a:cubicBezTo>
                    <a:pt x="58576" y="5605"/>
                    <a:pt x="35226" y="2836"/>
                    <a:pt x="24551" y="2803"/>
                  </a:cubicBezTo>
                  <a:cubicBezTo>
                    <a:pt x="13877" y="2770"/>
                    <a:pt x="1068" y="16446"/>
                    <a:pt x="11609" y="21683"/>
                  </a:cubicBezTo>
                  <a:cubicBezTo>
                    <a:pt x="22150" y="26954"/>
                    <a:pt x="51971" y="18014"/>
                    <a:pt x="55073" y="14178"/>
                  </a:cubicBezTo>
                  <a:cubicBezTo>
                    <a:pt x="58209" y="10342"/>
                    <a:pt x="48769" y="301"/>
                    <a:pt x="35993" y="1535"/>
                  </a:cubicBezTo>
                  <a:cubicBezTo>
                    <a:pt x="23250" y="2803"/>
                    <a:pt x="7272" y="7673"/>
                    <a:pt x="6805" y="15345"/>
                  </a:cubicBezTo>
                  <a:cubicBezTo>
                    <a:pt x="6372" y="22984"/>
                    <a:pt x="37327" y="20015"/>
                    <a:pt x="49703" y="14812"/>
                  </a:cubicBezTo>
                  <a:cubicBezTo>
                    <a:pt x="62045" y="9575"/>
                    <a:pt x="45933" y="3036"/>
                    <a:pt x="40096" y="1902"/>
                  </a:cubicBezTo>
                  <a:cubicBezTo>
                    <a:pt x="34258" y="802"/>
                    <a:pt x="14477" y="2670"/>
                    <a:pt x="11108" y="12844"/>
                  </a:cubicBezTo>
                  <a:cubicBezTo>
                    <a:pt x="7739" y="22984"/>
                    <a:pt x="32757" y="23885"/>
                    <a:pt x="46400" y="18748"/>
                  </a:cubicBezTo>
                  <a:cubicBezTo>
                    <a:pt x="60043" y="13644"/>
                    <a:pt x="51571" y="3403"/>
                    <a:pt x="37727" y="3070"/>
                  </a:cubicBezTo>
                  <a:cubicBezTo>
                    <a:pt x="23917" y="2736"/>
                    <a:pt x="9941" y="3203"/>
                    <a:pt x="8940" y="12310"/>
                  </a:cubicBezTo>
                  <a:cubicBezTo>
                    <a:pt x="7939" y="21383"/>
                    <a:pt x="32457" y="17880"/>
                    <a:pt x="47935" y="15145"/>
                  </a:cubicBezTo>
                  <a:cubicBezTo>
                    <a:pt x="63446" y="12377"/>
                    <a:pt x="55907" y="5538"/>
                    <a:pt x="46067" y="2803"/>
                  </a:cubicBezTo>
                  <a:cubicBezTo>
                    <a:pt x="36260" y="1"/>
                    <a:pt x="10441" y="4471"/>
                    <a:pt x="9174" y="13778"/>
                  </a:cubicBezTo>
                  <a:cubicBezTo>
                    <a:pt x="7873" y="23051"/>
                    <a:pt x="42964" y="22684"/>
                    <a:pt x="52438" y="18047"/>
                  </a:cubicBezTo>
                  <a:cubicBezTo>
                    <a:pt x="61911" y="13444"/>
                    <a:pt x="54539" y="5838"/>
                    <a:pt x="44799" y="3503"/>
                  </a:cubicBezTo>
                  <a:cubicBezTo>
                    <a:pt x="35092" y="1168"/>
                    <a:pt x="11842" y="7973"/>
                    <a:pt x="5204" y="17380"/>
                  </a:cubicBezTo>
                </a:path>
              </a:pathLst>
            </a:custGeom>
            <a:noFill/>
            <a:ln w="17525" cap="rnd" cmpd="sng">
              <a:solidFill>
                <a:srgbClr val="829E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2"/>
            <p:cNvSpPr/>
            <p:nvPr/>
          </p:nvSpPr>
          <p:spPr>
            <a:xfrm>
              <a:off x="1131000" y="1435275"/>
              <a:ext cx="1457750" cy="528725"/>
            </a:xfrm>
            <a:custGeom>
              <a:avLst/>
              <a:gdLst/>
              <a:ahLst/>
              <a:cxnLst/>
              <a:rect l="l" t="t" r="r" b="b"/>
              <a:pathLst>
                <a:path w="58310" h="21149" fill="none" extrusionOk="0">
                  <a:moveTo>
                    <a:pt x="14044" y="0"/>
                  </a:moveTo>
                  <a:cubicBezTo>
                    <a:pt x="8607" y="3269"/>
                    <a:pt x="1" y="13310"/>
                    <a:pt x="10308" y="17213"/>
                  </a:cubicBezTo>
                  <a:cubicBezTo>
                    <a:pt x="20616" y="21149"/>
                    <a:pt x="58309" y="17813"/>
                    <a:pt x="49470" y="801"/>
                  </a:cubicBezTo>
                </a:path>
              </a:pathLst>
            </a:custGeom>
            <a:noFill/>
            <a:ln w="17525" cap="rnd" cmpd="sng">
              <a:solidFill>
                <a:srgbClr val="829E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2"/>
            <p:cNvSpPr/>
            <p:nvPr/>
          </p:nvSpPr>
          <p:spPr>
            <a:xfrm>
              <a:off x="1256925" y="1361050"/>
              <a:ext cx="1155025" cy="557100"/>
            </a:xfrm>
            <a:custGeom>
              <a:avLst/>
              <a:gdLst/>
              <a:ahLst/>
              <a:cxnLst/>
              <a:rect l="l" t="t" r="r" b="b"/>
              <a:pathLst>
                <a:path w="46201" h="22284" fill="none" extrusionOk="0">
                  <a:moveTo>
                    <a:pt x="30389" y="1"/>
                  </a:moveTo>
                  <a:cubicBezTo>
                    <a:pt x="35460" y="768"/>
                    <a:pt x="46201" y="6772"/>
                    <a:pt x="41030" y="12443"/>
                  </a:cubicBezTo>
                  <a:cubicBezTo>
                    <a:pt x="35793" y="18114"/>
                    <a:pt x="11843" y="22283"/>
                    <a:pt x="5905" y="16446"/>
                  </a:cubicBezTo>
                  <a:cubicBezTo>
                    <a:pt x="1" y="10608"/>
                    <a:pt x="2770" y="7006"/>
                    <a:pt x="4704" y="4671"/>
                  </a:cubicBezTo>
                </a:path>
              </a:pathLst>
            </a:custGeom>
            <a:noFill/>
            <a:ln w="17525" cap="rnd" cmpd="sng">
              <a:solidFill>
                <a:srgbClr val="829E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2"/>
            <p:cNvSpPr/>
            <p:nvPr/>
          </p:nvSpPr>
          <p:spPr>
            <a:xfrm>
              <a:off x="1266950" y="1405250"/>
              <a:ext cx="1109150" cy="460350"/>
            </a:xfrm>
            <a:custGeom>
              <a:avLst/>
              <a:gdLst/>
              <a:ahLst/>
              <a:cxnLst/>
              <a:rect l="l" t="t" r="r" b="b"/>
              <a:pathLst>
                <a:path w="44366" h="18414" fill="none" extrusionOk="0">
                  <a:moveTo>
                    <a:pt x="667" y="9040"/>
                  </a:moveTo>
                  <a:cubicBezTo>
                    <a:pt x="0" y="11609"/>
                    <a:pt x="7706" y="18414"/>
                    <a:pt x="25819" y="13477"/>
                  </a:cubicBezTo>
                  <a:cubicBezTo>
                    <a:pt x="43898" y="8507"/>
                    <a:pt x="44365" y="4037"/>
                    <a:pt x="42130" y="1"/>
                  </a:cubicBezTo>
                </a:path>
              </a:pathLst>
            </a:custGeom>
            <a:noFill/>
            <a:ln w="17525" cap="rnd" cmpd="sng">
              <a:solidFill>
                <a:srgbClr val="829E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2"/>
            <p:cNvSpPr/>
            <p:nvPr/>
          </p:nvSpPr>
          <p:spPr>
            <a:xfrm>
              <a:off x="1261950" y="1493650"/>
              <a:ext cx="1124975" cy="303575"/>
            </a:xfrm>
            <a:custGeom>
              <a:avLst/>
              <a:gdLst/>
              <a:ahLst/>
              <a:cxnLst/>
              <a:rect l="l" t="t" r="r" b="b"/>
              <a:pathLst>
                <a:path w="44999" h="12143" fill="none" extrusionOk="0">
                  <a:moveTo>
                    <a:pt x="1134" y="1668"/>
                  </a:moveTo>
                  <a:cubicBezTo>
                    <a:pt x="0" y="4137"/>
                    <a:pt x="6405" y="12143"/>
                    <a:pt x="25085" y="10441"/>
                  </a:cubicBezTo>
                  <a:cubicBezTo>
                    <a:pt x="43765" y="8707"/>
                    <a:pt x="44999" y="4437"/>
                    <a:pt x="43531" y="0"/>
                  </a:cubicBezTo>
                </a:path>
              </a:pathLst>
            </a:custGeom>
            <a:noFill/>
            <a:ln w="17525" cap="rnd" cmpd="sng">
              <a:solidFill>
                <a:srgbClr val="829E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2"/>
            <p:cNvSpPr/>
            <p:nvPr/>
          </p:nvSpPr>
          <p:spPr>
            <a:xfrm>
              <a:off x="1365350" y="1439450"/>
              <a:ext cx="314400" cy="308575"/>
            </a:xfrm>
            <a:custGeom>
              <a:avLst/>
              <a:gdLst/>
              <a:ahLst/>
              <a:cxnLst/>
              <a:rect l="l" t="t" r="r" b="b"/>
              <a:pathLst>
                <a:path w="12576" h="12343" extrusionOk="0">
                  <a:moveTo>
                    <a:pt x="2902" y="1401"/>
                  </a:moveTo>
                  <a:cubicBezTo>
                    <a:pt x="5571" y="0"/>
                    <a:pt x="9440" y="2168"/>
                    <a:pt x="11275" y="5671"/>
                  </a:cubicBezTo>
                  <a:cubicBezTo>
                    <a:pt x="12576" y="8139"/>
                    <a:pt x="12509" y="10608"/>
                    <a:pt x="11408" y="12342"/>
                  </a:cubicBezTo>
                  <a:cubicBezTo>
                    <a:pt x="6705" y="11742"/>
                    <a:pt x="2769" y="10208"/>
                    <a:pt x="868" y="8940"/>
                  </a:cubicBezTo>
                  <a:cubicBezTo>
                    <a:pt x="0" y="5838"/>
                    <a:pt x="667" y="2602"/>
                    <a:pt x="2902" y="140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2"/>
            <p:cNvSpPr/>
            <p:nvPr/>
          </p:nvSpPr>
          <p:spPr>
            <a:xfrm>
              <a:off x="1661400" y="1434450"/>
              <a:ext cx="294400" cy="319400"/>
            </a:xfrm>
            <a:custGeom>
              <a:avLst/>
              <a:gdLst/>
              <a:ahLst/>
              <a:cxnLst/>
              <a:rect l="l" t="t" r="r" b="b"/>
              <a:pathLst>
                <a:path w="11776" h="12776" extrusionOk="0">
                  <a:moveTo>
                    <a:pt x="4670" y="534"/>
                  </a:moveTo>
                  <a:cubicBezTo>
                    <a:pt x="7606" y="0"/>
                    <a:pt x="10708" y="3169"/>
                    <a:pt x="11442" y="7039"/>
                  </a:cubicBezTo>
                  <a:cubicBezTo>
                    <a:pt x="11775" y="8773"/>
                    <a:pt x="11575" y="10408"/>
                    <a:pt x="10941" y="11709"/>
                  </a:cubicBezTo>
                  <a:cubicBezTo>
                    <a:pt x="9273" y="12109"/>
                    <a:pt x="8039" y="12476"/>
                    <a:pt x="7372" y="12609"/>
                  </a:cubicBezTo>
                  <a:cubicBezTo>
                    <a:pt x="5771" y="12776"/>
                    <a:pt x="4003" y="12676"/>
                    <a:pt x="2368" y="12609"/>
                  </a:cubicBezTo>
                  <a:cubicBezTo>
                    <a:pt x="1568" y="11709"/>
                    <a:pt x="934" y="10541"/>
                    <a:pt x="701" y="9040"/>
                  </a:cubicBezTo>
                  <a:cubicBezTo>
                    <a:pt x="0" y="5171"/>
                    <a:pt x="1701" y="1068"/>
                    <a:pt x="4670" y="53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2"/>
            <p:cNvSpPr/>
            <p:nvPr/>
          </p:nvSpPr>
          <p:spPr>
            <a:xfrm>
              <a:off x="1954100" y="1371900"/>
              <a:ext cx="289400" cy="334425"/>
            </a:xfrm>
            <a:custGeom>
              <a:avLst/>
              <a:gdLst/>
              <a:ahLst/>
              <a:cxnLst/>
              <a:rect l="l" t="t" r="r" b="b"/>
              <a:pathLst>
                <a:path w="11576" h="13377" extrusionOk="0">
                  <a:moveTo>
                    <a:pt x="6639" y="367"/>
                  </a:moveTo>
                  <a:cubicBezTo>
                    <a:pt x="3636" y="0"/>
                    <a:pt x="734" y="3403"/>
                    <a:pt x="301" y="7339"/>
                  </a:cubicBezTo>
                  <a:cubicBezTo>
                    <a:pt x="0" y="9907"/>
                    <a:pt x="801" y="12076"/>
                    <a:pt x="2235" y="13377"/>
                  </a:cubicBezTo>
                  <a:cubicBezTo>
                    <a:pt x="5137" y="12509"/>
                    <a:pt x="8406" y="11208"/>
                    <a:pt x="11008" y="9541"/>
                  </a:cubicBezTo>
                  <a:cubicBezTo>
                    <a:pt x="11075" y="9240"/>
                    <a:pt x="11142" y="8973"/>
                    <a:pt x="11175" y="8673"/>
                  </a:cubicBezTo>
                  <a:cubicBezTo>
                    <a:pt x="11575" y="4704"/>
                    <a:pt x="9641" y="734"/>
                    <a:pt x="6639" y="36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2"/>
            <p:cNvSpPr/>
            <p:nvPr/>
          </p:nvSpPr>
          <p:spPr>
            <a:xfrm>
              <a:off x="1203575" y="728150"/>
              <a:ext cx="1055775" cy="867025"/>
            </a:xfrm>
            <a:custGeom>
              <a:avLst/>
              <a:gdLst/>
              <a:ahLst/>
              <a:cxnLst/>
              <a:rect l="l" t="t" r="r" b="b"/>
              <a:pathLst>
                <a:path w="42231" h="34681" extrusionOk="0">
                  <a:moveTo>
                    <a:pt x="25359" y="0"/>
                  </a:moveTo>
                  <a:cubicBezTo>
                    <a:pt x="21892" y="0"/>
                    <a:pt x="17992" y="1507"/>
                    <a:pt x="14177" y="5503"/>
                  </a:cubicBezTo>
                  <a:cubicBezTo>
                    <a:pt x="10007" y="9906"/>
                    <a:pt x="12709" y="17478"/>
                    <a:pt x="534" y="24316"/>
                  </a:cubicBezTo>
                  <a:cubicBezTo>
                    <a:pt x="0" y="24616"/>
                    <a:pt x="67" y="25617"/>
                    <a:pt x="534" y="26017"/>
                  </a:cubicBezTo>
                  <a:cubicBezTo>
                    <a:pt x="6351" y="31289"/>
                    <a:pt x="14231" y="34681"/>
                    <a:pt x="22142" y="34681"/>
                  </a:cubicBezTo>
                  <a:cubicBezTo>
                    <a:pt x="24392" y="34681"/>
                    <a:pt x="26645" y="34406"/>
                    <a:pt x="28854" y="33823"/>
                  </a:cubicBezTo>
                  <a:cubicBezTo>
                    <a:pt x="33357" y="32655"/>
                    <a:pt x="37427" y="30020"/>
                    <a:pt x="39762" y="25917"/>
                  </a:cubicBezTo>
                  <a:cubicBezTo>
                    <a:pt x="42063" y="21914"/>
                    <a:pt x="42230" y="17978"/>
                    <a:pt x="40229" y="13808"/>
                  </a:cubicBezTo>
                  <a:cubicBezTo>
                    <a:pt x="40162" y="13608"/>
                    <a:pt x="40095" y="13442"/>
                    <a:pt x="40029" y="13241"/>
                  </a:cubicBezTo>
                  <a:cubicBezTo>
                    <a:pt x="38094" y="8872"/>
                    <a:pt x="35759" y="4202"/>
                    <a:pt x="31589" y="1733"/>
                  </a:cubicBezTo>
                  <a:cubicBezTo>
                    <a:pt x="29810" y="676"/>
                    <a:pt x="27681" y="0"/>
                    <a:pt x="25359" y="0"/>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42"/>
            <p:cNvSpPr/>
            <p:nvPr/>
          </p:nvSpPr>
          <p:spPr>
            <a:xfrm>
              <a:off x="1016775" y="1224700"/>
              <a:ext cx="220175" cy="147225"/>
            </a:xfrm>
            <a:custGeom>
              <a:avLst/>
              <a:gdLst/>
              <a:ahLst/>
              <a:cxnLst/>
              <a:rect l="l" t="t" r="r" b="b"/>
              <a:pathLst>
                <a:path w="8807" h="5889" extrusionOk="0">
                  <a:moveTo>
                    <a:pt x="1715" y="1"/>
                  </a:moveTo>
                  <a:cubicBezTo>
                    <a:pt x="1633" y="1"/>
                    <a:pt x="1551" y="6"/>
                    <a:pt x="1468" y="17"/>
                  </a:cubicBezTo>
                  <a:cubicBezTo>
                    <a:pt x="701" y="84"/>
                    <a:pt x="0" y="785"/>
                    <a:pt x="167" y="1519"/>
                  </a:cubicBezTo>
                  <a:cubicBezTo>
                    <a:pt x="300" y="1952"/>
                    <a:pt x="701" y="2286"/>
                    <a:pt x="1101" y="2553"/>
                  </a:cubicBezTo>
                  <a:cubicBezTo>
                    <a:pt x="3436" y="4120"/>
                    <a:pt x="6038" y="5288"/>
                    <a:pt x="8806" y="5888"/>
                  </a:cubicBezTo>
                  <a:lnTo>
                    <a:pt x="8573" y="4921"/>
                  </a:lnTo>
                  <a:cubicBezTo>
                    <a:pt x="7138" y="3253"/>
                    <a:pt x="5404" y="1785"/>
                    <a:pt x="3536" y="685"/>
                  </a:cubicBezTo>
                  <a:cubicBezTo>
                    <a:pt x="2974" y="330"/>
                    <a:pt x="2359" y="1"/>
                    <a:pt x="1715" y="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2"/>
            <p:cNvSpPr/>
            <p:nvPr/>
          </p:nvSpPr>
          <p:spPr>
            <a:xfrm>
              <a:off x="960900" y="1215000"/>
              <a:ext cx="285225" cy="165250"/>
            </a:xfrm>
            <a:custGeom>
              <a:avLst/>
              <a:gdLst/>
              <a:ahLst/>
              <a:cxnLst/>
              <a:rect l="l" t="t" r="r" b="b"/>
              <a:pathLst>
                <a:path w="11409" h="6610" extrusionOk="0">
                  <a:moveTo>
                    <a:pt x="3780" y="1"/>
                  </a:moveTo>
                  <a:cubicBezTo>
                    <a:pt x="3191" y="1"/>
                    <a:pt x="2637" y="216"/>
                    <a:pt x="2202" y="806"/>
                  </a:cubicBezTo>
                  <a:cubicBezTo>
                    <a:pt x="0" y="3875"/>
                    <a:pt x="9207" y="6276"/>
                    <a:pt x="10908" y="6610"/>
                  </a:cubicBezTo>
                  <a:cubicBezTo>
                    <a:pt x="11241" y="6577"/>
                    <a:pt x="11408" y="6110"/>
                    <a:pt x="11075" y="6009"/>
                  </a:cubicBezTo>
                  <a:cubicBezTo>
                    <a:pt x="9574" y="5609"/>
                    <a:pt x="8073" y="5042"/>
                    <a:pt x="6672" y="4342"/>
                  </a:cubicBezTo>
                  <a:cubicBezTo>
                    <a:pt x="6104" y="4108"/>
                    <a:pt x="5571" y="3808"/>
                    <a:pt x="5070" y="3508"/>
                  </a:cubicBezTo>
                  <a:cubicBezTo>
                    <a:pt x="4737" y="3308"/>
                    <a:pt x="4370" y="3107"/>
                    <a:pt x="4036" y="2874"/>
                  </a:cubicBezTo>
                  <a:cubicBezTo>
                    <a:pt x="3269" y="2607"/>
                    <a:pt x="3369" y="2273"/>
                    <a:pt x="4270" y="1940"/>
                  </a:cubicBezTo>
                  <a:cubicBezTo>
                    <a:pt x="4505" y="1508"/>
                    <a:pt x="4729" y="1296"/>
                    <a:pt x="4975" y="1296"/>
                  </a:cubicBezTo>
                  <a:cubicBezTo>
                    <a:pt x="5148" y="1296"/>
                    <a:pt x="5331" y="1400"/>
                    <a:pt x="5537" y="1606"/>
                  </a:cubicBezTo>
                  <a:cubicBezTo>
                    <a:pt x="5871" y="1806"/>
                    <a:pt x="6205" y="2007"/>
                    <a:pt x="6538" y="2273"/>
                  </a:cubicBezTo>
                  <a:cubicBezTo>
                    <a:pt x="7105" y="2707"/>
                    <a:pt x="7706" y="3207"/>
                    <a:pt x="8206" y="3775"/>
                  </a:cubicBezTo>
                  <a:cubicBezTo>
                    <a:pt x="9007" y="4542"/>
                    <a:pt x="9574" y="5609"/>
                    <a:pt x="10708" y="5809"/>
                  </a:cubicBezTo>
                  <a:cubicBezTo>
                    <a:pt x="10727" y="5812"/>
                    <a:pt x="10748" y="5814"/>
                    <a:pt x="10769" y="5814"/>
                  </a:cubicBezTo>
                  <a:cubicBezTo>
                    <a:pt x="10995" y="5814"/>
                    <a:pt x="11272" y="5651"/>
                    <a:pt x="11241" y="5376"/>
                  </a:cubicBezTo>
                  <a:cubicBezTo>
                    <a:pt x="11108" y="3374"/>
                    <a:pt x="8073" y="1940"/>
                    <a:pt x="6538" y="1006"/>
                  </a:cubicBezTo>
                  <a:cubicBezTo>
                    <a:pt x="5758" y="554"/>
                    <a:pt x="4724" y="1"/>
                    <a:pt x="3780" y="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2"/>
            <p:cNvSpPr/>
            <p:nvPr/>
          </p:nvSpPr>
          <p:spPr>
            <a:xfrm>
              <a:off x="1028450" y="1338550"/>
              <a:ext cx="220175" cy="156925"/>
            </a:xfrm>
            <a:custGeom>
              <a:avLst/>
              <a:gdLst/>
              <a:ahLst/>
              <a:cxnLst/>
              <a:rect l="l" t="t" r="r" b="b"/>
              <a:pathLst>
                <a:path w="8807" h="6277" extrusionOk="0">
                  <a:moveTo>
                    <a:pt x="8239" y="0"/>
                  </a:moveTo>
                  <a:cubicBezTo>
                    <a:pt x="6972" y="901"/>
                    <a:pt x="5204" y="967"/>
                    <a:pt x="3736" y="1568"/>
                  </a:cubicBezTo>
                  <a:cubicBezTo>
                    <a:pt x="2135" y="2235"/>
                    <a:pt x="801" y="3636"/>
                    <a:pt x="167" y="5237"/>
                  </a:cubicBezTo>
                  <a:cubicBezTo>
                    <a:pt x="67" y="5537"/>
                    <a:pt x="0" y="5871"/>
                    <a:pt x="167" y="6071"/>
                  </a:cubicBezTo>
                  <a:cubicBezTo>
                    <a:pt x="275" y="6223"/>
                    <a:pt x="455" y="6276"/>
                    <a:pt x="650" y="6276"/>
                  </a:cubicBezTo>
                  <a:cubicBezTo>
                    <a:pt x="754" y="6276"/>
                    <a:pt x="863" y="6261"/>
                    <a:pt x="967" y="6238"/>
                  </a:cubicBezTo>
                  <a:cubicBezTo>
                    <a:pt x="4336" y="5838"/>
                    <a:pt x="7005" y="3169"/>
                    <a:pt x="8806" y="234"/>
                  </a:cubicBezTo>
                  <a:lnTo>
                    <a:pt x="8239" y="0"/>
                  </a:ln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42"/>
            <p:cNvSpPr/>
            <p:nvPr/>
          </p:nvSpPr>
          <p:spPr>
            <a:xfrm>
              <a:off x="990075" y="1327350"/>
              <a:ext cx="265225" cy="187125"/>
            </a:xfrm>
            <a:custGeom>
              <a:avLst/>
              <a:gdLst/>
              <a:ahLst/>
              <a:cxnLst/>
              <a:rect l="l" t="t" r="r" b="b"/>
              <a:pathLst>
                <a:path w="10609" h="7485" extrusionOk="0">
                  <a:moveTo>
                    <a:pt x="9087" y="1216"/>
                  </a:moveTo>
                  <a:cubicBezTo>
                    <a:pt x="8433" y="1915"/>
                    <a:pt x="7898" y="2814"/>
                    <a:pt x="7239" y="3450"/>
                  </a:cubicBezTo>
                  <a:cubicBezTo>
                    <a:pt x="6605" y="4084"/>
                    <a:pt x="5905" y="4618"/>
                    <a:pt x="5138" y="5018"/>
                  </a:cubicBezTo>
                  <a:cubicBezTo>
                    <a:pt x="4784" y="5254"/>
                    <a:pt x="3571" y="5958"/>
                    <a:pt x="2948" y="5958"/>
                  </a:cubicBezTo>
                  <a:cubicBezTo>
                    <a:pt x="2866" y="5958"/>
                    <a:pt x="2794" y="5946"/>
                    <a:pt x="2736" y="5919"/>
                  </a:cubicBezTo>
                  <a:cubicBezTo>
                    <a:pt x="1468" y="5318"/>
                    <a:pt x="4904" y="2816"/>
                    <a:pt x="5471" y="2516"/>
                  </a:cubicBezTo>
                  <a:cubicBezTo>
                    <a:pt x="6644" y="1983"/>
                    <a:pt x="7922" y="1748"/>
                    <a:pt x="9087" y="1216"/>
                  </a:cubicBezTo>
                  <a:close/>
                  <a:moveTo>
                    <a:pt x="9764" y="1"/>
                  </a:moveTo>
                  <a:cubicBezTo>
                    <a:pt x="9703" y="1"/>
                    <a:pt x="9639" y="15"/>
                    <a:pt x="9574" y="48"/>
                  </a:cubicBezTo>
                  <a:cubicBezTo>
                    <a:pt x="7373" y="1282"/>
                    <a:pt x="4704" y="948"/>
                    <a:pt x="2769" y="2783"/>
                  </a:cubicBezTo>
                  <a:cubicBezTo>
                    <a:pt x="1935" y="3584"/>
                    <a:pt x="1" y="5985"/>
                    <a:pt x="1368" y="7119"/>
                  </a:cubicBezTo>
                  <a:cubicBezTo>
                    <a:pt x="1678" y="7378"/>
                    <a:pt x="2070" y="7484"/>
                    <a:pt x="2504" y="7484"/>
                  </a:cubicBezTo>
                  <a:cubicBezTo>
                    <a:pt x="4031" y="7484"/>
                    <a:pt x="6082" y="6168"/>
                    <a:pt x="6939" y="5518"/>
                  </a:cubicBezTo>
                  <a:cubicBezTo>
                    <a:pt x="8373" y="4484"/>
                    <a:pt x="10575" y="2550"/>
                    <a:pt x="10608" y="682"/>
                  </a:cubicBezTo>
                  <a:cubicBezTo>
                    <a:pt x="10608" y="502"/>
                    <a:pt x="10450" y="381"/>
                    <a:pt x="10270" y="381"/>
                  </a:cubicBezTo>
                  <a:cubicBezTo>
                    <a:pt x="10238" y="381"/>
                    <a:pt x="10204" y="385"/>
                    <a:pt x="10171" y="393"/>
                  </a:cubicBezTo>
                  <a:lnTo>
                    <a:pt x="10171" y="393"/>
                  </a:lnTo>
                  <a:cubicBezTo>
                    <a:pt x="10158" y="194"/>
                    <a:pt x="9985" y="1"/>
                    <a:pt x="9764" y="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2"/>
            <p:cNvSpPr/>
            <p:nvPr/>
          </p:nvSpPr>
          <p:spPr>
            <a:xfrm>
              <a:off x="1106825" y="1123050"/>
              <a:ext cx="148025" cy="233025"/>
            </a:xfrm>
            <a:custGeom>
              <a:avLst/>
              <a:gdLst/>
              <a:ahLst/>
              <a:cxnLst/>
              <a:rect l="l" t="t" r="r" b="b"/>
              <a:pathLst>
                <a:path w="5921" h="9321" extrusionOk="0">
                  <a:moveTo>
                    <a:pt x="699" y="1"/>
                  </a:moveTo>
                  <a:cubicBezTo>
                    <a:pt x="655" y="1"/>
                    <a:pt x="612" y="5"/>
                    <a:pt x="568" y="14"/>
                  </a:cubicBezTo>
                  <a:cubicBezTo>
                    <a:pt x="101" y="147"/>
                    <a:pt x="1" y="748"/>
                    <a:pt x="34" y="1248"/>
                  </a:cubicBezTo>
                  <a:cubicBezTo>
                    <a:pt x="201" y="2616"/>
                    <a:pt x="901" y="3917"/>
                    <a:pt x="1835" y="4951"/>
                  </a:cubicBezTo>
                  <a:cubicBezTo>
                    <a:pt x="2736" y="5985"/>
                    <a:pt x="3870" y="6852"/>
                    <a:pt x="4937" y="7753"/>
                  </a:cubicBezTo>
                  <a:cubicBezTo>
                    <a:pt x="5078" y="7856"/>
                    <a:pt x="5223" y="7980"/>
                    <a:pt x="5354" y="8116"/>
                  </a:cubicBezTo>
                  <a:lnTo>
                    <a:pt x="5354" y="8116"/>
                  </a:lnTo>
                  <a:cubicBezTo>
                    <a:pt x="4563" y="6357"/>
                    <a:pt x="3720" y="4572"/>
                    <a:pt x="2936" y="2816"/>
                  </a:cubicBezTo>
                  <a:cubicBezTo>
                    <a:pt x="2569" y="1982"/>
                    <a:pt x="2169" y="1081"/>
                    <a:pt x="1502" y="414"/>
                  </a:cubicBezTo>
                  <a:cubicBezTo>
                    <a:pt x="1270" y="182"/>
                    <a:pt x="988" y="1"/>
                    <a:pt x="699" y="1"/>
                  </a:cubicBezTo>
                  <a:close/>
                  <a:moveTo>
                    <a:pt x="5354" y="8116"/>
                  </a:moveTo>
                  <a:cubicBezTo>
                    <a:pt x="5404" y="8229"/>
                    <a:pt x="5454" y="8341"/>
                    <a:pt x="5505" y="8453"/>
                  </a:cubicBezTo>
                  <a:lnTo>
                    <a:pt x="5004" y="9321"/>
                  </a:lnTo>
                  <a:cubicBezTo>
                    <a:pt x="5238" y="9321"/>
                    <a:pt x="5438" y="9287"/>
                    <a:pt x="5705" y="9287"/>
                  </a:cubicBezTo>
                  <a:cubicBezTo>
                    <a:pt x="5921" y="8903"/>
                    <a:pt x="5688" y="8467"/>
                    <a:pt x="5354" y="8116"/>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2"/>
            <p:cNvSpPr/>
            <p:nvPr/>
          </p:nvSpPr>
          <p:spPr>
            <a:xfrm>
              <a:off x="1078475" y="1110050"/>
              <a:ext cx="180525" cy="253750"/>
            </a:xfrm>
            <a:custGeom>
              <a:avLst/>
              <a:gdLst/>
              <a:ahLst/>
              <a:cxnLst/>
              <a:rect l="l" t="t" r="r" b="b"/>
              <a:pathLst>
                <a:path w="7221" h="10150" extrusionOk="0">
                  <a:moveTo>
                    <a:pt x="2204" y="2005"/>
                  </a:moveTo>
                  <a:cubicBezTo>
                    <a:pt x="2342" y="2005"/>
                    <a:pt x="2537" y="2064"/>
                    <a:pt x="2802" y="2202"/>
                  </a:cubicBezTo>
                  <a:cubicBezTo>
                    <a:pt x="3203" y="2435"/>
                    <a:pt x="3636" y="3970"/>
                    <a:pt x="3837" y="4370"/>
                  </a:cubicBezTo>
                  <a:cubicBezTo>
                    <a:pt x="4126" y="5046"/>
                    <a:pt x="4399" y="5762"/>
                    <a:pt x="4695" y="6474"/>
                  </a:cubicBezTo>
                  <a:lnTo>
                    <a:pt x="4695" y="6474"/>
                  </a:lnTo>
                  <a:cubicBezTo>
                    <a:pt x="3961" y="5824"/>
                    <a:pt x="3247" y="5148"/>
                    <a:pt x="2702" y="4303"/>
                  </a:cubicBezTo>
                  <a:cubicBezTo>
                    <a:pt x="2503" y="3990"/>
                    <a:pt x="1407" y="2005"/>
                    <a:pt x="2204" y="2005"/>
                  </a:cubicBezTo>
                  <a:close/>
                  <a:moveTo>
                    <a:pt x="1854" y="1"/>
                  </a:moveTo>
                  <a:cubicBezTo>
                    <a:pt x="1573" y="1"/>
                    <a:pt x="1298" y="115"/>
                    <a:pt x="1035" y="367"/>
                  </a:cubicBezTo>
                  <a:cubicBezTo>
                    <a:pt x="0" y="1368"/>
                    <a:pt x="901" y="3436"/>
                    <a:pt x="1468" y="4370"/>
                  </a:cubicBezTo>
                  <a:cubicBezTo>
                    <a:pt x="1969" y="5304"/>
                    <a:pt x="2669" y="6071"/>
                    <a:pt x="3470" y="6805"/>
                  </a:cubicBezTo>
                  <a:cubicBezTo>
                    <a:pt x="3870" y="7172"/>
                    <a:pt x="4304" y="7506"/>
                    <a:pt x="4737" y="7806"/>
                  </a:cubicBezTo>
                  <a:cubicBezTo>
                    <a:pt x="4821" y="7876"/>
                    <a:pt x="5266" y="8177"/>
                    <a:pt x="5679" y="8527"/>
                  </a:cubicBezTo>
                  <a:lnTo>
                    <a:pt x="5679" y="8527"/>
                  </a:lnTo>
                  <a:cubicBezTo>
                    <a:pt x="5842" y="8808"/>
                    <a:pt x="6016" y="9080"/>
                    <a:pt x="6205" y="9340"/>
                  </a:cubicBezTo>
                  <a:cubicBezTo>
                    <a:pt x="6268" y="9429"/>
                    <a:pt x="6344" y="9491"/>
                    <a:pt x="6426" y="9529"/>
                  </a:cubicBezTo>
                  <a:lnTo>
                    <a:pt x="6426" y="9529"/>
                  </a:lnTo>
                  <a:cubicBezTo>
                    <a:pt x="6412" y="9634"/>
                    <a:pt x="6335" y="9719"/>
                    <a:pt x="6172" y="9774"/>
                  </a:cubicBezTo>
                  <a:cubicBezTo>
                    <a:pt x="5971" y="9774"/>
                    <a:pt x="5971" y="9974"/>
                    <a:pt x="6071" y="10007"/>
                  </a:cubicBezTo>
                  <a:cubicBezTo>
                    <a:pt x="6305" y="10041"/>
                    <a:pt x="6538" y="10074"/>
                    <a:pt x="6739" y="10141"/>
                  </a:cubicBezTo>
                  <a:cubicBezTo>
                    <a:pt x="6766" y="10146"/>
                    <a:pt x="6794" y="10149"/>
                    <a:pt x="6822" y="10149"/>
                  </a:cubicBezTo>
                  <a:cubicBezTo>
                    <a:pt x="6958" y="10149"/>
                    <a:pt x="7083" y="10080"/>
                    <a:pt x="7139" y="9941"/>
                  </a:cubicBezTo>
                  <a:cubicBezTo>
                    <a:pt x="7220" y="9651"/>
                    <a:pt x="7221" y="9401"/>
                    <a:pt x="7163" y="9174"/>
                  </a:cubicBezTo>
                  <a:lnTo>
                    <a:pt x="7163" y="9174"/>
                  </a:lnTo>
                  <a:cubicBezTo>
                    <a:pt x="7177" y="9112"/>
                    <a:pt x="7181" y="9045"/>
                    <a:pt x="7172" y="8973"/>
                  </a:cubicBezTo>
                  <a:cubicBezTo>
                    <a:pt x="6904" y="7724"/>
                    <a:pt x="4169" y="1"/>
                    <a:pt x="1854" y="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2"/>
            <p:cNvSpPr/>
            <p:nvPr/>
          </p:nvSpPr>
          <p:spPr>
            <a:xfrm>
              <a:off x="1381875" y="1038300"/>
              <a:ext cx="664825" cy="449925"/>
            </a:xfrm>
            <a:custGeom>
              <a:avLst/>
              <a:gdLst/>
              <a:ahLst/>
              <a:cxnLst/>
              <a:rect l="l" t="t" r="r" b="b"/>
              <a:pathLst>
                <a:path w="26593" h="17997" extrusionOk="0">
                  <a:moveTo>
                    <a:pt x="18922" y="0"/>
                  </a:moveTo>
                  <a:cubicBezTo>
                    <a:pt x="18006" y="0"/>
                    <a:pt x="17083" y="152"/>
                    <a:pt x="16085" y="468"/>
                  </a:cubicBezTo>
                  <a:cubicBezTo>
                    <a:pt x="13950" y="769"/>
                    <a:pt x="12182" y="2503"/>
                    <a:pt x="10381" y="3904"/>
                  </a:cubicBezTo>
                  <a:cubicBezTo>
                    <a:pt x="9013" y="5005"/>
                    <a:pt x="7745" y="6239"/>
                    <a:pt x="6511" y="7507"/>
                  </a:cubicBezTo>
                  <a:cubicBezTo>
                    <a:pt x="5468" y="8519"/>
                    <a:pt x="3324" y="11310"/>
                    <a:pt x="1559" y="11310"/>
                  </a:cubicBezTo>
                  <a:cubicBezTo>
                    <a:pt x="1406" y="11310"/>
                    <a:pt x="1254" y="11288"/>
                    <a:pt x="1107" y="11243"/>
                  </a:cubicBezTo>
                  <a:cubicBezTo>
                    <a:pt x="1027" y="11220"/>
                    <a:pt x="951" y="11210"/>
                    <a:pt x="880" y="11210"/>
                  </a:cubicBezTo>
                  <a:cubicBezTo>
                    <a:pt x="218" y="11210"/>
                    <a:pt x="1" y="12122"/>
                    <a:pt x="574" y="12544"/>
                  </a:cubicBezTo>
                  <a:cubicBezTo>
                    <a:pt x="1719" y="13367"/>
                    <a:pt x="2988" y="13691"/>
                    <a:pt x="4280" y="13691"/>
                  </a:cubicBezTo>
                  <a:cubicBezTo>
                    <a:pt x="5396" y="13691"/>
                    <a:pt x="6529" y="13449"/>
                    <a:pt x="7612" y="13077"/>
                  </a:cubicBezTo>
                  <a:lnTo>
                    <a:pt x="7612" y="13077"/>
                  </a:lnTo>
                  <a:cubicBezTo>
                    <a:pt x="7378" y="13411"/>
                    <a:pt x="7078" y="13745"/>
                    <a:pt x="6778" y="14045"/>
                  </a:cubicBezTo>
                  <a:cubicBezTo>
                    <a:pt x="6444" y="14378"/>
                    <a:pt x="6678" y="14879"/>
                    <a:pt x="7045" y="15012"/>
                  </a:cubicBezTo>
                  <a:cubicBezTo>
                    <a:pt x="7689" y="15266"/>
                    <a:pt x="8310" y="15377"/>
                    <a:pt x="8911" y="15377"/>
                  </a:cubicBezTo>
                  <a:cubicBezTo>
                    <a:pt x="10364" y="15377"/>
                    <a:pt x="11698" y="14728"/>
                    <a:pt x="12949" y="13878"/>
                  </a:cubicBezTo>
                  <a:lnTo>
                    <a:pt x="12949" y="13878"/>
                  </a:lnTo>
                  <a:cubicBezTo>
                    <a:pt x="12615" y="14579"/>
                    <a:pt x="12249" y="15312"/>
                    <a:pt x="11915" y="16013"/>
                  </a:cubicBezTo>
                  <a:cubicBezTo>
                    <a:pt x="11723" y="16364"/>
                    <a:pt x="12021" y="16716"/>
                    <a:pt x="12398" y="16716"/>
                  </a:cubicBezTo>
                  <a:cubicBezTo>
                    <a:pt x="12415" y="16716"/>
                    <a:pt x="12432" y="16715"/>
                    <a:pt x="12449" y="16713"/>
                  </a:cubicBezTo>
                  <a:cubicBezTo>
                    <a:pt x="14217" y="16480"/>
                    <a:pt x="15751" y="15846"/>
                    <a:pt x="17119" y="14879"/>
                  </a:cubicBezTo>
                  <a:lnTo>
                    <a:pt x="17119" y="14879"/>
                  </a:lnTo>
                  <a:cubicBezTo>
                    <a:pt x="16852" y="15679"/>
                    <a:pt x="16552" y="16513"/>
                    <a:pt x="16251" y="17314"/>
                  </a:cubicBezTo>
                  <a:cubicBezTo>
                    <a:pt x="16132" y="17642"/>
                    <a:pt x="16466" y="17997"/>
                    <a:pt x="16800" y="17997"/>
                  </a:cubicBezTo>
                  <a:cubicBezTo>
                    <a:pt x="16840" y="17997"/>
                    <a:pt x="16880" y="17992"/>
                    <a:pt x="16919" y="17981"/>
                  </a:cubicBezTo>
                  <a:cubicBezTo>
                    <a:pt x="22056" y="16480"/>
                    <a:pt x="26592" y="11376"/>
                    <a:pt x="26225" y="5772"/>
                  </a:cubicBezTo>
                  <a:cubicBezTo>
                    <a:pt x="26058" y="3237"/>
                    <a:pt x="24391" y="1336"/>
                    <a:pt x="22022" y="535"/>
                  </a:cubicBezTo>
                  <a:cubicBezTo>
                    <a:pt x="20937" y="185"/>
                    <a:pt x="19934" y="0"/>
                    <a:pt x="18922" y="0"/>
                  </a:cubicBezTo>
                  <a:close/>
                </a:path>
              </a:pathLst>
            </a:custGeom>
            <a:solidFill>
              <a:srgbClr val="F4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42"/>
            <p:cNvSpPr/>
            <p:nvPr/>
          </p:nvSpPr>
          <p:spPr>
            <a:xfrm>
              <a:off x="1834850" y="1177475"/>
              <a:ext cx="416975" cy="412200"/>
            </a:xfrm>
            <a:custGeom>
              <a:avLst/>
              <a:gdLst/>
              <a:ahLst/>
              <a:cxnLst/>
              <a:rect l="l" t="t" r="r" b="b"/>
              <a:pathLst>
                <a:path w="16679" h="16488" extrusionOk="0">
                  <a:moveTo>
                    <a:pt x="13183" y="0"/>
                  </a:moveTo>
                  <a:cubicBezTo>
                    <a:pt x="13114" y="0"/>
                    <a:pt x="13045" y="2"/>
                    <a:pt x="12976" y="5"/>
                  </a:cubicBezTo>
                  <a:cubicBezTo>
                    <a:pt x="11308" y="105"/>
                    <a:pt x="9974" y="1706"/>
                    <a:pt x="9774" y="3174"/>
                  </a:cubicBezTo>
                  <a:cubicBezTo>
                    <a:pt x="9140" y="7177"/>
                    <a:pt x="7606" y="10012"/>
                    <a:pt x="5671" y="12014"/>
                  </a:cubicBezTo>
                  <a:cubicBezTo>
                    <a:pt x="3169" y="14616"/>
                    <a:pt x="0" y="16183"/>
                    <a:pt x="0" y="16183"/>
                  </a:cubicBezTo>
                  <a:cubicBezTo>
                    <a:pt x="98" y="16395"/>
                    <a:pt x="383" y="16487"/>
                    <a:pt x="801" y="16487"/>
                  </a:cubicBezTo>
                  <a:cubicBezTo>
                    <a:pt x="2958" y="16487"/>
                    <a:pt x="8658" y="14027"/>
                    <a:pt x="10475" y="12714"/>
                  </a:cubicBezTo>
                  <a:cubicBezTo>
                    <a:pt x="12109" y="11547"/>
                    <a:pt x="13343" y="10046"/>
                    <a:pt x="14311" y="8311"/>
                  </a:cubicBezTo>
                  <a:cubicBezTo>
                    <a:pt x="15111" y="6943"/>
                    <a:pt x="16679" y="3741"/>
                    <a:pt x="16345" y="1873"/>
                  </a:cubicBezTo>
                  <a:cubicBezTo>
                    <a:pt x="16155" y="634"/>
                    <a:pt x="14573" y="0"/>
                    <a:pt x="13183" y="0"/>
                  </a:cubicBezTo>
                  <a:close/>
                </a:path>
              </a:pathLst>
            </a:custGeom>
            <a:solidFill>
              <a:srgbClr val="F2DE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2"/>
            <p:cNvSpPr/>
            <p:nvPr/>
          </p:nvSpPr>
          <p:spPr>
            <a:xfrm>
              <a:off x="2175100" y="1038325"/>
              <a:ext cx="240250" cy="187200"/>
            </a:xfrm>
            <a:custGeom>
              <a:avLst/>
              <a:gdLst/>
              <a:ahLst/>
              <a:cxnLst/>
              <a:rect l="l" t="t" r="r" b="b"/>
              <a:pathLst>
                <a:path w="9610" h="7488" extrusionOk="0">
                  <a:moveTo>
                    <a:pt x="701" y="0"/>
                  </a:moveTo>
                  <a:cubicBezTo>
                    <a:pt x="400" y="0"/>
                    <a:pt x="67" y="167"/>
                    <a:pt x="0" y="367"/>
                  </a:cubicBezTo>
                  <a:lnTo>
                    <a:pt x="0" y="501"/>
                  </a:lnTo>
                  <a:cubicBezTo>
                    <a:pt x="33" y="1150"/>
                    <a:pt x="444" y="7487"/>
                    <a:pt x="2557" y="7487"/>
                  </a:cubicBezTo>
                  <a:cubicBezTo>
                    <a:pt x="2615" y="7487"/>
                    <a:pt x="2675" y="7482"/>
                    <a:pt x="2735" y="7472"/>
                  </a:cubicBezTo>
                  <a:cubicBezTo>
                    <a:pt x="3903" y="7239"/>
                    <a:pt x="4970" y="5738"/>
                    <a:pt x="5804" y="5004"/>
                  </a:cubicBezTo>
                  <a:cubicBezTo>
                    <a:pt x="7005" y="3870"/>
                    <a:pt x="8173" y="2636"/>
                    <a:pt x="9140" y="1168"/>
                  </a:cubicBezTo>
                  <a:cubicBezTo>
                    <a:pt x="9610" y="434"/>
                    <a:pt x="9459" y="10"/>
                    <a:pt x="8734" y="10"/>
                  </a:cubicBezTo>
                  <a:cubicBezTo>
                    <a:pt x="8635" y="10"/>
                    <a:pt x="8526" y="18"/>
                    <a:pt x="8406" y="34"/>
                  </a:cubicBezTo>
                  <a:cubicBezTo>
                    <a:pt x="7386" y="155"/>
                    <a:pt x="6360" y="200"/>
                    <a:pt x="5330" y="200"/>
                  </a:cubicBezTo>
                  <a:cubicBezTo>
                    <a:pt x="3799" y="200"/>
                    <a:pt x="2256" y="100"/>
                    <a:pt x="701" y="0"/>
                  </a:cubicBezTo>
                  <a:close/>
                </a:path>
              </a:pathLst>
            </a:custGeom>
            <a:solidFill>
              <a:srgbClr val="F4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42"/>
            <p:cNvSpPr/>
            <p:nvPr/>
          </p:nvSpPr>
          <p:spPr>
            <a:xfrm>
              <a:off x="2034150" y="1423300"/>
              <a:ext cx="21725" cy="28800"/>
            </a:xfrm>
            <a:custGeom>
              <a:avLst/>
              <a:gdLst/>
              <a:ahLst/>
              <a:cxnLst/>
              <a:rect l="l" t="t" r="r" b="b"/>
              <a:pathLst>
                <a:path w="869" h="1152" extrusionOk="0">
                  <a:moveTo>
                    <a:pt x="710" y="0"/>
                  </a:moveTo>
                  <a:cubicBezTo>
                    <a:pt x="691" y="0"/>
                    <a:pt x="676" y="5"/>
                    <a:pt x="668" y="12"/>
                  </a:cubicBezTo>
                  <a:cubicBezTo>
                    <a:pt x="501" y="179"/>
                    <a:pt x="368" y="346"/>
                    <a:pt x="268" y="513"/>
                  </a:cubicBezTo>
                  <a:cubicBezTo>
                    <a:pt x="134" y="680"/>
                    <a:pt x="1" y="813"/>
                    <a:pt x="34" y="1080"/>
                  </a:cubicBezTo>
                  <a:cubicBezTo>
                    <a:pt x="34" y="1113"/>
                    <a:pt x="101" y="1147"/>
                    <a:pt x="134" y="1147"/>
                  </a:cubicBezTo>
                  <a:cubicBezTo>
                    <a:pt x="155" y="1150"/>
                    <a:pt x="176" y="1151"/>
                    <a:pt x="196" y="1151"/>
                  </a:cubicBezTo>
                  <a:cubicBezTo>
                    <a:pt x="622" y="1151"/>
                    <a:pt x="836" y="496"/>
                    <a:pt x="868" y="146"/>
                  </a:cubicBezTo>
                  <a:cubicBezTo>
                    <a:pt x="868" y="44"/>
                    <a:pt x="771" y="0"/>
                    <a:pt x="710" y="0"/>
                  </a:cubicBezTo>
                  <a:close/>
                </a:path>
              </a:pathLst>
            </a:custGeom>
            <a:solidFill>
              <a:srgbClr val="F9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2"/>
            <p:cNvSpPr/>
            <p:nvPr/>
          </p:nvSpPr>
          <p:spPr>
            <a:xfrm>
              <a:off x="2037500" y="1489300"/>
              <a:ext cx="35050" cy="27125"/>
            </a:xfrm>
            <a:custGeom>
              <a:avLst/>
              <a:gdLst/>
              <a:ahLst/>
              <a:cxnLst/>
              <a:rect l="l" t="t" r="r" b="b"/>
              <a:pathLst>
                <a:path w="1402" h="1085" extrusionOk="0">
                  <a:moveTo>
                    <a:pt x="1237" y="1"/>
                  </a:moveTo>
                  <a:cubicBezTo>
                    <a:pt x="1018" y="1"/>
                    <a:pt x="751" y="162"/>
                    <a:pt x="567" y="241"/>
                  </a:cubicBezTo>
                  <a:cubicBezTo>
                    <a:pt x="334" y="441"/>
                    <a:pt x="0" y="641"/>
                    <a:pt x="0" y="975"/>
                  </a:cubicBezTo>
                  <a:cubicBezTo>
                    <a:pt x="0" y="1042"/>
                    <a:pt x="34" y="1075"/>
                    <a:pt x="134" y="1075"/>
                  </a:cubicBezTo>
                  <a:cubicBezTo>
                    <a:pt x="160" y="1082"/>
                    <a:pt x="186" y="1085"/>
                    <a:pt x="212" y="1085"/>
                  </a:cubicBezTo>
                  <a:cubicBezTo>
                    <a:pt x="458" y="1085"/>
                    <a:pt x="720" y="825"/>
                    <a:pt x="901" y="675"/>
                  </a:cubicBezTo>
                  <a:cubicBezTo>
                    <a:pt x="1068" y="541"/>
                    <a:pt x="1401" y="308"/>
                    <a:pt x="1401" y="41"/>
                  </a:cubicBezTo>
                  <a:cubicBezTo>
                    <a:pt x="1352" y="13"/>
                    <a:pt x="1296" y="1"/>
                    <a:pt x="1237" y="1"/>
                  </a:cubicBezTo>
                  <a:close/>
                </a:path>
              </a:pathLst>
            </a:custGeom>
            <a:solidFill>
              <a:srgbClr val="F9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2"/>
            <p:cNvSpPr/>
            <p:nvPr/>
          </p:nvSpPr>
          <p:spPr>
            <a:xfrm>
              <a:off x="1977450" y="1498650"/>
              <a:ext cx="34225" cy="26875"/>
            </a:xfrm>
            <a:custGeom>
              <a:avLst/>
              <a:gdLst/>
              <a:ahLst/>
              <a:cxnLst/>
              <a:rect l="l" t="t" r="r" b="b"/>
              <a:pathLst>
                <a:path w="1369" h="1075" extrusionOk="0">
                  <a:moveTo>
                    <a:pt x="1301" y="1"/>
                  </a:moveTo>
                  <a:cubicBezTo>
                    <a:pt x="1068" y="1"/>
                    <a:pt x="768" y="234"/>
                    <a:pt x="568" y="334"/>
                  </a:cubicBezTo>
                  <a:cubicBezTo>
                    <a:pt x="401" y="468"/>
                    <a:pt x="0" y="734"/>
                    <a:pt x="234" y="968"/>
                  </a:cubicBezTo>
                  <a:cubicBezTo>
                    <a:pt x="291" y="1044"/>
                    <a:pt x="362" y="1074"/>
                    <a:pt x="438" y="1074"/>
                  </a:cubicBezTo>
                  <a:cubicBezTo>
                    <a:pt x="627" y="1074"/>
                    <a:pt x="849" y="887"/>
                    <a:pt x="968" y="768"/>
                  </a:cubicBezTo>
                  <a:cubicBezTo>
                    <a:pt x="1135" y="601"/>
                    <a:pt x="1368" y="301"/>
                    <a:pt x="1368" y="1"/>
                  </a:cubicBezTo>
                  <a:lnTo>
                    <a:pt x="1368" y="1"/>
                  </a:lnTo>
                  <a:cubicBezTo>
                    <a:pt x="1368" y="23"/>
                    <a:pt x="1361" y="30"/>
                    <a:pt x="1351" y="30"/>
                  </a:cubicBezTo>
                  <a:cubicBezTo>
                    <a:pt x="1331" y="30"/>
                    <a:pt x="1301" y="1"/>
                    <a:pt x="1301" y="1"/>
                  </a:cubicBezTo>
                  <a:close/>
                </a:path>
              </a:pathLst>
            </a:custGeom>
            <a:solidFill>
              <a:srgbClr val="F9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2"/>
            <p:cNvSpPr/>
            <p:nvPr/>
          </p:nvSpPr>
          <p:spPr>
            <a:xfrm>
              <a:off x="1121325" y="1125800"/>
              <a:ext cx="133700" cy="231700"/>
            </a:xfrm>
            <a:custGeom>
              <a:avLst/>
              <a:gdLst/>
              <a:ahLst/>
              <a:cxnLst/>
              <a:rect l="l" t="t" r="r" b="b"/>
              <a:pathLst>
                <a:path w="5348" h="9268" extrusionOk="0">
                  <a:moveTo>
                    <a:pt x="87" y="1"/>
                  </a:moveTo>
                  <a:cubicBezTo>
                    <a:pt x="43" y="1"/>
                    <a:pt x="0" y="29"/>
                    <a:pt x="21" y="71"/>
                  </a:cubicBezTo>
                  <a:cubicBezTo>
                    <a:pt x="655" y="1672"/>
                    <a:pt x="1322" y="3306"/>
                    <a:pt x="2123" y="4841"/>
                  </a:cubicBezTo>
                  <a:cubicBezTo>
                    <a:pt x="2923" y="6409"/>
                    <a:pt x="4257" y="7709"/>
                    <a:pt x="5158" y="9211"/>
                  </a:cubicBezTo>
                  <a:cubicBezTo>
                    <a:pt x="5189" y="9252"/>
                    <a:pt x="5220" y="9268"/>
                    <a:pt x="5247" y="9268"/>
                  </a:cubicBezTo>
                  <a:cubicBezTo>
                    <a:pt x="5307" y="9268"/>
                    <a:pt x="5348" y="9190"/>
                    <a:pt x="5325" y="9144"/>
                  </a:cubicBezTo>
                  <a:cubicBezTo>
                    <a:pt x="4458" y="7643"/>
                    <a:pt x="3190" y="6409"/>
                    <a:pt x="2423" y="4907"/>
                  </a:cubicBezTo>
                  <a:cubicBezTo>
                    <a:pt x="1522" y="3373"/>
                    <a:pt x="955" y="1638"/>
                    <a:pt x="154" y="37"/>
                  </a:cubicBezTo>
                  <a:cubicBezTo>
                    <a:pt x="142" y="12"/>
                    <a:pt x="114" y="1"/>
                    <a:pt x="87" y="1"/>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2"/>
            <p:cNvSpPr/>
            <p:nvPr/>
          </p:nvSpPr>
          <p:spPr>
            <a:xfrm>
              <a:off x="1036375" y="1249225"/>
              <a:ext cx="215275" cy="108125"/>
            </a:xfrm>
            <a:custGeom>
              <a:avLst/>
              <a:gdLst/>
              <a:ahLst/>
              <a:cxnLst/>
              <a:rect l="l" t="t" r="r" b="b"/>
              <a:pathLst>
                <a:path w="8611" h="4325" extrusionOk="0">
                  <a:moveTo>
                    <a:pt x="39" y="1"/>
                  </a:moveTo>
                  <a:cubicBezTo>
                    <a:pt x="6" y="1"/>
                    <a:pt x="1" y="79"/>
                    <a:pt x="50" y="104"/>
                  </a:cubicBezTo>
                  <a:cubicBezTo>
                    <a:pt x="1151" y="904"/>
                    <a:pt x="2352" y="1271"/>
                    <a:pt x="3586" y="1772"/>
                  </a:cubicBezTo>
                  <a:cubicBezTo>
                    <a:pt x="5354" y="2439"/>
                    <a:pt x="6755" y="3573"/>
                    <a:pt x="8423" y="4307"/>
                  </a:cubicBezTo>
                  <a:cubicBezTo>
                    <a:pt x="8448" y="4319"/>
                    <a:pt x="8470" y="4325"/>
                    <a:pt x="8490" y="4325"/>
                  </a:cubicBezTo>
                  <a:cubicBezTo>
                    <a:pt x="8576" y="4325"/>
                    <a:pt x="8610" y="4221"/>
                    <a:pt x="8556" y="4140"/>
                  </a:cubicBezTo>
                  <a:cubicBezTo>
                    <a:pt x="6455" y="1738"/>
                    <a:pt x="2785" y="1371"/>
                    <a:pt x="83" y="37"/>
                  </a:cubicBezTo>
                  <a:cubicBezTo>
                    <a:pt x="66" y="11"/>
                    <a:pt x="50" y="1"/>
                    <a:pt x="39" y="1"/>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2"/>
            <p:cNvSpPr/>
            <p:nvPr/>
          </p:nvSpPr>
          <p:spPr>
            <a:xfrm>
              <a:off x="1054500" y="1344975"/>
              <a:ext cx="196375" cy="125075"/>
            </a:xfrm>
            <a:custGeom>
              <a:avLst/>
              <a:gdLst/>
              <a:ahLst/>
              <a:cxnLst/>
              <a:rect l="l" t="t" r="r" b="b"/>
              <a:pathLst>
                <a:path w="7855" h="5003" extrusionOk="0">
                  <a:moveTo>
                    <a:pt x="7722" y="1"/>
                  </a:moveTo>
                  <a:cubicBezTo>
                    <a:pt x="7697" y="1"/>
                    <a:pt x="7674" y="13"/>
                    <a:pt x="7664" y="43"/>
                  </a:cubicBezTo>
                  <a:cubicBezTo>
                    <a:pt x="6797" y="1411"/>
                    <a:pt x="4495" y="2478"/>
                    <a:pt x="3128" y="3379"/>
                  </a:cubicBezTo>
                  <a:cubicBezTo>
                    <a:pt x="2127" y="3979"/>
                    <a:pt x="893" y="4113"/>
                    <a:pt x="25" y="4913"/>
                  </a:cubicBezTo>
                  <a:cubicBezTo>
                    <a:pt x="0" y="4939"/>
                    <a:pt x="52" y="5003"/>
                    <a:pt x="107" y="5003"/>
                  </a:cubicBezTo>
                  <a:cubicBezTo>
                    <a:pt x="125" y="5003"/>
                    <a:pt x="143" y="4996"/>
                    <a:pt x="159" y="4980"/>
                  </a:cubicBezTo>
                  <a:cubicBezTo>
                    <a:pt x="893" y="4580"/>
                    <a:pt x="1693" y="4446"/>
                    <a:pt x="2461" y="4079"/>
                  </a:cubicBezTo>
                  <a:cubicBezTo>
                    <a:pt x="3261" y="3713"/>
                    <a:pt x="3895" y="3212"/>
                    <a:pt x="4629" y="2745"/>
                  </a:cubicBezTo>
                  <a:cubicBezTo>
                    <a:pt x="5663" y="2078"/>
                    <a:pt x="7464" y="1378"/>
                    <a:pt x="7831" y="110"/>
                  </a:cubicBezTo>
                  <a:cubicBezTo>
                    <a:pt x="7854" y="64"/>
                    <a:pt x="7780" y="1"/>
                    <a:pt x="7722" y="1"/>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2"/>
            <p:cNvSpPr/>
            <p:nvPr/>
          </p:nvSpPr>
          <p:spPr>
            <a:xfrm>
              <a:off x="1437075" y="1432750"/>
              <a:ext cx="37550" cy="45275"/>
            </a:xfrm>
            <a:custGeom>
              <a:avLst/>
              <a:gdLst/>
              <a:ahLst/>
              <a:cxnLst/>
              <a:rect l="l" t="t" r="r" b="b"/>
              <a:pathLst>
                <a:path w="1502" h="1811" extrusionOk="0">
                  <a:moveTo>
                    <a:pt x="466" y="1"/>
                  </a:moveTo>
                  <a:cubicBezTo>
                    <a:pt x="425" y="1"/>
                    <a:pt x="380" y="11"/>
                    <a:pt x="334" y="35"/>
                  </a:cubicBezTo>
                  <a:cubicBezTo>
                    <a:pt x="67" y="135"/>
                    <a:pt x="0" y="468"/>
                    <a:pt x="33" y="735"/>
                  </a:cubicBezTo>
                  <a:cubicBezTo>
                    <a:pt x="61" y="1261"/>
                    <a:pt x="617" y="1810"/>
                    <a:pt x="1149" y="1810"/>
                  </a:cubicBezTo>
                  <a:cubicBezTo>
                    <a:pt x="1258" y="1810"/>
                    <a:pt x="1366" y="1787"/>
                    <a:pt x="1468" y="1736"/>
                  </a:cubicBezTo>
                  <a:cubicBezTo>
                    <a:pt x="1501" y="1703"/>
                    <a:pt x="1501" y="1603"/>
                    <a:pt x="1468" y="1603"/>
                  </a:cubicBezTo>
                  <a:cubicBezTo>
                    <a:pt x="1134" y="1436"/>
                    <a:pt x="734" y="1469"/>
                    <a:pt x="500" y="1202"/>
                  </a:cubicBezTo>
                  <a:cubicBezTo>
                    <a:pt x="367" y="1069"/>
                    <a:pt x="300" y="835"/>
                    <a:pt x="300" y="635"/>
                  </a:cubicBezTo>
                  <a:cubicBezTo>
                    <a:pt x="300" y="502"/>
                    <a:pt x="334" y="402"/>
                    <a:pt x="367" y="302"/>
                  </a:cubicBezTo>
                  <a:cubicBezTo>
                    <a:pt x="389" y="258"/>
                    <a:pt x="525" y="129"/>
                    <a:pt x="607" y="129"/>
                  </a:cubicBezTo>
                  <a:cubicBezTo>
                    <a:pt x="650" y="129"/>
                    <a:pt x="679" y="165"/>
                    <a:pt x="667" y="268"/>
                  </a:cubicBezTo>
                  <a:cubicBezTo>
                    <a:pt x="693" y="115"/>
                    <a:pt x="601" y="1"/>
                    <a:pt x="466" y="1"/>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2"/>
            <p:cNvSpPr/>
            <p:nvPr/>
          </p:nvSpPr>
          <p:spPr>
            <a:xfrm>
              <a:off x="1501275" y="1154250"/>
              <a:ext cx="39225" cy="55175"/>
            </a:xfrm>
            <a:custGeom>
              <a:avLst/>
              <a:gdLst/>
              <a:ahLst/>
              <a:cxnLst/>
              <a:rect l="l" t="t" r="r" b="b"/>
              <a:pathLst>
                <a:path w="1569" h="2207" extrusionOk="0">
                  <a:moveTo>
                    <a:pt x="968" y="0"/>
                  </a:moveTo>
                  <a:cubicBezTo>
                    <a:pt x="434" y="367"/>
                    <a:pt x="1" y="1334"/>
                    <a:pt x="434" y="1901"/>
                  </a:cubicBezTo>
                  <a:cubicBezTo>
                    <a:pt x="554" y="2081"/>
                    <a:pt x="754" y="2207"/>
                    <a:pt x="1011" y="2207"/>
                  </a:cubicBezTo>
                  <a:cubicBezTo>
                    <a:pt x="1040" y="2207"/>
                    <a:pt x="1070" y="2205"/>
                    <a:pt x="1101" y="2202"/>
                  </a:cubicBezTo>
                  <a:cubicBezTo>
                    <a:pt x="1301" y="2168"/>
                    <a:pt x="1568" y="1968"/>
                    <a:pt x="1468" y="1701"/>
                  </a:cubicBezTo>
                  <a:cubicBezTo>
                    <a:pt x="1449" y="1643"/>
                    <a:pt x="1407" y="1608"/>
                    <a:pt x="1362" y="1608"/>
                  </a:cubicBezTo>
                  <a:cubicBezTo>
                    <a:pt x="1330" y="1608"/>
                    <a:pt x="1296" y="1626"/>
                    <a:pt x="1268" y="1668"/>
                  </a:cubicBezTo>
                  <a:cubicBezTo>
                    <a:pt x="1146" y="1762"/>
                    <a:pt x="1040" y="1803"/>
                    <a:pt x="950" y="1803"/>
                  </a:cubicBezTo>
                  <a:cubicBezTo>
                    <a:pt x="721" y="1803"/>
                    <a:pt x="601" y="1536"/>
                    <a:pt x="601" y="1201"/>
                  </a:cubicBezTo>
                  <a:cubicBezTo>
                    <a:pt x="601" y="767"/>
                    <a:pt x="834" y="400"/>
                    <a:pt x="1001" y="33"/>
                  </a:cubicBezTo>
                  <a:cubicBezTo>
                    <a:pt x="1068" y="33"/>
                    <a:pt x="1001" y="0"/>
                    <a:pt x="968" y="0"/>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2"/>
            <p:cNvSpPr/>
            <p:nvPr/>
          </p:nvSpPr>
          <p:spPr>
            <a:xfrm>
              <a:off x="1416225" y="1230750"/>
              <a:ext cx="26700" cy="42300"/>
            </a:xfrm>
            <a:custGeom>
              <a:avLst/>
              <a:gdLst/>
              <a:ahLst/>
              <a:cxnLst/>
              <a:rect l="l" t="t" r="r" b="b"/>
              <a:pathLst>
                <a:path w="1068" h="1692" extrusionOk="0">
                  <a:moveTo>
                    <a:pt x="725" y="0"/>
                  </a:moveTo>
                  <a:cubicBezTo>
                    <a:pt x="715" y="0"/>
                    <a:pt x="706" y="3"/>
                    <a:pt x="701" y="9"/>
                  </a:cubicBezTo>
                  <a:cubicBezTo>
                    <a:pt x="200" y="309"/>
                    <a:pt x="0" y="1010"/>
                    <a:pt x="67" y="1543"/>
                  </a:cubicBezTo>
                  <a:cubicBezTo>
                    <a:pt x="67" y="1643"/>
                    <a:pt x="167" y="1677"/>
                    <a:pt x="200" y="1677"/>
                  </a:cubicBezTo>
                  <a:cubicBezTo>
                    <a:pt x="356" y="1677"/>
                    <a:pt x="526" y="1692"/>
                    <a:pt x="692" y="1692"/>
                  </a:cubicBezTo>
                  <a:cubicBezTo>
                    <a:pt x="775" y="1692"/>
                    <a:pt x="856" y="1688"/>
                    <a:pt x="934" y="1677"/>
                  </a:cubicBezTo>
                  <a:cubicBezTo>
                    <a:pt x="1068" y="1643"/>
                    <a:pt x="1068" y="1443"/>
                    <a:pt x="934" y="1443"/>
                  </a:cubicBezTo>
                  <a:cubicBezTo>
                    <a:pt x="738" y="1387"/>
                    <a:pt x="518" y="1378"/>
                    <a:pt x="314" y="1377"/>
                  </a:cubicBezTo>
                  <a:lnTo>
                    <a:pt x="314" y="1377"/>
                  </a:lnTo>
                  <a:cubicBezTo>
                    <a:pt x="269" y="913"/>
                    <a:pt x="462" y="572"/>
                    <a:pt x="767" y="176"/>
                  </a:cubicBezTo>
                  <a:cubicBezTo>
                    <a:pt x="850" y="65"/>
                    <a:pt x="773" y="0"/>
                    <a:pt x="725" y="0"/>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2"/>
            <p:cNvSpPr/>
            <p:nvPr/>
          </p:nvSpPr>
          <p:spPr>
            <a:xfrm>
              <a:off x="1340325" y="1337800"/>
              <a:ext cx="40050" cy="57675"/>
            </a:xfrm>
            <a:custGeom>
              <a:avLst/>
              <a:gdLst/>
              <a:ahLst/>
              <a:cxnLst/>
              <a:rect l="l" t="t" r="r" b="b"/>
              <a:pathLst>
                <a:path w="1602" h="2307" extrusionOk="0">
                  <a:moveTo>
                    <a:pt x="1035" y="97"/>
                  </a:moveTo>
                  <a:cubicBezTo>
                    <a:pt x="1035" y="119"/>
                    <a:pt x="1038" y="126"/>
                    <a:pt x="1042" y="126"/>
                  </a:cubicBezTo>
                  <a:cubicBezTo>
                    <a:pt x="1049" y="126"/>
                    <a:pt x="1057" y="97"/>
                    <a:pt x="1035" y="97"/>
                  </a:cubicBezTo>
                  <a:close/>
                  <a:moveTo>
                    <a:pt x="757" y="0"/>
                  </a:moveTo>
                  <a:cubicBezTo>
                    <a:pt x="608" y="0"/>
                    <a:pt x="454" y="64"/>
                    <a:pt x="334" y="163"/>
                  </a:cubicBezTo>
                  <a:cubicBezTo>
                    <a:pt x="34" y="397"/>
                    <a:pt x="1" y="864"/>
                    <a:pt x="34" y="1198"/>
                  </a:cubicBezTo>
                  <a:cubicBezTo>
                    <a:pt x="67" y="1564"/>
                    <a:pt x="267" y="1931"/>
                    <a:pt x="601" y="2165"/>
                  </a:cubicBezTo>
                  <a:cubicBezTo>
                    <a:pt x="751" y="2248"/>
                    <a:pt x="935" y="2307"/>
                    <a:pt x="1110" y="2307"/>
                  </a:cubicBezTo>
                  <a:cubicBezTo>
                    <a:pt x="1285" y="2307"/>
                    <a:pt x="1452" y="2248"/>
                    <a:pt x="1568" y="2098"/>
                  </a:cubicBezTo>
                  <a:cubicBezTo>
                    <a:pt x="1602" y="2031"/>
                    <a:pt x="1568" y="1898"/>
                    <a:pt x="1468" y="1898"/>
                  </a:cubicBezTo>
                  <a:cubicBezTo>
                    <a:pt x="1385" y="1881"/>
                    <a:pt x="1318" y="1881"/>
                    <a:pt x="1251" y="1881"/>
                  </a:cubicBezTo>
                  <a:cubicBezTo>
                    <a:pt x="1185" y="1881"/>
                    <a:pt x="1118" y="1881"/>
                    <a:pt x="1035" y="1865"/>
                  </a:cubicBezTo>
                  <a:cubicBezTo>
                    <a:pt x="734" y="1831"/>
                    <a:pt x="568" y="1564"/>
                    <a:pt x="501" y="1264"/>
                  </a:cubicBezTo>
                  <a:cubicBezTo>
                    <a:pt x="276" y="879"/>
                    <a:pt x="360" y="93"/>
                    <a:pt x="961" y="93"/>
                  </a:cubicBezTo>
                  <a:cubicBezTo>
                    <a:pt x="985" y="93"/>
                    <a:pt x="1009" y="94"/>
                    <a:pt x="1035" y="97"/>
                  </a:cubicBezTo>
                  <a:cubicBezTo>
                    <a:pt x="954" y="29"/>
                    <a:pt x="857" y="0"/>
                    <a:pt x="757" y="0"/>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2"/>
            <p:cNvSpPr/>
            <p:nvPr/>
          </p:nvSpPr>
          <p:spPr>
            <a:xfrm>
              <a:off x="1628225" y="1481925"/>
              <a:ext cx="44025" cy="48150"/>
            </a:xfrm>
            <a:custGeom>
              <a:avLst/>
              <a:gdLst/>
              <a:ahLst/>
              <a:cxnLst/>
              <a:rect l="l" t="t" r="r" b="b"/>
              <a:pathLst>
                <a:path w="1761" h="1926" extrusionOk="0">
                  <a:moveTo>
                    <a:pt x="1195" y="1"/>
                  </a:moveTo>
                  <a:cubicBezTo>
                    <a:pt x="613" y="1"/>
                    <a:pt x="0" y="429"/>
                    <a:pt x="193" y="1137"/>
                  </a:cubicBezTo>
                  <a:cubicBezTo>
                    <a:pt x="315" y="1576"/>
                    <a:pt x="793" y="1925"/>
                    <a:pt x="1250" y="1925"/>
                  </a:cubicBezTo>
                  <a:cubicBezTo>
                    <a:pt x="1419" y="1925"/>
                    <a:pt x="1584" y="1878"/>
                    <a:pt x="1727" y="1770"/>
                  </a:cubicBezTo>
                  <a:cubicBezTo>
                    <a:pt x="1761" y="1737"/>
                    <a:pt x="1727" y="1637"/>
                    <a:pt x="1694" y="1637"/>
                  </a:cubicBezTo>
                  <a:cubicBezTo>
                    <a:pt x="1260" y="1504"/>
                    <a:pt x="760" y="1637"/>
                    <a:pt x="527" y="1137"/>
                  </a:cubicBezTo>
                  <a:cubicBezTo>
                    <a:pt x="260" y="603"/>
                    <a:pt x="893" y="303"/>
                    <a:pt x="1327" y="169"/>
                  </a:cubicBezTo>
                  <a:cubicBezTo>
                    <a:pt x="1360" y="103"/>
                    <a:pt x="1327" y="2"/>
                    <a:pt x="1260" y="2"/>
                  </a:cubicBezTo>
                  <a:cubicBezTo>
                    <a:pt x="1239" y="1"/>
                    <a:pt x="1217" y="1"/>
                    <a:pt x="1195" y="1"/>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2"/>
            <p:cNvSpPr/>
            <p:nvPr/>
          </p:nvSpPr>
          <p:spPr>
            <a:xfrm>
              <a:off x="1932425" y="1423925"/>
              <a:ext cx="38075" cy="32825"/>
            </a:xfrm>
            <a:custGeom>
              <a:avLst/>
              <a:gdLst/>
              <a:ahLst/>
              <a:cxnLst/>
              <a:rect l="l" t="t" r="r" b="b"/>
              <a:pathLst>
                <a:path w="1523" h="1313" extrusionOk="0">
                  <a:moveTo>
                    <a:pt x="619" y="0"/>
                  </a:moveTo>
                  <a:cubicBezTo>
                    <a:pt x="442" y="0"/>
                    <a:pt x="287" y="110"/>
                    <a:pt x="167" y="254"/>
                  </a:cubicBezTo>
                  <a:cubicBezTo>
                    <a:pt x="0" y="488"/>
                    <a:pt x="34" y="821"/>
                    <a:pt x="200" y="1055"/>
                  </a:cubicBezTo>
                  <a:cubicBezTo>
                    <a:pt x="342" y="1232"/>
                    <a:pt x="550" y="1313"/>
                    <a:pt x="758" y="1313"/>
                  </a:cubicBezTo>
                  <a:cubicBezTo>
                    <a:pt x="1140" y="1313"/>
                    <a:pt x="1523" y="1041"/>
                    <a:pt x="1501" y="588"/>
                  </a:cubicBezTo>
                  <a:cubicBezTo>
                    <a:pt x="1501" y="565"/>
                    <a:pt x="1469" y="526"/>
                    <a:pt x="1439" y="526"/>
                  </a:cubicBezTo>
                  <a:cubicBezTo>
                    <a:pt x="1425" y="526"/>
                    <a:pt x="1412" y="534"/>
                    <a:pt x="1401" y="555"/>
                  </a:cubicBezTo>
                  <a:cubicBezTo>
                    <a:pt x="1277" y="754"/>
                    <a:pt x="1040" y="972"/>
                    <a:pt x="789" y="972"/>
                  </a:cubicBezTo>
                  <a:cubicBezTo>
                    <a:pt x="705" y="972"/>
                    <a:pt x="618" y="947"/>
                    <a:pt x="534" y="888"/>
                  </a:cubicBezTo>
                  <a:cubicBezTo>
                    <a:pt x="100" y="588"/>
                    <a:pt x="400" y="121"/>
                    <a:pt x="834" y="54"/>
                  </a:cubicBezTo>
                  <a:cubicBezTo>
                    <a:pt x="760" y="17"/>
                    <a:pt x="688" y="0"/>
                    <a:pt x="619" y="0"/>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42"/>
            <p:cNvSpPr/>
            <p:nvPr/>
          </p:nvSpPr>
          <p:spPr>
            <a:xfrm>
              <a:off x="1908225" y="958275"/>
              <a:ext cx="47575" cy="51725"/>
            </a:xfrm>
            <a:custGeom>
              <a:avLst/>
              <a:gdLst/>
              <a:ahLst/>
              <a:cxnLst/>
              <a:rect l="l" t="t" r="r" b="b"/>
              <a:pathLst>
                <a:path w="1903" h="2069" extrusionOk="0">
                  <a:moveTo>
                    <a:pt x="868" y="0"/>
                  </a:moveTo>
                  <a:lnTo>
                    <a:pt x="868" y="0"/>
                  </a:lnTo>
                  <a:cubicBezTo>
                    <a:pt x="668" y="34"/>
                    <a:pt x="635" y="34"/>
                    <a:pt x="501" y="167"/>
                  </a:cubicBezTo>
                  <a:cubicBezTo>
                    <a:pt x="368" y="234"/>
                    <a:pt x="268" y="367"/>
                    <a:pt x="201" y="534"/>
                  </a:cubicBezTo>
                  <a:cubicBezTo>
                    <a:pt x="34" y="867"/>
                    <a:pt x="1" y="1234"/>
                    <a:pt x="134" y="1568"/>
                  </a:cubicBezTo>
                  <a:cubicBezTo>
                    <a:pt x="282" y="1905"/>
                    <a:pt x="668" y="2069"/>
                    <a:pt x="1058" y="2069"/>
                  </a:cubicBezTo>
                  <a:cubicBezTo>
                    <a:pt x="1287" y="2069"/>
                    <a:pt x="1517" y="2012"/>
                    <a:pt x="1702" y="1902"/>
                  </a:cubicBezTo>
                  <a:cubicBezTo>
                    <a:pt x="1902" y="1768"/>
                    <a:pt x="1835" y="1435"/>
                    <a:pt x="1569" y="1435"/>
                  </a:cubicBezTo>
                  <a:cubicBezTo>
                    <a:pt x="1442" y="1435"/>
                    <a:pt x="1246" y="1472"/>
                    <a:pt x="1066" y="1472"/>
                  </a:cubicBezTo>
                  <a:cubicBezTo>
                    <a:pt x="868" y="1472"/>
                    <a:pt x="687" y="1427"/>
                    <a:pt x="635" y="1234"/>
                  </a:cubicBezTo>
                  <a:cubicBezTo>
                    <a:pt x="535" y="1034"/>
                    <a:pt x="635" y="767"/>
                    <a:pt x="668" y="567"/>
                  </a:cubicBezTo>
                  <a:cubicBezTo>
                    <a:pt x="735" y="400"/>
                    <a:pt x="835" y="200"/>
                    <a:pt x="868" y="0"/>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42"/>
            <p:cNvSpPr/>
            <p:nvPr/>
          </p:nvSpPr>
          <p:spPr>
            <a:xfrm>
              <a:off x="1749875" y="971900"/>
              <a:ext cx="44975" cy="56350"/>
            </a:xfrm>
            <a:custGeom>
              <a:avLst/>
              <a:gdLst/>
              <a:ahLst/>
              <a:cxnLst/>
              <a:rect l="l" t="t" r="r" b="b"/>
              <a:pathLst>
                <a:path w="1799" h="2254" extrusionOk="0">
                  <a:moveTo>
                    <a:pt x="981" y="1"/>
                  </a:moveTo>
                  <a:cubicBezTo>
                    <a:pt x="474" y="1"/>
                    <a:pt x="30" y="731"/>
                    <a:pt x="30" y="1156"/>
                  </a:cubicBezTo>
                  <a:cubicBezTo>
                    <a:pt x="1" y="1744"/>
                    <a:pt x="437" y="2253"/>
                    <a:pt x="996" y="2253"/>
                  </a:cubicBezTo>
                  <a:cubicBezTo>
                    <a:pt x="1073" y="2253"/>
                    <a:pt x="1151" y="2244"/>
                    <a:pt x="1231" y="2224"/>
                  </a:cubicBezTo>
                  <a:cubicBezTo>
                    <a:pt x="1498" y="2190"/>
                    <a:pt x="1798" y="1990"/>
                    <a:pt x="1798" y="1690"/>
                  </a:cubicBezTo>
                  <a:cubicBezTo>
                    <a:pt x="1798" y="1551"/>
                    <a:pt x="1706" y="1482"/>
                    <a:pt x="1578" y="1482"/>
                  </a:cubicBezTo>
                  <a:cubicBezTo>
                    <a:pt x="1553" y="1482"/>
                    <a:pt x="1526" y="1484"/>
                    <a:pt x="1498" y="1490"/>
                  </a:cubicBezTo>
                  <a:cubicBezTo>
                    <a:pt x="1331" y="1557"/>
                    <a:pt x="1231" y="1690"/>
                    <a:pt x="1031" y="1723"/>
                  </a:cubicBezTo>
                  <a:cubicBezTo>
                    <a:pt x="1014" y="1726"/>
                    <a:pt x="997" y="1727"/>
                    <a:pt x="979" y="1727"/>
                  </a:cubicBezTo>
                  <a:cubicBezTo>
                    <a:pt x="764" y="1727"/>
                    <a:pt x="559" y="1539"/>
                    <a:pt x="497" y="1323"/>
                  </a:cubicBezTo>
                  <a:cubicBezTo>
                    <a:pt x="343" y="922"/>
                    <a:pt x="617" y="320"/>
                    <a:pt x="1030" y="180"/>
                  </a:cubicBezTo>
                  <a:lnTo>
                    <a:pt x="1030" y="180"/>
                  </a:lnTo>
                  <a:cubicBezTo>
                    <a:pt x="1027" y="253"/>
                    <a:pt x="1020" y="312"/>
                    <a:pt x="998" y="356"/>
                  </a:cubicBezTo>
                  <a:cubicBezTo>
                    <a:pt x="1064" y="289"/>
                    <a:pt x="1131" y="222"/>
                    <a:pt x="1164" y="122"/>
                  </a:cubicBezTo>
                  <a:cubicBezTo>
                    <a:pt x="1164" y="56"/>
                    <a:pt x="1164" y="22"/>
                    <a:pt x="1131" y="22"/>
                  </a:cubicBezTo>
                  <a:cubicBezTo>
                    <a:pt x="1081" y="7"/>
                    <a:pt x="1031" y="1"/>
                    <a:pt x="981" y="1"/>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42"/>
            <p:cNvSpPr/>
            <p:nvPr/>
          </p:nvSpPr>
          <p:spPr>
            <a:xfrm>
              <a:off x="1603850" y="1007050"/>
              <a:ext cx="54225" cy="59275"/>
            </a:xfrm>
            <a:custGeom>
              <a:avLst/>
              <a:gdLst/>
              <a:ahLst/>
              <a:cxnLst/>
              <a:rect l="l" t="t" r="r" b="b"/>
              <a:pathLst>
                <a:path w="2169" h="2371" extrusionOk="0">
                  <a:moveTo>
                    <a:pt x="934" y="1"/>
                  </a:moveTo>
                  <a:cubicBezTo>
                    <a:pt x="909" y="1"/>
                    <a:pt x="884" y="17"/>
                    <a:pt x="868" y="51"/>
                  </a:cubicBezTo>
                  <a:cubicBezTo>
                    <a:pt x="334" y="584"/>
                    <a:pt x="0" y="1552"/>
                    <a:pt x="668" y="2119"/>
                  </a:cubicBezTo>
                  <a:cubicBezTo>
                    <a:pt x="823" y="2297"/>
                    <a:pt x="1053" y="2371"/>
                    <a:pt x="1288" y="2371"/>
                  </a:cubicBezTo>
                  <a:cubicBezTo>
                    <a:pt x="1405" y="2371"/>
                    <a:pt x="1524" y="2352"/>
                    <a:pt x="1635" y="2319"/>
                  </a:cubicBezTo>
                  <a:cubicBezTo>
                    <a:pt x="1868" y="2252"/>
                    <a:pt x="2169" y="1952"/>
                    <a:pt x="2035" y="1652"/>
                  </a:cubicBezTo>
                  <a:cubicBezTo>
                    <a:pt x="2011" y="1603"/>
                    <a:pt x="1951" y="1572"/>
                    <a:pt x="1894" y="1572"/>
                  </a:cubicBezTo>
                  <a:cubicBezTo>
                    <a:pt x="1873" y="1572"/>
                    <a:pt x="1853" y="1576"/>
                    <a:pt x="1835" y="1585"/>
                  </a:cubicBezTo>
                  <a:cubicBezTo>
                    <a:pt x="1607" y="1689"/>
                    <a:pt x="1404" y="1857"/>
                    <a:pt x="1204" y="1857"/>
                  </a:cubicBezTo>
                  <a:cubicBezTo>
                    <a:pt x="1082" y="1857"/>
                    <a:pt x="960" y="1795"/>
                    <a:pt x="834" y="1618"/>
                  </a:cubicBezTo>
                  <a:cubicBezTo>
                    <a:pt x="518" y="1176"/>
                    <a:pt x="712" y="673"/>
                    <a:pt x="960" y="281"/>
                  </a:cubicBezTo>
                  <a:lnTo>
                    <a:pt x="960" y="281"/>
                  </a:lnTo>
                  <a:cubicBezTo>
                    <a:pt x="1016" y="304"/>
                    <a:pt x="1051" y="327"/>
                    <a:pt x="1168" y="351"/>
                  </a:cubicBezTo>
                  <a:cubicBezTo>
                    <a:pt x="1201" y="317"/>
                    <a:pt x="1235" y="284"/>
                    <a:pt x="1201" y="251"/>
                  </a:cubicBezTo>
                  <a:cubicBezTo>
                    <a:pt x="1168" y="151"/>
                    <a:pt x="1068" y="117"/>
                    <a:pt x="1001" y="51"/>
                  </a:cubicBezTo>
                  <a:cubicBezTo>
                    <a:pt x="984" y="17"/>
                    <a:pt x="959" y="1"/>
                    <a:pt x="934" y="1"/>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42"/>
            <p:cNvSpPr/>
            <p:nvPr/>
          </p:nvSpPr>
          <p:spPr>
            <a:xfrm>
              <a:off x="1787350" y="1525375"/>
              <a:ext cx="55025" cy="42725"/>
            </a:xfrm>
            <a:custGeom>
              <a:avLst/>
              <a:gdLst/>
              <a:ahLst/>
              <a:cxnLst/>
              <a:rect l="l" t="t" r="r" b="b"/>
              <a:pathLst>
                <a:path w="2201" h="1709" extrusionOk="0">
                  <a:moveTo>
                    <a:pt x="730" y="0"/>
                  </a:moveTo>
                  <a:cubicBezTo>
                    <a:pt x="260" y="0"/>
                    <a:pt x="1" y="642"/>
                    <a:pt x="199" y="1067"/>
                  </a:cubicBezTo>
                  <a:cubicBezTo>
                    <a:pt x="408" y="1506"/>
                    <a:pt x="880" y="1709"/>
                    <a:pt x="1350" y="1709"/>
                  </a:cubicBezTo>
                  <a:cubicBezTo>
                    <a:pt x="1630" y="1709"/>
                    <a:pt x="1910" y="1637"/>
                    <a:pt x="2134" y="1500"/>
                  </a:cubicBezTo>
                  <a:cubicBezTo>
                    <a:pt x="2201" y="1433"/>
                    <a:pt x="2201" y="1333"/>
                    <a:pt x="2067" y="1267"/>
                  </a:cubicBezTo>
                  <a:cubicBezTo>
                    <a:pt x="1968" y="1249"/>
                    <a:pt x="1862" y="1245"/>
                    <a:pt x="1753" y="1245"/>
                  </a:cubicBezTo>
                  <a:cubicBezTo>
                    <a:pt x="1686" y="1245"/>
                    <a:pt x="1618" y="1247"/>
                    <a:pt x="1549" y="1247"/>
                  </a:cubicBezTo>
                  <a:cubicBezTo>
                    <a:pt x="1318" y="1247"/>
                    <a:pt x="1088" y="1232"/>
                    <a:pt x="900" y="1100"/>
                  </a:cubicBezTo>
                  <a:cubicBezTo>
                    <a:pt x="533" y="900"/>
                    <a:pt x="466" y="299"/>
                    <a:pt x="933" y="233"/>
                  </a:cubicBezTo>
                  <a:cubicBezTo>
                    <a:pt x="1066" y="233"/>
                    <a:pt x="1066" y="99"/>
                    <a:pt x="1000" y="66"/>
                  </a:cubicBezTo>
                  <a:cubicBezTo>
                    <a:pt x="904" y="20"/>
                    <a:pt x="814" y="0"/>
                    <a:pt x="730" y="0"/>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42"/>
            <p:cNvSpPr/>
            <p:nvPr/>
          </p:nvSpPr>
          <p:spPr>
            <a:xfrm>
              <a:off x="1913225" y="793150"/>
              <a:ext cx="59925" cy="57625"/>
            </a:xfrm>
            <a:custGeom>
              <a:avLst/>
              <a:gdLst/>
              <a:ahLst/>
              <a:cxnLst/>
              <a:rect l="l" t="t" r="r" b="b"/>
              <a:pathLst>
                <a:path w="2397" h="2305" extrusionOk="0">
                  <a:moveTo>
                    <a:pt x="1535" y="0"/>
                  </a:moveTo>
                  <a:lnTo>
                    <a:pt x="1535" y="0"/>
                  </a:lnTo>
                  <a:cubicBezTo>
                    <a:pt x="802" y="134"/>
                    <a:pt x="1" y="934"/>
                    <a:pt x="368" y="1702"/>
                  </a:cubicBezTo>
                  <a:cubicBezTo>
                    <a:pt x="535" y="2035"/>
                    <a:pt x="868" y="2235"/>
                    <a:pt x="1269" y="2302"/>
                  </a:cubicBezTo>
                  <a:cubicBezTo>
                    <a:pt x="1291" y="2304"/>
                    <a:pt x="1313" y="2305"/>
                    <a:pt x="1335" y="2305"/>
                  </a:cubicBezTo>
                  <a:cubicBezTo>
                    <a:pt x="1743" y="2305"/>
                    <a:pt x="2116" y="2018"/>
                    <a:pt x="2369" y="1702"/>
                  </a:cubicBezTo>
                  <a:cubicBezTo>
                    <a:pt x="2396" y="1675"/>
                    <a:pt x="2380" y="1626"/>
                    <a:pt x="2337" y="1626"/>
                  </a:cubicBezTo>
                  <a:cubicBezTo>
                    <a:pt x="2327" y="1626"/>
                    <a:pt x="2315" y="1629"/>
                    <a:pt x="2303" y="1635"/>
                  </a:cubicBezTo>
                  <a:cubicBezTo>
                    <a:pt x="2060" y="1748"/>
                    <a:pt x="1677" y="1869"/>
                    <a:pt x="1343" y="1869"/>
                  </a:cubicBezTo>
                  <a:cubicBezTo>
                    <a:pt x="987" y="1869"/>
                    <a:pt x="685" y="1732"/>
                    <a:pt x="668" y="1301"/>
                  </a:cubicBezTo>
                  <a:cubicBezTo>
                    <a:pt x="635" y="668"/>
                    <a:pt x="1168" y="334"/>
                    <a:pt x="1535" y="0"/>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42"/>
            <p:cNvSpPr/>
            <p:nvPr/>
          </p:nvSpPr>
          <p:spPr>
            <a:xfrm>
              <a:off x="1793150" y="792325"/>
              <a:ext cx="43400" cy="61825"/>
            </a:xfrm>
            <a:custGeom>
              <a:avLst/>
              <a:gdLst/>
              <a:ahLst/>
              <a:cxnLst/>
              <a:rect l="l" t="t" r="r" b="b"/>
              <a:pathLst>
                <a:path w="1736" h="2473" extrusionOk="0">
                  <a:moveTo>
                    <a:pt x="968" y="0"/>
                  </a:moveTo>
                  <a:cubicBezTo>
                    <a:pt x="167" y="134"/>
                    <a:pt x="1" y="1501"/>
                    <a:pt x="334" y="2035"/>
                  </a:cubicBezTo>
                  <a:cubicBezTo>
                    <a:pt x="487" y="2310"/>
                    <a:pt x="779" y="2473"/>
                    <a:pt x="1084" y="2473"/>
                  </a:cubicBezTo>
                  <a:cubicBezTo>
                    <a:pt x="1112" y="2473"/>
                    <a:pt x="1140" y="2471"/>
                    <a:pt x="1168" y="2469"/>
                  </a:cubicBezTo>
                  <a:cubicBezTo>
                    <a:pt x="1468" y="2402"/>
                    <a:pt x="1735" y="2235"/>
                    <a:pt x="1668" y="1901"/>
                  </a:cubicBezTo>
                  <a:cubicBezTo>
                    <a:pt x="1668" y="1862"/>
                    <a:pt x="1645" y="1846"/>
                    <a:pt x="1613" y="1846"/>
                  </a:cubicBezTo>
                  <a:cubicBezTo>
                    <a:pt x="1590" y="1846"/>
                    <a:pt x="1563" y="1854"/>
                    <a:pt x="1535" y="1868"/>
                  </a:cubicBezTo>
                  <a:cubicBezTo>
                    <a:pt x="1380" y="2010"/>
                    <a:pt x="1210" y="2082"/>
                    <a:pt x="1052" y="2082"/>
                  </a:cubicBezTo>
                  <a:cubicBezTo>
                    <a:pt x="802" y="2082"/>
                    <a:pt x="583" y="1902"/>
                    <a:pt x="501" y="1535"/>
                  </a:cubicBezTo>
                  <a:cubicBezTo>
                    <a:pt x="434" y="1034"/>
                    <a:pt x="534" y="367"/>
                    <a:pt x="1001" y="134"/>
                  </a:cubicBezTo>
                  <a:cubicBezTo>
                    <a:pt x="1101" y="67"/>
                    <a:pt x="1001" y="0"/>
                    <a:pt x="968" y="0"/>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42"/>
            <p:cNvSpPr/>
            <p:nvPr/>
          </p:nvSpPr>
          <p:spPr>
            <a:xfrm>
              <a:off x="1678900" y="853250"/>
              <a:ext cx="42550" cy="64550"/>
            </a:xfrm>
            <a:custGeom>
              <a:avLst/>
              <a:gdLst/>
              <a:ahLst/>
              <a:cxnLst/>
              <a:rect l="l" t="t" r="r" b="b"/>
              <a:pathLst>
                <a:path w="1702" h="2582" extrusionOk="0">
                  <a:moveTo>
                    <a:pt x="674" y="1"/>
                  </a:moveTo>
                  <a:cubicBezTo>
                    <a:pt x="511" y="1"/>
                    <a:pt x="343" y="87"/>
                    <a:pt x="234" y="232"/>
                  </a:cubicBezTo>
                  <a:cubicBezTo>
                    <a:pt x="1" y="599"/>
                    <a:pt x="1" y="1232"/>
                    <a:pt x="67" y="1633"/>
                  </a:cubicBezTo>
                  <a:cubicBezTo>
                    <a:pt x="167" y="2066"/>
                    <a:pt x="401" y="2467"/>
                    <a:pt x="868" y="2567"/>
                  </a:cubicBezTo>
                  <a:cubicBezTo>
                    <a:pt x="926" y="2576"/>
                    <a:pt x="981" y="2581"/>
                    <a:pt x="1035" y="2581"/>
                  </a:cubicBezTo>
                  <a:cubicBezTo>
                    <a:pt x="1351" y="2581"/>
                    <a:pt x="1588" y="2414"/>
                    <a:pt x="1702" y="2100"/>
                  </a:cubicBezTo>
                  <a:cubicBezTo>
                    <a:pt x="1702" y="2061"/>
                    <a:pt x="1679" y="2044"/>
                    <a:pt x="1647" y="2044"/>
                  </a:cubicBezTo>
                  <a:cubicBezTo>
                    <a:pt x="1624" y="2044"/>
                    <a:pt x="1596" y="2052"/>
                    <a:pt x="1568" y="2066"/>
                  </a:cubicBezTo>
                  <a:cubicBezTo>
                    <a:pt x="1464" y="2223"/>
                    <a:pt x="1277" y="2278"/>
                    <a:pt x="1088" y="2278"/>
                  </a:cubicBezTo>
                  <a:cubicBezTo>
                    <a:pt x="1037" y="2278"/>
                    <a:pt x="985" y="2274"/>
                    <a:pt x="935" y="2266"/>
                  </a:cubicBezTo>
                  <a:cubicBezTo>
                    <a:pt x="668" y="2233"/>
                    <a:pt x="434" y="1966"/>
                    <a:pt x="368" y="1699"/>
                  </a:cubicBezTo>
                  <a:cubicBezTo>
                    <a:pt x="267" y="1433"/>
                    <a:pt x="267" y="1199"/>
                    <a:pt x="267" y="932"/>
                  </a:cubicBezTo>
                  <a:cubicBezTo>
                    <a:pt x="267" y="799"/>
                    <a:pt x="267" y="699"/>
                    <a:pt x="334" y="565"/>
                  </a:cubicBezTo>
                  <a:cubicBezTo>
                    <a:pt x="383" y="344"/>
                    <a:pt x="559" y="87"/>
                    <a:pt x="782" y="87"/>
                  </a:cubicBezTo>
                  <a:cubicBezTo>
                    <a:pt x="861" y="87"/>
                    <a:pt x="947" y="119"/>
                    <a:pt x="1035" y="198"/>
                  </a:cubicBezTo>
                  <a:cubicBezTo>
                    <a:pt x="943" y="61"/>
                    <a:pt x="810" y="1"/>
                    <a:pt x="674" y="1"/>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42"/>
            <p:cNvSpPr/>
            <p:nvPr/>
          </p:nvSpPr>
          <p:spPr>
            <a:xfrm>
              <a:off x="1528800" y="944100"/>
              <a:ext cx="50900" cy="47000"/>
            </a:xfrm>
            <a:custGeom>
              <a:avLst/>
              <a:gdLst/>
              <a:ahLst/>
              <a:cxnLst/>
              <a:rect l="l" t="t" r="r" b="b"/>
              <a:pathLst>
                <a:path w="2036" h="1880" extrusionOk="0">
                  <a:moveTo>
                    <a:pt x="567" y="0"/>
                  </a:moveTo>
                  <a:lnTo>
                    <a:pt x="567" y="0"/>
                  </a:lnTo>
                  <a:cubicBezTo>
                    <a:pt x="234" y="67"/>
                    <a:pt x="67" y="400"/>
                    <a:pt x="34" y="667"/>
                  </a:cubicBezTo>
                  <a:cubicBezTo>
                    <a:pt x="0" y="1001"/>
                    <a:pt x="67" y="1434"/>
                    <a:pt x="334" y="1635"/>
                  </a:cubicBezTo>
                  <a:cubicBezTo>
                    <a:pt x="497" y="1798"/>
                    <a:pt x="759" y="1880"/>
                    <a:pt x="1015" y="1880"/>
                  </a:cubicBezTo>
                  <a:cubicBezTo>
                    <a:pt x="1125" y="1880"/>
                    <a:pt x="1235" y="1865"/>
                    <a:pt x="1335" y="1835"/>
                  </a:cubicBezTo>
                  <a:cubicBezTo>
                    <a:pt x="1668" y="1768"/>
                    <a:pt x="2035" y="1468"/>
                    <a:pt x="2002" y="1134"/>
                  </a:cubicBezTo>
                  <a:cubicBezTo>
                    <a:pt x="2002" y="1076"/>
                    <a:pt x="1968" y="1040"/>
                    <a:pt x="1933" y="1040"/>
                  </a:cubicBezTo>
                  <a:cubicBezTo>
                    <a:pt x="1908" y="1040"/>
                    <a:pt x="1882" y="1059"/>
                    <a:pt x="1868" y="1101"/>
                  </a:cubicBezTo>
                  <a:cubicBezTo>
                    <a:pt x="1702" y="1301"/>
                    <a:pt x="1535" y="1468"/>
                    <a:pt x="1301" y="1535"/>
                  </a:cubicBezTo>
                  <a:cubicBezTo>
                    <a:pt x="1185" y="1578"/>
                    <a:pt x="1062" y="1603"/>
                    <a:pt x="944" y="1603"/>
                  </a:cubicBezTo>
                  <a:cubicBezTo>
                    <a:pt x="791" y="1603"/>
                    <a:pt x="647" y="1562"/>
                    <a:pt x="534" y="1468"/>
                  </a:cubicBezTo>
                  <a:cubicBezTo>
                    <a:pt x="334" y="1301"/>
                    <a:pt x="234" y="1001"/>
                    <a:pt x="301" y="767"/>
                  </a:cubicBezTo>
                  <a:cubicBezTo>
                    <a:pt x="301" y="434"/>
                    <a:pt x="467" y="267"/>
                    <a:pt x="567" y="0"/>
                  </a:cubicBezTo>
                  <a:close/>
                </a:path>
              </a:pathLst>
            </a:custGeom>
            <a:solidFill>
              <a:srgbClr val="AD38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2"/>
            <p:cNvSpPr/>
            <p:nvPr/>
          </p:nvSpPr>
          <p:spPr>
            <a:xfrm>
              <a:off x="1454950" y="1133400"/>
              <a:ext cx="285700" cy="215175"/>
            </a:xfrm>
            <a:custGeom>
              <a:avLst/>
              <a:gdLst/>
              <a:ahLst/>
              <a:cxnLst/>
              <a:rect l="l" t="t" r="r" b="b"/>
              <a:pathLst>
                <a:path w="11428" h="8607" extrusionOk="0">
                  <a:moveTo>
                    <a:pt x="11327" y="0"/>
                  </a:moveTo>
                  <a:cubicBezTo>
                    <a:pt x="9492" y="1268"/>
                    <a:pt x="7858" y="2802"/>
                    <a:pt x="6423" y="4537"/>
                  </a:cubicBezTo>
                  <a:cubicBezTo>
                    <a:pt x="5590" y="5504"/>
                    <a:pt x="4856" y="6471"/>
                    <a:pt x="3788" y="7205"/>
                  </a:cubicBezTo>
                  <a:cubicBezTo>
                    <a:pt x="2654" y="7906"/>
                    <a:pt x="1320" y="8239"/>
                    <a:pt x="19" y="8573"/>
                  </a:cubicBezTo>
                  <a:cubicBezTo>
                    <a:pt x="12" y="8566"/>
                    <a:pt x="8" y="8564"/>
                    <a:pt x="7" y="8564"/>
                  </a:cubicBezTo>
                  <a:cubicBezTo>
                    <a:pt x="0" y="8564"/>
                    <a:pt x="32" y="8606"/>
                    <a:pt x="86" y="8606"/>
                  </a:cubicBezTo>
                  <a:cubicBezTo>
                    <a:pt x="2287" y="8106"/>
                    <a:pt x="4088" y="7506"/>
                    <a:pt x="5590" y="5738"/>
                  </a:cubicBezTo>
                  <a:cubicBezTo>
                    <a:pt x="7424" y="3636"/>
                    <a:pt x="9192" y="1768"/>
                    <a:pt x="11360" y="34"/>
                  </a:cubicBezTo>
                  <a:cubicBezTo>
                    <a:pt x="11427" y="34"/>
                    <a:pt x="11360" y="0"/>
                    <a:pt x="113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2"/>
            <p:cNvSpPr/>
            <p:nvPr/>
          </p:nvSpPr>
          <p:spPr>
            <a:xfrm>
              <a:off x="1573925" y="1100875"/>
              <a:ext cx="303475" cy="296075"/>
            </a:xfrm>
            <a:custGeom>
              <a:avLst/>
              <a:gdLst/>
              <a:ahLst/>
              <a:cxnLst/>
              <a:rect l="l" t="t" r="r" b="b"/>
              <a:pathLst>
                <a:path w="12139" h="11843" extrusionOk="0">
                  <a:moveTo>
                    <a:pt x="8" y="11827"/>
                  </a:moveTo>
                  <a:cubicBezTo>
                    <a:pt x="0" y="11827"/>
                    <a:pt x="8" y="11842"/>
                    <a:pt x="30" y="11842"/>
                  </a:cubicBezTo>
                  <a:cubicBezTo>
                    <a:pt x="19" y="11831"/>
                    <a:pt x="11" y="11827"/>
                    <a:pt x="8" y="11827"/>
                  </a:cubicBezTo>
                  <a:close/>
                  <a:moveTo>
                    <a:pt x="12105" y="0"/>
                  </a:moveTo>
                  <a:cubicBezTo>
                    <a:pt x="9470" y="34"/>
                    <a:pt x="8369" y="2435"/>
                    <a:pt x="7335" y="4503"/>
                  </a:cubicBezTo>
                  <a:cubicBezTo>
                    <a:pt x="5667" y="7706"/>
                    <a:pt x="3432" y="10474"/>
                    <a:pt x="30" y="11842"/>
                  </a:cubicBezTo>
                  <a:cubicBezTo>
                    <a:pt x="2232" y="11208"/>
                    <a:pt x="3933" y="9741"/>
                    <a:pt x="5367" y="7939"/>
                  </a:cubicBezTo>
                  <a:cubicBezTo>
                    <a:pt x="7369" y="5371"/>
                    <a:pt x="8369" y="434"/>
                    <a:pt x="12105" y="67"/>
                  </a:cubicBezTo>
                  <a:cubicBezTo>
                    <a:pt x="12139" y="67"/>
                    <a:pt x="12139" y="0"/>
                    <a:pt x="121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2"/>
            <p:cNvSpPr/>
            <p:nvPr/>
          </p:nvSpPr>
          <p:spPr>
            <a:xfrm>
              <a:off x="1693075" y="1134725"/>
              <a:ext cx="191000" cy="301400"/>
            </a:xfrm>
            <a:custGeom>
              <a:avLst/>
              <a:gdLst/>
              <a:ahLst/>
              <a:cxnLst/>
              <a:rect l="l" t="t" r="r" b="b"/>
              <a:pathLst>
                <a:path w="7640" h="12056" extrusionOk="0">
                  <a:moveTo>
                    <a:pt x="7613" y="0"/>
                  </a:moveTo>
                  <a:cubicBezTo>
                    <a:pt x="7609" y="0"/>
                    <a:pt x="7606" y="4"/>
                    <a:pt x="7606" y="14"/>
                  </a:cubicBezTo>
                  <a:cubicBezTo>
                    <a:pt x="6339" y="1815"/>
                    <a:pt x="6238" y="4050"/>
                    <a:pt x="5505" y="6118"/>
                  </a:cubicBezTo>
                  <a:cubicBezTo>
                    <a:pt x="4504" y="8887"/>
                    <a:pt x="2369" y="10488"/>
                    <a:pt x="1" y="12056"/>
                  </a:cubicBezTo>
                  <a:cubicBezTo>
                    <a:pt x="1935" y="11055"/>
                    <a:pt x="3803" y="9687"/>
                    <a:pt x="4938" y="7819"/>
                  </a:cubicBezTo>
                  <a:cubicBezTo>
                    <a:pt x="6305" y="5451"/>
                    <a:pt x="6439" y="2516"/>
                    <a:pt x="7639" y="47"/>
                  </a:cubicBezTo>
                  <a:cubicBezTo>
                    <a:pt x="7639" y="24"/>
                    <a:pt x="7623" y="0"/>
                    <a:pt x="7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2"/>
            <p:cNvSpPr/>
            <p:nvPr/>
          </p:nvSpPr>
          <p:spPr>
            <a:xfrm>
              <a:off x="1813175" y="1143050"/>
              <a:ext cx="185975" cy="328100"/>
            </a:xfrm>
            <a:custGeom>
              <a:avLst/>
              <a:gdLst/>
              <a:ahLst/>
              <a:cxnLst/>
              <a:rect l="l" t="t" r="r" b="b"/>
              <a:pathLst>
                <a:path w="7439" h="13124" extrusionOk="0">
                  <a:moveTo>
                    <a:pt x="5343" y="1"/>
                  </a:moveTo>
                  <a:cubicBezTo>
                    <a:pt x="5323" y="1"/>
                    <a:pt x="5314" y="24"/>
                    <a:pt x="5337" y="48"/>
                  </a:cubicBezTo>
                  <a:cubicBezTo>
                    <a:pt x="7439" y="2550"/>
                    <a:pt x="6505" y="6052"/>
                    <a:pt x="4837" y="8521"/>
                  </a:cubicBezTo>
                  <a:cubicBezTo>
                    <a:pt x="4003" y="9788"/>
                    <a:pt x="2969" y="10722"/>
                    <a:pt x="1768" y="11623"/>
                  </a:cubicBezTo>
                  <a:cubicBezTo>
                    <a:pt x="1134" y="12123"/>
                    <a:pt x="534" y="12423"/>
                    <a:pt x="0" y="13124"/>
                  </a:cubicBezTo>
                  <a:cubicBezTo>
                    <a:pt x="1134" y="11990"/>
                    <a:pt x="2635" y="11323"/>
                    <a:pt x="3769" y="10155"/>
                  </a:cubicBezTo>
                  <a:cubicBezTo>
                    <a:pt x="4703" y="9154"/>
                    <a:pt x="5504" y="7953"/>
                    <a:pt x="6004" y="6653"/>
                  </a:cubicBezTo>
                  <a:cubicBezTo>
                    <a:pt x="6872" y="4518"/>
                    <a:pt x="7272" y="1649"/>
                    <a:pt x="5371" y="14"/>
                  </a:cubicBezTo>
                  <a:cubicBezTo>
                    <a:pt x="5361" y="5"/>
                    <a:pt x="5351" y="1"/>
                    <a:pt x="53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42"/>
            <p:cNvSpPr/>
            <p:nvPr/>
          </p:nvSpPr>
          <p:spPr>
            <a:xfrm>
              <a:off x="2192600" y="1047875"/>
              <a:ext cx="209025" cy="97325"/>
            </a:xfrm>
            <a:custGeom>
              <a:avLst/>
              <a:gdLst/>
              <a:ahLst/>
              <a:cxnLst/>
              <a:rect l="l" t="t" r="r" b="b"/>
              <a:pathLst>
                <a:path w="8361" h="3893" extrusionOk="0">
                  <a:moveTo>
                    <a:pt x="8210" y="1"/>
                  </a:moveTo>
                  <a:cubicBezTo>
                    <a:pt x="8189" y="1"/>
                    <a:pt x="8165" y="6"/>
                    <a:pt x="8140" y="19"/>
                  </a:cubicBezTo>
                  <a:cubicBezTo>
                    <a:pt x="7172" y="1019"/>
                    <a:pt x="6005" y="1520"/>
                    <a:pt x="4804" y="2154"/>
                  </a:cubicBezTo>
                  <a:cubicBezTo>
                    <a:pt x="3270" y="2921"/>
                    <a:pt x="1802" y="3755"/>
                    <a:pt x="1" y="3788"/>
                  </a:cubicBezTo>
                  <a:cubicBezTo>
                    <a:pt x="274" y="3861"/>
                    <a:pt x="541" y="3893"/>
                    <a:pt x="804" y="3893"/>
                  </a:cubicBezTo>
                  <a:cubicBezTo>
                    <a:pt x="1987" y="3893"/>
                    <a:pt x="3079" y="3245"/>
                    <a:pt x="4170" y="2754"/>
                  </a:cubicBezTo>
                  <a:cubicBezTo>
                    <a:pt x="5605" y="2020"/>
                    <a:pt x="7272" y="1453"/>
                    <a:pt x="8307" y="186"/>
                  </a:cubicBezTo>
                  <a:cubicBezTo>
                    <a:pt x="8361" y="104"/>
                    <a:pt x="8305" y="1"/>
                    <a:pt x="8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42"/>
            <p:cNvSpPr/>
            <p:nvPr/>
          </p:nvSpPr>
          <p:spPr>
            <a:xfrm>
              <a:off x="2019300" y="920150"/>
              <a:ext cx="96600" cy="74875"/>
            </a:xfrm>
            <a:custGeom>
              <a:avLst/>
              <a:gdLst/>
              <a:ahLst/>
              <a:cxnLst/>
              <a:rect l="l" t="t" r="r" b="b"/>
              <a:pathLst>
                <a:path w="3864" h="2995" extrusionOk="0">
                  <a:moveTo>
                    <a:pt x="2303" y="0"/>
                  </a:moveTo>
                  <a:cubicBezTo>
                    <a:pt x="2173" y="0"/>
                    <a:pt x="2070" y="165"/>
                    <a:pt x="2196" y="291"/>
                  </a:cubicBezTo>
                  <a:cubicBezTo>
                    <a:pt x="2730" y="891"/>
                    <a:pt x="3530" y="2159"/>
                    <a:pt x="2229" y="2559"/>
                  </a:cubicBezTo>
                  <a:cubicBezTo>
                    <a:pt x="2108" y="2591"/>
                    <a:pt x="1987" y="2606"/>
                    <a:pt x="1869" y="2606"/>
                  </a:cubicBezTo>
                  <a:cubicBezTo>
                    <a:pt x="1240" y="2606"/>
                    <a:pt x="675" y="2182"/>
                    <a:pt x="395" y="1592"/>
                  </a:cubicBezTo>
                  <a:cubicBezTo>
                    <a:pt x="365" y="1533"/>
                    <a:pt x="316" y="1509"/>
                    <a:pt x="264" y="1509"/>
                  </a:cubicBezTo>
                  <a:cubicBezTo>
                    <a:pt x="139" y="1509"/>
                    <a:pt x="0" y="1650"/>
                    <a:pt x="94" y="1792"/>
                  </a:cubicBezTo>
                  <a:cubicBezTo>
                    <a:pt x="410" y="2473"/>
                    <a:pt x="1152" y="2994"/>
                    <a:pt x="1905" y="2994"/>
                  </a:cubicBezTo>
                  <a:cubicBezTo>
                    <a:pt x="2186" y="2994"/>
                    <a:pt x="2467" y="2922"/>
                    <a:pt x="2730" y="2759"/>
                  </a:cubicBezTo>
                  <a:cubicBezTo>
                    <a:pt x="3864" y="2092"/>
                    <a:pt x="3097" y="725"/>
                    <a:pt x="2429" y="57"/>
                  </a:cubicBezTo>
                  <a:cubicBezTo>
                    <a:pt x="2389" y="17"/>
                    <a:pt x="2345" y="0"/>
                    <a:pt x="23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2"/>
            <p:cNvSpPr/>
            <p:nvPr/>
          </p:nvSpPr>
          <p:spPr>
            <a:xfrm>
              <a:off x="1365350" y="1439450"/>
              <a:ext cx="314400" cy="308575"/>
            </a:xfrm>
            <a:custGeom>
              <a:avLst/>
              <a:gdLst/>
              <a:ahLst/>
              <a:cxnLst/>
              <a:rect l="l" t="t" r="r" b="b"/>
              <a:pathLst>
                <a:path w="12576" h="12343" extrusionOk="0">
                  <a:moveTo>
                    <a:pt x="2902" y="1401"/>
                  </a:moveTo>
                  <a:cubicBezTo>
                    <a:pt x="5571" y="0"/>
                    <a:pt x="9440" y="2168"/>
                    <a:pt x="11275" y="5671"/>
                  </a:cubicBezTo>
                  <a:cubicBezTo>
                    <a:pt x="12576" y="8139"/>
                    <a:pt x="12509" y="10608"/>
                    <a:pt x="11408" y="12342"/>
                  </a:cubicBezTo>
                  <a:cubicBezTo>
                    <a:pt x="6705" y="11742"/>
                    <a:pt x="2769" y="10208"/>
                    <a:pt x="868" y="8940"/>
                  </a:cubicBezTo>
                  <a:cubicBezTo>
                    <a:pt x="0" y="5838"/>
                    <a:pt x="667" y="2602"/>
                    <a:pt x="2902" y="140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2"/>
            <p:cNvSpPr/>
            <p:nvPr/>
          </p:nvSpPr>
          <p:spPr>
            <a:xfrm>
              <a:off x="1542975" y="1752475"/>
              <a:ext cx="65900" cy="150000"/>
            </a:xfrm>
            <a:custGeom>
              <a:avLst/>
              <a:gdLst/>
              <a:ahLst/>
              <a:cxnLst/>
              <a:rect l="l" t="t" r="r" b="b"/>
              <a:pathLst>
                <a:path w="2636" h="6000" extrusionOk="0">
                  <a:moveTo>
                    <a:pt x="854" y="1"/>
                  </a:moveTo>
                  <a:cubicBezTo>
                    <a:pt x="216" y="1"/>
                    <a:pt x="0" y="946"/>
                    <a:pt x="0" y="1589"/>
                  </a:cubicBezTo>
                  <a:cubicBezTo>
                    <a:pt x="67" y="2623"/>
                    <a:pt x="167" y="4592"/>
                    <a:pt x="1068" y="5359"/>
                  </a:cubicBezTo>
                  <a:cubicBezTo>
                    <a:pt x="968" y="5425"/>
                    <a:pt x="968" y="5526"/>
                    <a:pt x="968" y="5626"/>
                  </a:cubicBezTo>
                  <a:cubicBezTo>
                    <a:pt x="968" y="5659"/>
                    <a:pt x="1001" y="5692"/>
                    <a:pt x="1001" y="5759"/>
                  </a:cubicBezTo>
                  <a:cubicBezTo>
                    <a:pt x="1068" y="5926"/>
                    <a:pt x="1168" y="5959"/>
                    <a:pt x="1301" y="5993"/>
                  </a:cubicBezTo>
                  <a:cubicBezTo>
                    <a:pt x="1345" y="5997"/>
                    <a:pt x="1386" y="6000"/>
                    <a:pt x="1427" y="6000"/>
                  </a:cubicBezTo>
                  <a:cubicBezTo>
                    <a:pt x="2507" y="6000"/>
                    <a:pt x="2569" y="4330"/>
                    <a:pt x="2569" y="3591"/>
                  </a:cubicBezTo>
                  <a:cubicBezTo>
                    <a:pt x="2636" y="2490"/>
                    <a:pt x="2435" y="822"/>
                    <a:pt x="1401" y="188"/>
                  </a:cubicBezTo>
                  <a:cubicBezTo>
                    <a:pt x="1192" y="57"/>
                    <a:pt x="1011" y="1"/>
                    <a:pt x="854"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2"/>
            <p:cNvSpPr/>
            <p:nvPr/>
          </p:nvSpPr>
          <p:spPr>
            <a:xfrm>
              <a:off x="1542975" y="1752475"/>
              <a:ext cx="65900" cy="150000"/>
            </a:xfrm>
            <a:custGeom>
              <a:avLst/>
              <a:gdLst/>
              <a:ahLst/>
              <a:cxnLst/>
              <a:rect l="l" t="t" r="r" b="b"/>
              <a:pathLst>
                <a:path w="2636" h="6000" extrusionOk="0">
                  <a:moveTo>
                    <a:pt x="854" y="1"/>
                  </a:moveTo>
                  <a:cubicBezTo>
                    <a:pt x="216" y="1"/>
                    <a:pt x="0" y="946"/>
                    <a:pt x="0" y="1589"/>
                  </a:cubicBezTo>
                  <a:cubicBezTo>
                    <a:pt x="67" y="2623"/>
                    <a:pt x="167" y="4592"/>
                    <a:pt x="1068" y="5359"/>
                  </a:cubicBezTo>
                  <a:cubicBezTo>
                    <a:pt x="968" y="5425"/>
                    <a:pt x="968" y="5526"/>
                    <a:pt x="968" y="5626"/>
                  </a:cubicBezTo>
                  <a:cubicBezTo>
                    <a:pt x="968" y="5659"/>
                    <a:pt x="1001" y="5692"/>
                    <a:pt x="1001" y="5759"/>
                  </a:cubicBezTo>
                  <a:cubicBezTo>
                    <a:pt x="1068" y="5926"/>
                    <a:pt x="1168" y="5959"/>
                    <a:pt x="1301" y="5993"/>
                  </a:cubicBezTo>
                  <a:cubicBezTo>
                    <a:pt x="1345" y="5997"/>
                    <a:pt x="1386" y="6000"/>
                    <a:pt x="1427" y="6000"/>
                  </a:cubicBezTo>
                  <a:cubicBezTo>
                    <a:pt x="2507" y="6000"/>
                    <a:pt x="2569" y="4330"/>
                    <a:pt x="2569" y="3591"/>
                  </a:cubicBezTo>
                  <a:cubicBezTo>
                    <a:pt x="2636" y="2490"/>
                    <a:pt x="2435" y="822"/>
                    <a:pt x="1401" y="188"/>
                  </a:cubicBezTo>
                  <a:cubicBezTo>
                    <a:pt x="1192" y="57"/>
                    <a:pt x="1011" y="1"/>
                    <a:pt x="854"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2"/>
            <p:cNvSpPr/>
            <p:nvPr/>
          </p:nvSpPr>
          <p:spPr>
            <a:xfrm>
              <a:off x="1588850" y="1799875"/>
              <a:ext cx="121775" cy="114125"/>
            </a:xfrm>
            <a:custGeom>
              <a:avLst/>
              <a:gdLst/>
              <a:ahLst/>
              <a:cxnLst/>
              <a:rect l="l" t="t" r="r" b="b"/>
              <a:pathLst>
                <a:path w="4871" h="4565" extrusionOk="0">
                  <a:moveTo>
                    <a:pt x="4156" y="1"/>
                  </a:moveTo>
                  <a:cubicBezTo>
                    <a:pt x="3764" y="1"/>
                    <a:pt x="3282" y="235"/>
                    <a:pt x="2935" y="461"/>
                  </a:cubicBezTo>
                  <a:cubicBezTo>
                    <a:pt x="2102" y="1094"/>
                    <a:pt x="567" y="2362"/>
                    <a:pt x="434" y="3529"/>
                  </a:cubicBezTo>
                  <a:cubicBezTo>
                    <a:pt x="334" y="3529"/>
                    <a:pt x="234" y="3529"/>
                    <a:pt x="167" y="3596"/>
                  </a:cubicBezTo>
                  <a:cubicBezTo>
                    <a:pt x="133" y="3630"/>
                    <a:pt x="133" y="3696"/>
                    <a:pt x="100" y="3730"/>
                  </a:cubicBezTo>
                  <a:cubicBezTo>
                    <a:pt x="0" y="3863"/>
                    <a:pt x="0" y="3963"/>
                    <a:pt x="100" y="4097"/>
                  </a:cubicBezTo>
                  <a:cubicBezTo>
                    <a:pt x="287" y="4438"/>
                    <a:pt x="573" y="4565"/>
                    <a:pt x="895" y="4565"/>
                  </a:cubicBezTo>
                  <a:cubicBezTo>
                    <a:pt x="1549" y="4565"/>
                    <a:pt x="2355" y="4042"/>
                    <a:pt x="2802" y="3730"/>
                  </a:cubicBezTo>
                  <a:cubicBezTo>
                    <a:pt x="3669" y="3129"/>
                    <a:pt x="4870" y="1962"/>
                    <a:pt x="4837" y="794"/>
                  </a:cubicBezTo>
                  <a:cubicBezTo>
                    <a:pt x="4805" y="201"/>
                    <a:pt x="4519" y="1"/>
                    <a:pt x="4156"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42"/>
            <p:cNvSpPr/>
            <p:nvPr/>
          </p:nvSpPr>
          <p:spPr>
            <a:xfrm>
              <a:off x="1586325" y="1906325"/>
              <a:ext cx="172650" cy="68550"/>
            </a:xfrm>
            <a:custGeom>
              <a:avLst/>
              <a:gdLst/>
              <a:ahLst/>
              <a:cxnLst/>
              <a:rect l="l" t="t" r="r" b="b"/>
              <a:pathLst>
                <a:path w="6906" h="2742" extrusionOk="0">
                  <a:moveTo>
                    <a:pt x="2428" y="0"/>
                  </a:moveTo>
                  <a:cubicBezTo>
                    <a:pt x="1970" y="0"/>
                    <a:pt x="1541" y="75"/>
                    <a:pt x="1202" y="272"/>
                  </a:cubicBezTo>
                  <a:cubicBezTo>
                    <a:pt x="1168" y="172"/>
                    <a:pt x="1068" y="105"/>
                    <a:pt x="1002" y="105"/>
                  </a:cubicBezTo>
                  <a:lnTo>
                    <a:pt x="868" y="105"/>
                  </a:lnTo>
                  <a:cubicBezTo>
                    <a:pt x="701" y="105"/>
                    <a:pt x="601" y="172"/>
                    <a:pt x="535" y="306"/>
                  </a:cubicBezTo>
                  <a:cubicBezTo>
                    <a:pt x="1" y="1373"/>
                    <a:pt x="1669" y="2007"/>
                    <a:pt x="2403" y="2307"/>
                  </a:cubicBezTo>
                  <a:cubicBezTo>
                    <a:pt x="2953" y="2535"/>
                    <a:pt x="3709" y="2741"/>
                    <a:pt x="4437" y="2741"/>
                  </a:cubicBezTo>
                  <a:cubicBezTo>
                    <a:pt x="4988" y="2741"/>
                    <a:pt x="5522" y="2623"/>
                    <a:pt x="5939" y="2307"/>
                  </a:cubicBezTo>
                  <a:cubicBezTo>
                    <a:pt x="6906" y="1540"/>
                    <a:pt x="5872" y="806"/>
                    <a:pt x="5105" y="539"/>
                  </a:cubicBezTo>
                  <a:cubicBezTo>
                    <a:pt x="4432" y="315"/>
                    <a:pt x="3368" y="0"/>
                    <a:pt x="2428"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42"/>
            <p:cNvSpPr/>
            <p:nvPr/>
          </p:nvSpPr>
          <p:spPr>
            <a:xfrm>
              <a:off x="1564650" y="1927000"/>
              <a:ext cx="97350" cy="141775"/>
            </a:xfrm>
            <a:custGeom>
              <a:avLst/>
              <a:gdLst/>
              <a:ahLst/>
              <a:cxnLst/>
              <a:rect l="l" t="t" r="r" b="b"/>
              <a:pathLst>
                <a:path w="3894" h="5671" extrusionOk="0">
                  <a:moveTo>
                    <a:pt x="1294" y="0"/>
                  </a:moveTo>
                  <a:cubicBezTo>
                    <a:pt x="1257" y="0"/>
                    <a:pt x="1215" y="4"/>
                    <a:pt x="1168" y="12"/>
                  </a:cubicBezTo>
                  <a:cubicBezTo>
                    <a:pt x="1" y="212"/>
                    <a:pt x="434" y="1947"/>
                    <a:pt x="634" y="2681"/>
                  </a:cubicBezTo>
                  <a:cubicBezTo>
                    <a:pt x="868" y="3715"/>
                    <a:pt x="1568" y="5283"/>
                    <a:pt x="2703" y="5616"/>
                  </a:cubicBezTo>
                  <a:cubicBezTo>
                    <a:pt x="2837" y="5654"/>
                    <a:pt x="2957" y="5671"/>
                    <a:pt x="3062" y="5671"/>
                  </a:cubicBezTo>
                  <a:cubicBezTo>
                    <a:pt x="3893" y="5671"/>
                    <a:pt x="3844" y="4592"/>
                    <a:pt x="3637" y="3882"/>
                  </a:cubicBezTo>
                  <a:cubicBezTo>
                    <a:pt x="3336" y="2881"/>
                    <a:pt x="2703" y="1046"/>
                    <a:pt x="1635" y="513"/>
                  </a:cubicBezTo>
                  <a:cubicBezTo>
                    <a:pt x="1669" y="446"/>
                    <a:pt x="1669" y="346"/>
                    <a:pt x="1635" y="279"/>
                  </a:cubicBezTo>
                  <a:cubicBezTo>
                    <a:pt x="1602" y="212"/>
                    <a:pt x="1602" y="179"/>
                    <a:pt x="1568" y="146"/>
                  </a:cubicBezTo>
                  <a:cubicBezTo>
                    <a:pt x="1492" y="44"/>
                    <a:pt x="1416" y="0"/>
                    <a:pt x="1294"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42"/>
            <p:cNvSpPr/>
            <p:nvPr/>
          </p:nvSpPr>
          <p:spPr>
            <a:xfrm>
              <a:off x="1478750" y="1924450"/>
              <a:ext cx="104275" cy="133100"/>
            </a:xfrm>
            <a:custGeom>
              <a:avLst/>
              <a:gdLst/>
              <a:ahLst/>
              <a:cxnLst/>
              <a:rect l="l" t="t" r="r" b="b"/>
              <a:pathLst>
                <a:path w="4171" h="5324" extrusionOk="0">
                  <a:moveTo>
                    <a:pt x="3421" y="0"/>
                  </a:moveTo>
                  <a:cubicBezTo>
                    <a:pt x="2702" y="0"/>
                    <a:pt x="1921" y="912"/>
                    <a:pt x="1535" y="1348"/>
                  </a:cubicBezTo>
                  <a:cubicBezTo>
                    <a:pt x="835" y="2149"/>
                    <a:pt x="1" y="3583"/>
                    <a:pt x="368" y="4718"/>
                  </a:cubicBezTo>
                  <a:cubicBezTo>
                    <a:pt x="532" y="5159"/>
                    <a:pt x="777" y="5324"/>
                    <a:pt x="1045" y="5324"/>
                  </a:cubicBezTo>
                  <a:cubicBezTo>
                    <a:pt x="1487" y="5324"/>
                    <a:pt x="1991" y="4878"/>
                    <a:pt x="2303" y="4484"/>
                  </a:cubicBezTo>
                  <a:cubicBezTo>
                    <a:pt x="2936" y="3650"/>
                    <a:pt x="4070" y="2082"/>
                    <a:pt x="3870" y="915"/>
                  </a:cubicBezTo>
                  <a:cubicBezTo>
                    <a:pt x="3970" y="915"/>
                    <a:pt x="4037" y="881"/>
                    <a:pt x="4070" y="781"/>
                  </a:cubicBezTo>
                  <a:cubicBezTo>
                    <a:pt x="4070" y="748"/>
                    <a:pt x="4104" y="715"/>
                    <a:pt x="4104" y="648"/>
                  </a:cubicBezTo>
                  <a:cubicBezTo>
                    <a:pt x="4171" y="481"/>
                    <a:pt x="4104" y="414"/>
                    <a:pt x="4037" y="281"/>
                  </a:cubicBezTo>
                  <a:cubicBezTo>
                    <a:pt x="3845" y="82"/>
                    <a:pt x="3636" y="0"/>
                    <a:pt x="3421"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2"/>
            <p:cNvSpPr/>
            <p:nvPr/>
          </p:nvSpPr>
          <p:spPr>
            <a:xfrm>
              <a:off x="1407050" y="1885650"/>
              <a:ext cx="168475" cy="61950"/>
            </a:xfrm>
            <a:custGeom>
              <a:avLst/>
              <a:gdLst/>
              <a:ahLst/>
              <a:cxnLst/>
              <a:rect l="l" t="t" r="r" b="b"/>
              <a:pathLst>
                <a:path w="6739" h="2478" extrusionOk="0">
                  <a:moveTo>
                    <a:pt x="3513" y="1"/>
                  </a:moveTo>
                  <a:cubicBezTo>
                    <a:pt x="2482" y="1"/>
                    <a:pt x="1301" y="215"/>
                    <a:pt x="734" y="999"/>
                  </a:cubicBezTo>
                  <a:cubicBezTo>
                    <a:pt x="0" y="2000"/>
                    <a:pt x="1201" y="2433"/>
                    <a:pt x="2035" y="2467"/>
                  </a:cubicBezTo>
                  <a:cubicBezTo>
                    <a:pt x="2210" y="2472"/>
                    <a:pt x="2412" y="2477"/>
                    <a:pt x="2631" y="2477"/>
                  </a:cubicBezTo>
                  <a:cubicBezTo>
                    <a:pt x="3705" y="2477"/>
                    <a:pt x="5184" y="2364"/>
                    <a:pt x="5904" y="1700"/>
                  </a:cubicBezTo>
                  <a:cubicBezTo>
                    <a:pt x="5929" y="1775"/>
                    <a:pt x="6011" y="1812"/>
                    <a:pt x="6078" y="1812"/>
                  </a:cubicBezTo>
                  <a:cubicBezTo>
                    <a:pt x="6100" y="1812"/>
                    <a:pt x="6121" y="1808"/>
                    <a:pt x="6138" y="1800"/>
                  </a:cubicBezTo>
                  <a:cubicBezTo>
                    <a:pt x="6205" y="1800"/>
                    <a:pt x="6238" y="1766"/>
                    <a:pt x="6271" y="1766"/>
                  </a:cubicBezTo>
                  <a:cubicBezTo>
                    <a:pt x="6438" y="1700"/>
                    <a:pt x="6471" y="1633"/>
                    <a:pt x="6538" y="1466"/>
                  </a:cubicBezTo>
                  <a:cubicBezTo>
                    <a:pt x="6738" y="299"/>
                    <a:pt x="4970" y="132"/>
                    <a:pt x="4203" y="32"/>
                  </a:cubicBezTo>
                  <a:cubicBezTo>
                    <a:pt x="3988" y="13"/>
                    <a:pt x="3754" y="1"/>
                    <a:pt x="3513"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42"/>
            <p:cNvSpPr/>
            <p:nvPr/>
          </p:nvSpPr>
          <p:spPr>
            <a:xfrm>
              <a:off x="1441225" y="1802400"/>
              <a:ext cx="150975" cy="108325"/>
            </a:xfrm>
            <a:custGeom>
              <a:avLst/>
              <a:gdLst/>
              <a:ahLst/>
              <a:cxnLst/>
              <a:rect l="l" t="t" r="r" b="b"/>
              <a:pathLst>
                <a:path w="6039" h="4333" extrusionOk="0">
                  <a:moveTo>
                    <a:pt x="1504" y="1"/>
                  </a:moveTo>
                  <a:cubicBezTo>
                    <a:pt x="1402" y="1"/>
                    <a:pt x="1302" y="9"/>
                    <a:pt x="1202" y="26"/>
                  </a:cubicBezTo>
                  <a:cubicBezTo>
                    <a:pt x="1" y="260"/>
                    <a:pt x="568" y="1360"/>
                    <a:pt x="1135" y="1961"/>
                  </a:cubicBezTo>
                  <a:cubicBezTo>
                    <a:pt x="1869" y="2695"/>
                    <a:pt x="3303" y="4029"/>
                    <a:pt x="4471" y="4029"/>
                  </a:cubicBezTo>
                  <a:cubicBezTo>
                    <a:pt x="4471" y="4129"/>
                    <a:pt x="4504" y="4196"/>
                    <a:pt x="4571" y="4262"/>
                  </a:cubicBezTo>
                  <a:cubicBezTo>
                    <a:pt x="4637" y="4262"/>
                    <a:pt x="4671" y="4296"/>
                    <a:pt x="4704" y="4296"/>
                  </a:cubicBezTo>
                  <a:cubicBezTo>
                    <a:pt x="4755" y="4321"/>
                    <a:pt x="4801" y="4332"/>
                    <a:pt x="4846" y="4332"/>
                  </a:cubicBezTo>
                  <a:cubicBezTo>
                    <a:pt x="4919" y="4332"/>
                    <a:pt x="4989" y="4304"/>
                    <a:pt x="5071" y="4262"/>
                  </a:cubicBezTo>
                  <a:cubicBezTo>
                    <a:pt x="6038" y="3529"/>
                    <a:pt x="4871" y="2194"/>
                    <a:pt x="4371" y="1627"/>
                  </a:cubicBezTo>
                  <a:cubicBezTo>
                    <a:pt x="3730" y="926"/>
                    <a:pt x="2587" y="1"/>
                    <a:pt x="1504"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42"/>
            <p:cNvSpPr/>
            <p:nvPr/>
          </p:nvSpPr>
          <p:spPr>
            <a:xfrm>
              <a:off x="1549650" y="1882250"/>
              <a:ext cx="67575" cy="68925"/>
            </a:xfrm>
            <a:custGeom>
              <a:avLst/>
              <a:gdLst/>
              <a:ahLst/>
              <a:cxnLst/>
              <a:rect l="l" t="t" r="r" b="b"/>
              <a:pathLst>
                <a:path w="2703" h="2757" extrusionOk="0">
                  <a:moveTo>
                    <a:pt x="1335" y="1"/>
                  </a:moveTo>
                  <a:cubicBezTo>
                    <a:pt x="1168" y="1"/>
                    <a:pt x="934" y="34"/>
                    <a:pt x="834" y="134"/>
                  </a:cubicBezTo>
                  <a:cubicBezTo>
                    <a:pt x="701" y="168"/>
                    <a:pt x="601" y="234"/>
                    <a:pt x="534" y="301"/>
                  </a:cubicBezTo>
                  <a:cubicBezTo>
                    <a:pt x="434" y="335"/>
                    <a:pt x="367" y="435"/>
                    <a:pt x="267" y="568"/>
                  </a:cubicBezTo>
                  <a:cubicBezTo>
                    <a:pt x="167" y="668"/>
                    <a:pt x="67" y="835"/>
                    <a:pt x="34" y="1002"/>
                  </a:cubicBezTo>
                  <a:cubicBezTo>
                    <a:pt x="34" y="1135"/>
                    <a:pt x="0" y="1269"/>
                    <a:pt x="0" y="1402"/>
                  </a:cubicBezTo>
                  <a:cubicBezTo>
                    <a:pt x="0" y="1502"/>
                    <a:pt x="34" y="1635"/>
                    <a:pt x="34" y="1769"/>
                  </a:cubicBezTo>
                  <a:cubicBezTo>
                    <a:pt x="67" y="1902"/>
                    <a:pt x="100" y="1969"/>
                    <a:pt x="167" y="2102"/>
                  </a:cubicBezTo>
                  <a:cubicBezTo>
                    <a:pt x="234" y="2269"/>
                    <a:pt x="367" y="2403"/>
                    <a:pt x="501" y="2469"/>
                  </a:cubicBezTo>
                  <a:cubicBezTo>
                    <a:pt x="567" y="2569"/>
                    <a:pt x="667" y="2603"/>
                    <a:pt x="734" y="2636"/>
                  </a:cubicBezTo>
                  <a:lnTo>
                    <a:pt x="834" y="2636"/>
                  </a:lnTo>
                  <a:cubicBezTo>
                    <a:pt x="901" y="2670"/>
                    <a:pt x="1034" y="2670"/>
                    <a:pt x="1101" y="2736"/>
                  </a:cubicBezTo>
                  <a:cubicBezTo>
                    <a:pt x="1162" y="2748"/>
                    <a:pt x="1223" y="2756"/>
                    <a:pt x="1287" y="2756"/>
                  </a:cubicBezTo>
                  <a:cubicBezTo>
                    <a:pt x="1399" y="2756"/>
                    <a:pt x="1520" y="2733"/>
                    <a:pt x="1668" y="2670"/>
                  </a:cubicBezTo>
                  <a:cubicBezTo>
                    <a:pt x="1768" y="2636"/>
                    <a:pt x="1868" y="2603"/>
                    <a:pt x="2002" y="2569"/>
                  </a:cubicBezTo>
                  <a:cubicBezTo>
                    <a:pt x="2202" y="2436"/>
                    <a:pt x="2335" y="2269"/>
                    <a:pt x="2435" y="2102"/>
                  </a:cubicBezTo>
                  <a:lnTo>
                    <a:pt x="2435" y="2069"/>
                  </a:lnTo>
                  <a:cubicBezTo>
                    <a:pt x="2502" y="1936"/>
                    <a:pt x="2535" y="1836"/>
                    <a:pt x="2569" y="1736"/>
                  </a:cubicBezTo>
                  <a:cubicBezTo>
                    <a:pt x="2702" y="1502"/>
                    <a:pt x="2702" y="1302"/>
                    <a:pt x="2669" y="1135"/>
                  </a:cubicBezTo>
                  <a:cubicBezTo>
                    <a:pt x="2669" y="1002"/>
                    <a:pt x="2635" y="902"/>
                    <a:pt x="2569" y="802"/>
                  </a:cubicBezTo>
                  <a:cubicBezTo>
                    <a:pt x="2535" y="668"/>
                    <a:pt x="2502" y="601"/>
                    <a:pt x="2402" y="501"/>
                  </a:cubicBezTo>
                  <a:cubicBezTo>
                    <a:pt x="2335" y="335"/>
                    <a:pt x="2202" y="268"/>
                    <a:pt x="2035" y="168"/>
                  </a:cubicBezTo>
                  <a:cubicBezTo>
                    <a:pt x="1902" y="134"/>
                    <a:pt x="1835" y="101"/>
                    <a:pt x="1701" y="34"/>
                  </a:cubicBezTo>
                  <a:cubicBezTo>
                    <a:pt x="1568" y="34"/>
                    <a:pt x="1435" y="1"/>
                    <a:pt x="1335" y="1"/>
                  </a:cubicBezTo>
                  <a:close/>
                </a:path>
              </a:pathLst>
            </a:custGeom>
            <a:solidFill>
              <a:srgbClr val="FAA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42"/>
            <p:cNvSpPr/>
            <p:nvPr/>
          </p:nvSpPr>
          <p:spPr>
            <a:xfrm>
              <a:off x="1055450" y="123350"/>
              <a:ext cx="81425" cy="184700"/>
            </a:xfrm>
            <a:custGeom>
              <a:avLst/>
              <a:gdLst/>
              <a:ahLst/>
              <a:cxnLst/>
              <a:rect l="l" t="t" r="r" b="b"/>
              <a:pathLst>
                <a:path w="3257" h="7388" extrusionOk="0">
                  <a:moveTo>
                    <a:pt x="1040" y="1"/>
                  </a:moveTo>
                  <a:cubicBezTo>
                    <a:pt x="267" y="1"/>
                    <a:pt x="1" y="1141"/>
                    <a:pt x="54" y="1941"/>
                  </a:cubicBezTo>
                  <a:cubicBezTo>
                    <a:pt x="88" y="3242"/>
                    <a:pt x="254" y="5644"/>
                    <a:pt x="1322" y="6611"/>
                  </a:cubicBezTo>
                  <a:cubicBezTo>
                    <a:pt x="1255" y="6711"/>
                    <a:pt x="1222" y="6811"/>
                    <a:pt x="1255" y="6912"/>
                  </a:cubicBezTo>
                  <a:cubicBezTo>
                    <a:pt x="1288" y="6945"/>
                    <a:pt x="1288" y="7045"/>
                    <a:pt x="1322" y="7078"/>
                  </a:cubicBezTo>
                  <a:cubicBezTo>
                    <a:pt x="1422" y="7245"/>
                    <a:pt x="1555" y="7312"/>
                    <a:pt x="1722" y="7379"/>
                  </a:cubicBezTo>
                  <a:cubicBezTo>
                    <a:pt x="1775" y="7385"/>
                    <a:pt x="1826" y="7388"/>
                    <a:pt x="1875" y="7388"/>
                  </a:cubicBezTo>
                  <a:cubicBezTo>
                    <a:pt x="3164" y="7388"/>
                    <a:pt x="3256" y="5340"/>
                    <a:pt x="3256" y="4376"/>
                  </a:cubicBezTo>
                  <a:cubicBezTo>
                    <a:pt x="3256" y="3009"/>
                    <a:pt x="2956" y="1041"/>
                    <a:pt x="1722" y="240"/>
                  </a:cubicBezTo>
                  <a:cubicBezTo>
                    <a:pt x="1461" y="73"/>
                    <a:pt x="1235" y="1"/>
                    <a:pt x="1040"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42"/>
            <p:cNvSpPr/>
            <p:nvPr/>
          </p:nvSpPr>
          <p:spPr>
            <a:xfrm>
              <a:off x="1055450" y="123350"/>
              <a:ext cx="81425" cy="184700"/>
            </a:xfrm>
            <a:custGeom>
              <a:avLst/>
              <a:gdLst/>
              <a:ahLst/>
              <a:cxnLst/>
              <a:rect l="l" t="t" r="r" b="b"/>
              <a:pathLst>
                <a:path w="3257" h="7388" extrusionOk="0">
                  <a:moveTo>
                    <a:pt x="1040" y="1"/>
                  </a:moveTo>
                  <a:cubicBezTo>
                    <a:pt x="267" y="1"/>
                    <a:pt x="1" y="1141"/>
                    <a:pt x="54" y="1941"/>
                  </a:cubicBezTo>
                  <a:cubicBezTo>
                    <a:pt x="88" y="3242"/>
                    <a:pt x="254" y="5644"/>
                    <a:pt x="1322" y="6611"/>
                  </a:cubicBezTo>
                  <a:cubicBezTo>
                    <a:pt x="1255" y="6711"/>
                    <a:pt x="1222" y="6811"/>
                    <a:pt x="1255" y="6912"/>
                  </a:cubicBezTo>
                  <a:cubicBezTo>
                    <a:pt x="1288" y="6945"/>
                    <a:pt x="1288" y="7045"/>
                    <a:pt x="1322" y="7078"/>
                  </a:cubicBezTo>
                  <a:cubicBezTo>
                    <a:pt x="1422" y="7245"/>
                    <a:pt x="1555" y="7312"/>
                    <a:pt x="1722" y="7379"/>
                  </a:cubicBezTo>
                  <a:cubicBezTo>
                    <a:pt x="1775" y="7385"/>
                    <a:pt x="1826" y="7388"/>
                    <a:pt x="1875" y="7388"/>
                  </a:cubicBezTo>
                  <a:cubicBezTo>
                    <a:pt x="3164" y="7388"/>
                    <a:pt x="3256" y="5340"/>
                    <a:pt x="3256" y="4376"/>
                  </a:cubicBezTo>
                  <a:cubicBezTo>
                    <a:pt x="3256" y="3009"/>
                    <a:pt x="2956" y="1041"/>
                    <a:pt x="1722" y="240"/>
                  </a:cubicBezTo>
                  <a:cubicBezTo>
                    <a:pt x="1461" y="73"/>
                    <a:pt x="1235" y="1"/>
                    <a:pt x="1040"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42"/>
            <p:cNvSpPr/>
            <p:nvPr/>
          </p:nvSpPr>
          <p:spPr>
            <a:xfrm>
              <a:off x="1112675" y="181025"/>
              <a:ext cx="150125" cy="142050"/>
            </a:xfrm>
            <a:custGeom>
              <a:avLst/>
              <a:gdLst/>
              <a:ahLst/>
              <a:cxnLst/>
              <a:rect l="l" t="t" r="r" b="b"/>
              <a:pathLst>
                <a:path w="6005" h="5682" extrusionOk="0">
                  <a:moveTo>
                    <a:pt x="5064" y="0"/>
                  </a:moveTo>
                  <a:cubicBezTo>
                    <a:pt x="4580" y="0"/>
                    <a:pt x="3998" y="292"/>
                    <a:pt x="3603" y="602"/>
                  </a:cubicBezTo>
                  <a:cubicBezTo>
                    <a:pt x="2535" y="1336"/>
                    <a:pt x="667" y="2903"/>
                    <a:pt x="500" y="4338"/>
                  </a:cubicBezTo>
                  <a:cubicBezTo>
                    <a:pt x="467" y="4329"/>
                    <a:pt x="436" y="4325"/>
                    <a:pt x="407" y="4325"/>
                  </a:cubicBezTo>
                  <a:cubicBezTo>
                    <a:pt x="319" y="4325"/>
                    <a:pt x="250" y="4363"/>
                    <a:pt x="200" y="4438"/>
                  </a:cubicBezTo>
                  <a:cubicBezTo>
                    <a:pt x="167" y="4471"/>
                    <a:pt x="134" y="4504"/>
                    <a:pt x="134" y="4605"/>
                  </a:cubicBezTo>
                  <a:cubicBezTo>
                    <a:pt x="0" y="4771"/>
                    <a:pt x="0" y="4905"/>
                    <a:pt x="134" y="5105"/>
                  </a:cubicBezTo>
                  <a:cubicBezTo>
                    <a:pt x="360" y="5525"/>
                    <a:pt x="701" y="5681"/>
                    <a:pt x="1088" y="5681"/>
                  </a:cubicBezTo>
                  <a:cubicBezTo>
                    <a:pt x="1898" y="5681"/>
                    <a:pt x="2905" y="4999"/>
                    <a:pt x="3469" y="4638"/>
                  </a:cubicBezTo>
                  <a:cubicBezTo>
                    <a:pt x="4503" y="3904"/>
                    <a:pt x="6004" y="2470"/>
                    <a:pt x="5938" y="1002"/>
                  </a:cubicBezTo>
                  <a:cubicBezTo>
                    <a:pt x="5889" y="258"/>
                    <a:pt x="5520" y="0"/>
                    <a:pt x="5064"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42"/>
            <p:cNvSpPr/>
            <p:nvPr/>
          </p:nvSpPr>
          <p:spPr>
            <a:xfrm>
              <a:off x="1108500" y="312850"/>
              <a:ext cx="213500" cy="83900"/>
            </a:xfrm>
            <a:custGeom>
              <a:avLst/>
              <a:gdLst/>
              <a:ahLst/>
              <a:cxnLst/>
              <a:rect l="l" t="t" r="r" b="b"/>
              <a:pathLst>
                <a:path w="8540" h="3356" extrusionOk="0">
                  <a:moveTo>
                    <a:pt x="2958" y="1"/>
                  </a:moveTo>
                  <a:cubicBezTo>
                    <a:pt x="2405" y="1"/>
                    <a:pt x="1887" y="84"/>
                    <a:pt x="1468" y="299"/>
                  </a:cubicBezTo>
                  <a:cubicBezTo>
                    <a:pt x="1435" y="199"/>
                    <a:pt x="1335" y="132"/>
                    <a:pt x="1201" y="132"/>
                  </a:cubicBezTo>
                  <a:lnTo>
                    <a:pt x="1034" y="132"/>
                  </a:lnTo>
                  <a:cubicBezTo>
                    <a:pt x="834" y="132"/>
                    <a:pt x="701" y="199"/>
                    <a:pt x="634" y="366"/>
                  </a:cubicBezTo>
                  <a:cubicBezTo>
                    <a:pt x="0" y="1700"/>
                    <a:pt x="2002" y="2500"/>
                    <a:pt x="2936" y="2834"/>
                  </a:cubicBezTo>
                  <a:cubicBezTo>
                    <a:pt x="3632" y="3116"/>
                    <a:pt x="4571" y="3356"/>
                    <a:pt x="5468" y="3356"/>
                  </a:cubicBezTo>
                  <a:cubicBezTo>
                    <a:pt x="6162" y="3356"/>
                    <a:pt x="6830" y="3212"/>
                    <a:pt x="7339" y="2834"/>
                  </a:cubicBezTo>
                  <a:cubicBezTo>
                    <a:pt x="8540" y="1867"/>
                    <a:pt x="7272" y="999"/>
                    <a:pt x="6305" y="666"/>
                  </a:cubicBezTo>
                  <a:cubicBezTo>
                    <a:pt x="5445" y="372"/>
                    <a:pt x="4125" y="1"/>
                    <a:pt x="2958" y="1"/>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42"/>
            <p:cNvSpPr/>
            <p:nvPr/>
          </p:nvSpPr>
          <p:spPr>
            <a:xfrm>
              <a:off x="1080150" y="339200"/>
              <a:ext cx="120825" cy="173150"/>
            </a:xfrm>
            <a:custGeom>
              <a:avLst/>
              <a:gdLst/>
              <a:ahLst/>
              <a:cxnLst/>
              <a:rect l="l" t="t" r="r" b="b"/>
              <a:pathLst>
                <a:path w="4833" h="6926" extrusionOk="0">
                  <a:moveTo>
                    <a:pt x="1593" y="0"/>
                  </a:moveTo>
                  <a:cubicBezTo>
                    <a:pt x="1554" y="0"/>
                    <a:pt x="1513" y="5"/>
                    <a:pt x="1468" y="12"/>
                  </a:cubicBezTo>
                  <a:cubicBezTo>
                    <a:pt x="0" y="279"/>
                    <a:pt x="567" y="2347"/>
                    <a:pt x="801" y="3314"/>
                  </a:cubicBezTo>
                  <a:cubicBezTo>
                    <a:pt x="1134" y="4582"/>
                    <a:pt x="1968" y="6417"/>
                    <a:pt x="3403" y="6850"/>
                  </a:cubicBezTo>
                  <a:cubicBezTo>
                    <a:pt x="3574" y="6902"/>
                    <a:pt x="3725" y="6926"/>
                    <a:pt x="3857" y="6926"/>
                  </a:cubicBezTo>
                  <a:cubicBezTo>
                    <a:pt x="4833" y="6926"/>
                    <a:pt x="4801" y="5634"/>
                    <a:pt x="4537" y="4782"/>
                  </a:cubicBezTo>
                  <a:cubicBezTo>
                    <a:pt x="4170" y="3515"/>
                    <a:pt x="3336" y="1280"/>
                    <a:pt x="2035" y="613"/>
                  </a:cubicBezTo>
                  <a:cubicBezTo>
                    <a:pt x="2102" y="512"/>
                    <a:pt x="2135" y="412"/>
                    <a:pt x="2035" y="312"/>
                  </a:cubicBezTo>
                  <a:lnTo>
                    <a:pt x="1935" y="179"/>
                  </a:lnTo>
                  <a:cubicBezTo>
                    <a:pt x="1831" y="50"/>
                    <a:pt x="1728" y="0"/>
                    <a:pt x="1593"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42"/>
            <p:cNvSpPr/>
            <p:nvPr/>
          </p:nvSpPr>
          <p:spPr>
            <a:xfrm>
              <a:off x="975900" y="334500"/>
              <a:ext cx="128450" cy="164425"/>
            </a:xfrm>
            <a:custGeom>
              <a:avLst/>
              <a:gdLst/>
              <a:ahLst/>
              <a:cxnLst/>
              <a:rect l="l" t="t" r="r" b="b"/>
              <a:pathLst>
                <a:path w="5138" h="6577" extrusionOk="0">
                  <a:moveTo>
                    <a:pt x="4213" y="0"/>
                  </a:moveTo>
                  <a:cubicBezTo>
                    <a:pt x="3324" y="0"/>
                    <a:pt x="2365" y="1102"/>
                    <a:pt x="1902" y="1668"/>
                  </a:cubicBezTo>
                  <a:cubicBezTo>
                    <a:pt x="1068" y="2669"/>
                    <a:pt x="1" y="4436"/>
                    <a:pt x="468" y="5804"/>
                  </a:cubicBezTo>
                  <a:cubicBezTo>
                    <a:pt x="659" y="6366"/>
                    <a:pt x="963" y="6576"/>
                    <a:pt x="1299" y="6576"/>
                  </a:cubicBezTo>
                  <a:cubicBezTo>
                    <a:pt x="1841" y="6576"/>
                    <a:pt x="2465" y="6031"/>
                    <a:pt x="2836" y="5537"/>
                  </a:cubicBezTo>
                  <a:cubicBezTo>
                    <a:pt x="3636" y="4503"/>
                    <a:pt x="5004" y="2535"/>
                    <a:pt x="4804" y="1134"/>
                  </a:cubicBezTo>
                  <a:cubicBezTo>
                    <a:pt x="4937" y="1134"/>
                    <a:pt x="5004" y="1034"/>
                    <a:pt x="5071" y="967"/>
                  </a:cubicBezTo>
                  <a:cubicBezTo>
                    <a:pt x="5071" y="934"/>
                    <a:pt x="5104" y="834"/>
                    <a:pt x="5104" y="801"/>
                  </a:cubicBezTo>
                  <a:cubicBezTo>
                    <a:pt x="5138" y="634"/>
                    <a:pt x="5138" y="467"/>
                    <a:pt x="4971" y="334"/>
                  </a:cubicBezTo>
                  <a:cubicBezTo>
                    <a:pt x="4734" y="97"/>
                    <a:pt x="4477" y="0"/>
                    <a:pt x="4213"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42"/>
            <p:cNvSpPr/>
            <p:nvPr/>
          </p:nvSpPr>
          <p:spPr>
            <a:xfrm>
              <a:off x="887500" y="286750"/>
              <a:ext cx="207675" cy="76650"/>
            </a:xfrm>
            <a:custGeom>
              <a:avLst/>
              <a:gdLst/>
              <a:ahLst/>
              <a:cxnLst/>
              <a:rect l="l" t="t" r="r" b="b"/>
              <a:pathLst>
                <a:path w="8307" h="3066" extrusionOk="0">
                  <a:moveTo>
                    <a:pt x="4330" y="0"/>
                  </a:moveTo>
                  <a:cubicBezTo>
                    <a:pt x="3092" y="0"/>
                    <a:pt x="1634" y="275"/>
                    <a:pt x="935" y="1243"/>
                  </a:cubicBezTo>
                  <a:cubicBezTo>
                    <a:pt x="1" y="2510"/>
                    <a:pt x="1502" y="3011"/>
                    <a:pt x="2502" y="3044"/>
                  </a:cubicBezTo>
                  <a:cubicBezTo>
                    <a:pt x="2743" y="3056"/>
                    <a:pt x="3021" y="3065"/>
                    <a:pt x="3322" y="3065"/>
                  </a:cubicBezTo>
                  <a:cubicBezTo>
                    <a:pt x="4645" y="3065"/>
                    <a:pt x="6396" y="2892"/>
                    <a:pt x="7239" y="2077"/>
                  </a:cubicBezTo>
                  <a:cubicBezTo>
                    <a:pt x="7339" y="2177"/>
                    <a:pt x="7439" y="2210"/>
                    <a:pt x="7539" y="2210"/>
                  </a:cubicBezTo>
                  <a:cubicBezTo>
                    <a:pt x="7573" y="2210"/>
                    <a:pt x="7673" y="2177"/>
                    <a:pt x="7706" y="2177"/>
                  </a:cubicBezTo>
                  <a:cubicBezTo>
                    <a:pt x="7873" y="2110"/>
                    <a:pt x="8006" y="2010"/>
                    <a:pt x="8040" y="1777"/>
                  </a:cubicBezTo>
                  <a:cubicBezTo>
                    <a:pt x="8307" y="342"/>
                    <a:pt x="6172" y="109"/>
                    <a:pt x="5171" y="42"/>
                  </a:cubicBezTo>
                  <a:cubicBezTo>
                    <a:pt x="4913" y="16"/>
                    <a:pt x="4628" y="0"/>
                    <a:pt x="4330"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42"/>
            <p:cNvSpPr/>
            <p:nvPr/>
          </p:nvSpPr>
          <p:spPr>
            <a:xfrm>
              <a:off x="929200" y="184525"/>
              <a:ext cx="186825" cy="135100"/>
            </a:xfrm>
            <a:custGeom>
              <a:avLst/>
              <a:gdLst/>
              <a:ahLst/>
              <a:cxnLst/>
              <a:rect l="l" t="t" r="r" b="b"/>
              <a:pathLst>
                <a:path w="7473" h="5404" extrusionOk="0">
                  <a:moveTo>
                    <a:pt x="1856" y="0"/>
                  </a:moveTo>
                  <a:cubicBezTo>
                    <a:pt x="1737" y="0"/>
                    <a:pt x="1619" y="9"/>
                    <a:pt x="1502" y="28"/>
                  </a:cubicBezTo>
                  <a:cubicBezTo>
                    <a:pt x="1" y="328"/>
                    <a:pt x="701" y="1696"/>
                    <a:pt x="1402" y="2430"/>
                  </a:cubicBezTo>
                  <a:cubicBezTo>
                    <a:pt x="2326" y="3321"/>
                    <a:pt x="4036" y="4965"/>
                    <a:pt x="5494" y="4965"/>
                  </a:cubicBezTo>
                  <a:cubicBezTo>
                    <a:pt x="5509" y="4965"/>
                    <a:pt x="5523" y="4965"/>
                    <a:pt x="5538" y="4965"/>
                  </a:cubicBezTo>
                  <a:cubicBezTo>
                    <a:pt x="5538" y="5098"/>
                    <a:pt x="5571" y="5198"/>
                    <a:pt x="5671" y="5265"/>
                  </a:cubicBezTo>
                  <a:cubicBezTo>
                    <a:pt x="5705" y="5298"/>
                    <a:pt x="5805" y="5298"/>
                    <a:pt x="5838" y="5332"/>
                  </a:cubicBezTo>
                  <a:cubicBezTo>
                    <a:pt x="5915" y="5378"/>
                    <a:pt x="5993" y="5403"/>
                    <a:pt x="6067" y="5403"/>
                  </a:cubicBezTo>
                  <a:cubicBezTo>
                    <a:pt x="6152" y="5403"/>
                    <a:pt x="6234" y="5370"/>
                    <a:pt x="6305" y="5298"/>
                  </a:cubicBezTo>
                  <a:cubicBezTo>
                    <a:pt x="7473" y="4431"/>
                    <a:pt x="6038" y="2797"/>
                    <a:pt x="5371" y="2029"/>
                  </a:cubicBezTo>
                  <a:cubicBezTo>
                    <a:pt x="4604" y="1170"/>
                    <a:pt x="3216" y="0"/>
                    <a:pt x="1856" y="0"/>
                  </a:cubicBezTo>
                  <a:close/>
                </a:path>
              </a:pathLst>
            </a:custGeom>
            <a:solidFill>
              <a:srgbClr val="F559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42"/>
            <p:cNvSpPr/>
            <p:nvPr/>
          </p:nvSpPr>
          <p:spPr>
            <a:xfrm>
              <a:off x="1063475" y="282775"/>
              <a:ext cx="83400" cy="81475"/>
            </a:xfrm>
            <a:custGeom>
              <a:avLst/>
              <a:gdLst/>
              <a:ahLst/>
              <a:cxnLst/>
              <a:rect l="l" t="t" r="r" b="b"/>
              <a:pathLst>
                <a:path w="3336" h="3259" extrusionOk="0">
                  <a:moveTo>
                    <a:pt x="1635" y="1"/>
                  </a:moveTo>
                  <a:cubicBezTo>
                    <a:pt x="1434" y="1"/>
                    <a:pt x="1168" y="34"/>
                    <a:pt x="1001" y="101"/>
                  </a:cubicBezTo>
                  <a:cubicBezTo>
                    <a:pt x="901" y="168"/>
                    <a:pt x="767" y="234"/>
                    <a:pt x="634" y="334"/>
                  </a:cubicBezTo>
                  <a:cubicBezTo>
                    <a:pt x="500" y="401"/>
                    <a:pt x="434" y="501"/>
                    <a:pt x="334" y="601"/>
                  </a:cubicBezTo>
                  <a:cubicBezTo>
                    <a:pt x="167" y="768"/>
                    <a:pt x="100" y="935"/>
                    <a:pt x="67" y="1168"/>
                  </a:cubicBezTo>
                  <a:cubicBezTo>
                    <a:pt x="67" y="1335"/>
                    <a:pt x="0" y="1435"/>
                    <a:pt x="0" y="1602"/>
                  </a:cubicBezTo>
                  <a:cubicBezTo>
                    <a:pt x="0" y="1769"/>
                    <a:pt x="67" y="1902"/>
                    <a:pt x="67" y="2069"/>
                  </a:cubicBezTo>
                  <a:cubicBezTo>
                    <a:pt x="100" y="2202"/>
                    <a:pt x="167" y="2336"/>
                    <a:pt x="234" y="2436"/>
                  </a:cubicBezTo>
                  <a:cubicBezTo>
                    <a:pt x="300" y="2669"/>
                    <a:pt x="467" y="2769"/>
                    <a:pt x="634" y="2903"/>
                  </a:cubicBezTo>
                  <a:cubicBezTo>
                    <a:pt x="734" y="3003"/>
                    <a:pt x="834" y="3070"/>
                    <a:pt x="967" y="3103"/>
                  </a:cubicBezTo>
                  <a:cubicBezTo>
                    <a:pt x="967" y="3103"/>
                    <a:pt x="1001" y="3103"/>
                    <a:pt x="1001" y="3170"/>
                  </a:cubicBezTo>
                  <a:lnTo>
                    <a:pt x="1034" y="3170"/>
                  </a:lnTo>
                  <a:cubicBezTo>
                    <a:pt x="1168" y="3203"/>
                    <a:pt x="1301" y="3236"/>
                    <a:pt x="1434" y="3236"/>
                  </a:cubicBezTo>
                  <a:cubicBezTo>
                    <a:pt x="1517" y="3250"/>
                    <a:pt x="1600" y="3258"/>
                    <a:pt x="1685" y="3258"/>
                  </a:cubicBezTo>
                  <a:cubicBezTo>
                    <a:pt x="1806" y="3258"/>
                    <a:pt x="1931" y="3242"/>
                    <a:pt x="2068" y="3203"/>
                  </a:cubicBezTo>
                  <a:cubicBezTo>
                    <a:pt x="2168" y="3170"/>
                    <a:pt x="2302" y="3070"/>
                    <a:pt x="2435" y="3036"/>
                  </a:cubicBezTo>
                  <a:cubicBezTo>
                    <a:pt x="2669" y="2903"/>
                    <a:pt x="2835" y="2703"/>
                    <a:pt x="3002" y="2436"/>
                  </a:cubicBezTo>
                  <a:lnTo>
                    <a:pt x="3069" y="2403"/>
                  </a:lnTo>
                  <a:cubicBezTo>
                    <a:pt x="3102" y="2269"/>
                    <a:pt x="3169" y="2169"/>
                    <a:pt x="3236" y="2036"/>
                  </a:cubicBezTo>
                  <a:cubicBezTo>
                    <a:pt x="3302" y="1869"/>
                    <a:pt x="3336" y="1602"/>
                    <a:pt x="3269" y="1402"/>
                  </a:cubicBezTo>
                  <a:cubicBezTo>
                    <a:pt x="3269" y="1235"/>
                    <a:pt x="3236" y="1102"/>
                    <a:pt x="3136" y="1002"/>
                  </a:cubicBezTo>
                  <a:cubicBezTo>
                    <a:pt x="3102" y="868"/>
                    <a:pt x="3002" y="735"/>
                    <a:pt x="2935" y="601"/>
                  </a:cubicBezTo>
                  <a:cubicBezTo>
                    <a:pt x="2802" y="434"/>
                    <a:pt x="2635" y="268"/>
                    <a:pt x="2468" y="201"/>
                  </a:cubicBezTo>
                  <a:cubicBezTo>
                    <a:pt x="2335" y="168"/>
                    <a:pt x="2235" y="68"/>
                    <a:pt x="2102" y="34"/>
                  </a:cubicBezTo>
                  <a:cubicBezTo>
                    <a:pt x="1935" y="34"/>
                    <a:pt x="1801" y="1"/>
                    <a:pt x="1635" y="1"/>
                  </a:cubicBezTo>
                  <a:close/>
                </a:path>
              </a:pathLst>
            </a:custGeom>
            <a:solidFill>
              <a:srgbClr val="FAA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42"/>
            <p:cNvSpPr/>
            <p:nvPr/>
          </p:nvSpPr>
          <p:spPr>
            <a:xfrm>
              <a:off x="1746450" y="2222125"/>
              <a:ext cx="342775" cy="483250"/>
            </a:xfrm>
            <a:custGeom>
              <a:avLst/>
              <a:gdLst/>
              <a:ahLst/>
              <a:cxnLst/>
              <a:rect l="l" t="t" r="r" b="b"/>
              <a:pathLst>
                <a:path w="13711" h="19330" extrusionOk="0">
                  <a:moveTo>
                    <a:pt x="2230" y="1"/>
                  </a:moveTo>
                  <a:cubicBezTo>
                    <a:pt x="1447" y="1"/>
                    <a:pt x="634" y="686"/>
                    <a:pt x="367" y="1583"/>
                  </a:cubicBezTo>
                  <a:cubicBezTo>
                    <a:pt x="1" y="2851"/>
                    <a:pt x="334" y="4319"/>
                    <a:pt x="834" y="5553"/>
                  </a:cubicBezTo>
                  <a:cubicBezTo>
                    <a:pt x="3236" y="11891"/>
                    <a:pt x="8573" y="15927"/>
                    <a:pt x="13710" y="19330"/>
                  </a:cubicBezTo>
                  <a:cubicBezTo>
                    <a:pt x="13377" y="17995"/>
                    <a:pt x="13010" y="16694"/>
                    <a:pt x="12676" y="15393"/>
                  </a:cubicBezTo>
                  <a:cubicBezTo>
                    <a:pt x="11909" y="12591"/>
                    <a:pt x="11175" y="9823"/>
                    <a:pt x="9974" y="7221"/>
                  </a:cubicBezTo>
                  <a:cubicBezTo>
                    <a:pt x="8773" y="4652"/>
                    <a:pt x="7106" y="2251"/>
                    <a:pt x="4871" y="916"/>
                  </a:cubicBezTo>
                  <a:cubicBezTo>
                    <a:pt x="4230" y="550"/>
                    <a:pt x="3538" y="264"/>
                    <a:pt x="2863" y="169"/>
                  </a:cubicBezTo>
                  <a:lnTo>
                    <a:pt x="2863" y="169"/>
                  </a:lnTo>
                  <a:cubicBezTo>
                    <a:pt x="2663" y="53"/>
                    <a:pt x="2448" y="1"/>
                    <a:pt x="2230"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42"/>
            <p:cNvSpPr/>
            <p:nvPr/>
          </p:nvSpPr>
          <p:spPr>
            <a:xfrm>
              <a:off x="1733100" y="2208200"/>
              <a:ext cx="371725" cy="510250"/>
            </a:xfrm>
            <a:custGeom>
              <a:avLst/>
              <a:gdLst/>
              <a:ahLst/>
              <a:cxnLst/>
              <a:rect l="l" t="t" r="r" b="b"/>
              <a:pathLst>
                <a:path w="14869" h="20410" extrusionOk="0">
                  <a:moveTo>
                    <a:pt x="3112" y="1287"/>
                  </a:moveTo>
                  <a:cubicBezTo>
                    <a:pt x="3144" y="1287"/>
                    <a:pt x="3176" y="1287"/>
                    <a:pt x="3207" y="1288"/>
                  </a:cubicBezTo>
                  <a:lnTo>
                    <a:pt x="3207" y="1288"/>
                  </a:lnTo>
                  <a:cubicBezTo>
                    <a:pt x="3302" y="1329"/>
                    <a:pt x="3400" y="1379"/>
                    <a:pt x="3503" y="1440"/>
                  </a:cubicBezTo>
                  <a:cubicBezTo>
                    <a:pt x="3582" y="1491"/>
                    <a:pt x="3657" y="1514"/>
                    <a:pt x="3725" y="1514"/>
                  </a:cubicBezTo>
                  <a:cubicBezTo>
                    <a:pt x="3820" y="1514"/>
                    <a:pt x="3903" y="1470"/>
                    <a:pt x="3968" y="1398"/>
                  </a:cubicBezTo>
                  <a:lnTo>
                    <a:pt x="3968" y="1398"/>
                  </a:lnTo>
                  <a:cubicBezTo>
                    <a:pt x="6636" y="2079"/>
                    <a:pt x="9022" y="5763"/>
                    <a:pt x="10208" y="8378"/>
                  </a:cubicBezTo>
                  <a:cubicBezTo>
                    <a:pt x="11657" y="11632"/>
                    <a:pt x="12503" y="15173"/>
                    <a:pt x="13397" y="18631"/>
                  </a:cubicBezTo>
                  <a:lnTo>
                    <a:pt x="13397" y="18631"/>
                  </a:lnTo>
                  <a:cubicBezTo>
                    <a:pt x="10840" y="16876"/>
                    <a:pt x="8324" y="14975"/>
                    <a:pt x="6139" y="12615"/>
                  </a:cubicBezTo>
                  <a:cubicBezTo>
                    <a:pt x="4838" y="11214"/>
                    <a:pt x="3637" y="9613"/>
                    <a:pt x="2703" y="7811"/>
                  </a:cubicBezTo>
                  <a:cubicBezTo>
                    <a:pt x="2302" y="7044"/>
                    <a:pt x="1902" y="6210"/>
                    <a:pt x="1669" y="5309"/>
                  </a:cubicBezTo>
                  <a:cubicBezTo>
                    <a:pt x="1335" y="4286"/>
                    <a:pt x="1254" y="2315"/>
                    <a:pt x="1908" y="1509"/>
                  </a:cubicBezTo>
                  <a:lnTo>
                    <a:pt x="1908" y="1509"/>
                  </a:lnTo>
                  <a:cubicBezTo>
                    <a:pt x="1950" y="1503"/>
                    <a:pt x="1992" y="1492"/>
                    <a:pt x="2036" y="1473"/>
                  </a:cubicBezTo>
                  <a:cubicBezTo>
                    <a:pt x="2396" y="1346"/>
                    <a:pt x="2756" y="1287"/>
                    <a:pt x="3112" y="1287"/>
                  </a:cubicBezTo>
                  <a:close/>
                  <a:moveTo>
                    <a:pt x="2771" y="0"/>
                  </a:moveTo>
                  <a:cubicBezTo>
                    <a:pt x="2442" y="0"/>
                    <a:pt x="2124" y="87"/>
                    <a:pt x="1832" y="244"/>
                  </a:cubicBezTo>
                  <a:lnTo>
                    <a:pt x="1832" y="244"/>
                  </a:lnTo>
                  <a:cubicBezTo>
                    <a:pt x="1767" y="263"/>
                    <a:pt x="1701" y="283"/>
                    <a:pt x="1635" y="306"/>
                  </a:cubicBezTo>
                  <a:cubicBezTo>
                    <a:pt x="1494" y="370"/>
                    <a:pt x="1402" y="471"/>
                    <a:pt x="1351" y="588"/>
                  </a:cubicBezTo>
                  <a:lnTo>
                    <a:pt x="1351" y="588"/>
                  </a:lnTo>
                  <a:cubicBezTo>
                    <a:pt x="867" y="1031"/>
                    <a:pt x="507" y="1694"/>
                    <a:pt x="368" y="2474"/>
                  </a:cubicBezTo>
                  <a:cubicBezTo>
                    <a:pt x="1" y="4742"/>
                    <a:pt x="1235" y="7311"/>
                    <a:pt x="2302" y="9146"/>
                  </a:cubicBezTo>
                  <a:cubicBezTo>
                    <a:pt x="5171" y="14216"/>
                    <a:pt x="9674" y="17451"/>
                    <a:pt x="14011" y="20320"/>
                  </a:cubicBezTo>
                  <a:cubicBezTo>
                    <a:pt x="14097" y="20381"/>
                    <a:pt x="14200" y="20410"/>
                    <a:pt x="14301" y="20410"/>
                  </a:cubicBezTo>
                  <a:cubicBezTo>
                    <a:pt x="14589" y="20410"/>
                    <a:pt x="14868" y="20173"/>
                    <a:pt x="14745" y="19753"/>
                  </a:cubicBezTo>
                  <a:cubicBezTo>
                    <a:pt x="13477" y="14950"/>
                    <a:pt x="12410" y="9713"/>
                    <a:pt x="9908" y="5476"/>
                  </a:cubicBezTo>
                  <a:cubicBezTo>
                    <a:pt x="8387" y="2978"/>
                    <a:pt x="5982" y="391"/>
                    <a:pt x="3413" y="110"/>
                  </a:cubicBezTo>
                  <a:lnTo>
                    <a:pt x="3413" y="110"/>
                  </a:lnTo>
                  <a:cubicBezTo>
                    <a:pt x="3197" y="35"/>
                    <a:pt x="2982" y="0"/>
                    <a:pt x="2771" y="0"/>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2"/>
            <p:cNvSpPr/>
            <p:nvPr/>
          </p:nvSpPr>
          <p:spPr>
            <a:xfrm>
              <a:off x="1763975" y="2229175"/>
              <a:ext cx="273075" cy="394750"/>
            </a:xfrm>
            <a:custGeom>
              <a:avLst/>
              <a:gdLst/>
              <a:ahLst/>
              <a:cxnLst/>
              <a:rect l="l" t="t" r="r" b="b"/>
              <a:pathLst>
                <a:path w="10923" h="15790" extrusionOk="0">
                  <a:moveTo>
                    <a:pt x="267" y="1"/>
                  </a:moveTo>
                  <a:cubicBezTo>
                    <a:pt x="133" y="1"/>
                    <a:pt x="0" y="101"/>
                    <a:pt x="0" y="267"/>
                  </a:cubicBezTo>
                  <a:lnTo>
                    <a:pt x="0" y="401"/>
                  </a:lnTo>
                  <a:cubicBezTo>
                    <a:pt x="0" y="534"/>
                    <a:pt x="33" y="601"/>
                    <a:pt x="133" y="668"/>
                  </a:cubicBezTo>
                  <a:cubicBezTo>
                    <a:pt x="167" y="734"/>
                    <a:pt x="200" y="734"/>
                    <a:pt x="200" y="768"/>
                  </a:cubicBezTo>
                  <a:cubicBezTo>
                    <a:pt x="255" y="795"/>
                    <a:pt x="315" y="811"/>
                    <a:pt x="372" y="814"/>
                  </a:cubicBezTo>
                  <a:lnTo>
                    <a:pt x="372" y="814"/>
                  </a:lnTo>
                  <a:cubicBezTo>
                    <a:pt x="1282" y="2444"/>
                    <a:pt x="4834" y="7337"/>
                    <a:pt x="5204" y="7906"/>
                  </a:cubicBezTo>
                  <a:cubicBezTo>
                    <a:pt x="6938" y="10475"/>
                    <a:pt x="8673" y="13110"/>
                    <a:pt x="10374" y="15678"/>
                  </a:cubicBezTo>
                  <a:cubicBezTo>
                    <a:pt x="10435" y="15757"/>
                    <a:pt x="10505" y="15790"/>
                    <a:pt x="10571" y="15790"/>
                  </a:cubicBezTo>
                  <a:cubicBezTo>
                    <a:pt x="10760" y="15790"/>
                    <a:pt x="10922" y="15525"/>
                    <a:pt x="10774" y="15278"/>
                  </a:cubicBezTo>
                  <a:cubicBezTo>
                    <a:pt x="8773" y="12243"/>
                    <a:pt x="6738" y="9241"/>
                    <a:pt x="4737" y="6172"/>
                  </a:cubicBezTo>
                  <a:cubicBezTo>
                    <a:pt x="3703" y="4704"/>
                    <a:pt x="2702" y="3136"/>
                    <a:pt x="1668" y="1635"/>
                  </a:cubicBezTo>
                  <a:cubicBezTo>
                    <a:pt x="1301" y="1068"/>
                    <a:pt x="934" y="101"/>
                    <a:pt x="267"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2"/>
            <p:cNvSpPr/>
            <p:nvPr/>
          </p:nvSpPr>
          <p:spPr>
            <a:xfrm>
              <a:off x="1817350" y="2292425"/>
              <a:ext cx="99900" cy="44625"/>
            </a:xfrm>
            <a:custGeom>
              <a:avLst/>
              <a:gdLst/>
              <a:ahLst/>
              <a:cxnLst/>
              <a:rect l="l" t="t" r="r" b="b"/>
              <a:pathLst>
                <a:path w="3996" h="1785" extrusionOk="0">
                  <a:moveTo>
                    <a:pt x="284" y="1"/>
                  </a:moveTo>
                  <a:cubicBezTo>
                    <a:pt x="1" y="1"/>
                    <a:pt x="16" y="541"/>
                    <a:pt x="300" y="573"/>
                  </a:cubicBezTo>
                  <a:cubicBezTo>
                    <a:pt x="1468" y="706"/>
                    <a:pt x="2535" y="1106"/>
                    <a:pt x="3602" y="1740"/>
                  </a:cubicBezTo>
                  <a:cubicBezTo>
                    <a:pt x="3643" y="1771"/>
                    <a:pt x="3682" y="1784"/>
                    <a:pt x="3717" y="1784"/>
                  </a:cubicBezTo>
                  <a:cubicBezTo>
                    <a:pt x="3910" y="1784"/>
                    <a:pt x="3995" y="1376"/>
                    <a:pt x="3769" y="1207"/>
                  </a:cubicBezTo>
                  <a:cubicBezTo>
                    <a:pt x="2668" y="539"/>
                    <a:pt x="1534" y="172"/>
                    <a:pt x="333" y="6"/>
                  </a:cubicBezTo>
                  <a:cubicBezTo>
                    <a:pt x="316" y="2"/>
                    <a:pt x="299" y="1"/>
                    <a:pt x="284"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42"/>
            <p:cNvSpPr/>
            <p:nvPr/>
          </p:nvSpPr>
          <p:spPr>
            <a:xfrm>
              <a:off x="1801500" y="2293525"/>
              <a:ext cx="30775" cy="116350"/>
            </a:xfrm>
            <a:custGeom>
              <a:avLst/>
              <a:gdLst/>
              <a:ahLst/>
              <a:cxnLst/>
              <a:rect l="l" t="t" r="r" b="b"/>
              <a:pathLst>
                <a:path w="1231" h="4654" extrusionOk="0">
                  <a:moveTo>
                    <a:pt x="894" y="1"/>
                  </a:moveTo>
                  <a:cubicBezTo>
                    <a:pt x="797" y="1"/>
                    <a:pt x="705" y="59"/>
                    <a:pt x="667" y="195"/>
                  </a:cubicBezTo>
                  <a:cubicBezTo>
                    <a:pt x="434" y="1563"/>
                    <a:pt x="0" y="2964"/>
                    <a:pt x="234" y="4398"/>
                  </a:cubicBezTo>
                  <a:cubicBezTo>
                    <a:pt x="248" y="4574"/>
                    <a:pt x="353" y="4653"/>
                    <a:pt x="462" y="4653"/>
                  </a:cubicBezTo>
                  <a:cubicBezTo>
                    <a:pt x="603" y="4653"/>
                    <a:pt x="753" y="4523"/>
                    <a:pt x="734" y="4298"/>
                  </a:cubicBezTo>
                  <a:cubicBezTo>
                    <a:pt x="534" y="2964"/>
                    <a:pt x="934" y="1663"/>
                    <a:pt x="1168" y="395"/>
                  </a:cubicBezTo>
                  <a:cubicBezTo>
                    <a:pt x="1230" y="165"/>
                    <a:pt x="1057" y="1"/>
                    <a:pt x="894"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42"/>
            <p:cNvSpPr/>
            <p:nvPr/>
          </p:nvSpPr>
          <p:spPr>
            <a:xfrm>
              <a:off x="1887375" y="2410150"/>
              <a:ext cx="98350" cy="27225"/>
            </a:xfrm>
            <a:custGeom>
              <a:avLst/>
              <a:gdLst/>
              <a:ahLst/>
              <a:cxnLst/>
              <a:rect l="l" t="t" r="r" b="b"/>
              <a:pathLst>
                <a:path w="3934" h="1089" extrusionOk="0">
                  <a:moveTo>
                    <a:pt x="334" y="0"/>
                  </a:moveTo>
                  <a:cubicBezTo>
                    <a:pt x="1" y="0"/>
                    <a:pt x="134" y="567"/>
                    <a:pt x="468" y="567"/>
                  </a:cubicBezTo>
                  <a:cubicBezTo>
                    <a:pt x="1502" y="567"/>
                    <a:pt x="2503" y="734"/>
                    <a:pt x="3503" y="1068"/>
                  </a:cubicBezTo>
                  <a:cubicBezTo>
                    <a:pt x="3533" y="1082"/>
                    <a:pt x="3561" y="1089"/>
                    <a:pt x="3588" y="1089"/>
                  </a:cubicBezTo>
                  <a:cubicBezTo>
                    <a:pt x="3808" y="1089"/>
                    <a:pt x="3934" y="653"/>
                    <a:pt x="3637" y="534"/>
                  </a:cubicBezTo>
                  <a:cubicBezTo>
                    <a:pt x="2536" y="167"/>
                    <a:pt x="1402" y="0"/>
                    <a:pt x="334"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42"/>
            <p:cNvSpPr/>
            <p:nvPr/>
          </p:nvSpPr>
          <p:spPr>
            <a:xfrm>
              <a:off x="1886550" y="2414450"/>
              <a:ext cx="20775" cy="102850"/>
            </a:xfrm>
            <a:custGeom>
              <a:avLst/>
              <a:gdLst/>
              <a:ahLst/>
              <a:cxnLst/>
              <a:rect l="l" t="t" r="r" b="b"/>
              <a:pathLst>
                <a:path w="831" h="4114" extrusionOk="0">
                  <a:moveTo>
                    <a:pt x="494" y="0"/>
                  </a:moveTo>
                  <a:cubicBezTo>
                    <a:pt x="397" y="0"/>
                    <a:pt x="305" y="58"/>
                    <a:pt x="267" y="195"/>
                  </a:cubicBezTo>
                  <a:cubicBezTo>
                    <a:pt x="34" y="1396"/>
                    <a:pt x="1" y="2663"/>
                    <a:pt x="201" y="3898"/>
                  </a:cubicBezTo>
                  <a:cubicBezTo>
                    <a:pt x="260" y="4045"/>
                    <a:pt x="390" y="4114"/>
                    <a:pt x="508" y="4114"/>
                  </a:cubicBezTo>
                  <a:cubicBezTo>
                    <a:pt x="659" y="4114"/>
                    <a:pt x="790" y="4003"/>
                    <a:pt x="734" y="3798"/>
                  </a:cubicBezTo>
                  <a:cubicBezTo>
                    <a:pt x="534" y="2630"/>
                    <a:pt x="568" y="1496"/>
                    <a:pt x="768" y="395"/>
                  </a:cubicBezTo>
                  <a:cubicBezTo>
                    <a:pt x="831" y="165"/>
                    <a:pt x="657" y="0"/>
                    <a:pt x="494"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42"/>
            <p:cNvSpPr/>
            <p:nvPr/>
          </p:nvSpPr>
          <p:spPr>
            <a:xfrm>
              <a:off x="1962450" y="2524400"/>
              <a:ext cx="67550" cy="17650"/>
            </a:xfrm>
            <a:custGeom>
              <a:avLst/>
              <a:gdLst/>
              <a:ahLst/>
              <a:cxnLst/>
              <a:rect l="l" t="t" r="r" b="b"/>
              <a:pathLst>
                <a:path w="2702" h="706" extrusionOk="0">
                  <a:moveTo>
                    <a:pt x="367" y="0"/>
                  </a:moveTo>
                  <a:cubicBezTo>
                    <a:pt x="33" y="0"/>
                    <a:pt x="0" y="600"/>
                    <a:pt x="334" y="600"/>
                  </a:cubicBezTo>
                  <a:cubicBezTo>
                    <a:pt x="1001" y="634"/>
                    <a:pt x="1701" y="667"/>
                    <a:pt x="2368" y="701"/>
                  </a:cubicBezTo>
                  <a:cubicBezTo>
                    <a:pt x="2385" y="704"/>
                    <a:pt x="2401" y="705"/>
                    <a:pt x="2416" y="705"/>
                  </a:cubicBezTo>
                  <a:cubicBezTo>
                    <a:pt x="2701" y="705"/>
                    <a:pt x="2687" y="133"/>
                    <a:pt x="2402" y="133"/>
                  </a:cubicBezTo>
                  <a:cubicBezTo>
                    <a:pt x="1735" y="100"/>
                    <a:pt x="1034" y="67"/>
                    <a:pt x="367"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42"/>
            <p:cNvSpPr/>
            <p:nvPr/>
          </p:nvSpPr>
          <p:spPr>
            <a:xfrm>
              <a:off x="1962900" y="2529125"/>
              <a:ext cx="16250" cy="59775"/>
            </a:xfrm>
            <a:custGeom>
              <a:avLst/>
              <a:gdLst/>
              <a:ahLst/>
              <a:cxnLst/>
              <a:rect l="l" t="t" r="r" b="b"/>
              <a:pathLst>
                <a:path w="650" h="2391" extrusionOk="0">
                  <a:moveTo>
                    <a:pt x="207" y="1"/>
                  </a:moveTo>
                  <a:cubicBezTo>
                    <a:pt x="95" y="1"/>
                    <a:pt x="0" y="78"/>
                    <a:pt x="15" y="245"/>
                  </a:cubicBezTo>
                  <a:cubicBezTo>
                    <a:pt x="49" y="878"/>
                    <a:pt x="115" y="1446"/>
                    <a:pt x="149" y="2079"/>
                  </a:cubicBezTo>
                  <a:cubicBezTo>
                    <a:pt x="149" y="2279"/>
                    <a:pt x="297" y="2390"/>
                    <a:pt x="433" y="2390"/>
                  </a:cubicBezTo>
                  <a:cubicBezTo>
                    <a:pt x="546" y="2390"/>
                    <a:pt x="649" y="2313"/>
                    <a:pt x="649" y="2146"/>
                  </a:cubicBezTo>
                  <a:cubicBezTo>
                    <a:pt x="616" y="1546"/>
                    <a:pt x="549" y="945"/>
                    <a:pt x="516" y="311"/>
                  </a:cubicBezTo>
                  <a:cubicBezTo>
                    <a:pt x="498" y="111"/>
                    <a:pt x="341" y="1"/>
                    <a:pt x="207"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42"/>
            <p:cNvSpPr/>
            <p:nvPr/>
          </p:nvSpPr>
          <p:spPr>
            <a:xfrm>
              <a:off x="1913225" y="1556200"/>
              <a:ext cx="247725" cy="541475"/>
            </a:xfrm>
            <a:custGeom>
              <a:avLst/>
              <a:gdLst/>
              <a:ahLst/>
              <a:cxnLst/>
              <a:rect l="l" t="t" r="r" b="b"/>
              <a:pathLst>
                <a:path w="9909" h="21659" extrusionOk="0">
                  <a:moveTo>
                    <a:pt x="9208" y="0"/>
                  </a:moveTo>
                  <a:cubicBezTo>
                    <a:pt x="8374" y="1101"/>
                    <a:pt x="7606" y="2169"/>
                    <a:pt x="6806" y="3269"/>
                  </a:cubicBezTo>
                  <a:cubicBezTo>
                    <a:pt x="5071" y="5604"/>
                    <a:pt x="3337" y="7939"/>
                    <a:pt x="2069" y="10474"/>
                  </a:cubicBezTo>
                  <a:cubicBezTo>
                    <a:pt x="802" y="13010"/>
                    <a:pt x="1" y="15845"/>
                    <a:pt x="335" y="18380"/>
                  </a:cubicBezTo>
                  <a:cubicBezTo>
                    <a:pt x="420" y="19237"/>
                    <a:pt x="671" y="20080"/>
                    <a:pt x="1140" y="20715"/>
                  </a:cubicBezTo>
                  <a:lnTo>
                    <a:pt x="1140" y="20715"/>
                  </a:lnTo>
                  <a:cubicBezTo>
                    <a:pt x="1395" y="21312"/>
                    <a:pt x="2080" y="21659"/>
                    <a:pt x="2815" y="21659"/>
                  </a:cubicBezTo>
                  <a:cubicBezTo>
                    <a:pt x="3111" y="21659"/>
                    <a:pt x="3416" y="21602"/>
                    <a:pt x="3704" y="21482"/>
                  </a:cubicBezTo>
                  <a:cubicBezTo>
                    <a:pt x="4904" y="20982"/>
                    <a:pt x="5805" y="19814"/>
                    <a:pt x="6506" y="18647"/>
                  </a:cubicBezTo>
                  <a:cubicBezTo>
                    <a:pt x="9908" y="12809"/>
                    <a:pt x="9775" y="6071"/>
                    <a:pt x="9208" y="0"/>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42"/>
            <p:cNvSpPr/>
            <p:nvPr/>
          </p:nvSpPr>
          <p:spPr>
            <a:xfrm>
              <a:off x="1893000" y="1541975"/>
              <a:ext cx="282125" cy="568875"/>
            </a:xfrm>
            <a:custGeom>
              <a:avLst/>
              <a:gdLst/>
              <a:ahLst/>
              <a:cxnLst/>
              <a:rect l="l" t="t" r="r" b="b"/>
              <a:pathLst>
                <a:path w="11285" h="22755" extrusionOk="0">
                  <a:moveTo>
                    <a:pt x="9592" y="2034"/>
                  </a:moveTo>
                  <a:cubicBezTo>
                    <a:pt x="9829" y="5122"/>
                    <a:pt x="9945" y="8295"/>
                    <a:pt x="9449" y="11444"/>
                  </a:cubicBezTo>
                  <a:cubicBezTo>
                    <a:pt x="9149" y="13378"/>
                    <a:pt x="8649" y="15280"/>
                    <a:pt x="7815" y="17114"/>
                  </a:cubicBezTo>
                  <a:cubicBezTo>
                    <a:pt x="7448" y="17915"/>
                    <a:pt x="7014" y="18749"/>
                    <a:pt x="6514" y="19516"/>
                  </a:cubicBezTo>
                  <a:cubicBezTo>
                    <a:pt x="5936" y="20406"/>
                    <a:pt x="4453" y="21696"/>
                    <a:pt x="3411" y="21696"/>
                  </a:cubicBezTo>
                  <a:cubicBezTo>
                    <a:pt x="3386" y="21696"/>
                    <a:pt x="3361" y="21695"/>
                    <a:pt x="3337" y="21693"/>
                  </a:cubicBezTo>
                  <a:lnTo>
                    <a:pt x="3337" y="21693"/>
                  </a:lnTo>
                  <a:cubicBezTo>
                    <a:pt x="3311" y="21665"/>
                    <a:pt x="3281" y="21640"/>
                    <a:pt x="3245" y="21618"/>
                  </a:cubicBezTo>
                  <a:cubicBezTo>
                    <a:pt x="2928" y="21423"/>
                    <a:pt x="2662" y="21190"/>
                    <a:pt x="2441" y="20924"/>
                  </a:cubicBezTo>
                  <a:lnTo>
                    <a:pt x="2441" y="20924"/>
                  </a:lnTo>
                  <a:cubicBezTo>
                    <a:pt x="2401" y="20804"/>
                    <a:pt x="2368" y="20669"/>
                    <a:pt x="2344" y="20517"/>
                  </a:cubicBezTo>
                  <a:cubicBezTo>
                    <a:pt x="2321" y="20255"/>
                    <a:pt x="2165" y="20146"/>
                    <a:pt x="1979" y="20146"/>
                  </a:cubicBezTo>
                  <a:cubicBezTo>
                    <a:pt x="1972" y="20146"/>
                    <a:pt x="1965" y="20146"/>
                    <a:pt x="1958" y="20147"/>
                  </a:cubicBezTo>
                  <a:lnTo>
                    <a:pt x="1958" y="20147"/>
                  </a:lnTo>
                  <a:cubicBezTo>
                    <a:pt x="818" y="17636"/>
                    <a:pt x="2219" y="13475"/>
                    <a:pt x="3512" y="10943"/>
                  </a:cubicBezTo>
                  <a:cubicBezTo>
                    <a:pt x="5141" y="7804"/>
                    <a:pt x="7401" y="4927"/>
                    <a:pt x="9592" y="2034"/>
                  </a:cubicBezTo>
                  <a:close/>
                  <a:moveTo>
                    <a:pt x="10053" y="0"/>
                  </a:moveTo>
                  <a:cubicBezTo>
                    <a:pt x="9913" y="0"/>
                    <a:pt x="9769" y="69"/>
                    <a:pt x="9650" y="236"/>
                  </a:cubicBezTo>
                  <a:cubicBezTo>
                    <a:pt x="6681" y="4239"/>
                    <a:pt x="3245" y="8342"/>
                    <a:pt x="1510" y="12911"/>
                  </a:cubicBezTo>
                  <a:cubicBezTo>
                    <a:pt x="518" y="15621"/>
                    <a:pt x="0" y="19106"/>
                    <a:pt x="1344" y="21287"/>
                  </a:cubicBezTo>
                  <a:lnTo>
                    <a:pt x="1344" y="21287"/>
                  </a:lnTo>
                  <a:cubicBezTo>
                    <a:pt x="1550" y="22035"/>
                    <a:pt x="2089" y="22500"/>
                    <a:pt x="2769" y="22675"/>
                  </a:cubicBezTo>
                  <a:lnTo>
                    <a:pt x="2769" y="22675"/>
                  </a:lnTo>
                  <a:cubicBezTo>
                    <a:pt x="2816" y="22697"/>
                    <a:pt x="2863" y="22707"/>
                    <a:pt x="2910" y="22707"/>
                  </a:cubicBezTo>
                  <a:lnTo>
                    <a:pt x="2910" y="22707"/>
                  </a:lnTo>
                  <a:cubicBezTo>
                    <a:pt x="3072" y="22739"/>
                    <a:pt x="3242" y="22754"/>
                    <a:pt x="3416" y="22754"/>
                  </a:cubicBezTo>
                  <a:cubicBezTo>
                    <a:pt x="3962" y="22754"/>
                    <a:pt x="4553" y="22599"/>
                    <a:pt x="5113" y="22285"/>
                  </a:cubicBezTo>
                  <a:cubicBezTo>
                    <a:pt x="7114" y="21184"/>
                    <a:pt x="8315" y="18582"/>
                    <a:pt x="9116" y="16614"/>
                  </a:cubicBezTo>
                  <a:cubicBezTo>
                    <a:pt x="11284" y="11244"/>
                    <a:pt x="10984" y="5673"/>
                    <a:pt x="10584" y="503"/>
                  </a:cubicBezTo>
                  <a:cubicBezTo>
                    <a:pt x="10541" y="224"/>
                    <a:pt x="10305" y="0"/>
                    <a:pt x="10053" y="0"/>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42"/>
            <p:cNvSpPr/>
            <p:nvPr/>
          </p:nvSpPr>
          <p:spPr>
            <a:xfrm>
              <a:off x="1959925" y="1653225"/>
              <a:ext cx="159375" cy="452825"/>
            </a:xfrm>
            <a:custGeom>
              <a:avLst/>
              <a:gdLst/>
              <a:ahLst/>
              <a:cxnLst/>
              <a:rect l="l" t="t" r="r" b="b"/>
              <a:pathLst>
                <a:path w="6375" h="18113" extrusionOk="0">
                  <a:moveTo>
                    <a:pt x="6077" y="0"/>
                  </a:moveTo>
                  <a:cubicBezTo>
                    <a:pt x="5943" y="0"/>
                    <a:pt x="5803" y="84"/>
                    <a:pt x="5772" y="256"/>
                  </a:cubicBezTo>
                  <a:cubicBezTo>
                    <a:pt x="4638" y="3725"/>
                    <a:pt x="3570" y="7161"/>
                    <a:pt x="2436" y="10663"/>
                  </a:cubicBezTo>
                  <a:cubicBezTo>
                    <a:pt x="1902" y="12431"/>
                    <a:pt x="1302" y="14132"/>
                    <a:pt x="768" y="15900"/>
                  </a:cubicBezTo>
                  <a:cubicBezTo>
                    <a:pt x="568" y="16567"/>
                    <a:pt x="1" y="17435"/>
                    <a:pt x="401" y="18002"/>
                  </a:cubicBezTo>
                  <a:cubicBezTo>
                    <a:pt x="440" y="18080"/>
                    <a:pt x="514" y="18112"/>
                    <a:pt x="595" y="18112"/>
                  </a:cubicBezTo>
                  <a:cubicBezTo>
                    <a:pt x="652" y="18112"/>
                    <a:pt x="713" y="18096"/>
                    <a:pt x="768" y="18068"/>
                  </a:cubicBezTo>
                  <a:cubicBezTo>
                    <a:pt x="802" y="18068"/>
                    <a:pt x="835" y="18002"/>
                    <a:pt x="835" y="18002"/>
                  </a:cubicBezTo>
                  <a:cubicBezTo>
                    <a:pt x="935" y="17968"/>
                    <a:pt x="968" y="17835"/>
                    <a:pt x="1002" y="17768"/>
                  </a:cubicBezTo>
                  <a:lnTo>
                    <a:pt x="1002" y="17635"/>
                  </a:lnTo>
                  <a:cubicBezTo>
                    <a:pt x="1002" y="17564"/>
                    <a:pt x="978" y="17511"/>
                    <a:pt x="942" y="17474"/>
                  </a:cubicBezTo>
                  <a:lnTo>
                    <a:pt x="942" y="17474"/>
                  </a:lnTo>
                  <a:cubicBezTo>
                    <a:pt x="1656" y="15777"/>
                    <a:pt x="3270" y="9947"/>
                    <a:pt x="3470" y="9262"/>
                  </a:cubicBezTo>
                  <a:cubicBezTo>
                    <a:pt x="4437" y="6293"/>
                    <a:pt x="5405" y="3291"/>
                    <a:pt x="6339" y="322"/>
                  </a:cubicBezTo>
                  <a:cubicBezTo>
                    <a:pt x="6374" y="109"/>
                    <a:pt x="6230" y="0"/>
                    <a:pt x="6077"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42"/>
            <p:cNvSpPr/>
            <p:nvPr/>
          </p:nvSpPr>
          <p:spPr>
            <a:xfrm>
              <a:off x="1953575" y="1924775"/>
              <a:ext cx="45300" cy="97925"/>
            </a:xfrm>
            <a:custGeom>
              <a:avLst/>
              <a:gdLst/>
              <a:ahLst/>
              <a:cxnLst/>
              <a:rect l="l" t="t" r="r" b="b"/>
              <a:pathLst>
                <a:path w="1812" h="3917" extrusionOk="0">
                  <a:moveTo>
                    <a:pt x="376" y="0"/>
                  </a:moveTo>
                  <a:cubicBezTo>
                    <a:pt x="213" y="0"/>
                    <a:pt x="0" y="187"/>
                    <a:pt x="21" y="401"/>
                  </a:cubicBezTo>
                  <a:cubicBezTo>
                    <a:pt x="188" y="1636"/>
                    <a:pt x="555" y="2803"/>
                    <a:pt x="1189" y="3804"/>
                  </a:cubicBezTo>
                  <a:cubicBezTo>
                    <a:pt x="1233" y="3884"/>
                    <a:pt x="1301" y="3916"/>
                    <a:pt x="1374" y="3916"/>
                  </a:cubicBezTo>
                  <a:cubicBezTo>
                    <a:pt x="1574" y="3916"/>
                    <a:pt x="1812" y="3666"/>
                    <a:pt x="1689" y="3470"/>
                  </a:cubicBezTo>
                  <a:cubicBezTo>
                    <a:pt x="1089" y="2470"/>
                    <a:pt x="722" y="1402"/>
                    <a:pt x="555" y="201"/>
                  </a:cubicBezTo>
                  <a:cubicBezTo>
                    <a:pt x="543" y="58"/>
                    <a:pt x="467" y="0"/>
                    <a:pt x="376"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42"/>
            <p:cNvSpPr/>
            <p:nvPr/>
          </p:nvSpPr>
          <p:spPr>
            <a:xfrm>
              <a:off x="1982075" y="1954850"/>
              <a:ext cx="104800" cy="68650"/>
            </a:xfrm>
            <a:custGeom>
              <a:avLst/>
              <a:gdLst/>
              <a:ahLst/>
              <a:cxnLst/>
              <a:rect l="l" t="t" r="r" b="b"/>
              <a:pathLst>
                <a:path w="4192" h="2746" extrusionOk="0">
                  <a:moveTo>
                    <a:pt x="3834" y="1"/>
                  </a:moveTo>
                  <a:cubicBezTo>
                    <a:pt x="3764" y="1"/>
                    <a:pt x="3687" y="30"/>
                    <a:pt x="3618" y="99"/>
                  </a:cubicBezTo>
                  <a:cubicBezTo>
                    <a:pt x="2718" y="1066"/>
                    <a:pt x="1417" y="1600"/>
                    <a:pt x="282" y="2201"/>
                  </a:cubicBezTo>
                  <a:cubicBezTo>
                    <a:pt x="0" y="2342"/>
                    <a:pt x="52" y="2745"/>
                    <a:pt x="277" y="2745"/>
                  </a:cubicBezTo>
                  <a:cubicBezTo>
                    <a:pt x="318" y="2745"/>
                    <a:pt x="364" y="2732"/>
                    <a:pt x="416" y="2701"/>
                  </a:cubicBezTo>
                  <a:cubicBezTo>
                    <a:pt x="1617" y="2067"/>
                    <a:pt x="3018" y="1500"/>
                    <a:pt x="4018" y="433"/>
                  </a:cubicBezTo>
                  <a:cubicBezTo>
                    <a:pt x="4191" y="235"/>
                    <a:pt x="4035" y="1"/>
                    <a:pt x="3834"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42"/>
            <p:cNvSpPr/>
            <p:nvPr/>
          </p:nvSpPr>
          <p:spPr>
            <a:xfrm>
              <a:off x="1989450" y="1809800"/>
              <a:ext cx="57125" cy="84075"/>
            </a:xfrm>
            <a:custGeom>
              <a:avLst/>
              <a:gdLst/>
              <a:ahLst/>
              <a:cxnLst/>
              <a:rect l="l" t="t" r="r" b="b"/>
              <a:pathLst>
                <a:path w="2285" h="3363" extrusionOk="0">
                  <a:moveTo>
                    <a:pt x="382" y="0"/>
                  </a:moveTo>
                  <a:cubicBezTo>
                    <a:pt x="198" y="0"/>
                    <a:pt x="0" y="168"/>
                    <a:pt x="88" y="364"/>
                  </a:cubicBezTo>
                  <a:cubicBezTo>
                    <a:pt x="454" y="1465"/>
                    <a:pt x="988" y="2399"/>
                    <a:pt x="1722" y="3299"/>
                  </a:cubicBezTo>
                  <a:cubicBezTo>
                    <a:pt x="1760" y="3344"/>
                    <a:pt x="1806" y="3363"/>
                    <a:pt x="1853" y="3363"/>
                  </a:cubicBezTo>
                  <a:cubicBezTo>
                    <a:pt x="2053" y="3363"/>
                    <a:pt x="2284" y="3021"/>
                    <a:pt x="2122" y="2832"/>
                  </a:cubicBezTo>
                  <a:cubicBezTo>
                    <a:pt x="1455" y="2032"/>
                    <a:pt x="955" y="1131"/>
                    <a:pt x="621" y="164"/>
                  </a:cubicBezTo>
                  <a:cubicBezTo>
                    <a:pt x="575" y="48"/>
                    <a:pt x="480" y="0"/>
                    <a:pt x="382"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42"/>
            <p:cNvSpPr/>
            <p:nvPr/>
          </p:nvSpPr>
          <p:spPr>
            <a:xfrm>
              <a:off x="2030325" y="1820100"/>
              <a:ext cx="88125" cy="68875"/>
            </a:xfrm>
            <a:custGeom>
              <a:avLst/>
              <a:gdLst/>
              <a:ahLst/>
              <a:cxnLst/>
              <a:rect l="l" t="t" r="r" b="b"/>
              <a:pathLst>
                <a:path w="3525" h="2755" extrusionOk="0">
                  <a:moveTo>
                    <a:pt x="3171" y="1"/>
                  </a:moveTo>
                  <a:cubicBezTo>
                    <a:pt x="3098" y="1"/>
                    <a:pt x="3020" y="35"/>
                    <a:pt x="2956" y="119"/>
                  </a:cubicBezTo>
                  <a:cubicBezTo>
                    <a:pt x="2155" y="986"/>
                    <a:pt x="1288" y="1720"/>
                    <a:pt x="287" y="2220"/>
                  </a:cubicBezTo>
                  <a:cubicBezTo>
                    <a:pt x="0" y="2364"/>
                    <a:pt x="59" y="2754"/>
                    <a:pt x="293" y="2754"/>
                  </a:cubicBezTo>
                  <a:cubicBezTo>
                    <a:pt x="331" y="2754"/>
                    <a:pt x="374" y="2744"/>
                    <a:pt x="421" y="2720"/>
                  </a:cubicBezTo>
                  <a:cubicBezTo>
                    <a:pt x="1521" y="2153"/>
                    <a:pt x="2489" y="1420"/>
                    <a:pt x="3356" y="452"/>
                  </a:cubicBezTo>
                  <a:cubicBezTo>
                    <a:pt x="3525" y="235"/>
                    <a:pt x="3363" y="1"/>
                    <a:pt x="3171"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42"/>
            <p:cNvSpPr/>
            <p:nvPr/>
          </p:nvSpPr>
          <p:spPr>
            <a:xfrm>
              <a:off x="2042075" y="1708975"/>
              <a:ext cx="48575" cy="54850"/>
            </a:xfrm>
            <a:custGeom>
              <a:avLst/>
              <a:gdLst/>
              <a:ahLst/>
              <a:cxnLst/>
              <a:rect l="l" t="t" r="r" b="b"/>
              <a:pathLst>
                <a:path w="1943" h="2194" extrusionOk="0">
                  <a:moveTo>
                    <a:pt x="462" y="0"/>
                  </a:moveTo>
                  <a:cubicBezTo>
                    <a:pt x="246" y="0"/>
                    <a:pt x="0" y="252"/>
                    <a:pt x="151" y="427"/>
                  </a:cubicBezTo>
                  <a:cubicBezTo>
                    <a:pt x="518" y="994"/>
                    <a:pt x="951" y="1561"/>
                    <a:pt x="1318" y="2095"/>
                  </a:cubicBezTo>
                  <a:cubicBezTo>
                    <a:pt x="1362" y="2164"/>
                    <a:pt x="1427" y="2193"/>
                    <a:pt x="1498" y="2193"/>
                  </a:cubicBezTo>
                  <a:cubicBezTo>
                    <a:pt x="1700" y="2193"/>
                    <a:pt x="1942" y="1959"/>
                    <a:pt x="1819" y="1762"/>
                  </a:cubicBezTo>
                  <a:cubicBezTo>
                    <a:pt x="1452" y="1228"/>
                    <a:pt x="1018" y="661"/>
                    <a:pt x="651" y="94"/>
                  </a:cubicBezTo>
                  <a:cubicBezTo>
                    <a:pt x="602" y="28"/>
                    <a:pt x="534" y="0"/>
                    <a:pt x="462"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42"/>
            <p:cNvSpPr/>
            <p:nvPr/>
          </p:nvSpPr>
          <p:spPr>
            <a:xfrm>
              <a:off x="2609575" y="1027475"/>
              <a:ext cx="248525" cy="541600"/>
            </a:xfrm>
            <a:custGeom>
              <a:avLst/>
              <a:gdLst/>
              <a:ahLst/>
              <a:cxnLst/>
              <a:rect l="l" t="t" r="r" b="b"/>
              <a:pathLst>
                <a:path w="9941" h="21664" extrusionOk="0">
                  <a:moveTo>
                    <a:pt x="9207" y="1"/>
                  </a:moveTo>
                  <a:lnTo>
                    <a:pt x="9207" y="1"/>
                  </a:lnTo>
                  <a:cubicBezTo>
                    <a:pt x="8373" y="1102"/>
                    <a:pt x="7606" y="2169"/>
                    <a:pt x="6805" y="3270"/>
                  </a:cubicBezTo>
                  <a:cubicBezTo>
                    <a:pt x="5070" y="5605"/>
                    <a:pt x="3336" y="7940"/>
                    <a:pt x="2068" y="10475"/>
                  </a:cubicBezTo>
                  <a:cubicBezTo>
                    <a:pt x="801" y="13010"/>
                    <a:pt x="0" y="15845"/>
                    <a:pt x="334" y="18414"/>
                  </a:cubicBezTo>
                  <a:cubicBezTo>
                    <a:pt x="420" y="19275"/>
                    <a:pt x="673" y="20109"/>
                    <a:pt x="1146" y="20744"/>
                  </a:cubicBezTo>
                  <a:lnTo>
                    <a:pt x="1146" y="20744"/>
                  </a:lnTo>
                  <a:cubicBezTo>
                    <a:pt x="1310" y="21118"/>
                    <a:pt x="1641" y="21388"/>
                    <a:pt x="2044" y="21535"/>
                  </a:cubicBezTo>
                  <a:lnTo>
                    <a:pt x="2044" y="21535"/>
                  </a:lnTo>
                  <a:cubicBezTo>
                    <a:pt x="2074" y="21552"/>
                    <a:pt x="2104" y="21568"/>
                    <a:pt x="2135" y="21583"/>
                  </a:cubicBezTo>
                  <a:lnTo>
                    <a:pt x="2118" y="21561"/>
                  </a:lnTo>
                  <a:lnTo>
                    <a:pt x="2118" y="21561"/>
                  </a:lnTo>
                  <a:cubicBezTo>
                    <a:pt x="2330" y="21629"/>
                    <a:pt x="2559" y="21664"/>
                    <a:pt x="2794" y="21664"/>
                  </a:cubicBezTo>
                  <a:cubicBezTo>
                    <a:pt x="3097" y="21664"/>
                    <a:pt x="3409" y="21605"/>
                    <a:pt x="3703" y="21483"/>
                  </a:cubicBezTo>
                  <a:cubicBezTo>
                    <a:pt x="4937" y="20983"/>
                    <a:pt x="5804" y="19815"/>
                    <a:pt x="6505" y="18647"/>
                  </a:cubicBezTo>
                  <a:cubicBezTo>
                    <a:pt x="9941" y="12810"/>
                    <a:pt x="9774" y="6105"/>
                    <a:pt x="9207"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42"/>
            <p:cNvSpPr/>
            <p:nvPr/>
          </p:nvSpPr>
          <p:spPr>
            <a:xfrm>
              <a:off x="2588500" y="1013625"/>
              <a:ext cx="281275" cy="568775"/>
            </a:xfrm>
            <a:custGeom>
              <a:avLst/>
              <a:gdLst/>
              <a:ahLst/>
              <a:cxnLst/>
              <a:rect l="l" t="t" r="r" b="b"/>
              <a:pathLst>
                <a:path w="11251" h="22751" extrusionOk="0">
                  <a:moveTo>
                    <a:pt x="9591" y="2012"/>
                  </a:moveTo>
                  <a:cubicBezTo>
                    <a:pt x="9829" y="5103"/>
                    <a:pt x="9945" y="8283"/>
                    <a:pt x="9449" y="11463"/>
                  </a:cubicBezTo>
                  <a:cubicBezTo>
                    <a:pt x="9149" y="13364"/>
                    <a:pt x="8649" y="15299"/>
                    <a:pt x="7815" y="17133"/>
                  </a:cubicBezTo>
                  <a:cubicBezTo>
                    <a:pt x="7448" y="17901"/>
                    <a:pt x="7014" y="18734"/>
                    <a:pt x="6514" y="19502"/>
                  </a:cubicBezTo>
                  <a:cubicBezTo>
                    <a:pt x="5936" y="20391"/>
                    <a:pt x="4438" y="21681"/>
                    <a:pt x="3396" y="21681"/>
                  </a:cubicBezTo>
                  <a:cubicBezTo>
                    <a:pt x="3353" y="21681"/>
                    <a:pt x="3312" y="21679"/>
                    <a:pt x="3271" y="21675"/>
                  </a:cubicBezTo>
                  <a:lnTo>
                    <a:pt x="3271" y="21675"/>
                  </a:lnTo>
                  <a:cubicBezTo>
                    <a:pt x="3253" y="21661"/>
                    <a:pt x="3233" y="21648"/>
                    <a:pt x="3212" y="21637"/>
                  </a:cubicBezTo>
                  <a:cubicBezTo>
                    <a:pt x="2921" y="21453"/>
                    <a:pt x="2673" y="21237"/>
                    <a:pt x="2465" y="20993"/>
                  </a:cubicBezTo>
                  <a:lnTo>
                    <a:pt x="2465" y="20993"/>
                  </a:lnTo>
                  <a:cubicBezTo>
                    <a:pt x="2412" y="20854"/>
                    <a:pt x="2371" y="20691"/>
                    <a:pt x="2344" y="20502"/>
                  </a:cubicBezTo>
                  <a:cubicBezTo>
                    <a:pt x="2321" y="20254"/>
                    <a:pt x="2166" y="20148"/>
                    <a:pt x="1982" y="20148"/>
                  </a:cubicBezTo>
                  <a:cubicBezTo>
                    <a:pt x="1967" y="20148"/>
                    <a:pt x="1952" y="20149"/>
                    <a:pt x="1937" y="20150"/>
                  </a:cubicBezTo>
                  <a:lnTo>
                    <a:pt x="1937" y="20150"/>
                  </a:lnTo>
                  <a:cubicBezTo>
                    <a:pt x="808" y="17623"/>
                    <a:pt x="2192" y="13467"/>
                    <a:pt x="3512" y="10962"/>
                  </a:cubicBezTo>
                  <a:cubicBezTo>
                    <a:pt x="5146" y="7782"/>
                    <a:pt x="7417" y="4893"/>
                    <a:pt x="9591" y="2012"/>
                  </a:cubicBezTo>
                  <a:close/>
                  <a:moveTo>
                    <a:pt x="10053" y="0"/>
                  </a:moveTo>
                  <a:cubicBezTo>
                    <a:pt x="9914" y="0"/>
                    <a:pt x="9769" y="66"/>
                    <a:pt x="9649" y="221"/>
                  </a:cubicBezTo>
                  <a:cubicBezTo>
                    <a:pt x="6681" y="4224"/>
                    <a:pt x="3212" y="8327"/>
                    <a:pt x="1510" y="12897"/>
                  </a:cubicBezTo>
                  <a:cubicBezTo>
                    <a:pt x="519" y="15631"/>
                    <a:pt x="1" y="19096"/>
                    <a:pt x="1340" y="21287"/>
                  </a:cubicBezTo>
                  <a:lnTo>
                    <a:pt x="1340" y="21287"/>
                  </a:lnTo>
                  <a:cubicBezTo>
                    <a:pt x="1537" y="22003"/>
                    <a:pt x="2046" y="22459"/>
                    <a:pt x="2696" y="22649"/>
                  </a:cubicBezTo>
                  <a:lnTo>
                    <a:pt x="2696" y="22649"/>
                  </a:lnTo>
                  <a:cubicBezTo>
                    <a:pt x="2768" y="22695"/>
                    <a:pt x="2842" y="22715"/>
                    <a:pt x="2914" y="22715"/>
                  </a:cubicBezTo>
                  <a:cubicBezTo>
                    <a:pt x="2931" y="22715"/>
                    <a:pt x="2948" y="22714"/>
                    <a:pt x="2965" y="22711"/>
                  </a:cubicBezTo>
                  <a:lnTo>
                    <a:pt x="2965" y="22711"/>
                  </a:lnTo>
                  <a:cubicBezTo>
                    <a:pt x="3117" y="22738"/>
                    <a:pt x="3275" y="22751"/>
                    <a:pt x="3436" y="22751"/>
                  </a:cubicBezTo>
                  <a:cubicBezTo>
                    <a:pt x="3976" y="22751"/>
                    <a:pt x="4559" y="22603"/>
                    <a:pt x="5113" y="22304"/>
                  </a:cubicBezTo>
                  <a:cubicBezTo>
                    <a:pt x="7114" y="21170"/>
                    <a:pt x="8315" y="18568"/>
                    <a:pt x="9116" y="16633"/>
                  </a:cubicBezTo>
                  <a:cubicBezTo>
                    <a:pt x="11251" y="11229"/>
                    <a:pt x="10984" y="5658"/>
                    <a:pt x="10550" y="488"/>
                  </a:cubicBezTo>
                  <a:cubicBezTo>
                    <a:pt x="10529" y="210"/>
                    <a:pt x="10301" y="0"/>
                    <a:pt x="10053" y="0"/>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42"/>
            <p:cNvSpPr/>
            <p:nvPr/>
          </p:nvSpPr>
          <p:spPr>
            <a:xfrm>
              <a:off x="2655425" y="1124500"/>
              <a:ext cx="159800" cy="452900"/>
            </a:xfrm>
            <a:custGeom>
              <a:avLst/>
              <a:gdLst/>
              <a:ahLst/>
              <a:cxnLst/>
              <a:rect l="l" t="t" r="r" b="b"/>
              <a:pathLst>
                <a:path w="6392" h="18116" extrusionOk="0">
                  <a:moveTo>
                    <a:pt x="6102" y="1"/>
                  </a:moveTo>
                  <a:cubicBezTo>
                    <a:pt x="5967" y="1"/>
                    <a:pt x="5818" y="85"/>
                    <a:pt x="5772" y="256"/>
                  </a:cubicBezTo>
                  <a:cubicBezTo>
                    <a:pt x="4637" y="3725"/>
                    <a:pt x="3537" y="7194"/>
                    <a:pt x="2436" y="10664"/>
                  </a:cubicBezTo>
                  <a:cubicBezTo>
                    <a:pt x="1869" y="12431"/>
                    <a:pt x="1302" y="14133"/>
                    <a:pt x="768" y="15901"/>
                  </a:cubicBezTo>
                  <a:cubicBezTo>
                    <a:pt x="535" y="16568"/>
                    <a:pt x="1" y="17435"/>
                    <a:pt x="368" y="18036"/>
                  </a:cubicBezTo>
                  <a:cubicBezTo>
                    <a:pt x="423" y="18091"/>
                    <a:pt x="498" y="18115"/>
                    <a:pt x="577" y="18115"/>
                  </a:cubicBezTo>
                  <a:cubicBezTo>
                    <a:pt x="641" y="18115"/>
                    <a:pt x="708" y="18099"/>
                    <a:pt x="768" y="18069"/>
                  </a:cubicBezTo>
                  <a:cubicBezTo>
                    <a:pt x="801" y="18069"/>
                    <a:pt x="835" y="18036"/>
                    <a:pt x="835" y="18036"/>
                  </a:cubicBezTo>
                  <a:cubicBezTo>
                    <a:pt x="901" y="17969"/>
                    <a:pt x="968" y="17835"/>
                    <a:pt x="1002" y="17769"/>
                  </a:cubicBezTo>
                  <a:lnTo>
                    <a:pt x="1002" y="17635"/>
                  </a:lnTo>
                  <a:cubicBezTo>
                    <a:pt x="1002" y="17559"/>
                    <a:pt x="973" y="17503"/>
                    <a:pt x="933" y="17466"/>
                  </a:cubicBezTo>
                  <a:lnTo>
                    <a:pt x="933" y="17466"/>
                  </a:lnTo>
                  <a:cubicBezTo>
                    <a:pt x="1629" y="15758"/>
                    <a:pt x="3242" y="9946"/>
                    <a:pt x="3470" y="9263"/>
                  </a:cubicBezTo>
                  <a:cubicBezTo>
                    <a:pt x="4437" y="6294"/>
                    <a:pt x="5371" y="3292"/>
                    <a:pt x="6339" y="323"/>
                  </a:cubicBezTo>
                  <a:cubicBezTo>
                    <a:pt x="6392" y="110"/>
                    <a:pt x="6256" y="1"/>
                    <a:pt x="6102"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42"/>
            <p:cNvSpPr/>
            <p:nvPr/>
          </p:nvSpPr>
          <p:spPr>
            <a:xfrm>
              <a:off x="2649900" y="1396050"/>
              <a:ext cx="45325" cy="97925"/>
            </a:xfrm>
            <a:custGeom>
              <a:avLst/>
              <a:gdLst/>
              <a:ahLst/>
              <a:cxnLst/>
              <a:rect l="l" t="t" r="r" b="b"/>
              <a:pathLst>
                <a:path w="1813" h="3917" extrusionOk="0">
                  <a:moveTo>
                    <a:pt x="377" y="1"/>
                  </a:moveTo>
                  <a:cubicBezTo>
                    <a:pt x="213" y="1"/>
                    <a:pt x="0" y="188"/>
                    <a:pt x="22" y="402"/>
                  </a:cubicBezTo>
                  <a:cubicBezTo>
                    <a:pt x="188" y="1670"/>
                    <a:pt x="555" y="2837"/>
                    <a:pt x="1189" y="3804"/>
                  </a:cubicBezTo>
                  <a:cubicBezTo>
                    <a:pt x="1233" y="3884"/>
                    <a:pt x="1301" y="3917"/>
                    <a:pt x="1374" y="3917"/>
                  </a:cubicBezTo>
                  <a:cubicBezTo>
                    <a:pt x="1575" y="3917"/>
                    <a:pt x="1812" y="3667"/>
                    <a:pt x="1690" y="3471"/>
                  </a:cubicBezTo>
                  <a:cubicBezTo>
                    <a:pt x="1089" y="2470"/>
                    <a:pt x="722" y="1403"/>
                    <a:pt x="555" y="202"/>
                  </a:cubicBezTo>
                  <a:cubicBezTo>
                    <a:pt x="543" y="59"/>
                    <a:pt x="468" y="1"/>
                    <a:pt x="377"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42"/>
            <p:cNvSpPr/>
            <p:nvPr/>
          </p:nvSpPr>
          <p:spPr>
            <a:xfrm>
              <a:off x="2677575" y="1426500"/>
              <a:ext cx="105050" cy="68275"/>
            </a:xfrm>
            <a:custGeom>
              <a:avLst/>
              <a:gdLst/>
              <a:ahLst/>
              <a:cxnLst/>
              <a:rect l="l" t="t" r="r" b="b"/>
              <a:pathLst>
                <a:path w="4202" h="2731" extrusionOk="0">
                  <a:moveTo>
                    <a:pt x="3868" y="0"/>
                  </a:moveTo>
                  <a:cubicBezTo>
                    <a:pt x="3790" y="0"/>
                    <a:pt x="3701" y="35"/>
                    <a:pt x="3618" y="118"/>
                  </a:cubicBezTo>
                  <a:cubicBezTo>
                    <a:pt x="2717" y="1052"/>
                    <a:pt x="1416" y="1619"/>
                    <a:pt x="282" y="2186"/>
                  </a:cubicBezTo>
                  <a:cubicBezTo>
                    <a:pt x="0" y="2327"/>
                    <a:pt x="52" y="2731"/>
                    <a:pt x="277" y="2731"/>
                  </a:cubicBezTo>
                  <a:cubicBezTo>
                    <a:pt x="318" y="2731"/>
                    <a:pt x="364" y="2717"/>
                    <a:pt x="416" y="2686"/>
                  </a:cubicBezTo>
                  <a:cubicBezTo>
                    <a:pt x="1617" y="2053"/>
                    <a:pt x="2984" y="1486"/>
                    <a:pt x="3985" y="452"/>
                  </a:cubicBezTo>
                  <a:cubicBezTo>
                    <a:pt x="4202" y="235"/>
                    <a:pt x="4070" y="0"/>
                    <a:pt x="3868"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42"/>
            <p:cNvSpPr/>
            <p:nvPr/>
          </p:nvSpPr>
          <p:spPr>
            <a:xfrm>
              <a:off x="2685450" y="1281275"/>
              <a:ext cx="56575" cy="83975"/>
            </a:xfrm>
            <a:custGeom>
              <a:avLst/>
              <a:gdLst/>
              <a:ahLst/>
              <a:cxnLst/>
              <a:rect l="l" t="t" r="r" b="b"/>
              <a:pathLst>
                <a:path w="2263" h="3359" extrusionOk="0">
                  <a:moveTo>
                    <a:pt x="381" y="1"/>
                  </a:moveTo>
                  <a:cubicBezTo>
                    <a:pt x="201" y="1"/>
                    <a:pt x="1" y="178"/>
                    <a:pt x="67" y="356"/>
                  </a:cubicBezTo>
                  <a:cubicBezTo>
                    <a:pt x="434" y="1457"/>
                    <a:pt x="968" y="2424"/>
                    <a:pt x="1669" y="3292"/>
                  </a:cubicBezTo>
                  <a:cubicBezTo>
                    <a:pt x="1715" y="3338"/>
                    <a:pt x="1769" y="3358"/>
                    <a:pt x="1823" y="3358"/>
                  </a:cubicBezTo>
                  <a:cubicBezTo>
                    <a:pt x="2038" y="3358"/>
                    <a:pt x="2262" y="3038"/>
                    <a:pt x="2102" y="2825"/>
                  </a:cubicBezTo>
                  <a:cubicBezTo>
                    <a:pt x="1435" y="2024"/>
                    <a:pt x="935" y="1124"/>
                    <a:pt x="601" y="156"/>
                  </a:cubicBezTo>
                  <a:cubicBezTo>
                    <a:pt x="557" y="45"/>
                    <a:pt x="471" y="1"/>
                    <a:pt x="381"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42"/>
            <p:cNvSpPr/>
            <p:nvPr/>
          </p:nvSpPr>
          <p:spPr>
            <a:xfrm>
              <a:off x="2725100" y="1291525"/>
              <a:ext cx="89525" cy="68725"/>
            </a:xfrm>
            <a:custGeom>
              <a:avLst/>
              <a:gdLst/>
              <a:ahLst/>
              <a:cxnLst/>
              <a:rect l="l" t="t" r="r" b="b"/>
              <a:pathLst>
                <a:path w="3581" h="2749" extrusionOk="0">
                  <a:moveTo>
                    <a:pt x="3210" y="1"/>
                  </a:moveTo>
                  <a:cubicBezTo>
                    <a:pt x="3136" y="1"/>
                    <a:pt x="3055" y="33"/>
                    <a:pt x="2985" y="113"/>
                  </a:cubicBezTo>
                  <a:cubicBezTo>
                    <a:pt x="2184" y="1014"/>
                    <a:pt x="1317" y="1714"/>
                    <a:pt x="316" y="2215"/>
                  </a:cubicBezTo>
                  <a:cubicBezTo>
                    <a:pt x="0" y="2358"/>
                    <a:pt x="55" y="2749"/>
                    <a:pt x="289" y="2749"/>
                  </a:cubicBezTo>
                  <a:cubicBezTo>
                    <a:pt x="327" y="2749"/>
                    <a:pt x="370" y="2738"/>
                    <a:pt x="416" y="2715"/>
                  </a:cubicBezTo>
                  <a:cubicBezTo>
                    <a:pt x="1550" y="2148"/>
                    <a:pt x="2518" y="1414"/>
                    <a:pt x="3385" y="447"/>
                  </a:cubicBezTo>
                  <a:cubicBezTo>
                    <a:pt x="3581" y="251"/>
                    <a:pt x="3417" y="1"/>
                    <a:pt x="3210"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42"/>
            <p:cNvSpPr/>
            <p:nvPr/>
          </p:nvSpPr>
          <p:spPr>
            <a:xfrm>
              <a:off x="2738175" y="1180275"/>
              <a:ext cx="48050" cy="55175"/>
            </a:xfrm>
            <a:custGeom>
              <a:avLst/>
              <a:gdLst/>
              <a:ahLst/>
              <a:cxnLst/>
              <a:rect l="l" t="t" r="r" b="b"/>
              <a:pathLst>
                <a:path w="1922" h="2207" extrusionOk="0">
                  <a:moveTo>
                    <a:pt x="431" y="0"/>
                  </a:moveTo>
                  <a:cubicBezTo>
                    <a:pt x="217" y="0"/>
                    <a:pt x="1" y="259"/>
                    <a:pt x="127" y="460"/>
                  </a:cubicBezTo>
                  <a:cubicBezTo>
                    <a:pt x="494" y="994"/>
                    <a:pt x="894" y="1561"/>
                    <a:pt x="1294" y="2128"/>
                  </a:cubicBezTo>
                  <a:cubicBezTo>
                    <a:pt x="1334" y="2183"/>
                    <a:pt x="1392" y="2207"/>
                    <a:pt x="1456" y="2207"/>
                  </a:cubicBezTo>
                  <a:cubicBezTo>
                    <a:pt x="1661" y="2207"/>
                    <a:pt x="1922" y="1965"/>
                    <a:pt x="1794" y="1761"/>
                  </a:cubicBezTo>
                  <a:cubicBezTo>
                    <a:pt x="1394" y="1227"/>
                    <a:pt x="994" y="660"/>
                    <a:pt x="627" y="93"/>
                  </a:cubicBezTo>
                  <a:cubicBezTo>
                    <a:pt x="570" y="28"/>
                    <a:pt x="500" y="0"/>
                    <a:pt x="431"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42"/>
            <p:cNvSpPr/>
            <p:nvPr/>
          </p:nvSpPr>
          <p:spPr>
            <a:xfrm>
              <a:off x="2771850" y="1189350"/>
              <a:ext cx="51175" cy="46650"/>
            </a:xfrm>
            <a:custGeom>
              <a:avLst/>
              <a:gdLst/>
              <a:ahLst/>
              <a:cxnLst/>
              <a:rect l="l" t="t" r="r" b="b"/>
              <a:pathLst>
                <a:path w="2047" h="1866" extrusionOk="0">
                  <a:moveTo>
                    <a:pt x="1743" y="0"/>
                  </a:moveTo>
                  <a:cubicBezTo>
                    <a:pt x="1684" y="0"/>
                    <a:pt x="1617" y="29"/>
                    <a:pt x="1548" y="97"/>
                  </a:cubicBezTo>
                  <a:cubicBezTo>
                    <a:pt x="1115" y="497"/>
                    <a:pt x="648" y="931"/>
                    <a:pt x="214" y="1331"/>
                  </a:cubicBezTo>
                  <a:cubicBezTo>
                    <a:pt x="0" y="1545"/>
                    <a:pt x="107" y="1865"/>
                    <a:pt x="312" y="1865"/>
                  </a:cubicBezTo>
                  <a:cubicBezTo>
                    <a:pt x="363" y="1865"/>
                    <a:pt x="421" y="1845"/>
                    <a:pt x="481" y="1798"/>
                  </a:cubicBezTo>
                  <a:cubicBezTo>
                    <a:pt x="948" y="1365"/>
                    <a:pt x="1381" y="964"/>
                    <a:pt x="1815" y="531"/>
                  </a:cubicBezTo>
                  <a:cubicBezTo>
                    <a:pt x="2047" y="325"/>
                    <a:pt x="1941" y="0"/>
                    <a:pt x="1743"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42"/>
            <p:cNvSpPr/>
            <p:nvPr/>
          </p:nvSpPr>
          <p:spPr>
            <a:xfrm>
              <a:off x="941375" y="655850"/>
              <a:ext cx="470700" cy="201350"/>
            </a:xfrm>
            <a:custGeom>
              <a:avLst/>
              <a:gdLst/>
              <a:ahLst/>
              <a:cxnLst/>
              <a:rect l="l" t="t" r="r" b="b"/>
              <a:pathLst>
                <a:path w="18828" h="8054" extrusionOk="0">
                  <a:moveTo>
                    <a:pt x="4973" y="1"/>
                  </a:moveTo>
                  <a:cubicBezTo>
                    <a:pt x="4486" y="1"/>
                    <a:pt x="3999" y="39"/>
                    <a:pt x="3516" y="122"/>
                  </a:cubicBezTo>
                  <a:cubicBezTo>
                    <a:pt x="2856" y="214"/>
                    <a:pt x="2176" y="416"/>
                    <a:pt x="1597" y="752"/>
                  </a:cubicBezTo>
                  <a:lnTo>
                    <a:pt x="1597" y="752"/>
                  </a:lnTo>
                  <a:cubicBezTo>
                    <a:pt x="593" y="968"/>
                    <a:pt x="0" y="2227"/>
                    <a:pt x="281" y="3224"/>
                  </a:cubicBezTo>
                  <a:cubicBezTo>
                    <a:pt x="548" y="4325"/>
                    <a:pt x="1482" y="5126"/>
                    <a:pt x="2449" y="5693"/>
                  </a:cubicBezTo>
                  <a:cubicBezTo>
                    <a:pt x="5340" y="7492"/>
                    <a:pt x="8709" y="8054"/>
                    <a:pt x="12147" y="8054"/>
                  </a:cubicBezTo>
                  <a:cubicBezTo>
                    <a:pt x="14382" y="8054"/>
                    <a:pt x="16646" y="7816"/>
                    <a:pt x="18827" y="7527"/>
                  </a:cubicBezTo>
                  <a:cubicBezTo>
                    <a:pt x="17960" y="6827"/>
                    <a:pt x="17126" y="6160"/>
                    <a:pt x="16225" y="5459"/>
                  </a:cubicBezTo>
                  <a:cubicBezTo>
                    <a:pt x="14391" y="3958"/>
                    <a:pt x="12523" y="2490"/>
                    <a:pt x="10388" y="1389"/>
                  </a:cubicBezTo>
                  <a:cubicBezTo>
                    <a:pt x="8721" y="569"/>
                    <a:pt x="6843" y="1"/>
                    <a:pt x="4973"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42"/>
            <p:cNvSpPr/>
            <p:nvPr/>
          </p:nvSpPr>
          <p:spPr>
            <a:xfrm>
              <a:off x="933800" y="643275"/>
              <a:ext cx="495775" cy="226100"/>
            </a:xfrm>
            <a:custGeom>
              <a:avLst/>
              <a:gdLst/>
              <a:ahLst/>
              <a:cxnLst/>
              <a:rect l="l" t="t" r="r" b="b"/>
              <a:pathLst>
                <a:path w="19831" h="9044" extrusionOk="0">
                  <a:moveTo>
                    <a:pt x="5041" y="949"/>
                  </a:moveTo>
                  <a:cubicBezTo>
                    <a:pt x="7063" y="949"/>
                    <a:pt x="9274" y="1732"/>
                    <a:pt x="10758" y="2493"/>
                  </a:cubicBezTo>
                  <a:cubicBezTo>
                    <a:pt x="13370" y="3858"/>
                    <a:pt x="15639" y="5832"/>
                    <a:pt x="17940" y="7683"/>
                  </a:cubicBezTo>
                  <a:lnTo>
                    <a:pt x="17940" y="7683"/>
                  </a:lnTo>
                  <a:cubicBezTo>
                    <a:pt x="16182" y="7898"/>
                    <a:pt x="14408" y="8051"/>
                    <a:pt x="12641" y="8051"/>
                  </a:cubicBezTo>
                  <a:cubicBezTo>
                    <a:pt x="11576" y="8051"/>
                    <a:pt x="10513" y="7995"/>
                    <a:pt x="9457" y="7863"/>
                  </a:cubicBezTo>
                  <a:cubicBezTo>
                    <a:pt x="7789" y="7663"/>
                    <a:pt x="6121" y="7296"/>
                    <a:pt x="4553" y="6596"/>
                  </a:cubicBezTo>
                  <a:cubicBezTo>
                    <a:pt x="3886" y="6296"/>
                    <a:pt x="3186" y="5929"/>
                    <a:pt x="2619" y="5495"/>
                  </a:cubicBezTo>
                  <a:cubicBezTo>
                    <a:pt x="1880" y="5003"/>
                    <a:pt x="931" y="3669"/>
                    <a:pt x="1092" y="2724"/>
                  </a:cubicBezTo>
                  <a:lnTo>
                    <a:pt x="1092" y="2724"/>
                  </a:lnTo>
                  <a:cubicBezTo>
                    <a:pt x="1125" y="2697"/>
                    <a:pt x="1156" y="2665"/>
                    <a:pt x="1184" y="2626"/>
                  </a:cubicBezTo>
                  <a:cubicBezTo>
                    <a:pt x="1418" y="2312"/>
                    <a:pt x="1685" y="2048"/>
                    <a:pt x="1978" y="1831"/>
                  </a:cubicBezTo>
                  <a:lnTo>
                    <a:pt x="1978" y="1831"/>
                  </a:lnTo>
                  <a:cubicBezTo>
                    <a:pt x="2072" y="1802"/>
                    <a:pt x="2174" y="1778"/>
                    <a:pt x="2285" y="1759"/>
                  </a:cubicBezTo>
                  <a:cubicBezTo>
                    <a:pt x="2475" y="1717"/>
                    <a:pt x="2581" y="1591"/>
                    <a:pt x="2618" y="1444"/>
                  </a:cubicBezTo>
                  <a:lnTo>
                    <a:pt x="2618" y="1444"/>
                  </a:lnTo>
                  <a:cubicBezTo>
                    <a:pt x="3343" y="1093"/>
                    <a:pt x="4175" y="949"/>
                    <a:pt x="5041" y="949"/>
                  </a:cubicBezTo>
                  <a:close/>
                  <a:moveTo>
                    <a:pt x="5155" y="0"/>
                  </a:moveTo>
                  <a:cubicBezTo>
                    <a:pt x="3906" y="0"/>
                    <a:pt x="2685" y="253"/>
                    <a:pt x="1666" y="881"/>
                  </a:cubicBezTo>
                  <a:lnTo>
                    <a:pt x="1666" y="881"/>
                  </a:lnTo>
                  <a:cubicBezTo>
                    <a:pt x="1004" y="1102"/>
                    <a:pt x="536" y="1577"/>
                    <a:pt x="284" y="2159"/>
                  </a:cubicBezTo>
                  <a:lnTo>
                    <a:pt x="284" y="2159"/>
                  </a:lnTo>
                  <a:cubicBezTo>
                    <a:pt x="284" y="2159"/>
                    <a:pt x="284" y="2159"/>
                    <a:pt x="284" y="2159"/>
                  </a:cubicBezTo>
                  <a:cubicBezTo>
                    <a:pt x="238" y="2224"/>
                    <a:pt x="215" y="2288"/>
                    <a:pt x="210" y="2351"/>
                  </a:cubicBezTo>
                  <a:lnTo>
                    <a:pt x="210" y="2351"/>
                  </a:lnTo>
                  <a:cubicBezTo>
                    <a:pt x="0" y="2966"/>
                    <a:pt x="17" y="3676"/>
                    <a:pt x="284" y="4328"/>
                  </a:cubicBezTo>
                  <a:cubicBezTo>
                    <a:pt x="984" y="6129"/>
                    <a:pt x="3152" y="7130"/>
                    <a:pt x="4820" y="7797"/>
                  </a:cubicBezTo>
                  <a:cubicBezTo>
                    <a:pt x="7255" y="8728"/>
                    <a:pt x="9835" y="9044"/>
                    <a:pt x="12435" y="9044"/>
                  </a:cubicBezTo>
                  <a:cubicBezTo>
                    <a:pt x="14678" y="9044"/>
                    <a:pt x="16936" y="8809"/>
                    <a:pt x="19130" y="8531"/>
                  </a:cubicBezTo>
                  <a:cubicBezTo>
                    <a:pt x="19497" y="8497"/>
                    <a:pt x="19831" y="7997"/>
                    <a:pt x="19464" y="7697"/>
                  </a:cubicBezTo>
                  <a:cubicBezTo>
                    <a:pt x="16228" y="5162"/>
                    <a:pt x="13059" y="2159"/>
                    <a:pt x="9157" y="758"/>
                  </a:cubicBezTo>
                  <a:cubicBezTo>
                    <a:pt x="7946" y="308"/>
                    <a:pt x="6534" y="0"/>
                    <a:pt x="5155" y="0"/>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42"/>
            <p:cNvSpPr/>
            <p:nvPr/>
          </p:nvSpPr>
          <p:spPr>
            <a:xfrm>
              <a:off x="941700" y="701675"/>
              <a:ext cx="391000" cy="122075"/>
            </a:xfrm>
            <a:custGeom>
              <a:avLst/>
              <a:gdLst/>
              <a:ahLst/>
              <a:cxnLst/>
              <a:rect l="l" t="t" r="r" b="b"/>
              <a:pathLst>
                <a:path w="15640" h="4883" extrusionOk="0">
                  <a:moveTo>
                    <a:pt x="626" y="1"/>
                  </a:moveTo>
                  <a:cubicBezTo>
                    <a:pt x="464" y="1"/>
                    <a:pt x="309" y="35"/>
                    <a:pt x="168" y="124"/>
                  </a:cubicBezTo>
                  <a:cubicBezTo>
                    <a:pt x="34" y="190"/>
                    <a:pt x="1" y="324"/>
                    <a:pt x="101" y="457"/>
                  </a:cubicBezTo>
                  <a:cubicBezTo>
                    <a:pt x="101" y="491"/>
                    <a:pt x="134" y="491"/>
                    <a:pt x="134" y="524"/>
                  </a:cubicBezTo>
                  <a:cubicBezTo>
                    <a:pt x="168" y="624"/>
                    <a:pt x="268" y="657"/>
                    <a:pt x="334" y="657"/>
                  </a:cubicBezTo>
                  <a:lnTo>
                    <a:pt x="468" y="657"/>
                  </a:lnTo>
                  <a:cubicBezTo>
                    <a:pt x="534" y="657"/>
                    <a:pt x="592" y="624"/>
                    <a:pt x="634" y="575"/>
                  </a:cubicBezTo>
                  <a:lnTo>
                    <a:pt x="634" y="575"/>
                  </a:lnTo>
                  <a:cubicBezTo>
                    <a:pt x="2138" y="1168"/>
                    <a:pt x="7075" y="2389"/>
                    <a:pt x="7640" y="2559"/>
                  </a:cubicBezTo>
                  <a:cubicBezTo>
                    <a:pt x="10175" y="3326"/>
                    <a:pt x="12710" y="4126"/>
                    <a:pt x="15278" y="4860"/>
                  </a:cubicBezTo>
                  <a:cubicBezTo>
                    <a:pt x="15310" y="4876"/>
                    <a:pt x="15339" y="4883"/>
                    <a:pt x="15366" y="4883"/>
                  </a:cubicBezTo>
                  <a:cubicBezTo>
                    <a:pt x="15570" y="4883"/>
                    <a:pt x="15640" y="4486"/>
                    <a:pt x="15345" y="4427"/>
                  </a:cubicBezTo>
                  <a:cubicBezTo>
                    <a:pt x="12376" y="3526"/>
                    <a:pt x="9441" y="2625"/>
                    <a:pt x="6472" y="1725"/>
                  </a:cubicBezTo>
                  <a:cubicBezTo>
                    <a:pt x="4971" y="1291"/>
                    <a:pt x="3503" y="857"/>
                    <a:pt x="2002" y="390"/>
                  </a:cubicBezTo>
                  <a:cubicBezTo>
                    <a:pt x="1585" y="268"/>
                    <a:pt x="1078" y="1"/>
                    <a:pt x="626"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42"/>
            <p:cNvSpPr/>
            <p:nvPr/>
          </p:nvSpPr>
          <p:spPr>
            <a:xfrm>
              <a:off x="1012025" y="685425"/>
              <a:ext cx="96925" cy="42025"/>
            </a:xfrm>
            <a:custGeom>
              <a:avLst/>
              <a:gdLst/>
              <a:ahLst/>
              <a:cxnLst/>
              <a:rect l="l" t="t" r="r" b="b"/>
              <a:pathLst>
                <a:path w="3877" h="1681" extrusionOk="0">
                  <a:moveTo>
                    <a:pt x="3546" y="0"/>
                  </a:moveTo>
                  <a:cubicBezTo>
                    <a:pt x="3529" y="0"/>
                    <a:pt x="3511" y="2"/>
                    <a:pt x="3492" y="6"/>
                  </a:cubicBezTo>
                  <a:cubicBezTo>
                    <a:pt x="2325" y="240"/>
                    <a:pt x="1224" y="607"/>
                    <a:pt x="223" y="1241"/>
                  </a:cubicBezTo>
                  <a:cubicBezTo>
                    <a:pt x="1" y="1380"/>
                    <a:pt x="126" y="1681"/>
                    <a:pt x="348" y="1681"/>
                  </a:cubicBezTo>
                  <a:cubicBezTo>
                    <a:pt x="392" y="1681"/>
                    <a:pt x="440" y="1669"/>
                    <a:pt x="490" y="1641"/>
                  </a:cubicBezTo>
                  <a:cubicBezTo>
                    <a:pt x="1458" y="1074"/>
                    <a:pt x="2492" y="674"/>
                    <a:pt x="3626" y="473"/>
                  </a:cubicBezTo>
                  <a:cubicBezTo>
                    <a:pt x="3876" y="442"/>
                    <a:pt x="3804" y="0"/>
                    <a:pt x="3546"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42"/>
            <p:cNvSpPr/>
            <p:nvPr/>
          </p:nvSpPr>
          <p:spPr>
            <a:xfrm>
              <a:off x="1012425" y="716325"/>
              <a:ext cx="53775" cy="88350"/>
            </a:xfrm>
            <a:custGeom>
              <a:avLst/>
              <a:gdLst/>
              <a:ahLst/>
              <a:cxnLst/>
              <a:rect l="l" t="t" r="r" b="b"/>
              <a:pathLst>
                <a:path w="2151" h="3534" extrusionOk="0">
                  <a:moveTo>
                    <a:pt x="301" y="0"/>
                  </a:moveTo>
                  <a:cubicBezTo>
                    <a:pt x="152" y="0"/>
                    <a:pt x="1" y="112"/>
                    <a:pt x="41" y="271"/>
                  </a:cubicBezTo>
                  <a:cubicBezTo>
                    <a:pt x="474" y="1372"/>
                    <a:pt x="774" y="2573"/>
                    <a:pt x="1608" y="3440"/>
                  </a:cubicBezTo>
                  <a:cubicBezTo>
                    <a:pt x="1666" y="3506"/>
                    <a:pt x="1732" y="3534"/>
                    <a:pt x="1795" y="3534"/>
                  </a:cubicBezTo>
                  <a:cubicBezTo>
                    <a:pt x="1987" y="3534"/>
                    <a:pt x="2151" y="3282"/>
                    <a:pt x="1975" y="3107"/>
                  </a:cubicBezTo>
                  <a:cubicBezTo>
                    <a:pt x="1208" y="2340"/>
                    <a:pt x="941" y="1172"/>
                    <a:pt x="541" y="171"/>
                  </a:cubicBezTo>
                  <a:cubicBezTo>
                    <a:pt x="501" y="51"/>
                    <a:pt x="401" y="0"/>
                    <a:pt x="301"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42"/>
            <p:cNvSpPr/>
            <p:nvPr/>
          </p:nvSpPr>
          <p:spPr>
            <a:xfrm>
              <a:off x="1121425" y="714425"/>
              <a:ext cx="85725" cy="50275"/>
            </a:xfrm>
            <a:custGeom>
              <a:avLst/>
              <a:gdLst/>
              <a:ahLst/>
              <a:cxnLst/>
              <a:rect l="l" t="t" r="r" b="b"/>
              <a:pathLst>
                <a:path w="3429" h="2011" extrusionOk="0">
                  <a:moveTo>
                    <a:pt x="3096" y="1"/>
                  </a:moveTo>
                  <a:cubicBezTo>
                    <a:pt x="3072" y="1"/>
                    <a:pt x="3046" y="5"/>
                    <a:pt x="3019" y="14"/>
                  </a:cubicBezTo>
                  <a:cubicBezTo>
                    <a:pt x="1985" y="414"/>
                    <a:pt x="1084" y="948"/>
                    <a:pt x="184" y="1615"/>
                  </a:cubicBezTo>
                  <a:cubicBezTo>
                    <a:pt x="1" y="1772"/>
                    <a:pt x="186" y="2010"/>
                    <a:pt x="403" y="2010"/>
                  </a:cubicBezTo>
                  <a:cubicBezTo>
                    <a:pt x="464" y="2010"/>
                    <a:pt x="526" y="1992"/>
                    <a:pt x="584" y="1949"/>
                  </a:cubicBezTo>
                  <a:cubicBezTo>
                    <a:pt x="1351" y="1315"/>
                    <a:pt x="2252" y="814"/>
                    <a:pt x="3186" y="481"/>
                  </a:cubicBezTo>
                  <a:cubicBezTo>
                    <a:pt x="3429" y="420"/>
                    <a:pt x="3340" y="1"/>
                    <a:pt x="3096"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42"/>
            <p:cNvSpPr/>
            <p:nvPr/>
          </p:nvSpPr>
          <p:spPr>
            <a:xfrm>
              <a:off x="1127000" y="754725"/>
              <a:ext cx="55400" cy="74025"/>
            </a:xfrm>
            <a:custGeom>
              <a:avLst/>
              <a:gdLst/>
              <a:ahLst/>
              <a:cxnLst/>
              <a:rect l="l" t="t" r="r" b="b"/>
              <a:pathLst>
                <a:path w="2216" h="2961" extrusionOk="0">
                  <a:moveTo>
                    <a:pt x="318" y="1"/>
                  </a:moveTo>
                  <a:cubicBezTo>
                    <a:pt x="160" y="1"/>
                    <a:pt x="0" y="121"/>
                    <a:pt x="61" y="303"/>
                  </a:cubicBezTo>
                  <a:cubicBezTo>
                    <a:pt x="394" y="1304"/>
                    <a:pt x="928" y="2171"/>
                    <a:pt x="1695" y="2872"/>
                  </a:cubicBezTo>
                  <a:cubicBezTo>
                    <a:pt x="1751" y="2935"/>
                    <a:pt x="1811" y="2961"/>
                    <a:pt x="1869" y="2961"/>
                  </a:cubicBezTo>
                  <a:cubicBezTo>
                    <a:pt x="2057" y="2961"/>
                    <a:pt x="2215" y="2691"/>
                    <a:pt x="2062" y="2538"/>
                  </a:cubicBezTo>
                  <a:cubicBezTo>
                    <a:pt x="1395" y="1871"/>
                    <a:pt x="895" y="1070"/>
                    <a:pt x="561" y="170"/>
                  </a:cubicBezTo>
                  <a:cubicBezTo>
                    <a:pt x="522" y="52"/>
                    <a:pt x="420" y="1"/>
                    <a:pt x="318"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42"/>
            <p:cNvSpPr/>
            <p:nvPr/>
          </p:nvSpPr>
          <p:spPr>
            <a:xfrm>
              <a:off x="1232925" y="759675"/>
              <a:ext cx="58150" cy="41400"/>
            </a:xfrm>
            <a:custGeom>
              <a:avLst/>
              <a:gdLst/>
              <a:ahLst/>
              <a:cxnLst/>
              <a:rect l="l" t="t" r="r" b="b"/>
              <a:pathLst>
                <a:path w="2326" h="1656" extrusionOk="0">
                  <a:moveTo>
                    <a:pt x="1983" y="1"/>
                  </a:moveTo>
                  <a:cubicBezTo>
                    <a:pt x="1944" y="1"/>
                    <a:pt x="1903" y="12"/>
                    <a:pt x="1862" y="39"/>
                  </a:cubicBezTo>
                  <a:cubicBezTo>
                    <a:pt x="1328" y="439"/>
                    <a:pt x="727" y="806"/>
                    <a:pt x="194" y="1173"/>
                  </a:cubicBezTo>
                  <a:cubicBezTo>
                    <a:pt x="0" y="1311"/>
                    <a:pt x="127" y="1655"/>
                    <a:pt x="329" y="1655"/>
                  </a:cubicBezTo>
                  <a:cubicBezTo>
                    <a:pt x="370" y="1655"/>
                    <a:pt x="415" y="1641"/>
                    <a:pt x="461" y="1606"/>
                  </a:cubicBezTo>
                  <a:cubicBezTo>
                    <a:pt x="994" y="1206"/>
                    <a:pt x="1561" y="839"/>
                    <a:pt x="2128" y="472"/>
                  </a:cubicBezTo>
                  <a:cubicBezTo>
                    <a:pt x="2325" y="331"/>
                    <a:pt x="2190" y="1"/>
                    <a:pt x="1983"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42"/>
            <p:cNvSpPr/>
            <p:nvPr/>
          </p:nvSpPr>
          <p:spPr>
            <a:xfrm>
              <a:off x="1233350" y="791575"/>
              <a:ext cx="40475" cy="41900"/>
            </a:xfrm>
            <a:custGeom>
              <a:avLst/>
              <a:gdLst/>
              <a:ahLst/>
              <a:cxnLst/>
              <a:rect l="l" t="t" r="r" b="b"/>
              <a:pathLst>
                <a:path w="1619" h="1676" extrusionOk="0">
                  <a:moveTo>
                    <a:pt x="339" y="1"/>
                  </a:moveTo>
                  <a:cubicBezTo>
                    <a:pt x="162" y="1"/>
                    <a:pt x="1" y="174"/>
                    <a:pt x="143" y="364"/>
                  </a:cubicBezTo>
                  <a:cubicBezTo>
                    <a:pt x="444" y="764"/>
                    <a:pt x="777" y="1164"/>
                    <a:pt x="1044" y="1565"/>
                  </a:cubicBezTo>
                  <a:cubicBezTo>
                    <a:pt x="1093" y="1644"/>
                    <a:pt x="1169" y="1676"/>
                    <a:pt x="1246" y="1676"/>
                  </a:cubicBezTo>
                  <a:cubicBezTo>
                    <a:pt x="1429" y="1676"/>
                    <a:pt x="1618" y="1495"/>
                    <a:pt x="1478" y="1331"/>
                  </a:cubicBezTo>
                  <a:cubicBezTo>
                    <a:pt x="1177" y="897"/>
                    <a:pt x="844" y="530"/>
                    <a:pt x="544" y="97"/>
                  </a:cubicBezTo>
                  <a:cubicBezTo>
                    <a:pt x="486" y="29"/>
                    <a:pt x="411" y="1"/>
                    <a:pt x="339"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42"/>
            <p:cNvSpPr/>
            <p:nvPr/>
          </p:nvSpPr>
          <p:spPr>
            <a:xfrm>
              <a:off x="754900" y="1454450"/>
              <a:ext cx="207675" cy="481650"/>
            </a:xfrm>
            <a:custGeom>
              <a:avLst/>
              <a:gdLst/>
              <a:ahLst/>
              <a:cxnLst/>
              <a:rect l="l" t="t" r="r" b="b"/>
              <a:pathLst>
                <a:path w="8307" h="19266" extrusionOk="0">
                  <a:moveTo>
                    <a:pt x="4237" y="1"/>
                  </a:moveTo>
                  <a:cubicBezTo>
                    <a:pt x="3770" y="1001"/>
                    <a:pt x="3337" y="2035"/>
                    <a:pt x="2903" y="3036"/>
                  </a:cubicBezTo>
                  <a:cubicBezTo>
                    <a:pt x="1969" y="5204"/>
                    <a:pt x="1002" y="7373"/>
                    <a:pt x="501" y="9708"/>
                  </a:cubicBezTo>
                  <a:cubicBezTo>
                    <a:pt x="1" y="12009"/>
                    <a:pt x="68" y="14511"/>
                    <a:pt x="1002" y="16679"/>
                  </a:cubicBezTo>
                  <a:cubicBezTo>
                    <a:pt x="1278" y="17288"/>
                    <a:pt x="1657" y="17898"/>
                    <a:pt x="2139" y="18377"/>
                  </a:cubicBezTo>
                  <a:lnTo>
                    <a:pt x="2139" y="18377"/>
                  </a:lnTo>
                  <a:cubicBezTo>
                    <a:pt x="2404" y="18956"/>
                    <a:pt x="3115" y="19266"/>
                    <a:pt x="3819" y="19266"/>
                  </a:cubicBezTo>
                  <a:cubicBezTo>
                    <a:pt x="4181" y="19266"/>
                    <a:pt x="4541" y="19184"/>
                    <a:pt x="4838" y="19014"/>
                  </a:cubicBezTo>
                  <a:cubicBezTo>
                    <a:pt x="5838" y="18447"/>
                    <a:pt x="6339" y="17380"/>
                    <a:pt x="6672" y="16279"/>
                  </a:cubicBezTo>
                  <a:cubicBezTo>
                    <a:pt x="8307" y="10909"/>
                    <a:pt x="6339" y="5171"/>
                    <a:pt x="4237"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42"/>
            <p:cNvSpPr/>
            <p:nvPr/>
          </p:nvSpPr>
          <p:spPr>
            <a:xfrm>
              <a:off x="745275" y="1439725"/>
              <a:ext cx="216475" cy="506525"/>
            </a:xfrm>
            <a:custGeom>
              <a:avLst/>
              <a:gdLst/>
              <a:ahLst/>
              <a:cxnLst/>
              <a:rect l="l" t="t" r="r" b="b"/>
              <a:pathLst>
                <a:path w="8659" h="20261" extrusionOk="0">
                  <a:moveTo>
                    <a:pt x="4605" y="1790"/>
                  </a:moveTo>
                  <a:lnTo>
                    <a:pt x="4605" y="1790"/>
                  </a:lnTo>
                  <a:cubicBezTo>
                    <a:pt x="5638" y="4424"/>
                    <a:pt x="6582" y="7096"/>
                    <a:pt x="6991" y="9896"/>
                  </a:cubicBezTo>
                  <a:cubicBezTo>
                    <a:pt x="7224" y="11564"/>
                    <a:pt x="7291" y="13299"/>
                    <a:pt x="7024" y="14967"/>
                  </a:cubicBezTo>
                  <a:cubicBezTo>
                    <a:pt x="6891" y="15701"/>
                    <a:pt x="6724" y="16468"/>
                    <a:pt x="6490" y="17135"/>
                  </a:cubicBezTo>
                  <a:cubicBezTo>
                    <a:pt x="6166" y="17993"/>
                    <a:pt x="5067" y="19318"/>
                    <a:pt x="4092" y="19318"/>
                  </a:cubicBezTo>
                  <a:cubicBezTo>
                    <a:pt x="4080" y="19318"/>
                    <a:pt x="4068" y="19318"/>
                    <a:pt x="4056" y="19318"/>
                  </a:cubicBezTo>
                  <a:lnTo>
                    <a:pt x="4056" y="19318"/>
                  </a:lnTo>
                  <a:cubicBezTo>
                    <a:pt x="4045" y="19313"/>
                    <a:pt x="4034" y="19308"/>
                    <a:pt x="4022" y="19303"/>
                  </a:cubicBezTo>
                  <a:cubicBezTo>
                    <a:pt x="3743" y="19192"/>
                    <a:pt x="3488" y="19054"/>
                    <a:pt x="3256" y="18895"/>
                  </a:cubicBezTo>
                  <a:lnTo>
                    <a:pt x="3256" y="18895"/>
                  </a:lnTo>
                  <a:cubicBezTo>
                    <a:pt x="3148" y="18765"/>
                    <a:pt x="3047" y="18602"/>
                    <a:pt x="2954" y="18402"/>
                  </a:cubicBezTo>
                  <a:cubicBezTo>
                    <a:pt x="2861" y="18226"/>
                    <a:pt x="2716" y="18153"/>
                    <a:pt x="2568" y="18153"/>
                  </a:cubicBezTo>
                  <a:cubicBezTo>
                    <a:pt x="2532" y="18153"/>
                    <a:pt x="2495" y="18157"/>
                    <a:pt x="2459" y="18166"/>
                  </a:cubicBezTo>
                  <a:lnTo>
                    <a:pt x="2459" y="18166"/>
                  </a:lnTo>
                  <a:cubicBezTo>
                    <a:pt x="756" y="16121"/>
                    <a:pt x="942" y="12413"/>
                    <a:pt x="1453" y="10097"/>
                  </a:cubicBezTo>
                  <a:cubicBezTo>
                    <a:pt x="2076" y="7190"/>
                    <a:pt x="3385" y="4468"/>
                    <a:pt x="4605" y="1790"/>
                  </a:cubicBezTo>
                  <a:close/>
                  <a:moveTo>
                    <a:pt x="4606" y="1"/>
                  </a:moveTo>
                  <a:cubicBezTo>
                    <a:pt x="4457" y="1"/>
                    <a:pt x="4314" y="65"/>
                    <a:pt x="4222" y="223"/>
                  </a:cubicBezTo>
                  <a:cubicBezTo>
                    <a:pt x="2621" y="3992"/>
                    <a:pt x="519" y="7828"/>
                    <a:pt x="186" y="11998"/>
                  </a:cubicBezTo>
                  <a:cubicBezTo>
                    <a:pt x="0" y="14410"/>
                    <a:pt x="425" y="17390"/>
                    <a:pt x="2181" y="19132"/>
                  </a:cubicBezTo>
                  <a:lnTo>
                    <a:pt x="2181" y="19132"/>
                  </a:lnTo>
                  <a:cubicBezTo>
                    <a:pt x="2571" y="19757"/>
                    <a:pt x="3186" y="20118"/>
                    <a:pt x="3852" y="20220"/>
                  </a:cubicBezTo>
                  <a:lnTo>
                    <a:pt x="3852" y="20220"/>
                  </a:lnTo>
                  <a:cubicBezTo>
                    <a:pt x="3911" y="20248"/>
                    <a:pt x="3967" y="20261"/>
                    <a:pt x="4018" y="20261"/>
                  </a:cubicBezTo>
                  <a:cubicBezTo>
                    <a:pt x="4050" y="20261"/>
                    <a:pt x="4081" y="20256"/>
                    <a:pt x="4110" y="20246"/>
                  </a:cubicBezTo>
                  <a:lnTo>
                    <a:pt x="4110" y="20246"/>
                  </a:lnTo>
                  <a:cubicBezTo>
                    <a:pt x="4157" y="20249"/>
                    <a:pt x="4206" y="20250"/>
                    <a:pt x="4254" y="20250"/>
                  </a:cubicBezTo>
                  <a:cubicBezTo>
                    <a:pt x="4846" y="20250"/>
                    <a:pt x="5452" y="20055"/>
                    <a:pt x="5957" y="19670"/>
                  </a:cubicBezTo>
                  <a:cubicBezTo>
                    <a:pt x="7491" y="18503"/>
                    <a:pt x="7891" y="16168"/>
                    <a:pt x="8125" y="14366"/>
                  </a:cubicBezTo>
                  <a:cubicBezTo>
                    <a:pt x="8658" y="9529"/>
                    <a:pt x="6957" y="4793"/>
                    <a:pt x="5156" y="356"/>
                  </a:cubicBezTo>
                  <a:cubicBezTo>
                    <a:pt x="5075" y="154"/>
                    <a:pt x="4835" y="1"/>
                    <a:pt x="4606"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42"/>
            <p:cNvSpPr/>
            <p:nvPr/>
          </p:nvSpPr>
          <p:spPr>
            <a:xfrm>
              <a:off x="834125" y="1539300"/>
              <a:ext cx="31725" cy="402400"/>
            </a:xfrm>
            <a:custGeom>
              <a:avLst/>
              <a:gdLst/>
              <a:ahLst/>
              <a:cxnLst/>
              <a:rect l="l" t="t" r="r" b="b"/>
              <a:pathLst>
                <a:path w="1269" h="16096" extrusionOk="0">
                  <a:moveTo>
                    <a:pt x="989" y="1"/>
                  </a:moveTo>
                  <a:cubicBezTo>
                    <a:pt x="860" y="1"/>
                    <a:pt x="735" y="93"/>
                    <a:pt x="735" y="276"/>
                  </a:cubicBezTo>
                  <a:cubicBezTo>
                    <a:pt x="635" y="3345"/>
                    <a:pt x="501" y="6447"/>
                    <a:pt x="434" y="9549"/>
                  </a:cubicBezTo>
                  <a:lnTo>
                    <a:pt x="301" y="14186"/>
                  </a:lnTo>
                  <a:cubicBezTo>
                    <a:pt x="301" y="14786"/>
                    <a:pt x="1" y="15620"/>
                    <a:pt x="501" y="16021"/>
                  </a:cubicBezTo>
                  <a:cubicBezTo>
                    <a:pt x="568" y="16071"/>
                    <a:pt x="635" y="16096"/>
                    <a:pt x="693" y="16096"/>
                  </a:cubicBezTo>
                  <a:cubicBezTo>
                    <a:pt x="751" y="16096"/>
                    <a:pt x="801" y="16071"/>
                    <a:pt x="835" y="16021"/>
                  </a:cubicBezTo>
                  <a:cubicBezTo>
                    <a:pt x="901" y="16021"/>
                    <a:pt x="901" y="15987"/>
                    <a:pt x="935" y="15987"/>
                  </a:cubicBezTo>
                  <a:cubicBezTo>
                    <a:pt x="1002" y="15954"/>
                    <a:pt x="1002" y="15820"/>
                    <a:pt x="1002" y="15720"/>
                  </a:cubicBezTo>
                  <a:cubicBezTo>
                    <a:pt x="1002" y="15687"/>
                    <a:pt x="1002" y="15654"/>
                    <a:pt x="968" y="15620"/>
                  </a:cubicBezTo>
                  <a:cubicBezTo>
                    <a:pt x="955" y="15569"/>
                    <a:pt x="928" y="15522"/>
                    <a:pt x="891" y="15489"/>
                  </a:cubicBezTo>
                  <a:lnTo>
                    <a:pt x="891" y="15489"/>
                  </a:lnTo>
                  <a:cubicBezTo>
                    <a:pt x="1074" y="13902"/>
                    <a:pt x="1002" y="8782"/>
                    <a:pt x="1002" y="8215"/>
                  </a:cubicBezTo>
                  <a:cubicBezTo>
                    <a:pt x="1102" y="5546"/>
                    <a:pt x="1168" y="2945"/>
                    <a:pt x="1268" y="276"/>
                  </a:cubicBezTo>
                  <a:cubicBezTo>
                    <a:pt x="1252" y="93"/>
                    <a:pt x="1118" y="1"/>
                    <a:pt x="989"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2"/>
            <p:cNvSpPr/>
            <p:nvPr/>
          </p:nvSpPr>
          <p:spPr>
            <a:xfrm>
              <a:off x="786500" y="1787775"/>
              <a:ext cx="65400" cy="81025"/>
            </a:xfrm>
            <a:custGeom>
              <a:avLst/>
              <a:gdLst/>
              <a:ahLst/>
              <a:cxnLst/>
              <a:rect l="l" t="t" r="r" b="b"/>
              <a:pathLst>
                <a:path w="2616" h="3241" extrusionOk="0">
                  <a:moveTo>
                    <a:pt x="338" y="0"/>
                  </a:moveTo>
                  <a:cubicBezTo>
                    <a:pt x="180" y="0"/>
                    <a:pt x="0" y="189"/>
                    <a:pt x="71" y="378"/>
                  </a:cubicBezTo>
                  <a:cubicBezTo>
                    <a:pt x="572" y="1445"/>
                    <a:pt x="1239" y="2379"/>
                    <a:pt x="2073" y="3180"/>
                  </a:cubicBezTo>
                  <a:cubicBezTo>
                    <a:pt x="2130" y="3223"/>
                    <a:pt x="2190" y="3241"/>
                    <a:pt x="2247" y="3241"/>
                  </a:cubicBezTo>
                  <a:cubicBezTo>
                    <a:pt x="2455" y="3241"/>
                    <a:pt x="2616" y="2996"/>
                    <a:pt x="2406" y="2813"/>
                  </a:cubicBezTo>
                  <a:cubicBezTo>
                    <a:pt x="1572" y="2045"/>
                    <a:pt x="972" y="1145"/>
                    <a:pt x="505" y="111"/>
                  </a:cubicBezTo>
                  <a:cubicBezTo>
                    <a:pt x="466" y="33"/>
                    <a:pt x="404" y="0"/>
                    <a:pt x="338"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42"/>
            <p:cNvSpPr/>
            <p:nvPr/>
          </p:nvSpPr>
          <p:spPr>
            <a:xfrm>
              <a:off x="835350" y="1802225"/>
              <a:ext cx="82025" cy="68000"/>
            </a:xfrm>
            <a:custGeom>
              <a:avLst/>
              <a:gdLst/>
              <a:ahLst/>
              <a:cxnLst/>
              <a:rect l="l" t="t" r="r" b="b"/>
              <a:pathLst>
                <a:path w="3281" h="2720" extrusionOk="0">
                  <a:moveTo>
                    <a:pt x="2935" y="0"/>
                  </a:moveTo>
                  <a:cubicBezTo>
                    <a:pt x="2855" y="0"/>
                    <a:pt x="2773" y="39"/>
                    <a:pt x="2720" y="133"/>
                  </a:cubicBezTo>
                  <a:cubicBezTo>
                    <a:pt x="2120" y="1034"/>
                    <a:pt x="1086" y="1634"/>
                    <a:pt x="219" y="2268"/>
                  </a:cubicBezTo>
                  <a:cubicBezTo>
                    <a:pt x="0" y="2405"/>
                    <a:pt x="139" y="2720"/>
                    <a:pt x="325" y="2720"/>
                  </a:cubicBezTo>
                  <a:cubicBezTo>
                    <a:pt x="366" y="2720"/>
                    <a:pt x="410" y="2705"/>
                    <a:pt x="452" y="2668"/>
                  </a:cubicBezTo>
                  <a:cubicBezTo>
                    <a:pt x="1420" y="2001"/>
                    <a:pt x="2520" y="1367"/>
                    <a:pt x="3121" y="367"/>
                  </a:cubicBezTo>
                  <a:cubicBezTo>
                    <a:pt x="3281" y="184"/>
                    <a:pt x="3111" y="0"/>
                    <a:pt x="2935"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42"/>
            <p:cNvSpPr/>
            <p:nvPr/>
          </p:nvSpPr>
          <p:spPr>
            <a:xfrm>
              <a:off x="788675" y="1686000"/>
              <a:ext cx="71700" cy="68625"/>
            </a:xfrm>
            <a:custGeom>
              <a:avLst/>
              <a:gdLst/>
              <a:ahLst/>
              <a:cxnLst/>
              <a:rect l="l" t="t" r="r" b="b"/>
              <a:pathLst>
                <a:path w="2868" h="2745" extrusionOk="0">
                  <a:moveTo>
                    <a:pt x="366" y="1"/>
                  </a:moveTo>
                  <a:cubicBezTo>
                    <a:pt x="180" y="1"/>
                    <a:pt x="0" y="181"/>
                    <a:pt x="118" y="346"/>
                  </a:cubicBezTo>
                  <a:cubicBezTo>
                    <a:pt x="751" y="1246"/>
                    <a:pt x="1552" y="2013"/>
                    <a:pt x="2419" y="2681"/>
                  </a:cubicBezTo>
                  <a:cubicBezTo>
                    <a:pt x="2464" y="2726"/>
                    <a:pt x="2511" y="2745"/>
                    <a:pt x="2554" y="2745"/>
                  </a:cubicBezTo>
                  <a:cubicBezTo>
                    <a:pt x="2736" y="2745"/>
                    <a:pt x="2868" y="2415"/>
                    <a:pt x="2653" y="2280"/>
                  </a:cubicBezTo>
                  <a:cubicBezTo>
                    <a:pt x="1886" y="1647"/>
                    <a:pt x="1152" y="946"/>
                    <a:pt x="585" y="112"/>
                  </a:cubicBezTo>
                  <a:cubicBezTo>
                    <a:pt x="525" y="33"/>
                    <a:pt x="445" y="1"/>
                    <a:pt x="366"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42"/>
            <p:cNvSpPr/>
            <p:nvPr/>
          </p:nvSpPr>
          <p:spPr>
            <a:xfrm>
              <a:off x="842850" y="1683350"/>
              <a:ext cx="66725" cy="65975"/>
            </a:xfrm>
            <a:custGeom>
              <a:avLst/>
              <a:gdLst/>
              <a:ahLst/>
              <a:cxnLst/>
              <a:rect l="l" t="t" r="r" b="b"/>
              <a:pathLst>
                <a:path w="2669" h="2639" extrusionOk="0">
                  <a:moveTo>
                    <a:pt x="2328" y="0"/>
                  </a:moveTo>
                  <a:cubicBezTo>
                    <a:pt x="2250" y="0"/>
                    <a:pt x="2172" y="35"/>
                    <a:pt x="2120" y="118"/>
                  </a:cubicBezTo>
                  <a:cubicBezTo>
                    <a:pt x="1653" y="952"/>
                    <a:pt x="986" y="1619"/>
                    <a:pt x="219" y="2186"/>
                  </a:cubicBezTo>
                  <a:cubicBezTo>
                    <a:pt x="0" y="2323"/>
                    <a:pt x="140" y="2638"/>
                    <a:pt x="326" y="2638"/>
                  </a:cubicBezTo>
                  <a:cubicBezTo>
                    <a:pt x="367" y="2638"/>
                    <a:pt x="410" y="2623"/>
                    <a:pt x="452" y="2586"/>
                  </a:cubicBezTo>
                  <a:cubicBezTo>
                    <a:pt x="1320" y="2019"/>
                    <a:pt x="2054" y="1252"/>
                    <a:pt x="2554" y="352"/>
                  </a:cubicBezTo>
                  <a:cubicBezTo>
                    <a:pt x="2669" y="168"/>
                    <a:pt x="2499" y="0"/>
                    <a:pt x="2328"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42"/>
            <p:cNvSpPr/>
            <p:nvPr/>
          </p:nvSpPr>
          <p:spPr>
            <a:xfrm>
              <a:off x="810550" y="1593900"/>
              <a:ext cx="55700" cy="45575"/>
            </a:xfrm>
            <a:custGeom>
              <a:avLst/>
              <a:gdLst/>
              <a:ahLst/>
              <a:cxnLst/>
              <a:rect l="l" t="t" r="r" b="b"/>
              <a:pathLst>
                <a:path w="2228" h="1823" extrusionOk="0">
                  <a:moveTo>
                    <a:pt x="328" y="0"/>
                  </a:moveTo>
                  <a:cubicBezTo>
                    <a:pt x="146" y="0"/>
                    <a:pt x="1" y="251"/>
                    <a:pt x="177" y="427"/>
                  </a:cubicBezTo>
                  <a:cubicBezTo>
                    <a:pt x="677" y="861"/>
                    <a:pt x="1177" y="1294"/>
                    <a:pt x="1711" y="1761"/>
                  </a:cubicBezTo>
                  <a:cubicBezTo>
                    <a:pt x="1761" y="1804"/>
                    <a:pt x="1816" y="1823"/>
                    <a:pt x="1869" y="1823"/>
                  </a:cubicBezTo>
                  <a:cubicBezTo>
                    <a:pt x="2062" y="1823"/>
                    <a:pt x="2228" y="1578"/>
                    <a:pt x="2045" y="1394"/>
                  </a:cubicBezTo>
                  <a:cubicBezTo>
                    <a:pt x="1544" y="961"/>
                    <a:pt x="1044" y="527"/>
                    <a:pt x="510" y="93"/>
                  </a:cubicBezTo>
                  <a:cubicBezTo>
                    <a:pt x="452" y="27"/>
                    <a:pt x="388" y="0"/>
                    <a:pt x="328"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42"/>
            <p:cNvSpPr/>
            <p:nvPr/>
          </p:nvSpPr>
          <p:spPr>
            <a:xfrm>
              <a:off x="852300" y="1593900"/>
              <a:ext cx="39000" cy="43400"/>
            </a:xfrm>
            <a:custGeom>
              <a:avLst/>
              <a:gdLst/>
              <a:ahLst/>
              <a:cxnLst/>
              <a:rect l="l" t="t" r="r" b="b"/>
              <a:pathLst>
                <a:path w="1560" h="1736" extrusionOk="0">
                  <a:moveTo>
                    <a:pt x="1238" y="0"/>
                  </a:moveTo>
                  <a:cubicBezTo>
                    <a:pt x="1182" y="0"/>
                    <a:pt x="1125" y="27"/>
                    <a:pt x="1075" y="93"/>
                  </a:cubicBezTo>
                  <a:cubicBezTo>
                    <a:pt x="775" y="494"/>
                    <a:pt x="441" y="861"/>
                    <a:pt x="174" y="1294"/>
                  </a:cubicBezTo>
                  <a:cubicBezTo>
                    <a:pt x="0" y="1468"/>
                    <a:pt x="160" y="1735"/>
                    <a:pt x="322" y="1735"/>
                  </a:cubicBezTo>
                  <a:cubicBezTo>
                    <a:pt x="377" y="1735"/>
                    <a:pt x="432" y="1704"/>
                    <a:pt x="475" y="1628"/>
                  </a:cubicBezTo>
                  <a:cubicBezTo>
                    <a:pt x="775" y="1194"/>
                    <a:pt x="1108" y="827"/>
                    <a:pt x="1409" y="427"/>
                  </a:cubicBezTo>
                  <a:cubicBezTo>
                    <a:pt x="1559" y="251"/>
                    <a:pt x="1408" y="0"/>
                    <a:pt x="1238"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42"/>
            <p:cNvSpPr/>
            <p:nvPr/>
          </p:nvSpPr>
          <p:spPr>
            <a:xfrm>
              <a:off x="595325" y="-74150"/>
              <a:ext cx="417300" cy="294325"/>
            </a:xfrm>
            <a:custGeom>
              <a:avLst/>
              <a:gdLst/>
              <a:ahLst/>
              <a:cxnLst/>
              <a:rect l="l" t="t" r="r" b="b"/>
              <a:pathLst>
                <a:path w="16692" h="11773" extrusionOk="0">
                  <a:moveTo>
                    <a:pt x="16691" y="1"/>
                  </a:moveTo>
                  <a:cubicBezTo>
                    <a:pt x="15624" y="201"/>
                    <a:pt x="14523" y="468"/>
                    <a:pt x="13456" y="668"/>
                  </a:cubicBezTo>
                  <a:cubicBezTo>
                    <a:pt x="11121" y="1135"/>
                    <a:pt x="8786" y="1635"/>
                    <a:pt x="6617" y="2536"/>
                  </a:cubicBezTo>
                  <a:cubicBezTo>
                    <a:pt x="4449" y="3470"/>
                    <a:pt x="2381" y="4938"/>
                    <a:pt x="1180" y="6973"/>
                  </a:cubicBezTo>
                  <a:cubicBezTo>
                    <a:pt x="818" y="7563"/>
                    <a:pt x="543" y="8240"/>
                    <a:pt x="442" y="8930"/>
                  </a:cubicBezTo>
                  <a:lnTo>
                    <a:pt x="442" y="8930"/>
                  </a:lnTo>
                  <a:cubicBezTo>
                    <a:pt x="1" y="9801"/>
                    <a:pt x="606" y="11022"/>
                    <a:pt x="1514" y="11476"/>
                  </a:cubicBezTo>
                  <a:cubicBezTo>
                    <a:pt x="1948" y="11686"/>
                    <a:pt x="2412" y="11773"/>
                    <a:pt x="2883" y="11773"/>
                  </a:cubicBezTo>
                  <a:cubicBezTo>
                    <a:pt x="3533" y="11773"/>
                    <a:pt x="4197" y="11608"/>
                    <a:pt x="4816" y="11376"/>
                  </a:cubicBezTo>
                  <a:cubicBezTo>
                    <a:pt x="10087" y="9641"/>
                    <a:pt x="13689" y="4704"/>
                    <a:pt x="16691"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42"/>
            <p:cNvSpPr/>
            <p:nvPr/>
          </p:nvSpPr>
          <p:spPr>
            <a:xfrm>
              <a:off x="589325" y="-87125"/>
              <a:ext cx="437725" cy="320700"/>
            </a:xfrm>
            <a:custGeom>
              <a:avLst/>
              <a:gdLst/>
              <a:ahLst/>
              <a:cxnLst/>
              <a:rect l="l" t="t" r="r" b="b"/>
              <a:pathLst>
                <a:path w="17509" h="12828" extrusionOk="0">
                  <a:moveTo>
                    <a:pt x="15896" y="1201"/>
                  </a:moveTo>
                  <a:cubicBezTo>
                    <a:pt x="14329" y="3559"/>
                    <a:pt x="12669" y="5875"/>
                    <a:pt x="10627" y="7859"/>
                  </a:cubicBezTo>
                  <a:cubicBezTo>
                    <a:pt x="9426" y="9026"/>
                    <a:pt x="8058" y="10027"/>
                    <a:pt x="6490" y="10761"/>
                  </a:cubicBezTo>
                  <a:cubicBezTo>
                    <a:pt x="5823" y="11094"/>
                    <a:pt x="5123" y="11394"/>
                    <a:pt x="4422" y="11595"/>
                  </a:cubicBezTo>
                  <a:cubicBezTo>
                    <a:pt x="4161" y="11661"/>
                    <a:pt x="3832" y="11699"/>
                    <a:pt x="3481" y="11699"/>
                  </a:cubicBezTo>
                  <a:cubicBezTo>
                    <a:pt x="2645" y="11699"/>
                    <a:pt x="1691" y="11486"/>
                    <a:pt x="1266" y="10954"/>
                  </a:cubicBezTo>
                  <a:lnTo>
                    <a:pt x="1266" y="10954"/>
                  </a:lnTo>
                  <a:cubicBezTo>
                    <a:pt x="1267" y="10914"/>
                    <a:pt x="1263" y="10871"/>
                    <a:pt x="1253" y="10827"/>
                  </a:cubicBezTo>
                  <a:cubicBezTo>
                    <a:pt x="1169" y="10474"/>
                    <a:pt x="1136" y="10127"/>
                    <a:pt x="1147" y="9789"/>
                  </a:cubicBezTo>
                  <a:lnTo>
                    <a:pt x="1147" y="9789"/>
                  </a:lnTo>
                  <a:cubicBezTo>
                    <a:pt x="1190" y="9674"/>
                    <a:pt x="1248" y="9553"/>
                    <a:pt x="1320" y="9426"/>
                  </a:cubicBezTo>
                  <a:cubicBezTo>
                    <a:pt x="1461" y="9221"/>
                    <a:pt x="1410" y="9036"/>
                    <a:pt x="1275" y="8916"/>
                  </a:cubicBezTo>
                  <a:lnTo>
                    <a:pt x="1275" y="8916"/>
                  </a:lnTo>
                  <a:cubicBezTo>
                    <a:pt x="1949" y="6321"/>
                    <a:pt x="5102" y="4308"/>
                    <a:pt x="7291" y="3389"/>
                  </a:cubicBezTo>
                  <a:cubicBezTo>
                    <a:pt x="10050" y="2232"/>
                    <a:pt x="13020" y="1761"/>
                    <a:pt x="15896" y="1201"/>
                  </a:cubicBezTo>
                  <a:close/>
                  <a:moveTo>
                    <a:pt x="17026" y="1"/>
                  </a:moveTo>
                  <a:cubicBezTo>
                    <a:pt x="16986" y="1"/>
                    <a:pt x="16943" y="7"/>
                    <a:pt x="16898" y="20"/>
                  </a:cubicBezTo>
                  <a:cubicBezTo>
                    <a:pt x="12895" y="854"/>
                    <a:pt x="8559" y="1354"/>
                    <a:pt x="4956" y="3489"/>
                  </a:cubicBezTo>
                  <a:cubicBezTo>
                    <a:pt x="2851" y="4730"/>
                    <a:pt x="615" y="6845"/>
                    <a:pt x="262" y="9356"/>
                  </a:cubicBezTo>
                  <a:lnTo>
                    <a:pt x="262" y="9356"/>
                  </a:lnTo>
                  <a:cubicBezTo>
                    <a:pt x="1" y="10024"/>
                    <a:pt x="73" y="10712"/>
                    <a:pt x="381" y="11296"/>
                  </a:cubicBezTo>
                  <a:lnTo>
                    <a:pt x="381" y="11296"/>
                  </a:lnTo>
                  <a:cubicBezTo>
                    <a:pt x="392" y="11324"/>
                    <a:pt x="406" y="11348"/>
                    <a:pt x="421" y="11370"/>
                  </a:cubicBezTo>
                  <a:lnTo>
                    <a:pt x="421" y="11370"/>
                  </a:lnTo>
                  <a:cubicBezTo>
                    <a:pt x="757" y="11958"/>
                    <a:pt x="1335" y="12433"/>
                    <a:pt x="2054" y="12662"/>
                  </a:cubicBezTo>
                  <a:cubicBezTo>
                    <a:pt x="2427" y="12777"/>
                    <a:pt x="2814" y="12828"/>
                    <a:pt x="3206" y="12828"/>
                  </a:cubicBezTo>
                  <a:cubicBezTo>
                    <a:pt x="4745" y="12828"/>
                    <a:pt x="6375" y="12052"/>
                    <a:pt x="7625" y="11361"/>
                  </a:cubicBezTo>
                  <a:cubicBezTo>
                    <a:pt x="11861" y="8993"/>
                    <a:pt x="14730" y="4823"/>
                    <a:pt x="17298" y="820"/>
                  </a:cubicBezTo>
                  <a:cubicBezTo>
                    <a:pt x="17509" y="519"/>
                    <a:pt x="17394" y="1"/>
                    <a:pt x="17026" y="1"/>
                  </a:cubicBezTo>
                  <a:close/>
                </a:path>
              </a:pathLst>
            </a:custGeom>
            <a:solidFill>
              <a:srgbClr val="6682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42"/>
            <p:cNvSpPr/>
            <p:nvPr/>
          </p:nvSpPr>
          <p:spPr>
            <a:xfrm>
              <a:off x="607300" y="-30100"/>
              <a:ext cx="337650" cy="232025"/>
            </a:xfrm>
            <a:custGeom>
              <a:avLst/>
              <a:gdLst/>
              <a:ahLst/>
              <a:cxnLst/>
              <a:rect l="l" t="t" r="r" b="b"/>
              <a:pathLst>
                <a:path w="13506" h="9281" extrusionOk="0">
                  <a:moveTo>
                    <a:pt x="13128" y="1"/>
                  </a:moveTo>
                  <a:cubicBezTo>
                    <a:pt x="13089" y="1"/>
                    <a:pt x="13048" y="13"/>
                    <a:pt x="13010" y="40"/>
                  </a:cubicBezTo>
                  <a:lnTo>
                    <a:pt x="5238" y="5177"/>
                  </a:lnTo>
                  <a:cubicBezTo>
                    <a:pt x="3937" y="6011"/>
                    <a:pt x="2669" y="6878"/>
                    <a:pt x="1368" y="7712"/>
                  </a:cubicBezTo>
                  <a:cubicBezTo>
                    <a:pt x="868" y="8046"/>
                    <a:pt x="67" y="8279"/>
                    <a:pt x="1" y="8947"/>
                  </a:cubicBezTo>
                  <a:cubicBezTo>
                    <a:pt x="1" y="9080"/>
                    <a:pt x="67" y="9213"/>
                    <a:pt x="201" y="9247"/>
                  </a:cubicBezTo>
                  <a:cubicBezTo>
                    <a:pt x="234" y="9247"/>
                    <a:pt x="234" y="9247"/>
                    <a:pt x="268" y="9280"/>
                  </a:cubicBezTo>
                  <a:cubicBezTo>
                    <a:pt x="368" y="9280"/>
                    <a:pt x="434" y="9247"/>
                    <a:pt x="534" y="9213"/>
                  </a:cubicBezTo>
                  <a:lnTo>
                    <a:pt x="601" y="9113"/>
                  </a:lnTo>
                  <a:cubicBezTo>
                    <a:pt x="652" y="9063"/>
                    <a:pt x="677" y="9003"/>
                    <a:pt x="672" y="8944"/>
                  </a:cubicBezTo>
                  <a:lnTo>
                    <a:pt x="672" y="8944"/>
                  </a:lnTo>
                  <a:cubicBezTo>
                    <a:pt x="2084" y="8172"/>
                    <a:pt x="6166" y="5186"/>
                    <a:pt x="6672" y="4877"/>
                  </a:cubicBezTo>
                  <a:lnTo>
                    <a:pt x="13310" y="507"/>
                  </a:lnTo>
                  <a:cubicBezTo>
                    <a:pt x="13505" y="312"/>
                    <a:pt x="13328" y="1"/>
                    <a:pt x="13128"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42"/>
            <p:cNvSpPr/>
            <p:nvPr/>
          </p:nvSpPr>
          <p:spPr>
            <a:xfrm>
              <a:off x="659750" y="61175"/>
              <a:ext cx="43775" cy="92025"/>
            </a:xfrm>
            <a:custGeom>
              <a:avLst/>
              <a:gdLst/>
              <a:ahLst/>
              <a:cxnLst/>
              <a:rect l="l" t="t" r="r" b="b"/>
              <a:pathLst>
                <a:path w="1751" h="3681" extrusionOk="0">
                  <a:moveTo>
                    <a:pt x="1425" y="0"/>
                  </a:moveTo>
                  <a:cubicBezTo>
                    <a:pt x="1343" y="0"/>
                    <a:pt x="1260" y="38"/>
                    <a:pt x="1205" y="125"/>
                  </a:cubicBezTo>
                  <a:cubicBezTo>
                    <a:pt x="605" y="1126"/>
                    <a:pt x="238" y="2227"/>
                    <a:pt x="38" y="3394"/>
                  </a:cubicBezTo>
                  <a:cubicBezTo>
                    <a:pt x="1" y="3578"/>
                    <a:pt x="135" y="3680"/>
                    <a:pt x="275" y="3680"/>
                  </a:cubicBezTo>
                  <a:cubicBezTo>
                    <a:pt x="390" y="3680"/>
                    <a:pt x="508" y="3611"/>
                    <a:pt x="538" y="3461"/>
                  </a:cubicBezTo>
                  <a:cubicBezTo>
                    <a:pt x="671" y="2360"/>
                    <a:pt x="1072" y="1293"/>
                    <a:pt x="1639" y="359"/>
                  </a:cubicBezTo>
                  <a:cubicBezTo>
                    <a:pt x="1751" y="157"/>
                    <a:pt x="1592" y="0"/>
                    <a:pt x="1425"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42"/>
            <p:cNvSpPr/>
            <p:nvPr/>
          </p:nvSpPr>
          <p:spPr>
            <a:xfrm>
              <a:off x="659100" y="141250"/>
              <a:ext cx="98925" cy="34025"/>
            </a:xfrm>
            <a:custGeom>
              <a:avLst/>
              <a:gdLst/>
              <a:ahLst/>
              <a:cxnLst/>
              <a:rect l="l" t="t" r="r" b="b"/>
              <a:pathLst>
                <a:path w="3957" h="1361" extrusionOk="0">
                  <a:moveTo>
                    <a:pt x="358" y="1"/>
                  </a:moveTo>
                  <a:cubicBezTo>
                    <a:pt x="122" y="1"/>
                    <a:pt x="0" y="374"/>
                    <a:pt x="264" y="491"/>
                  </a:cubicBezTo>
                  <a:cubicBezTo>
                    <a:pt x="1299" y="847"/>
                    <a:pt x="2429" y="1360"/>
                    <a:pt x="3561" y="1360"/>
                  </a:cubicBezTo>
                  <a:cubicBezTo>
                    <a:pt x="3596" y="1360"/>
                    <a:pt x="3631" y="1360"/>
                    <a:pt x="3666" y="1359"/>
                  </a:cubicBezTo>
                  <a:cubicBezTo>
                    <a:pt x="3957" y="1326"/>
                    <a:pt x="3935" y="857"/>
                    <a:pt x="3661" y="857"/>
                  </a:cubicBezTo>
                  <a:cubicBezTo>
                    <a:pt x="3652" y="857"/>
                    <a:pt x="3642" y="857"/>
                    <a:pt x="3633" y="858"/>
                  </a:cubicBezTo>
                  <a:cubicBezTo>
                    <a:pt x="3599" y="859"/>
                    <a:pt x="3565" y="860"/>
                    <a:pt x="3531" y="860"/>
                  </a:cubicBezTo>
                  <a:cubicBezTo>
                    <a:pt x="2495" y="860"/>
                    <a:pt x="1433" y="380"/>
                    <a:pt x="464" y="24"/>
                  </a:cubicBezTo>
                  <a:cubicBezTo>
                    <a:pt x="427" y="8"/>
                    <a:pt x="392" y="1"/>
                    <a:pt x="358"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42"/>
            <p:cNvSpPr/>
            <p:nvPr/>
          </p:nvSpPr>
          <p:spPr>
            <a:xfrm>
              <a:off x="761575" y="4125"/>
              <a:ext cx="26950" cy="89950"/>
            </a:xfrm>
            <a:custGeom>
              <a:avLst/>
              <a:gdLst/>
              <a:ahLst/>
              <a:cxnLst/>
              <a:rect l="l" t="t" r="r" b="b"/>
              <a:pathLst>
                <a:path w="1078" h="3598" extrusionOk="0">
                  <a:moveTo>
                    <a:pt x="768" y="1"/>
                  </a:moveTo>
                  <a:cubicBezTo>
                    <a:pt x="684" y="1"/>
                    <a:pt x="604" y="52"/>
                    <a:pt x="568" y="172"/>
                  </a:cubicBezTo>
                  <a:cubicBezTo>
                    <a:pt x="201" y="1206"/>
                    <a:pt x="34" y="2307"/>
                    <a:pt x="1" y="3375"/>
                  </a:cubicBezTo>
                  <a:cubicBezTo>
                    <a:pt x="1" y="3528"/>
                    <a:pt x="107" y="3597"/>
                    <a:pt x="222" y="3597"/>
                  </a:cubicBezTo>
                  <a:cubicBezTo>
                    <a:pt x="356" y="3597"/>
                    <a:pt x="501" y="3503"/>
                    <a:pt x="501" y="3341"/>
                  </a:cubicBezTo>
                  <a:cubicBezTo>
                    <a:pt x="534" y="2341"/>
                    <a:pt x="701" y="1340"/>
                    <a:pt x="1035" y="372"/>
                  </a:cubicBezTo>
                  <a:cubicBezTo>
                    <a:pt x="1077" y="159"/>
                    <a:pt x="916" y="1"/>
                    <a:pt x="768"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42"/>
            <p:cNvSpPr/>
            <p:nvPr/>
          </p:nvSpPr>
          <p:spPr>
            <a:xfrm>
              <a:off x="760825" y="78700"/>
              <a:ext cx="89775" cy="23125"/>
            </a:xfrm>
            <a:custGeom>
              <a:avLst/>
              <a:gdLst/>
              <a:ahLst/>
              <a:cxnLst/>
              <a:rect l="l" t="t" r="r" b="b"/>
              <a:pathLst>
                <a:path w="3591" h="925" extrusionOk="0">
                  <a:moveTo>
                    <a:pt x="368" y="1"/>
                  </a:moveTo>
                  <a:cubicBezTo>
                    <a:pt x="148" y="1"/>
                    <a:pt x="1" y="375"/>
                    <a:pt x="264" y="492"/>
                  </a:cubicBezTo>
                  <a:cubicBezTo>
                    <a:pt x="1024" y="780"/>
                    <a:pt x="1826" y="924"/>
                    <a:pt x="2636" y="924"/>
                  </a:cubicBezTo>
                  <a:cubicBezTo>
                    <a:pt x="2857" y="924"/>
                    <a:pt x="3078" y="913"/>
                    <a:pt x="3300" y="892"/>
                  </a:cubicBezTo>
                  <a:cubicBezTo>
                    <a:pt x="3590" y="860"/>
                    <a:pt x="3568" y="390"/>
                    <a:pt x="3295" y="390"/>
                  </a:cubicBezTo>
                  <a:cubicBezTo>
                    <a:pt x="3285" y="390"/>
                    <a:pt x="3276" y="391"/>
                    <a:pt x="3266" y="392"/>
                  </a:cubicBezTo>
                  <a:cubicBezTo>
                    <a:pt x="3063" y="413"/>
                    <a:pt x="2860" y="424"/>
                    <a:pt x="2656" y="424"/>
                  </a:cubicBezTo>
                  <a:cubicBezTo>
                    <a:pt x="1926" y="424"/>
                    <a:pt x="1195" y="286"/>
                    <a:pt x="464" y="25"/>
                  </a:cubicBezTo>
                  <a:cubicBezTo>
                    <a:pt x="432" y="8"/>
                    <a:pt x="399" y="1"/>
                    <a:pt x="368"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42"/>
            <p:cNvSpPr/>
            <p:nvPr/>
          </p:nvSpPr>
          <p:spPr>
            <a:xfrm>
              <a:off x="857025" y="-30625"/>
              <a:ext cx="18450" cy="62075"/>
            </a:xfrm>
            <a:custGeom>
              <a:avLst/>
              <a:gdLst/>
              <a:ahLst/>
              <a:cxnLst/>
              <a:rect l="l" t="t" r="r" b="b"/>
              <a:pathLst>
                <a:path w="738" h="2483" extrusionOk="0">
                  <a:moveTo>
                    <a:pt x="453" y="0"/>
                  </a:moveTo>
                  <a:cubicBezTo>
                    <a:pt x="341" y="0"/>
                    <a:pt x="234" y="61"/>
                    <a:pt x="219" y="195"/>
                  </a:cubicBezTo>
                  <a:cubicBezTo>
                    <a:pt x="119" y="862"/>
                    <a:pt x="86" y="1496"/>
                    <a:pt x="19" y="2196"/>
                  </a:cubicBezTo>
                  <a:cubicBezTo>
                    <a:pt x="0" y="2379"/>
                    <a:pt x="143" y="2482"/>
                    <a:pt x="281" y="2482"/>
                  </a:cubicBezTo>
                  <a:cubicBezTo>
                    <a:pt x="394" y="2482"/>
                    <a:pt x="504" y="2413"/>
                    <a:pt x="519" y="2263"/>
                  </a:cubicBezTo>
                  <a:cubicBezTo>
                    <a:pt x="586" y="1596"/>
                    <a:pt x="653" y="929"/>
                    <a:pt x="719" y="261"/>
                  </a:cubicBezTo>
                  <a:cubicBezTo>
                    <a:pt x="738" y="95"/>
                    <a:pt x="592" y="0"/>
                    <a:pt x="453" y="0"/>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2"/>
            <p:cNvSpPr/>
            <p:nvPr/>
          </p:nvSpPr>
          <p:spPr>
            <a:xfrm>
              <a:off x="858325" y="20925"/>
              <a:ext cx="56450" cy="13400"/>
            </a:xfrm>
            <a:custGeom>
              <a:avLst/>
              <a:gdLst/>
              <a:ahLst/>
              <a:cxnLst/>
              <a:rect l="l" t="t" r="r" b="b"/>
              <a:pathLst>
                <a:path w="2258" h="536" extrusionOk="0">
                  <a:moveTo>
                    <a:pt x="434" y="1"/>
                  </a:moveTo>
                  <a:cubicBezTo>
                    <a:pt x="100" y="1"/>
                    <a:pt x="0" y="501"/>
                    <a:pt x="334" y="501"/>
                  </a:cubicBezTo>
                  <a:cubicBezTo>
                    <a:pt x="834" y="501"/>
                    <a:pt x="1334" y="534"/>
                    <a:pt x="1835" y="534"/>
                  </a:cubicBezTo>
                  <a:cubicBezTo>
                    <a:pt x="1844" y="535"/>
                    <a:pt x="1854" y="536"/>
                    <a:pt x="1863" y="536"/>
                  </a:cubicBezTo>
                  <a:cubicBezTo>
                    <a:pt x="2143" y="536"/>
                    <a:pt x="2258" y="66"/>
                    <a:pt x="1935" y="34"/>
                  </a:cubicBezTo>
                  <a:cubicBezTo>
                    <a:pt x="1435" y="34"/>
                    <a:pt x="934" y="1"/>
                    <a:pt x="434" y="1"/>
                  </a:cubicBezTo>
                  <a:close/>
                </a:path>
              </a:pathLst>
            </a:custGeom>
            <a:solidFill>
              <a:srgbClr val="465E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5" name="Google Shape;3055;p42"/>
          <p:cNvGrpSpPr/>
          <p:nvPr/>
        </p:nvGrpSpPr>
        <p:grpSpPr>
          <a:xfrm rot="-131253">
            <a:off x="325472" y="2494056"/>
            <a:ext cx="652876" cy="750206"/>
            <a:chOff x="7181125" y="91075"/>
            <a:chExt cx="929875" cy="1068500"/>
          </a:xfrm>
        </p:grpSpPr>
        <p:sp>
          <p:nvSpPr>
            <p:cNvPr id="3056" name="Google Shape;3056;p42"/>
            <p:cNvSpPr/>
            <p:nvPr/>
          </p:nvSpPr>
          <p:spPr>
            <a:xfrm>
              <a:off x="7181125" y="156925"/>
              <a:ext cx="929875" cy="1002650"/>
            </a:xfrm>
            <a:custGeom>
              <a:avLst/>
              <a:gdLst/>
              <a:ahLst/>
              <a:cxnLst/>
              <a:rect l="l" t="t" r="r" b="b"/>
              <a:pathLst>
                <a:path w="37195" h="40106" extrusionOk="0">
                  <a:moveTo>
                    <a:pt x="18292" y="1"/>
                  </a:moveTo>
                  <a:cubicBezTo>
                    <a:pt x="13589" y="1"/>
                    <a:pt x="7673" y="3115"/>
                    <a:pt x="7673" y="3115"/>
                  </a:cubicBezTo>
                  <a:cubicBezTo>
                    <a:pt x="4771" y="6751"/>
                    <a:pt x="2436" y="10853"/>
                    <a:pt x="768" y="15123"/>
                  </a:cubicBezTo>
                  <a:cubicBezTo>
                    <a:pt x="368" y="16191"/>
                    <a:pt x="1" y="17291"/>
                    <a:pt x="68" y="18426"/>
                  </a:cubicBezTo>
                  <a:cubicBezTo>
                    <a:pt x="168" y="19560"/>
                    <a:pt x="835" y="20727"/>
                    <a:pt x="1902" y="21027"/>
                  </a:cubicBezTo>
                  <a:cubicBezTo>
                    <a:pt x="2114" y="21085"/>
                    <a:pt x="2330" y="21108"/>
                    <a:pt x="2549" y="21108"/>
                  </a:cubicBezTo>
                  <a:cubicBezTo>
                    <a:pt x="3224" y="21108"/>
                    <a:pt x="3924" y="20887"/>
                    <a:pt x="4604" y="20761"/>
                  </a:cubicBezTo>
                  <a:cubicBezTo>
                    <a:pt x="4873" y="20711"/>
                    <a:pt x="5159" y="20679"/>
                    <a:pt x="5442" y="20679"/>
                  </a:cubicBezTo>
                  <a:cubicBezTo>
                    <a:pt x="6108" y="20679"/>
                    <a:pt x="6755" y="20856"/>
                    <a:pt x="7106" y="21394"/>
                  </a:cubicBezTo>
                  <a:cubicBezTo>
                    <a:pt x="7540" y="22028"/>
                    <a:pt x="7406" y="22862"/>
                    <a:pt x="7206" y="23563"/>
                  </a:cubicBezTo>
                  <a:cubicBezTo>
                    <a:pt x="6772" y="24930"/>
                    <a:pt x="6172" y="26298"/>
                    <a:pt x="6239" y="27732"/>
                  </a:cubicBezTo>
                  <a:cubicBezTo>
                    <a:pt x="6271" y="29140"/>
                    <a:pt x="7315" y="30609"/>
                    <a:pt x="8666" y="30609"/>
                  </a:cubicBezTo>
                  <a:cubicBezTo>
                    <a:pt x="8724" y="30609"/>
                    <a:pt x="8782" y="30606"/>
                    <a:pt x="8840" y="30601"/>
                  </a:cubicBezTo>
                  <a:cubicBezTo>
                    <a:pt x="9908" y="30534"/>
                    <a:pt x="10708" y="29567"/>
                    <a:pt x="11542" y="28866"/>
                  </a:cubicBezTo>
                  <a:cubicBezTo>
                    <a:pt x="12067" y="28405"/>
                    <a:pt x="12802" y="28062"/>
                    <a:pt x="13459" y="28062"/>
                  </a:cubicBezTo>
                  <a:cubicBezTo>
                    <a:pt x="13846" y="28062"/>
                    <a:pt x="14205" y="28181"/>
                    <a:pt x="14478" y="28466"/>
                  </a:cubicBezTo>
                  <a:cubicBezTo>
                    <a:pt x="14978" y="29033"/>
                    <a:pt x="14878" y="29867"/>
                    <a:pt x="14678" y="30568"/>
                  </a:cubicBezTo>
                  <a:cubicBezTo>
                    <a:pt x="14344" y="31802"/>
                    <a:pt x="13677" y="32969"/>
                    <a:pt x="13477" y="34270"/>
                  </a:cubicBezTo>
                  <a:cubicBezTo>
                    <a:pt x="13244" y="35571"/>
                    <a:pt x="13577" y="37072"/>
                    <a:pt x="14711" y="37706"/>
                  </a:cubicBezTo>
                  <a:cubicBezTo>
                    <a:pt x="15110" y="37913"/>
                    <a:pt x="15569" y="37998"/>
                    <a:pt x="16038" y="37998"/>
                  </a:cubicBezTo>
                  <a:cubicBezTo>
                    <a:pt x="16551" y="37998"/>
                    <a:pt x="17076" y="37896"/>
                    <a:pt x="17547" y="37739"/>
                  </a:cubicBezTo>
                  <a:cubicBezTo>
                    <a:pt x="19381" y="37139"/>
                    <a:pt x="21016" y="35971"/>
                    <a:pt x="22183" y="34404"/>
                  </a:cubicBezTo>
                  <a:cubicBezTo>
                    <a:pt x="23718" y="35271"/>
                    <a:pt x="23751" y="37439"/>
                    <a:pt x="24852" y="38807"/>
                  </a:cubicBezTo>
                  <a:cubicBezTo>
                    <a:pt x="25491" y="39671"/>
                    <a:pt x="26542" y="40105"/>
                    <a:pt x="27593" y="40105"/>
                  </a:cubicBezTo>
                  <a:cubicBezTo>
                    <a:pt x="28570" y="40105"/>
                    <a:pt x="29546" y="39729"/>
                    <a:pt x="30189" y="38974"/>
                  </a:cubicBezTo>
                  <a:cubicBezTo>
                    <a:pt x="31390" y="37573"/>
                    <a:pt x="31256" y="35438"/>
                    <a:pt x="30556" y="33736"/>
                  </a:cubicBezTo>
                  <a:cubicBezTo>
                    <a:pt x="29855" y="32035"/>
                    <a:pt x="28588" y="30601"/>
                    <a:pt x="27687" y="29033"/>
                  </a:cubicBezTo>
                  <a:cubicBezTo>
                    <a:pt x="27354" y="28466"/>
                    <a:pt x="27053" y="27766"/>
                    <a:pt x="27387" y="27232"/>
                  </a:cubicBezTo>
                  <a:cubicBezTo>
                    <a:pt x="27606" y="26873"/>
                    <a:pt x="27977" y="26755"/>
                    <a:pt x="28397" y="26755"/>
                  </a:cubicBezTo>
                  <a:cubicBezTo>
                    <a:pt x="28874" y="26755"/>
                    <a:pt x="29412" y="26907"/>
                    <a:pt x="29855" y="27032"/>
                  </a:cubicBezTo>
                  <a:cubicBezTo>
                    <a:pt x="30523" y="27215"/>
                    <a:pt x="31223" y="27307"/>
                    <a:pt x="31915" y="27307"/>
                  </a:cubicBezTo>
                  <a:cubicBezTo>
                    <a:pt x="32607" y="27307"/>
                    <a:pt x="33291" y="27215"/>
                    <a:pt x="33925" y="27032"/>
                  </a:cubicBezTo>
                  <a:cubicBezTo>
                    <a:pt x="34692" y="26798"/>
                    <a:pt x="35393" y="26431"/>
                    <a:pt x="35893" y="25864"/>
                  </a:cubicBezTo>
                  <a:cubicBezTo>
                    <a:pt x="37194" y="24263"/>
                    <a:pt x="36093" y="21728"/>
                    <a:pt x="34359" y="20694"/>
                  </a:cubicBezTo>
                  <a:cubicBezTo>
                    <a:pt x="32591" y="19626"/>
                    <a:pt x="30456" y="19626"/>
                    <a:pt x="28421" y="19526"/>
                  </a:cubicBezTo>
                  <a:cubicBezTo>
                    <a:pt x="26386" y="19393"/>
                    <a:pt x="24185" y="19026"/>
                    <a:pt x="22850" y="17525"/>
                  </a:cubicBezTo>
                  <a:cubicBezTo>
                    <a:pt x="22584" y="17258"/>
                    <a:pt x="22383" y="16958"/>
                    <a:pt x="22417" y="16591"/>
                  </a:cubicBezTo>
                  <a:cubicBezTo>
                    <a:pt x="22448" y="15845"/>
                    <a:pt x="23407" y="15620"/>
                    <a:pt x="24185" y="15620"/>
                  </a:cubicBezTo>
                  <a:cubicBezTo>
                    <a:pt x="24242" y="15620"/>
                    <a:pt x="24297" y="15621"/>
                    <a:pt x="24352" y="15624"/>
                  </a:cubicBezTo>
                  <a:cubicBezTo>
                    <a:pt x="25083" y="15671"/>
                    <a:pt x="25822" y="15711"/>
                    <a:pt x="26558" y="15711"/>
                  </a:cubicBezTo>
                  <a:cubicBezTo>
                    <a:pt x="27366" y="15711"/>
                    <a:pt x="28170" y="15663"/>
                    <a:pt x="28955" y="15523"/>
                  </a:cubicBezTo>
                  <a:cubicBezTo>
                    <a:pt x="30456" y="15190"/>
                    <a:pt x="31990" y="14356"/>
                    <a:pt x="32691" y="13022"/>
                  </a:cubicBezTo>
                  <a:cubicBezTo>
                    <a:pt x="33391" y="11621"/>
                    <a:pt x="33124" y="9719"/>
                    <a:pt x="31857" y="8885"/>
                  </a:cubicBezTo>
                  <a:cubicBezTo>
                    <a:pt x="31190" y="8452"/>
                    <a:pt x="30389" y="8352"/>
                    <a:pt x="29589" y="8285"/>
                  </a:cubicBezTo>
                  <a:cubicBezTo>
                    <a:pt x="29478" y="8282"/>
                    <a:pt x="29367" y="8281"/>
                    <a:pt x="29256" y="8281"/>
                  </a:cubicBezTo>
                  <a:cubicBezTo>
                    <a:pt x="25722" y="8281"/>
                    <a:pt x="22351" y="9727"/>
                    <a:pt x="18819" y="9727"/>
                  </a:cubicBezTo>
                  <a:cubicBezTo>
                    <a:pt x="18673" y="9727"/>
                    <a:pt x="18527" y="9724"/>
                    <a:pt x="18381" y="9719"/>
                  </a:cubicBezTo>
                  <a:cubicBezTo>
                    <a:pt x="17847" y="9719"/>
                    <a:pt x="17180" y="9519"/>
                    <a:pt x="17180" y="8952"/>
                  </a:cubicBezTo>
                  <a:cubicBezTo>
                    <a:pt x="17113" y="8552"/>
                    <a:pt x="17580" y="8252"/>
                    <a:pt x="18014" y="8118"/>
                  </a:cubicBezTo>
                  <a:cubicBezTo>
                    <a:pt x="19348" y="7718"/>
                    <a:pt x="20849" y="8051"/>
                    <a:pt x="22083" y="7418"/>
                  </a:cubicBezTo>
                  <a:cubicBezTo>
                    <a:pt x="23718" y="6584"/>
                    <a:pt x="24218" y="4282"/>
                    <a:pt x="23351" y="2681"/>
                  </a:cubicBezTo>
                  <a:cubicBezTo>
                    <a:pt x="22450" y="1046"/>
                    <a:pt x="20616" y="79"/>
                    <a:pt x="18781" y="12"/>
                  </a:cubicBezTo>
                  <a:cubicBezTo>
                    <a:pt x="18620" y="4"/>
                    <a:pt x="18456" y="1"/>
                    <a:pt x="182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42"/>
            <p:cNvSpPr/>
            <p:nvPr/>
          </p:nvSpPr>
          <p:spPr>
            <a:xfrm>
              <a:off x="7261125" y="91075"/>
              <a:ext cx="580725" cy="877125"/>
            </a:xfrm>
            <a:custGeom>
              <a:avLst/>
              <a:gdLst/>
              <a:ahLst/>
              <a:cxnLst/>
              <a:rect l="l" t="t" r="r" b="b"/>
              <a:pathLst>
                <a:path w="23229" h="35085" extrusionOk="0">
                  <a:moveTo>
                    <a:pt x="204" y="0"/>
                  </a:moveTo>
                  <a:cubicBezTo>
                    <a:pt x="95" y="0"/>
                    <a:pt x="1" y="142"/>
                    <a:pt x="103" y="245"/>
                  </a:cubicBezTo>
                  <a:cubicBezTo>
                    <a:pt x="4473" y="5749"/>
                    <a:pt x="8843" y="11186"/>
                    <a:pt x="12645" y="17090"/>
                  </a:cubicBezTo>
                  <a:cubicBezTo>
                    <a:pt x="16348" y="22861"/>
                    <a:pt x="19284" y="28865"/>
                    <a:pt x="22452" y="34903"/>
                  </a:cubicBezTo>
                  <a:cubicBezTo>
                    <a:pt x="22522" y="35029"/>
                    <a:pt x="22642" y="35085"/>
                    <a:pt x="22764" y="35085"/>
                  </a:cubicBezTo>
                  <a:cubicBezTo>
                    <a:pt x="22995" y="35085"/>
                    <a:pt x="23229" y="34886"/>
                    <a:pt x="23120" y="34603"/>
                  </a:cubicBezTo>
                  <a:cubicBezTo>
                    <a:pt x="20484" y="28231"/>
                    <a:pt x="16815" y="22127"/>
                    <a:pt x="13046" y="16423"/>
                  </a:cubicBezTo>
                  <a:cubicBezTo>
                    <a:pt x="9310" y="10719"/>
                    <a:pt x="5107" y="4948"/>
                    <a:pt x="303" y="44"/>
                  </a:cubicBezTo>
                  <a:cubicBezTo>
                    <a:pt x="272" y="13"/>
                    <a:pt x="238" y="0"/>
                    <a:pt x="2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42"/>
            <p:cNvSpPr/>
            <p:nvPr/>
          </p:nvSpPr>
          <p:spPr>
            <a:xfrm>
              <a:off x="7655650" y="701700"/>
              <a:ext cx="272400" cy="276675"/>
            </a:xfrm>
            <a:custGeom>
              <a:avLst/>
              <a:gdLst/>
              <a:ahLst/>
              <a:cxnLst/>
              <a:rect l="l" t="t" r="r" b="b"/>
              <a:pathLst>
                <a:path w="10896" h="11067" extrusionOk="0">
                  <a:moveTo>
                    <a:pt x="2808" y="1"/>
                  </a:moveTo>
                  <a:cubicBezTo>
                    <a:pt x="2452" y="1"/>
                    <a:pt x="2120" y="69"/>
                    <a:pt x="1868" y="270"/>
                  </a:cubicBezTo>
                  <a:cubicBezTo>
                    <a:pt x="934" y="1104"/>
                    <a:pt x="867" y="3773"/>
                    <a:pt x="667" y="4907"/>
                  </a:cubicBezTo>
                  <a:cubicBezTo>
                    <a:pt x="334" y="6808"/>
                    <a:pt x="0" y="8810"/>
                    <a:pt x="67" y="10711"/>
                  </a:cubicBezTo>
                  <a:cubicBezTo>
                    <a:pt x="67" y="10936"/>
                    <a:pt x="267" y="11066"/>
                    <a:pt x="448" y="11066"/>
                  </a:cubicBezTo>
                  <a:cubicBezTo>
                    <a:pt x="589" y="11066"/>
                    <a:pt x="719" y="10987"/>
                    <a:pt x="734" y="10811"/>
                  </a:cubicBezTo>
                  <a:cubicBezTo>
                    <a:pt x="1168" y="8009"/>
                    <a:pt x="1168" y="5141"/>
                    <a:pt x="1935" y="2472"/>
                  </a:cubicBezTo>
                  <a:cubicBezTo>
                    <a:pt x="2202" y="1671"/>
                    <a:pt x="2268" y="1004"/>
                    <a:pt x="3202" y="804"/>
                  </a:cubicBezTo>
                  <a:cubicBezTo>
                    <a:pt x="3297" y="780"/>
                    <a:pt x="3401" y="770"/>
                    <a:pt x="3510" y="770"/>
                  </a:cubicBezTo>
                  <a:cubicBezTo>
                    <a:pt x="4014" y="770"/>
                    <a:pt x="4638" y="983"/>
                    <a:pt x="5104" y="1038"/>
                  </a:cubicBezTo>
                  <a:cubicBezTo>
                    <a:pt x="6905" y="1271"/>
                    <a:pt x="8673" y="1571"/>
                    <a:pt x="10441" y="1805"/>
                  </a:cubicBezTo>
                  <a:cubicBezTo>
                    <a:pt x="10454" y="1806"/>
                    <a:pt x="10467" y="1807"/>
                    <a:pt x="10480" y="1807"/>
                  </a:cubicBezTo>
                  <a:cubicBezTo>
                    <a:pt x="10784" y="1807"/>
                    <a:pt x="10896" y="1437"/>
                    <a:pt x="10608" y="1405"/>
                  </a:cubicBezTo>
                  <a:cubicBezTo>
                    <a:pt x="8573" y="971"/>
                    <a:pt x="6571" y="571"/>
                    <a:pt x="4503" y="270"/>
                  </a:cubicBezTo>
                  <a:cubicBezTo>
                    <a:pt x="4046" y="187"/>
                    <a:pt x="3395" y="1"/>
                    <a:pt x="28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42"/>
            <p:cNvSpPr/>
            <p:nvPr/>
          </p:nvSpPr>
          <p:spPr>
            <a:xfrm>
              <a:off x="7437875" y="443100"/>
              <a:ext cx="474650" cy="363675"/>
            </a:xfrm>
            <a:custGeom>
              <a:avLst/>
              <a:gdLst/>
              <a:ahLst/>
              <a:cxnLst/>
              <a:rect l="l" t="t" r="r" b="b"/>
              <a:pathLst>
                <a:path w="18986" h="14547" extrusionOk="0">
                  <a:moveTo>
                    <a:pt x="10845" y="1"/>
                  </a:moveTo>
                  <a:cubicBezTo>
                    <a:pt x="10489" y="1"/>
                    <a:pt x="10134" y="3"/>
                    <a:pt x="9778" y="7"/>
                  </a:cubicBezTo>
                  <a:cubicBezTo>
                    <a:pt x="8277" y="7"/>
                    <a:pt x="6776" y="74"/>
                    <a:pt x="5309" y="174"/>
                  </a:cubicBezTo>
                  <a:cubicBezTo>
                    <a:pt x="4875" y="240"/>
                    <a:pt x="4375" y="174"/>
                    <a:pt x="3974" y="507"/>
                  </a:cubicBezTo>
                  <a:cubicBezTo>
                    <a:pt x="3574" y="841"/>
                    <a:pt x="3441" y="1508"/>
                    <a:pt x="3274" y="1975"/>
                  </a:cubicBezTo>
                  <a:cubicBezTo>
                    <a:pt x="2740" y="3443"/>
                    <a:pt x="2240" y="4944"/>
                    <a:pt x="1806" y="6445"/>
                  </a:cubicBezTo>
                  <a:cubicBezTo>
                    <a:pt x="1072" y="8947"/>
                    <a:pt x="238" y="11582"/>
                    <a:pt x="38" y="14150"/>
                  </a:cubicBezTo>
                  <a:cubicBezTo>
                    <a:pt x="1" y="14411"/>
                    <a:pt x="213" y="14547"/>
                    <a:pt x="424" y="14547"/>
                  </a:cubicBezTo>
                  <a:cubicBezTo>
                    <a:pt x="593" y="14547"/>
                    <a:pt x="761" y="14461"/>
                    <a:pt x="805" y="14284"/>
                  </a:cubicBezTo>
                  <a:cubicBezTo>
                    <a:pt x="1473" y="12182"/>
                    <a:pt x="1806" y="9981"/>
                    <a:pt x="2407" y="7846"/>
                  </a:cubicBezTo>
                  <a:cubicBezTo>
                    <a:pt x="2673" y="6712"/>
                    <a:pt x="3007" y="5611"/>
                    <a:pt x="3341" y="4477"/>
                  </a:cubicBezTo>
                  <a:cubicBezTo>
                    <a:pt x="3641" y="3576"/>
                    <a:pt x="3908" y="1842"/>
                    <a:pt x="4641" y="1274"/>
                  </a:cubicBezTo>
                  <a:cubicBezTo>
                    <a:pt x="5065" y="952"/>
                    <a:pt x="5805" y="897"/>
                    <a:pt x="6523" y="897"/>
                  </a:cubicBezTo>
                  <a:cubicBezTo>
                    <a:pt x="6890" y="897"/>
                    <a:pt x="7251" y="912"/>
                    <a:pt x="7561" y="912"/>
                  </a:cubicBezTo>
                  <a:cubicBezTo>
                    <a:pt x="7648" y="912"/>
                    <a:pt x="7732" y="910"/>
                    <a:pt x="7810" y="908"/>
                  </a:cubicBezTo>
                  <a:cubicBezTo>
                    <a:pt x="9011" y="841"/>
                    <a:pt x="10245" y="807"/>
                    <a:pt x="11480" y="807"/>
                  </a:cubicBezTo>
                  <a:cubicBezTo>
                    <a:pt x="13915" y="807"/>
                    <a:pt x="16350" y="908"/>
                    <a:pt x="18785" y="908"/>
                  </a:cubicBezTo>
                  <a:cubicBezTo>
                    <a:pt x="18985" y="841"/>
                    <a:pt x="18985" y="441"/>
                    <a:pt x="18718" y="407"/>
                  </a:cubicBezTo>
                  <a:cubicBezTo>
                    <a:pt x="16105" y="113"/>
                    <a:pt x="13465" y="1"/>
                    <a:pt x="108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42"/>
            <p:cNvSpPr/>
            <p:nvPr/>
          </p:nvSpPr>
          <p:spPr>
            <a:xfrm>
              <a:off x="7329575" y="253900"/>
              <a:ext cx="315100" cy="280925"/>
            </a:xfrm>
            <a:custGeom>
              <a:avLst/>
              <a:gdLst/>
              <a:ahLst/>
              <a:cxnLst/>
              <a:rect l="l" t="t" r="r" b="b"/>
              <a:pathLst>
                <a:path w="12604" h="11237" extrusionOk="0">
                  <a:moveTo>
                    <a:pt x="12432" y="0"/>
                  </a:moveTo>
                  <a:cubicBezTo>
                    <a:pt x="12425" y="0"/>
                    <a:pt x="12417" y="1"/>
                    <a:pt x="12409" y="3"/>
                  </a:cubicBezTo>
                  <a:cubicBezTo>
                    <a:pt x="10775" y="136"/>
                    <a:pt x="9140" y="336"/>
                    <a:pt x="7539" y="570"/>
                  </a:cubicBezTo>
                  <a:cubicBezTo>
                    <a:pt x="6438" y="737"/>
                    <a:pt x="4437" y="703"/>
                    <a:pt x="3603" y="1504"/>
                  </a:cubicBezTo>
                  <a:cubicBezTo>
                    <a:pt x="2769" y="2238"/>
                    <a:pt x="2302" y="4239"/>
                    <a:pt x="1935" y="5240"/>
                  </a:cubicBezTo>
                  <a:cubicBezTo>
                    <a:pt x="1268" y="7041"/>
                    <a:pt x="601" y="8842"/>
                    <a:pt x="100" y="10677"/>
                  </a:cubicBezTo>
                  <a:cubicBezTo>
                    <a:pt x="1" y="11017"/>
                    <a:pt x="272" y="11237"/>
                    <a:pt x="541" y="11237"/>
                  </a:cubicBezTo>
                  <a:cubicBezTo>
                    <a:pt x="721" y="11237"/>
                    <a:pt x="901" y="11138"/>
                    <a:pt x="968" y="10911"/>
                  </a:cubicBezTo>
                  <a:cubicBezTo>
                    <a:pt x="1802" y="8342"/>
                    <a:pt x="2469" y="5407"/>
                    <a:pt x="3770" y="3005"/>
                  </a:cubicBezTo>
                  <a:cubicBezTo>
                    <a:pt x="4570" y="1537"/>
                    <a:pt x="6238" y="1537"/>
                    <a:pt x="7739" y="1237"/>
                  </a:cubicBezTo>
                  <a:cubicBezTo>
                    <a:pt x="9307" y="970"/>
                    <a:pt x="10908" y="670"/>
                    <a:pt x="12476" y="336"/>
                  </a:cubicBezTo>
                  <a:cubicBezTo>
                    <a:pt x="12603" y="305"/>
                    <a:pt x="12579" y="0"/>
                    <a:pt x="124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C6210A1C-884B-306E-B2D0-B087C176509D}"/>
              </a:ext>
            </a:extLst>
          </p:cNvPr>
          <p:cNvPicPr>
            <a:picLocks noChangeAspect="1"/>
          </p:cNvPicPr>
          <p:nvPr/>
        </p:nvPicPr>
        <p:blipFill>
          <a:blip r:embed="rId3">
            <a:biLevel thresh="75000"/>
          </a:blip>
          <a:stretch>
            <a:fillRect/>
          </a:stretch>
        </p:blipFill>
        <p:spPr>
          <a:xfrm>
            <a:off x="7597256" y="2328357"/>
            <a:ext cx="741778" cy="682699"/>
          </a:xfrm>
          <a:prstGeom prst="rect">
            <a:avLst/>
          </a:prstGeom>
        </p:spPr>
      </p:pic>
      <p:sp>
        <p:nvSpPr>
          <p:cNvPr id="7" name="Text 0">
            <a:extLst>
              <a:ext uri="{FF2B5EF4-FFF2-40B4-BE49-F238E27FC236}">
                <a16:creationId xmlns:a16="http://schemas.microsoft.com/office/drawing/2014/main" id="{EBDC6FF1-0864-FDE3-755C-0BF8A75C4013}"/>
              </a:ext>
            </a:extLst>
          </p:cNvPr>
          <p:cNvSpPr/>
          <p:nvPr/>
        </p:nvSpPr>
        <p:spPr>
          <a:xfrm>
            <a:off x="7753762" y="2669707"/>
            <a:ext cx="869976" cy="197070"/>
          </a:xfrm>
          <a:prstGeom prst="rect">
            <a:avLst/>
          </a:prstGeom>
          <a:noFill/>
          <a:ln/>
        </p:spPr>
        <p:txBody>
          <a:bodyPr wrap="none" lIns="0" tIns="0" rIns="0" bIns="0" rtlCol="0" anchor="t"/>
          <a:lstStyle/>
          <a:p>
            <a:pPr marL="0" indent="0" algn="l">
              <a:lnSpc>
                <a:spcPts val="5550"/>
              </a:lnSpc>
              <a:buNone/>
            </a:pPr>
            <a:r>
              <a:rPr lang="en-US" sz="1800" b="1" dirty="0">
                <a:latin typeface="Dubai Medium" panose="020B0603030403030204" pitchFamily="34" charset="-78"/>
                <a:ea typeface="Fraunces Extra Bold" pitchFamily="34" charset="-122"/>
                <a:cs typeface="Dubai Medium" panose="020B0603030403030204" pitchFamily="34" charset="-78"/>
              </a:rPr>
              <a:t>Birdz</a:t>
            </a:r>
            <a:br>
              <a:rPr lang="en-US" sz="1800" b="1" dirty="0">
                <a:solidFill>
                  <a:srgbClr val="3B4540"/>
                </a:solidFill>
                <a:latin typeface="Dubai Medium" panose="020B0603030403030204" pitchFamily="34" charset="-78"/>
                <a:ea typeface="Fraunces Extra Bold" pitchFamily="34" charset="-122"/>
                <a:cs typeface="Dubai Medium" panose="020B0603030403030204" pitchFamily="34" charset="-78"/>
              </a:rPr>
            </a:br>
            <a:br>
              <a:rPr lang="en-US" sz="1800" b="1" dirty="0">
                <a:solidFill>
                  <a:srgbClr val="3B4540"/>
                </a:solidFill>
                <a:latin typeface="Dubai Medium" panose="020B0603030403030204" pitchFamily="34" charset="-78"/>
                <a:ea typeface="Fraunces Extra Bold" pitchFamily="34" charset="-122"/>
                <a:cs typeface="Dubai Medium" panose="020B0603030403030204" pitchFamily="34" charset="-78"/>
              </a:rPr>
            </a:br>
            <a:endParaRPr lang="en-US" sz="1800" dirty="0">
              <a:latin typeface="Dubai Medium" panose="020B0603030403030204" pitchFamily="34" charset="-78"/>
              <a:cs typeface="Dubai Medium" panose="020B0603030403030204" pitchFamily="34"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45"/>
        <p:cNvGrpSpPr/>
        <p:nvPr/>
      </p:nvGrpSpPr>
      <p:grpSpPr>
        <a:xfrm>
          <a:off x="0" y="0"/>
          <a:ext cx="0" cy="0"/>
          <a:chOff x="0" y="0"/>
          <a:chExt cx="0" cy="0"/>
        </a:xfrm>
      </p:grpSpPr>
      <p:sp>
        <p:nvSpPr>
          <p:cNvPr id="4546" name="Google Shape;4546;p58"/>
          <p:cNvSpPr txBox="1">
            <a:spLocks noGrp="1"/>
          </p:cNvSpPr>
          <p:nvPr>
            <p:ph type="title"/>
          </p:nvPr>
        </p:nvSpPr>
        <p:spPr>
          <a:xfrm flipH="1">
            <a:off x="2575068" y="1450847"/>
            <a:ext cx="4774149" cy="69723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3200" b="1" dirty="0"/>
              <a:t>Problem Statement</a:t>
            </a:r>
            <a:endParaRPr sz="3200" dirty="0"/>
          </a:p>
        </p:txBody>
      </p:sp>
      <p:sp>
        <p:nvSpPr>
          <p:cNvPr id="4547" name="Google Shape;4547;p58"/>
          <p:cNvSpPr txBox="1">
            <a:spLocks noGrp="1"/>
          </p:cNvSpPr>
          <p:nvPr>
            <p:ph type="subTitle" idx="1"/>
          </p:nvPr>
        </p:nvSpPr>
        <p:spPr>
          <a:xfrm flipH="1">
            <a:off x="2284861" y="2309142"/>
            <a:ext cx="6262048" cy="884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400" dirty="0">
                <a:solidFill>
                  <a:srgbClr val="542C18"/>
                </a:solidFill>
              </a:rPr>
              <a:t>India is home to over 1,300 species of birds, making manual identification a complex and time-consuming task, especially for students, researchers, and hobbyists without expert knowledge. Existing tools and applications often lack support for Indian biodiversity and offer limited educational resources. There is a clear need for an accessible, AI-powered application solution that simplifies bird species detection and education for users across different platforms.</a:t>
            </a:r>
            <a:endParaRPr sz="1400" dirty="0">
              <a:solidFill>
                <a:srgbClr val="542C18"/>
              </a:solidFill>
            </a:endParaRPr>
          </a:p>
        </p:txBody>
      </p:sp>
      <p:grpSp>
        <p:nvGrpSpPr>
          <p:cNvPr id="4548" name="Google Shape;4548;p58"/>
          <p:cNvGrpSpPr/>
          <p:nvPr/>
        </p:nvGrpSpPr>
        <p:grpSpPr>
          <a:xfrm rot="17772317" flipH="1">
            <a:off x="7523313" y="-167959"/>
            <a:ext cx="1557717" cy="1998600"/>
            <a:chOff x="146325" y="159025"/>
            <a:chExt cx="2049000" cy="2537700"/>
          </a:xfrm>
        </p:grpSpPr>
        <p:grpSp>
          <p:nvGrpSpPr>
            <p:cNvPr id="4549" name="Google Shape;4549;p58"/>
            <p:cNvGrpSpPr/>
            <p:nvPr/>
          </p:nvGrpSpPr>
          <p:grpSpPr>
            <a:xfrm>
              <a:off x="146325" y="159025"/>
              <a:ext cx="2049000" cy="2537700"/>
              <a:chOff x="2810600" y="590575"/>
              <a:chExt cx="2049000" cy="2537700"/>
            </a:xfrm>
          </p:grpSpPr>
          <p:sp>
            <p:nvSpPr>
              <p:cNvPr id="4550" name="Google Shape;4550;p58"/>
              <p:cNvSpPr/>
              <p:nvPr/>
            </p:nvSpPr>
            <p:spPr>
              <a:xfrm>
                <a:off x="3716250" y="1834175"/>
                <a:ext cx="1137500" cy="1282550"/>
              </a:xfrm>
              <a:custGeom>
                <a:avLst/>
                <a:gdLst/>
                <a:ahLst/>
                <a:cxnLst/>
                <a:rect l="l" t="t" r="r" b="b"/>
                <a:pathLst>
                  <a:path w="45500" h="51302" extrusionOk="0">
                    <a:moveTo>
                      <a:pt x="17813" y="1"/>
                    </a:moveTo>
                    <a:lnTo>
                      <a:pt x="7606" y="10275"/>
                    </a:lnTo>
                    <a:cubicBezTo>
                      <a:pt x="6639" y="12443"/>
                      <a:pt x="4671" y="13977"/>
                      <a:pt x="3070" y="15745"/>
                    </a:cubicBezTo>
                    <a:cubicBezTo>
                      <a:pt x="1435" y="17480"/>
                      <a:pt x="1" y="19782"/>
                      <a:pt x="568" y="22117"/>
                    </a:cubicBezTo>
                    <a:cubicBezTo>
                      <a:pt x="2236" y="20749"/>
                      <a:pt x="3837" y="19348"/>
                      <a:pt x="5505" y="17980"/>
                    </a:cubicBezTo>
                    <a:lnTo>
                      <a:pt x="5505" y="17980"/>
                    </a:lnTo>
                    <a:cubicBezTo>
                      <a:pt x="4070" y="21683"/>
                      <a:pt x="3236" y="25653"/>
                      <a:pt x="3003" y="29622"/>
                    </a:cubicBezTo>
                    <a:cubicBezTo>
                      <a:pt x="2969" y="30589"/>
                      <a:pt x="3070" y="31790"/>
                      <a:pt x="3937" y="32257"/>
                    </a:cubicBezTo>
                    <a:cubicBezTo>
                      <a:pt x="5571" y="30323"/>
                      <a:pt x="7139" y="28421"/>
                      <a:pt x="8774" y="26486"/>
                    </a:cubicBezTo>
                    <a:lnTo>
                      <a:pt x="8774" y="26486"/>
                    </a:lnTo>
                    <a:cubicBezTo>
                      <a:pt x="8240" y="29255"/>
                      <a:pt x="7639" y="31990"/>
                      <a:pt x="7773" y="34792"/>
                    </a:cubicBezTo>
                    <a:cubicBezTo>
                      <a:pt x="7906" y="37561"/>
                      <a:pt x="8674" y="40463"/>
                      <a:pt x="10608" y="42498"/>
                    </a:cubicBezTo>
                    <a:cubicBezTo>
                      <a:pt x="11809" y="39162"/>
                      <a:pt x="12810" y="35760"/>
                      <a:pt x="13644" y="32324"/>
                    </a:cubicBezTo>
                    <a:cubicBezTo>
                      <a:pt x="14444" y="37594"/>
                      <a:pt x="15812" y="43265"/>
                      <a:pt x="20015" y="46467"/>
                    </a:cubicBezTo>
                    <a:cubicBezTo>
                      <a:pt x="20315" y="46668"/>
                      <a:pt x="20615" y="46868"/>
                      <a:pt x="20949" y="46934"/>
                    </a:cubicBezTo>
                    <a:cubicBezTo>
                      <a:pt x="20973" y="46936"/>
                      <a:pt x="20998" y="46937"/>
                      <a:pt x="21021" y="46937"/>
                    </a:cubicBezTo>
                    <a:cubicBezTo>
                      <a:pt x="22099" y="46937"/>
                      <a:pt x="22449" y="45476"/>
                      <a:pt x="22417" y="44366"/>
                    </a:cubicBezTo>
                    <a:cubicBezTo>
                      <a:pt x="22350" y="42364"/>
                      <a:pt x="22317" y="40430"/>
                      <a:pt x="22317" y="38395"/>
                    </a:cubicBezTo>
                    <a:lnTo>
                      <a:pt x="22317" y="38395"/>
                    </a:lnTo>
                    <a:cubicBezTo>
                      <a:pt x="24151" y="41998"/>
                      <a:pt x="26353" y="45433"/>
                      <a:pt x="28821" y="48636"/>
                    </a:cubicBezTo>
                    <a:cubicBezTo>
                      <a:pt x="29835" y="49926"/>
                      <a:pt x="31189" y="51302"/>
                      <a:pt x="32752" y="51302"/>
                    </a:cubicBezTo>
                    <a:cubicBezTo>
                      <a:pt x="32886" y="51302"/>
                      <a:pt x="33021" y="51292"/>
                      <a:pt x="33158" y="51271"/>
                    </a:cubicBezTo>
                    <a:cubicBezTo>
                      <a:pt x="32457" y="47802"/>
                      <a:pt x="31657" y="44366"/>
                      <a:pt x="30789" y="40997"/>
                    </a:cubicBezTo>
                    <a:lnTo>
                      <a:pt x="30789" y="40997"/>
                    </a:lnTo>
                    <a:cubicBezTo>
                      <a:pt x="33324" y="44366"/>
                      <a:pt x="36794" y="47101"/>
                      <a:pt x="40663" y="48769"/>
                    </a:cubicBezTo>
                    <a:cubicBezTo>
                      <a:pt x="39162" y="44433"/>
                      <a:pt x="37261" y="40263"/>
                      <a:pt x="35026" y="36260"/>
                    </a:cubicBezTo>
                    <a:lnTo>
                      <a:pt x="35026" y="36260"/>
                    </a:lnTo>
                    <a:cubicBezTo>
                      <a:pt x="36794" y="37161"/>
                      <a:pt x="37861" y="38962"/>
                      <a:pt x="39462" y="40163"/>
                    </a:cubicBezTo>
                    <a:cubicBezTo>
                      <a:pt x="40233" y="40737"/>
                      <a:pt x="41285" y="41085"/>
                      <a:pt x="42259" y="41085"/>
                    </a:cubicBezTo>
                    <a:cubicBezTo>
                      <a:pt x="43267" y="41085"/>
                      <a:pt x="44191" y="40712"/>
                      <a:pt x="44633" y="39829"/>
                    </a:cubicBezTo>
                    <a:cubicBezTo>
                      <a:pt x="45500" y="38061"/>
                      <a:pt x="43799" y="36160"/>
                      <a:pt x="42298" y="34859"/>
                    </a:cubicBezTo>
                    <a:cubicBezTo>
                      <a:pt x="37194" y="30623"/>
                      <a:pt x="32324" y="26120"/>
                      <a:pt x="27754" y="21316"/>
                    </a:cubicBezTo>
                    <a:cubicBezTo>
                      <a:pt x="24918" y="18381"/>
                      <a:pt x="22150" y="15312"/>
                      <a:pt x="20182" y="11776"/>
                    </a:cubicBezTo>
                    <a:cubicBezTo>
                      <a:pt x="18247" y="8173"/>
                      <a:pt x="17113" y="4004"/>
                      <a:pt x="178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1" name="Google Shape;4551;p58"/>
              <p:cNvSpPr/>
              <p:nvPr/>
            </p:nvSpPr>
            <p:spPr>
              <a:xfrm>
                <a:off x="3697900" y="1819750"/>
                <a:ext cx="1161700" cy="1308525"/>
              </a:xfrm>
              <a:custGeom>
                <a:avLst/>
                <a:gdLst/>
                <a:ahLst/>
                <a:cxnLst/>
                <a:rect l="l" t="t" r="r" b="b"/>
                <a:pathLst>
                  <a:path w="46468" h="52341" extrusionOk="0">
                    <a:moveTo>
                      <a:pt x="18578" y="0"/>
                    </a:moveTo>
                    <a:cubicBezTo>
                      <a:pt x="18332" y="0"/>
                      <a:pt x="18088" y="130"/>
                      <a:pt x="18014" y="411"/>
                    </a:cubicBezTo>
                    <a:cubicBezTo>
                      <a:pt x="16079" y="8717"/>
                      <a:pt x="21916" y="16222"/>
                      <a:pt x="27320" y="21826"/>
                    </a:cubicBezTo>
                    <a:cubicBezTo>
                      <a:pt x="30289" y="24929"/>
                      <a:pt x="33425" y="27931"/>
                      <a:pt x="36627" y="30866"/>
                    </a:cubicBezTo>
                    <a:cubicBezTo>
                      <a:pt x="38362" y="32401"/>
                      <a:pt x="40063" y="33902"/>
                      <a:pt x="41797" y="35303"/>
                    </a:cubicBezTo>
                    <a:cubicBezTo>
                      <a:pt x="43032" y="36270"/>
                      <a:pt x="45433" y="37871"/>
                      <a:pt x="45000" y="39739"/>
                    </a:cubicBezTo>
                    <a:cubicBezTo>
                      <a:pt x="44768" y="40667"/>
                      <a:pt x="44000" y="40994"/>
                      <a:pt x="43148" y="40994"/>
                    </a:cubicBezTo>
                    <a:cubicBezTo>
                      <a:pt x="42285" y="40994"/>
                      <a:pt x="41334" y="40659"/>
                      <a:pt x="40763" y="40273"/>
                    </a:cubicBezTo>
                    <a:cubicBezTo>
                      <a:pt x="39062" y="39105"/>
                      <a:pt x="38028" y="37271"/>
                      <a:pt x="36193" y="36237"/>
                    </a:cubicBezTo>
                    <a:cubicBezTo>
                      <a:pt x="36081" y="36175"/>
                      <a:pt x="35968" y="36147"/>
                      <a:pt x="35861" y="36147"/>
                    </a:cubicBezTo>
                    <a:cubicBezTo>
                      <a:pt x="35390" y="36147"/>
                      <a:pt x="35021" y="36670"/>
                      <a:pt x="35293" y="37104"/>
                    </a:cubicBezTo>
                    <a:cubicBezTo>
                      <a:pt x="37237" y="40664"/>
                      <a:pt x="38967" y="44357"/>
                      <a:pt x="40410" y="48137"/>
                    </a:cubicBezTo>
                    <a:lnTo>
                      <a:pt x="40410" y="48137"/>
                    </a:lnTo>
                    <a:cubicBezTo>
                      <a:pt x="37169" y="46481"/>
                      <a:pt x="34320" y="44145"/>
                      <a:pt x="32090" y="41240"/>
                    </a:cubicBezTo>
                    <a:cubicBezTo>
                      <a:pt x="31961" y="41064"/>
                      <a:pt x="31773" y="40983"/>
                      <a:pt x="31591" y="40983"/>
                    </a:cubicBezTo>
                    <a:cubicBezTo>
                      <a:pt x="31259" y="40983"/>
                      <a:pt x="30948" y="41254"/>
                      <a:pt x="31056" y="41707"/>
                    </a:cubicBezTo>
                    <a:cubicBezTo>
                      <a:pt x="31066" y="41746"/>
                      <a:pt x="31076" y="41785"/>
                      <a:pt x="31086" y="41823"/>
                    </a:cubicBezTo>
                    <a:lnTo>
                      <a:pt x="31086" y="41823"/>
                    </a:lnTo>
                    <a:cubicBezTo>
                      <a:pt x="31076" y="41829"/>
                      <a:pt x="31066" y="41835"/>
                      <a:pt x="31056" y="41841"/>
                    </a:cubicBezTo>
                    <a:cubicBezTo>
                      <a:pt x="31073" y="41863"/>
                      <a:pt x="31090" y="41885"/>
                      <a:pt x="31107" y="41907"/>
                    </a:cubicBezTo>
                    <a:lnTo>
                      <a:pt x="31107" y="41907"/>
                    </a:lnTo>
                    <a:cubicBezTo>
                      <a:pt x="31895" y="45010"/>
                      <a:pt x="32628" y="48140"/>
                      <a:pt x="33279" y="51246"/>
                    </a:cubicBezTo>
                    <a:lnTo>
                      <a:pt x="33279" y="51246"/>
                    </a:lnTo>
                    <a:cubicBezTo>
                      <a:pt x="32239" y="51112"/>
                      <a:pt x="31407" y="50380"/>
                      <a:pt x="30689" y="49580"/>
                    </a:cubicBezTo>
                    <a:cubicBezTo>
                      <a:pt x="29722" y="48512"/>
                      <a:pt x="28888" y="47345"/>
                      <a:pt x="28088" y="46110"/>
                    </a:cubicBezTo>
                    <a:cubicBezTo>
                      <a:pt x="26420" y="43742"/>
                      <a:pt x="24952" y="41240"/>
                      <a:pt x="23618" y="38672"/>
                    </a:cubicBezTo>
                    <a:cubicBezTo>
                      <a:pt x="23528" y="38479"/>
                      <a:pt x="23349" y="38395"/>
                      <a:pt x="23163" y="38395"/>
                    </a:cubicBezTo>
                    <a:cubicBezTo>
                      <a:pt x="22866" y="38395"/>
                      <a:pt x="22550" y="38610"/>
                      <a:pt x="22550" y="38939"/>
                    </a:cubicBezTo>
                    <a:cubicBezTo>
                      <a:pt x="22550" y="39038"/>
                      <a:pt x="22550" y="39138"/>
                      <a:pt x="22551" y="39239"/>
                    </a:cubicBezTo>
                    <a:lnTo>
                      <a:pt x="22551" y="39239"/>
                    </a:lnTo>
                    <a:cubicBezTo>
                      <a:pt x="22551" y="39239"/>
                      <a:pt x="22550" y="39239"/>
                      <a:pt x="22550" y="39239"/>
                    </a:cubicBezTo>
                    <a:cubicBezTo>
                      <a:pt x="22550" y="39239"/>
                      <a:pt x="22551" y="39240"/>
                      <a:pt x="22551" y="39240"/>
                    </a:cubicBezTo>
                    <a:lnTo>
                      <a:pt x="22551" y="39240"/>
                    </a:lnTo>
                    <a:cubicBezTo>
                      <a:pt x="22556" y="40412"/>
                      <a:pt x="22586" y="41605"/>
                      <a:pt x="22617" y="42741"/>
                    </a:cubicBezTo>
                    <a:cubicBezTo>
                      <a:pt x="22617" y="43742"/>
                      <a:pt x="22784" y="44876"/>
                      <a:pt x="22584" y="45877"/>
                    </a:cubicBezTo>
                    <a:cubicBezTo>
                      <a:pt x="22517" y="46210"/>
                      <a:pt x="22383" y="46744"/>
                      <a:pt x="22017" y="46844"/>
                    </a:cubicBezTo>
                    <a:cubicBezTo>
                      <a:pt x="21985" y="46851"/>
                      <a:pt x="21953" y="46854"/>
                      <a:pt x="21919" y="46854"/>
                    </a:cubicBezTo>
                    <a:cubicBezTo>
                      <a:pt x="21426" y="46854"/>
                      <a:pt x="20766" y="46192"/>
                      <a:pt x="20515" y="45910"/>
                    </a:cubicBezTo>
                    <a:cubicBezTo>
                      <a:pt x="19782" y="45276"/>
                      <a:pt x="19181" y="44543"/>
                      <a:pt x="18614" y="43742"/>
                    </a:cubicBezTo>
                    <a:cubicBezTo>
                      <a:pt x="16413" y="40506"/>
                      <a:pt x="15612" y="36504"/>
                      <a:pt x="15045" y="32667"/>
                    </a:cubicBezTo>
                    <a:cubicBezTo>
                      <a:pt x="14996" y="32393"/>
                      <a:pt x="14768" y="32267"/>
                      <a:pt x="14530" y="32267"/>
                    </a:cubicBezTo>
                    <a:cubicBezTo>
                      <a:pt x="14277" y="32267"/>
                      <a:pt x="14013" y="32409"/>
                      <a:pt x="13944" y="32667"/>
                    </a:cubicBezTo>
                    <a:cubicBezTo>
                      <a:pt x="13917" y="32779"/>
                      <a:pt x="13890" y="32890"/>
                      <a:pt x="13862" y="33001"/>
                    </a:cubicBezTo>
                    <a:lnTo>
                      <a:pt x="13844" y="33001"/>
                    </a:lnTo>
                    <a:cubicBezTo>
                      <a:pt x="13846" y="33016"/>
                      <a:pt x="13849" y="33032"/>
                      <a:pt x="13851" y="33047"/>
                    </a:cubicBezTo>
                    <a:lnTo>
                      <a:pt x="13851" y="33047"/>
                    </a:lnTo>
                    <a:cubicBezTo>
                      <a:pt x="13118" y="36004"/>
                      <a:pt x="12217" y="38935"/>
                      <a:pt x="11253" y="41820"/>
                    </a:cubicBezTo>
                    <a:lnTo>
                      <a:pt x="11253" y="41820"/>
                    </a:lnTo>
                    <a:cubicBezTo>
                      <a:pt x="8153" y="37652"/>
                      <a:pt x="9066" y="31870"/>
                      <a:pt x="10008" y="27063"/>
                    </a:cubicBezTo>
                    <a:cubicBezTo>
                      <a:pt x="10056" y="26821"/>
                      <a:pt x="9824" y="26579"/>
                      <a:pt x="9603" y="26579"/>
                    </a:cubicBezTo>
                    <a:cubicBezTo>
                      <a:pt x="9520" y="26579"/>
                      <a:pt x="9438" y="26614"/>
                      <a:pt x="9374" y="26697"/>
                    </a:cubicBezTo>
                    <a:cubicBezTo>
                      <a:pt x="9307" y="26776"/>
                      <a:pt x="9240" y="26855"/>
                      <a:pt x="9174" y="26935"/>
                    </a:cubicBezTo>
                    <a:lnTo>
                      <a:pt x="9174" y="26935"/>
                    </a:lnTo>
                    <a:lnTo>
                      <a:pt x="9107" y="26897"/>
                    </a:lnTo>
                    <a:lnTo>
                      <a:pt x="9107" y="26897"/>
                    </a:lnTo>
                    <a:cubicBezTo>
                      <a:pt x="9097" y="26948"/>
                      <a:pt x="9087" y="26999"/>
                      <a:pt x="9077" y="27050"/>
                    </a:cubicBezTo>
                    <a:lnTo>
                      <a:pt x="9077" y="27050"/>
                    </a:lnTo>
                    <a:cubicBezTo>
                      <a:pt x="7642" y="28758"/>
                      <a:pt x="6206" y="30493"/>
                      <a:pt x="4771" y="32255"/>
                    </a:cubicBezTo>
                    <a:lnTo>
                      <a:pt x="4771" y="32255"/>
                    </a:lnTo>
                    <a:cubicBezTo>
                      <a:pt x="4066" y="31587"/>
                      <a:pt x="4210" y="30349"/>
                      <a:pt x="4271" y="29499"/>
                    </a:cubicBezTo>
                    <a:cubicBezTo>
                      <a:pt x="4371" y="28164"/>
                      <a:pt x="4504" y="26863"/>
                      <a:pt x="4738" y="25562"/>
                    </a:cubicBezTo>
                    <a:cubicBezTo>
                      <a:pt x="5171" y="23194"/>
                      <a:pt x="5838" y="20859"/>
                      <a:pt x="6706" y="18557"/>
                    </a:cubicBezTo>
                    <a:cubicBezTo>
                      <a:pt x="6806" y="18332"/>
                      <a:pt x="6587" y="18220"/>
                      <a:pt x="6401" y="18220"/>
                    </a:cubicBezTo>
                    <a:cubicBezTo>
                      <a:pt x="6339" y="18220"/>
                      <a:pt x="6280" y="18232"/>
                      <a:pt x="6239" y="18257"/>
                    </a:cubicBezTo>
                    <a:cubicBezTo>
                      <a:pt x="6167" y="18318"/>
                      <a:pt x="6095" y="18378"/>
                      <a:pt x="6023" y="18438"/>
                    </a:cubicBezTo>
                    <a:lnTo>
                      <a:pt x="6023" y="18438"/>
                    </a:lnTo>
                    <a:cubicBezTo>
                      <a:pt x="6017" y="18433"/>
                      <a:pt x="6011" y="18429"/>
                      <a:pt x="6005" y="18424"/>
                    </a:cubicBezTo>
                    <a:cubicBezTo>
                      <a:pt x="5999" y="18439"/>
                      <a:pt x="5993" y="18453"/>
                      <a:pt x="5988" y="18468"/>
                    </a:cubicBezTo>
                    <a:lnTo>
                      <a:pt x="5988" y="18468"/>
                    </a:lnTo>
                    <a:cubicBezTo>
                      <a:pt x="4538" y="19685"/>
                      <a:pt x="3111" y="20878"/>
                      <a:pt x="1663" y="22069"/>
                    </a:cubicBezTo>
                    <a:lnTo>
                      <a:pt x="1663" y="22069"/>
                    </a:lnTo>
                    <a:cubicBezTo>
                      <a:pt x="1114" y="17357"/>
                      <a:pt x="6991" y="14730"/>
                      <a:pt x="8607" y="10818"/>
                    </a:cubicBezTo>
                    <a:cubicBezTo>
                      <a:pt x="8564" y="10753"/>
                      <a:pt x="8449" y="10702"/>
                      <a:pt x="8356" y="10702"/>
                    </a:cubicBezTo>
                    <a:cubicBezTo>
                      <a:pt x="8307" y="10702"/>
                      <a:pt x="8263" y="10717"/>
                      <a:pt x="8240" y="10752"/>
                    </a:cubicBezTo>
                    <a:cubicBezTo>
                      <a:pt x="6239" y="14788"/>
                      <a:pt x="1" y="17423"/>
                      <a:pt x="1035" y="22727"/>
                    </a:cubicBezTo>
                    <a:cubicBezTo>
                      <a:pt x="1056" y="22855"/>
                      <a:pt x="1187" y="22915"/>
                      <a:pt x="1314" y="22915"/>
                    </a:cubicBezTo>
                    <a:cubicBezTo>
                      <a:pt x="1385" y="22915"/>
                      <a:pt x="1454" y="22896"/>
                      <a:pt x="1502" y="22860"/>
                    </a:cubicBezTo>
                    <a:cubicBezTo>
                      <a:pt x="2887" y="21697"/>
                      <a:pt x="4249" y="20556"/>
                      <a:pt x="5626" y="19420"/>
                    </a:cubicBezTo>
                    <a:lnTo>
                      <a:pt x="5626" y="19420"/>
                    </a:lnTo>
                    <a:cubicBezTo>
                      <a:pt x="4733" y="21879"/>
                      <a:pt x="4119" y="24416"/>
                      <a:pt x="3737" y="27030"/>
                    </a:cubicBezTo>
                    <a:cubicBezTo>
                      <a:pt x="3570" y="28264"/>
                      <a:pt x="3370" y="29599"/>
                      <a:pt x="3403" y="30866"/>
                    </a:cubicBezTo>
                    <a:cubicBezTo>
                      <a:pt x="3437" y="31767"/>
                      <a:pt x="3703" y="32567"/>
                      <a:pt x="4504" y="33068"/>
                    </a:cubicBezTo>
                    <a:cubicBezTo>
                      <a:pt x="4555" y="33093"/>
                      <a:pt x="4616" y="33104"/>
                      <a:pt x="4675" y="33104"/>
                    </a:cubicBezTo>
                    <a:cubicBezTo>
                      <a:pt x="4771" y="33104"/>
                      <a:pt x="4863" y="33076"/>
                      <a:pt x="4904" y="33034"/>
                    </a:cubicBezTo>
                    <a:cubicBezTo>
                      <a:pt x="6225" y="31472"/>
                      <a:pt x="7523" y="29931"/>
                      <a:pt x="8817" y="28377"/>
                    </a:cubicBezTo>
                    <a:lnTo>
                      <a:pt x="8817" y="28377"/>
                    </a:lnTo>
                    <a:cubicBezTo>
                      <a:pt x="7831" y="33537"/>
                      <a:pt x="7137" y="39180"/>
                      <a:pt x="10909" y="43408"/>
                    </a:cubicBezTo>
                    <a:cubicBezTo>
                      <a:pt x="11014" y="43526"/>
                      <a:pt x="11148" y="43577"/>
                      <a:pt x="11284" y="43577"/>
                    </a:cubicBezTo>
                    <a:cubicBezTo>
                      <a:pt x="11534" y="43577"/>
                      <a:pt x="11789" y="43401"/>
                      <a:pt x="11876" y="43142"/>
                    </a:cubicBezTo>
                    <a:cubicBezTo>
                      <a:pt x="12786" y="40614"/>
                      <a:pt x="13562" y="38048"/>
                      <a:pt x="14262" y="35473"/>
                    </a:cubicBezTo>
                    <a:lnTo>
                      <a:pt x="14262" y="35473"/>
                    </a:lnTo>
                    <a:cubicBezTo>
                      <a:pt x="14985" y="39297"/>
                      <a:pt x="16167" y="43166"/>
                      <a:pt x="18881" y="46044"/>
                    </a:cubicBezTo>
                    <a:cubicBezTo>
                      <a:pt x="19548" y="46778"/>
                      <a:pt x="20515" y="47845"/>
                      <a:pt x="21550" y="48012"/>
                    </a:cubicBezTo>
                    <a:cubicBezTo>
                      <a:pt x="21620" y="48020"/>
                      <a:pt x="21689" y="48024"/>
                      <a:pt x="21756" y="48024"/>
                    </a:cubicBezTo>
                    <a:cubicBezTo>
                      <a:pt x="22518" y="48024"/>
                      <a:pt x="23078" y="47519"/>
                      <a:pt x="23384" y="46844"/>
                    </a:cubicBezTo>
                    <a:cubicBezTo>
                      <a:pt x="23851" y="45844"/>
                      <a:pt x="23718" y="44676"/>
                      <a:pt x="23718" y="43575"/>
                    </a:cubicBezTo>
                    <a:cubicBezTo>
                      <a:pt x="23701" y="42825"/>
                      <a:pt x="23693" y="42075"/>
                      <a:pt x="23681" y="41321"/>
                    </a:cubicBezTo>
                    <a:lnTo>
                      <a:pt x="23681" y="41321"/>
                    </a:lnTo>
                    <a:cubicBezTo>
                      <a:pt x="24932" y="43520"/>
                      <a:pt x="26304" y="45626"/>
                      <a:pt x="27754" y="47712"/>
                    </a:cubicBezTo>
                    <a:cubicBezTo>
                      <a:pt x="29114" y="49546"/>
                      <a:pt x="30864" y="52340"/>
                      <a:pt x="33459" y="52340"/>
                    </a:cubicBezTo>
                    <a:cubicBezTo>
                      <a:pt x="33601" y="52340"/>
                      <a:pt x="33745" y="52332"/>
                      <a:pt x="33892" y="52315"/>
                    </a:cubicBezTo>
                    <a:cubicBezTo>
                      <a:pt x="34259" y="52281"/>
                      <a:pt x="34525" y="51981"/>
                      <a:pt x="34425" y="51614"/>
                    </a:cubicBezTo>
                    <a:cubicBezTo>
                      <a:pt x="33891" y="48968"/>
                      <a:pt x="33318" y="46360"/>
                      <a:pt x="32691" y="43776"/>
                    </a:cubicBezTo>
                    <a:lnTo>
                      <a:pt x="32691" y="43776"/>
                    </a:lnTo>
                    <a:cubicBezTo>
                      <a:pt x="35055" y="46320"/>
                      <a:pt x="37903" y="48391"/>
                      <a:pt x="41097" y="49813"/>
                    </a:cubicBezTo>
                    <a:cubicBezTo>
                      <a:pt x="41192" y="49864"/>
                      <a:pt x="41299" y="49888"/>
                      <a:pt x="41405" y="49888"/>
                    </a:cubicBezTo>
                    <a:cubicBezTo>
                      <a:pt x="41782" y="49888"/>
                      <a:pt x="42154" y="49588"/>
                      <a:pt x="41997" y="49146"/>
                    </a:cubicBezTo>
                    <a:cubicBezTo>
                      <a:pt x="40785" y="45766"/>
                      <a:pt x="39393" y="42466"/>
                      <a:pt x="37805" y="39261"/>
                    </a:cubicBezTo>
                    <a:lnTo>
                      <a:pt x="37805" y="39261"/>
                    </a:lnTo>
                    <a:cubicBezTo>
                      <a:pt x="39320" y="40742"/>
                      <a:pt x="40797" y="42351"/>
                      <a:pt x="42876" y="42351"/>
                    </a:cubicBezTo>
                    <a:cubicBezTo>
                      <a:pt x="43262" y="42351"/>
                      <a:pt x="43668" y="42296"/>
                      <a:pt x="44099" y="42174"/>
                    </a:cubicBezTo>
                    <a:cubicBezTo>
                      <a:pt x="45567" y="41741"/>
                      <a:pt x="46467" y="40340"/>
                      <a:pt x="46234" y="38839"/>
                    </a:cubicBezTo>
                    <a:cubicBezTo>
                      <a:pt x="45900" y="37004"/>
                      <a:pt x="44266" y="35570"/>
                      <a:pt x="42931" y="34402"/>
                    </a:cubicBezTo>
                    <a:cubicBezTo>
                      <a:pt x="39396" y="31266"/>
                      <a:pt x="35860" y="28131"/>
                      <a:pt x="32524" y="24795"/>
                    </a:cubicBezTo>
                    <a:cubicBezTo>
                      <a:pt x="29255" y="21593"/>
                      <a:pt x="25886" y="18324"/>
                      <a:pt x="23251" y="14521"/>
                    </a:cubicBezTo>
                    <a:cubicBezTo>
                      <a:pt x="20415" y="10418"/>
                      <a:pt x="18714" y="5615"/>
                      <a:pt x="19181" y="578"/>
                    </a:cubicBezTo>
                    <a:cubicBezTo>
                      <a:pt x="19200" y="206"/>
                      <a:pt x="18887" y="0"/>
                      <a:pt x="185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58"/>
              <p:cNvSpPr/>
              <p:nvPr/>
            </p:nvSpPr>
            <p:spPr>
              <a:xfrm>
                <a:off x="3720425" y="2109800"/>
                <a:ext cx="165150" cy="273975"/>
              </a:xfrm>
              <a:custGeom>
                <a:avLst/>
                <a:gdLst/>
                <a:ahLst/>
                <a:cxnLst/>
                <a:rect l="l" t="t" r="r" b="b"/>
                <a:pathLst>
                  <a:path w="6606" h="10959" extrusionOk="0">
                    <a:moveTo>
                      <a:pt x="6555" y="0"/>
                    </a:moveTo>
                    <a:cubicBezTo>
                      <a:pt x="6530" y="0"/>
                      <a:pt x="6505" y="17"/>
                      <a:pt x="6505" y="50"/>
                    </a:cubicBezTo>
                    <a:cubicBezTo>
                      <a:pt x="5838" y="2452"/>
                      <a:pt x="4270" y="4053"/>
                      <a:pt x="2602" y="5888"/>
                    </a:cubicBezTo>
                    <a:cubicBezTo>
                      <a:pt x="1268" y="7289"/>
                      <a:pt x="67" y="8957"/>
                      <a:pt x="0" y="10958"/>
                    </a:cubicBezTo>
                    <a:cubicBezTo>
                      <a:pt x="67" y="10958"/>
                      <a:pt x="101" y="10958"/>
                      <a:pt x="101" y="10925"/>
                    </a:cubicBezTo>
                    <a:cubicBezTo>
                      <a:pt x="267" y="8390"/>
                      <a:pt x="2135" y="6588"/>
                      <a:pt x="3770" y="4887"/>
                    </a:cubicBezTo>
                    <a:cubicBezTo>
                      <a:pt x="5071" y="3553"/>
                      <a:pt x="6472" y="1952"/>
                      <a:pt x="6605" y="50"/>
                    </a:cubicBezTo>
                    <a:cubicBezTo>
                      <a:pt x="6605" y="17"/>
                      <a:pt x="6580" y="0"/>
                      <a:pt x="65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58"/>
              <p:cNvSpPr/>
              <p:nvPr/>
            </p:nvSpPr>
            <p:spPr>
              <a:xfrm>
                <a:off x="3797975" y="2136475"/>
                <a:ext cx="158475" cy="506425"/>
              </a:xfrm>
              <a:custGeom>
                <a:avLst/>
                <a:gdLst/>
                <a:ahLst/>
                <a:cxnLst/>
                <a:rect l="l" t="t" r="r" b="b"/>
                <a:pathLst>
                  <a:path w="6339" h="20257" extrusionOk="0">
                    <a:moveTo>
                      <a:pt x="6284" y="1"/>
                    </a:moveTo>
                    <a:cubicBezTo>
                      <a:pt x="6255" y="1"/>
                      <a:pt x="6222" y="17"/>
                      <a:pt x="6205" y="51"/>
                    </a:cubicBezTo>
                    <a:cubicBezTo>
                      <a:pt x="5738" y="1819"/>
                      <a:pt x="5538" y="3587"/>
                      <a:pt x="5071" y="5355"/>
                    </a:cubicBezTo>
                    <a:cubicBezTo>
                      <a:pt x="4604" y="7223"/>
                      <a:pt x="3870" y="9024"/>
                      <a:pt x="3036" y="10759"/>
                    </a:cubicBezTo>
                    <a:cubicBezTo>
                      <a:pt x="1635" y="13727"/>
                      <a:pt x="1" y="16896"/>
                      <a:pt x="534" y="20232"/>
                    </a:cubicBezTo>
                    <a:cubicBezTo>
                      <a:pt x="334" y="16363"/>
                      <a:pt x="2236" y="13160"/>
                      <a:pt x="3837" y="9758"/>
                    </a:cubicBezTo>
                    <a:cubicBezTo>
                      <a:pt x="5238" y="6756"/>
                      <a:pt x="6138" y="3387"/>
                      <a:pt x="6339" y="51"/>
                    </a:cubicBezTo>
                    <a:cubicBezTo>
                      <a:pt x="6339" y="17"/>
                      <a:pt x="6314" y="1"/>
                      <a:pt x="6284" y="1"/>
                    </a:cubicBezTo>
                    <a:close/>
                    <a:moveTo>
                      <a:pt x="534" y="20232"/>
                    </a:moveTo>
                    <a:lnTo>
                      <a:pt x="534" y="20232"/>
                    </a:lnTo>
                    <a:cubicBezTo>
                      <a:pt x="518" y="20249"/>
                      <a:pt x="518" y="20257"/>
                      <a:pt x="522" y="20257"/>
                    </a:cubicBezTo>
                    <a:cubicBezTo>
                      <a:pt x="526" y="20257"/>
                      <a:pt x="534" y="20249"/>
                      <a:pt x="534" y="2023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58"/>
              <p:cNvSpPr/>
              <p:nvPr/>
            </p:nvSpPr>
            <p:spPr>
              <a:xfrm>
                <a:off x="3939750" y="2192150"/>
                <a:ext cx="112600" cy="690925"/>
              </a:xfrm>
              <a:custGeom>
                <a:avLst/>
                <a:gdLst/>
                <a:ahLst/>
                <a:cxnLst/>
                <a:rect l="l" t="t" r="r" b="b"/>
                <a:pathLst>
                  <a:path w="4504" h="27637" extrusionOk="0">
                    <a:moveTo>
                      <a:pt x="3119" y="0"/>
                    </a:moveTo>
                    <a:cubicBezTo>
                      <a:pt x="3094" y="0"/>
                      <a:pt x="3069" y="9"/>
                      <a:pt x="3069" y="25"/>
                    </a:cubicBezTo>
                    <a:cubicBezTo>
                      <a:pt x="3970" y="4896"/>
                      <a:pt x="3003" y="9566"/>
                      <a:pt x="1968" y="14336"/>
                    </a:cubicBezTo>
                    <a:cubicBezTo>
                      <a:pt x="1001" y="18672"/>
                      <a:pt x="0" y="23209"/>
                      <a:pt x="1168" y="27612"/>
                    </a:cubicBezTo>
                    <a:cubicBezTo>
                      <a:pt x="1185" y="27629"/>
                      <a:pt x="1201" y="27637"/>
                      <a:pt x="1214" y="27637"/>
                    </a:cubicBezTo>
                    <a:cubicBezTo>
                      <a:pt x="1226" y="27637"/>
                      <a:pt x="1235" y="27629"/>
                      <a:pt x="1235" y="27612"/>
                    </a:cubicBezTo>
                    <a:cubicBezTo>
                      <a:pt x="234" y="22775"/>
                      <a:pt x="1368" y="18005"/>
                      <a:pt x="2402" y="13302"/>
                    </a:cubicBezTo>
                    <a:cubicBezTo>
                      <a:pt x="3369" y="9032"/>
                      <a:pt x="4504" y="4328"/>
                      <a:pt x="3169" y="25"/>
                    </a:cubicBezTo>
                    <a:cubicBezTo>
                      <a:pt x="3169" y="9"/>
                      <a:pt x="3144" y="0"/>
                      <a:pt x="311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4555;p58"/>
              <p:cNvSpPr/>
              <p:nvPr/>
            </p:nvSpPr>
            <p:spPr>
              <a:xfrm>
                <a:off x="3969175" y="2201275"/>
                <a:ext cx="274975" cy="801275"/>
              </a:xfrm>
              <a:custGeom>
                <a:avLst/>
                <a:gdLst/>
                <a:ahLst/>
                <a:cxnLst/>
                <a:rect l="l" t="t" r="r" b="b"/>
                <a:pathLst>
                  <a:path w="10999" h="32051" extrusionOk="0">
                    <a:moveTo>
                      <a:pt x="112" y="0"/>
                    </a:moveTo>
                    <a:cubicBezTo>
                      <a:pt x="63" y="0"/>
                      <a:pt x="0" y="55"/>
                      <a:pt x="24" y="127"/>
                    </a:cubicBezTo>
                    <a:cubicBezTo>
                      <a:pt x="1625" y="2663"/>
                      <a:pt x="3293" y="5131"/>
                      <a:pt x="4561" y="7833"/>
                    </a:cubicBezTo>
                    <a:cubicBezTo>
                      <a:pt x="5762" y="10468"/>
                      <a:pt x="6529" y="13304"/>
                      <a:pt x="7029" y="16139"/>
                    </a:cubicBezTo>
                    <a:cubicBezTo>
                      <a:pt x="7530" y="18874"/>
                      <a:pt x="7863" y="21676"/>
                      <a:pt x="8397" y="24378"/>
                    </a:cubicBezTo>
                    <a:cubicBezTo>
                      <a:pt x="8897" y="26980"/>
                      <a:pt x="9531" y="29815"/>
                      <a:pt x="10999" y="32050"/>
                    </a:cubicBezTo>
                    <a:cubicBezTo>
                      <a:pt x="10498" y="30683"/>
                      <a:pt x="9898" y="29415"/>
                      <a:pt x="9498" y="27981"/>
                    </a:cubicBezTo>
                    <a:cubicBezTo>
                      <a:pt x="9131" y="26680"/>
                      <a:pt x="8831" y="25345"/>
                      <a:pt x="8564" y="24011"/>
                    </a:cubicBezTo>
                    <a:cubicBezTo>
                      <a:pt x="8063" y="21209"/>
                      <a:pt x="7730" y="18374"/>
                      <a:pt x="7196" y="15605"/>
                    </a:cubicBezTo>
                    <a:cubicBezTo>
                      <a:pt x="6696" y="12837"/>
                      <a:pt x="5995" y="10168"/>
                      <a:pt x="4828" y="7666"/>
                    </a:cubicBezTo>
                    <a:cubicBezTo>
                      <a:pt x="3560" y="4964"/>
                      <a:pt x="1892" y="2462"/>
                      <a:pt x="158" y="27"/>
                    </a:cubicBezTo>
                    <a:cubicBezTo>
                      <a:pt x="148" y="9"/>
                      <a:pt x="131" y="0"/>
                      <a:pt x="1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4556;p58"/>
              <p:cNvSpPr/>
              <p:nvPr/>
            </p:nvSpPr>
            <p:spPr>
              <a:xfrm>
                <a:off x="4179550" y="2441450"/>
                <a:ext cx="349800" cy="677000"/>
              </a:xfrm>
              <a:custGeom>
                <a:avLst/>
                <a:gdLst/>
                <a:ahLst/>
                <a:cxnLst/>
                <a:rect l="l" t="t" r="r" b="b"/>
                <a:pathLst>
                  <a:path w="13992" h="27080" extrusionOk="0">
                    <a:moveTo>
                      <a:pt x="89" y="0"/>
                    </a:moveTo>
                    <a:cubicBezTo>
                      <a:pt x="39" y="0"/>
                      <a:pt x="1" y="55"/>
                      <a:pt x="49" y="127"/>
                    </a:cubicBezTo>
                    <a:cubicBezTo>
                      <a:pt x="1416" y="2529"/>
                      <a:pt x="3218" y="4731"/>
                      <a:pt x="4819" y="7032"/>
                    </a:cubicBezTo>
                    <a:cubicBezTo>
                      <a:pt x="5653" y="8166"/>
                      <a:pt x="6420" y="9367"/>
                      <a:pt x="6853" y="10668"/>
                    </a:cubicBezTo>
                    <a:cubicBezTo>
                      <a:pt x="7320" y="11869"/>
                      <a:pt x="7587" y="13137"/>
                      <a:pt x="7821" y="14371"/>
                    </a:cubicBezTo>
                    <a:cubicBezTo>
                      <a:pt x="8388" y="16806"/>
                      <a:pt x="9155" y="19174"/>
                      <a:pt x="10156" y="21476"/>
                    </a:cubicBezTo>
                    <a:cubicBezTo>
                      <a:pt x="11023" y="23511"/>
                      <a:pt x="12091" y="25879"/>
                      <a:pt x="13992" y="27080"/>
                    </a:cubicBezTo>
                    <a:cubicBezTo>
                      <a:pt x="12991" y="26313"/>
                      <a:pt x="12391" y="25212"/>
                      <a:pt x="11824" y="24078"/>
                    </a:cubicBezTo>
                    <a:cubicBezTo>
                      <a:pt x="11223" y="22877"/>
                      <a:pt x="10656" y="21576"/>
                      <a:pt x="10156" y="20342"/>
                    </a:cubicBezTo>
                    <a:cubicBezTo>
                      <a:pt x="9255" y="17973"/>
                      <a:pt x="8655" y="15538"/>
                      <a:pt x="8121" y="13037"/>
                    </a:cubicBezTo>
                    <a:cubicBezTo>
                      <a:pt x="7587" y="10568"/>
                      <a:pt x="6620" y="8533"/>
                      <a:pt x="5152" y="6499"/>
                    </a:cubicBezTo>
                    <a:cubicBezTo>
                      <a:pt x="3584" y="4297"/>
                      <a:pt x="1983" y="2029"/>
                      <a:pt x="149" y="27"/>
                    </a:cubicBezTo>
                    <a:cubicBezTo>
                      <a:pt x="130" y="9"/>
                      <a:pt x="109" y="0"/>
                      <a:pt x="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58"/>
              <p:cNvSpPr/>
              <p:nvPr/>
            </p:nvSpPr>
            <p:spPr>
              <a:xfrm>
                <a:off x="4146825" y="2530375"/>
                <a:ext cx="580175" cy="532350"/>
              </a:xfrm>
              <a:custGeom>
                <a:avLst/>
                <a:gdLst/>
                <a:ahLst/>
                <a:cxnLst/>
                <a:rect l="l" t="t" r="r" b="b"/>
                <a:pathLst>
                  <a:path w="23207" h="21294" extrusionOk="0">
                    <a:moveTo>
                      <a:pt x="102" y="1"/>
                    </a:moveTo>
                    <a:cubicBezTo>
                      <a:pt x="44" y="1"/>
                      <a:pt x="1" y="110"/>
                      <a:pt x="90" y="140"/>
                    </a:cubicBezTo>
                    <a:cubicBezTo>
                      <a:pt x="4960" y="1841"/>
                      <a:pt x="8963" y="5110"/>
                      <a:pt x="12466" y="8846"/>
                    </a:cubicBezTo>
                    <a:cubicBezTo>
                      <a:pt x="16135" y="12849"/>
                      <a:pt x="19537" y="17185"/>
                      <a:pt x="23207" y="21255"/>
                    </a:cubicBezTo>
                    <a:cubicBezTo>
                      <a:pt x="19637" y="16818"/>
                      <a:pt x="16135" y="12282"/>
                      <a:pt x="12265" y="8145"/>
                    </a:cubicBezTo>
                    <a:cubicBezTo>
                      <a:pt x="8930" y="4576"/>
                      <a:pt x="4927" y="1240"/>
                      <a:pt x="123" y="6"/>
                    </a:cubicBezTo>
                    <a:cubicBezTo>
                      <a:pt x="116" y="2"/>
                      <a:pt x="109" y="1"/>
                      <a:pt x="102" y="1"/>
                    </a:cubicBezTo>
                    <a:close/>
                    <a:moveTo>
                      <a:pt x="23207" y="21255"/>
                    </a:moveTo>
                    <a:cubicBezTo>
                      <a:pt x="23178" y="21283"/>
                      <a:pt x="23174" y="21293"/>
                      <a:pt x="23178" y="21293"/>
                    </a:cubicBezTo>
                    <a:cubicBezTo>
                      <a:pt x="23184" y="21293"/>
                      <a:pt x="23207" y="21274"/>
                      <a:pt x="23207" y="2125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58"/>
              <p:cNvSpPr/>
              <p:nvPr/>
            </p:nvSpPr>
            <p:spPr>
              <a:xfrm>
                <a:off x="4083525" y="1934350"/>
                <a:ext cx="738550" cy="912875"/>
              </a:xfrm>
              <a:custGeom>
                <a:avLst/>
                <a:gdLst/>
                <a:ahLst/>
                <a:cxnLst/>
                <a:rect l="l" t="t" r="r" b="b"/>
                <a:pathLst>
                  <a:path w="29542" h="36515" extrusionOk="0">
                    <a:moveTo>
                      <a:pt x="168" y="0"/>
                    </a:moveTo>
                    <a:cubicBezTo>
                      <a:pt x="87" y="0"/>
                      <a:pt x="0" y="64"/>
                      <a:pt x="20" y="163"/>
                    </a:cubicBezTo>
                    <a:cubicBezTo>
                      <a:pt x="1288" y="5868"/>
                      <a:pt x="4590" y="11238"/>
                      <a:pt x="8093" y="15808"/>
                    </a:cubicBezTo>
                    <a:cubicBezTo>
                      <a:pt x="11895" y="20778"/>
                      <a:pt x="16365" y="25115"/>
                      <a:pt x="21069" y="29251"/>
                    </a:cubicBezTo>
                    <a:cubicBezTo>
                      <a:pt x="23837" y="31686"/>
                      <a:pt x="26639" y="34154"/>
                      <a:pt x="29508" y="36489"/>
                    </a:cubicBezTo>
                    <a:cubicBezTo>
                      <a:pt x="20501" y="28083"/>
                      <a:pt x="10494" y="20211"/>
                      <a:pt x="4290" y="9337"/>
                    </a:cubicBezTo>
                    <a:cubicBezTo>
                      <a:pt x="2622" y="6401"/>
                      <a:pt x="1388" y="3299"/>
                      <a:pt x="287" y="97"/>
                    </a:cubicBezTo>
                    <a:cubicBezTo>
                      <a:pt x="274" y="29"/>
                      <a:pt x="222" y="0"/>
                      <a:pt x="168" y="0"/>
                    </a:cubicBezTo>
                    <a:close/>
                    <a:moveTo>
                      <a:pt x="29508" y="36489"/>
                    </a:moveTo>
                    <a:cubicBezTo>
                      <a:pt x="29508" y="36506"/>
                      <a:pt x="29525" y="36514"/>
                      <a:pt x="29533" y="36514"/>
                    </a:cubicBezTo>
                    <a:cubicBezTo>
                      <a:pt x="29541" y="36514"/>
                      <a:pt x="29541" y="36506"/>
                      <a:pt x="29508" y="3648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58"/>
              <p:cNvSpPr/>
              <p:nvPr/>
            </p:nvSpPr>
            <p:spPr>
              <a:xfrm>
                <a:off x="3907225" y="2400700"/>
                <a:ext cx="40875" cy="62950"/>
              </a:xfrm>
              <a:custGeom>
                <a:avLst/>
                <a:gdLst/>
                <a:ahLst/>
                <a:cxnLst/>
                <a:rect l="l" t="t" r="r" b="b"/>
                <a:pathLst>
                  <a:path w="1635" h="2518" extrusionOk="0">
                    <a:moveTo>
                      <a:pt x="271" y="1"/>
                    </a:moveTo>
                    <a:cubicBezTo>
                      <a:pt x="251" y="1"/>
                      <a:pt x="234" y="9"/>
                      <a:pt x="234" y="23"/>
                    </a:cubicBezTo>
                    <a:cubicBezTo>
                      <a:pt x="134" y="456"/>
                      <a:pt x="101" y="857"/>
                      <a:pt x="101" y="1290"/>
                    </a:cubicBezTo>
                    <a:cubicBezTo>
                      <a:pt x="101" y="1557"/>
                      <a:pt x="0" y="2058"/>
                      <a:pt x="134" y="2324"/>
                    </a:cubicBezTo>
                    <a:cubicBezTo>
                      <a:pt x="222" y="2465"/>
                      <a:pt x="335" y="2518"/>
                      <a:pt x="461" y="2518"/>
                    </a:cubicBezTo>
                    <a:cubicBezTo>
                      <a:pt x="814" y="2518"/>
                      <a:pt x="1265" y="2107"/>
                      <a:pt x="1535" y="2058"/>
                    </a:cubicBezTo>
                    <a:cubicBezTo>
                      <a:pt x="1635" y="2058"/>
                      <a:pt x="1635" y="1991"/>
                      <a:pt x="1535" y="1991"/>
                    </a:cubicBezTo>
                    <a:cubicBezTo>
                      <a:pt x="1368" y="1991"/>
                      <a:pt x="1268" y="1991"/>
                      <a:pt x="1068" y="2058"/>
                    </a:cubicBezTo>
                    <a:cubicBezTo>
                      <a:pt x="1001" y="2124"/>
                      <a:pt x="934" y="2191"/>
                      <a:pt x="834" y="2224"/>
                    </a:cubicBezTo>
                    <a:cubicBezTo>
                      <a:pt x="771" y="2287"/>
                      <a:pt x="708" y="2321"/>
                      <a:pt x="649" y="2321"/>
                    </a:cubicBezTo>
                    <a:cubicBezTo>
                      <a:pt x="582" y="2321"/>
                      <a:pt x="520" y="2279"/>
                      <a:pt x="467" y="2191"/>
                    </a:cubicBezTo>
                    <a:cubicBezTo>
                      <a:pt x="301" y="2158"/>
                      <a:pt x="201" y="2058"/>
                      <a:pt x="234" y="1891"/>
                    </a:cubicBezTo>
                    <a:cubicBezTo>
                      <a:pt x="201" y="1657"/>
                      <a:pt x="234" y="1324"/>
                      <a:pt x="234" y="1057"/>
                    </a:cubicBezTo>
                    <a:cubicBezTo>
                      <a:pt x="234" y="723"/>
                      <a:pt x="301" y="390"/>
                      <a:pt x="334" y="56"/>
                    </a:cubicBezTo>
                    <a:cubicBezTo>
                      <a:pt x="334" y="17"/>
                      <a:pt x="300" y="1"/>
                      <a:pt x="2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58"/>
              <p:cNvSpPr/>
              <p:nvPr/>
            </p:nvSpPr>
            <p:spPr>
              <a:xfrm>
                <a:off x="4070675" y="2610025"/>
                <a:ext cx="29200" cy="44275"/>
              </a:xfrm>
              <a:custGeom>
                <a:avLst/>
                <a:gdLst/>
                <a:ahLst/>
                <a:cxnLst/>
                <a:rect l="l" t="t" r="r" b="b"/>
                <a:pathLst>
                  <a:path w="1168" h="1771" extrusionOk="0">
                    <a:moveTo>
                      <a:pt x="70" y="0"/>
                    </a:moveTo>
                    <a:cubicBezTo>
                      <a:pt x="35" y="0"/>
                      <a:pt x="0" y="17"/>
                      <a:pt x="0" y="56"/>
                    </a:cubicBezTo>
                    <a:cubicBezTo>
                      <a:pt x="0" y="723"/>
                      <a:pt x="367" y="1323"/>
                      <a:pt x="934" y="1757"/>
                    </a:cubicBezTo>
                    <a:cubicBezTo>
                      <a:pt x="944" y="1767"/>
                      <a:pt x="954" y="1771"/>
                      <a:pt x="965" y="1771"/>
                    </a:cubicBezTo>
                    <a:cubicBezTo>
                      <a:pt x="990" y="1771"/>
                      <a:pt x="1021" y="1747"/>
                      <a:pt x="1068" y="1724"/>
                    </a:cubicBezTo>
                    <a:cubicBezTo>
                      <a:pt x="1168" y="1323"/>
                      <a:pt x="1168" y="990"/>
                      <a:pt x="1135" y="623"/>
                    </a:cubicBezTo>
                    <a:cubicBezTo>
                      <a:pt x="1135" y="606"/>
                      <a:pt x="1101" y="598"/>
                      <a:pt x="1068" y="598"/>
                    </a:cubicBezTo>
                    <a:cubicBezTo>
                      <a:pt x="1035" y="598"/>
                      <a:pt x="1001" y="606"/>
                      <a:pt x="1001" y="623"/>
                    </a:cubicBezTo>
                    <a:cubicBezTo>
                      <a:pt x="1001" y="949"/>
                      <a:pt x="1001" y="1248"/>
                      <a:pt x="955" y="1545"/>
                    </a:cubicBezTo>
                    <a:lnTo>
                      <a:pt x="955" y="1545"/>
                    </a:lnTo>
                    <a:cubicBezTo>
                      <a:pt x="465" y="1178"/>
                      <a:pt x="227" y="643"/>
                      <a:pt x="134" y="22"/>
                    </a:cubicBezTo>
                    <a:cubicBezTo>
                      <a:pt x="120" y="9"/>
                      <a:pt x="95" y="0"/>
                      <a:pt x="7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58"/>
              <p:cNvSpPr/>
              <p:nvPr/>
            </p:nvSpPr>
            <p:spPr>
              <a:xfrm>
                <a:off x="4587700" y="2559700"/>
                <a:ext cx="50075" cy="50925"/>
              </a:xfrm>
              <a:custGeom>
                <a:avLst/>
                <a:gdLst/>
                <a:ahLst/>
                <a:cxnLst/>
                <a:rect l="l" t="t" r="r" b="b"/>
                <a:pathLst>
                  <a:path w="2003" h="2037" extrusionOk="0">
                    <a:moveTo>
                      <a:pt x="234" y="1302"/>
                    </a:moveTo>
                    <a:lnTo>
                      <a:pt x="234" y="1302"/>
                    </a:lnTo>
                    <a:cubicBezTo>
                      <a:pt x="237" y="1309"/>
                      <a:pt x="240" y="1316"/>
                      <a:pt x="242" y="1322"/>
                    </a:cubicBezTo>
                    <a:lnTo>
                      <a:pt x="242" y="1322"/>
                    </a:lnTo>
                    <a:cubicBezTo>
                      <a:pt x="240" y="1315"/>
                      <a:pt x="237" y="1308"/>
                      <a:pt x="234" y="1302"/>
                    </a:cubicBezTo>
                    <a:close/>
                    <a:moveTo>
                      <a:pt x="68" y="1"/>
                    </a:moveTo>
                    <a:cubicBezTo>
                      <a:pt x="1" y="1"/>
                      <a:pt x="1" y="67"/>
                      <a:pt x="1" y="67"/>
                    </a:cubicBezTo>
                    <a:cubicBezTo>
                      <a:pt x="535" y="334"/>
                      <a:pt x="1102" y="768"/>
                      <a:pt x="1469" y="1268"/>
                    </a:cubicBezTo>
                    <a:cubicBezTo>
                      <a:pt x="1502" y="1302"/>
                      <a:pt x="1535" y="1402"/>
                      <a:pt x="1602" y="1435"/>
                    </a:cubicBezTo>
                    <a:cubicBezTo>
                      <a:pt x="1547" y="1656"/>
                      <a:pt x="1469" y="1786"/>
                      <a:pt x="1330" y="1786"/>
                    </a:cubicBezTo>
                    <a:cubicBezTo>
                      <a:pt x="1301" y="1786"/>
                      <a:pt x="1269" y="1780"/>
                      <a:pt x="1235" y="1769"/>
                    </a:cubicBezTo>
                    <a:cubicBezTo>
                      <a:pt x="1102" y="1702"/>
                      <a:pt x="935" y="1668"/>
                      <a:pt x="801" y="1602"/>
                    </a:cubicBezTo>
                    <a:lnTo>
                      <a:pt x="435" y="1335"/>
                    </a:lnTo>
                    <a:cubicBezTo>
                      <a:pt x="358" y="1335"/>
                      <a:pt x="315" y="1357"/>
                      <a:pt x="285" y="1357"/>
                    </a:cubicBezTo>
                    <a:cubicBezTo>
                      <a:pt x="267" y="1357"/>
                      <a:pt x="254" y="1348"/>
                      <a:pt x="242" y="1322"/>
                    </a:cubicBezTo>
                    <a:lnTo>
                      <a:pt x="242" y="1322"/>
                    </a:lnTo>
                    <a:cubicBezTo>
                      <a:pt x="299" y="1477"/>
                      <a:pt x="275" y="1572"/>
                      <a:pt x="435" y="1668"/>
                    </a:cubicBezTo>
                    <a:cubicBezTo>
                      <a:pt x="568" y="1802"/>
                      <a:pt x="735" y="1935"/>
                      <a:pt x="935" y="1969"/>
                    </a:cubicBezTo>
                    <a:cubicBezTo>
                      <a:pt x="1072" y="1999"/>
                      <a:pt x="1237" y="2036"/>
                      <a:pt x="1391" y="2036"/>
                    </a:cubicBezTo>
                    <a:cubicBezTo>
                      <a:pt x="1575" y="2036"/>
                      <a:pt x="1745" y="1983"/>
                      <a:pt x="1836" y="1802"/>
                    </a:cubicBezTo>
                    <a:cubicBezTo>
                      <a:pt x="2002" y="1435"/>
                      <a:pt x="1602" y="1001"/>
                      <a:pt x="1335" y="768"/>
                    </a:cubicBezTo>
                    <a:cubicBezTo>
                      <a:pt x="968" y="434"/>
                      <a:pt x="568" y="167"/>
                      <a:pt x="6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58"/>
              <p:cNvSpPr/>
              <p:nvPr/>
            </p:nvSpPr>
            <p:spPr>
              <a:xfrm>
                <a:off x="3787150" y="2258650"/>
                <a:ext cx="44200" cy="48025"/>
              </a:xfrm>
              <a:custGeom>
                <a:avLst/>
                <a:gdLst/>
                <a:ahLst/>
                <a:cxnLst/>
                <a:rect l="l" t="t" r="r" b="b"/>
                <a:pathLst>
                  <a:path w="1768" h="1921" extrusionOk="0">
                    <a:moveTo>
                      <a:pt x="834" y="1"/>
                    </a:moveTo>
                    <a:lnTo>
                      <a:pt x="834" y="1"/>
                    </a:lnTo>
                    <a:cubicBezTo>
                      <a:pt x="500" y="101"/>
                      <a:pt x="167" y="534"/>
                      <a:pt x="100" y="868"/>
                    </a:cubicBezTo>
                    <a:cubicBezTo>
                      <a:pt x="0" y="1168"/>
                      <a:pt x="67" y="1502"/>
                      <a:pt x="267" y="1702"/>
                    </a:cubicBezTo>
                    <a:cubicBezTo>
                      <a:pt x="404" y="1856"/>
                      <a:pt x="564" y="1920"/>
                      <a:pt x="727" y="1920"/>
                    </a:cubicBezTo>
                    <a:cubicBezTo>
                      <a:pt x="1196" y="1920"/>
                      <a:pt x="1694" y="1389"/>
                      <a:pt x="1768" y="968"/>
                    </a:cubicBezTo>
                    <a:cubicBezTo>
                      <a:pt x="1768" y="945"/>
                      <a:pt x="1720" y="906"/>
                      <a:pt x="1680" y="906"/>
                    </a:cubicBezTo>
                    <a:cubicBezTo>
                      <a:pt x="1662" y="906"/>
                      <a:pt x="1645" y="914"/>
                      <a:pt x="1635" y="935"/>
                    </a:cubicBezTo>
                    <a:cubicBezTo>
                      <a:pt x="1501" y="1168"/>
                      <a:pt x="1401" y="1368"/>
                      <a:pt x="1134" y="1535"/>
                    </a:cubicBezTo>
                    <a:cubicBezTo>
                      <a:pt x="998" y="1644"/>
                      <a:pt x="851" y="1703"/>
                      <a:pt x="716" y="1703"/>
                    </a:cubicBezTo>
                    <a:cubicBezTo>
                      <a:pt x="519" y="1703"/>
                      <a:pt x="346" y="1578"/>
                      <a:pt x="267" y="1302"/>
                    </a:cubicBezTo>
                    <a:cubicBezTo>
                      <a:pt x="167" y="1001"/>
                      <a:pt x="300" y="701"/>
                      <a:pt x="500" y="468"/>
                    </a:cubicBezTo>
                    <a:cubicBezTo>
                      <a:pt x="634" y="334"/>
                      <a:pt x="801" y="201"/>
                      <a:pt x="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58"/>
              <p:cNvSpPr/>
              <p:nvPr/>
            </p:nvSpPr>
            <p:spPr>
              <a:xfrm>
                <a:off x="3130825" y="598675"/>
                <a:ext cx="938200" cy="1260275"/>
              </a:xfrm>
              <a:custGeom>
                <a:avLst/>
                <a:gdLst/>
                <a:ahLst/>
                <a:cxnLst/>
                <a:rect l="l" t="t" r="r" b="b"/>
                <a:pathLst>
                  <a:path w="37528" h="50411" extrusionOk="0">
                    <a:moveTo>
                      <a:pt x="9005" y="0"/>
                    </a:moveTo>
                    <a:cubicBezTo>
                      <a:pt x="8834" y="0"/>
                      <a:pt x="8666" y="46"/>
                      <a:pt x="8507" y="152"/>
                    </a:cubicBezTo>
                    <a:cubicBezTo>
                      <a:pt x="8073" y="452"/>
                      <a:pt x="7973" y="986"/>
                      <a:pt x="7973" y="1520"/>
                    </a:cubicBezTo>
                    <a:cubicBezTo>
                      <a:pt x="7973" y="3154"/>
                      <a:pt x="8574" y="4689"/>
                      <a:pt x="9241" y="6157"/>
                    </a:cubicBezTo>
                    <a:cubicBezTo>
                      <a:pt x="10208" y="8291"/>
                      <a:pt x="11242" y="10393"/>
                      <a:pt x="12310" y="12528"/>
                    </a:cubicBezTo>
                    <a:lnTo>
                      <a:pt x="3170" y="5656"/>
                    </a:lnTo>
                    <a:cubicBezTo>
                      <a:pt x="2930" y="5460"/>
                      <a:pt x="2575" y="5263"/>
                      <a:pt x="2265" y="5263"/>
                    </a:cubicBezTo>
                    <a:cubicBezTo>
                      <a:pt x="2102" y="5263"/>
                      <a:pt x="1951" y="5318"/>
                      <a:pt x="1836" y="5456"/>
                    </a:cubicBezTo>
                    <a:cubicBezTo>
                      <a:pt x="1702" y="5556"/>
                      <a:pt x="1669" y="5790"/>
                      <a:pt x="1635" y="5956"/>
                    </a:cubicBezTo>
                    <a:cubicBezTo>
                      <a:pt x="1168" y="8792"/>
                      <a:pt x="2403" y="11627"/>
                      <a:pt x="3804" y="14129"/>
                    </a:cubicBezTo>
                    <a:cubicBezTo>
                      <a:pt x="5538" y="17398"/>
                      <a:pt x="7540" y="20533"/>
                      <a:pt x="9741" y="23536"/>
                    </a:cubicBezTo>
                    <a:cubicBezTo>
                      <a:pt x="6739" y="22868"/>
                      <a:pt x="3870" y="21634"/>
                      <a:pt x="1335" y="19900"/>
                    </a:cubicBezTo>
                    <a:cubicBezTo>
                      <a:pt x="1110" y="19750"/>
                      <a:pt x="866" y="19618"/>
                      <a:pt x="618" y="19618"/>
                    </a:cubicBezTo>
                    <a:cubicBezTo>
                      <a:pt x="535" y="19618"/>
                      <a:pt x="451" y="19633"/>
                      <a:pt x="368" y="19666"/>
                    </a:cubicBezTo>
                    <a:cubicBezTo>
                      <a:pt x="1" y="19833"/>
                      <a:pt x="1" y="20367"/>
                      <a:pt x="34" y="20734"/>
                    </a:cubicBezTo>
                    <a:cubicBezTo>
                      <a:pt x="501" y="23335"/>
                      <a:pt x="1902" y="25670"/>
                      <a:pt x="3737" y="27538"/>
                    </a:cubicBezTo>
                    <a:cubicBezTo>
                      <a:pt x="5572" y="29406"/>
                      <a:pt x="7807" y="30874"/>
                      <a:pt x="10041" y="32242"/>
                    </a:cubicBezTo>
                    <a:cubicBezTo>
                      <a:pt x="9375" y="33363"/>
                      <a:pt x="7993" y="33824"/>
                      <a:pt x="6695" y="33824"/>
                    </a:cubicBezTo>
                    <a:cubicBezTo>
                      <a:pt x="6564" y="33824"/>
                      <a:pt x="6434" y="33819"/>
                      <a:pt x="6305" y="33810"/>
                    </a:cubicBezTo>
                    <a:cubicBezTo>
                      <a:pt x="4871" y="33710"/>
                      <a:pt x="3537" y="33176"/>
                      <a:pt x="2169" y="32842"/>
                    </a:cubicBezTo>
                    <a:cubicBezTo>
                      <a:pt x="2028" y="32795"/>
                      <a:pt x="1878" y="32763"/>
                      <a:pt x="1736" y="32763"/>
                    </a:cubicBezTo>
                    <a:cubicBezTo>
                      <a:pt x="1576" y="32763"/>
                      <a:pt x="1425" y="32803"/>
                      <a:pt x="1302" y="32909"/>
                    </a:cubicBezTo>
                    <a:cubicBezTo>
                      <a:pt x="1035" y="33109"/>
                      <a:pt x="1068" y="33543"/>
                      <a:pt x="1202" y="33843"/>
                    </a:cubicBezTo>
                    <a:cubicBezTo>
                      <a:pt x="1869" y="36245"/>
                      <a:pt x="3704" y="38179"/>
                      <a:pt x="5805" y="39514"/>
                    </a:cubicBezTo>
                    <a:cubicBezTo>
                      <a:pt x="7873" y="40848"/>
                      <a:pt x="10308" y="41615"/>
                      <a:pt x="12643" y="42416"/>
                    </a:cubicBezTo>
                    <a:cubicBezTo>
                      <a:pt x="10909" y="42416"/>
                      <a:pt x="9174" y="42382"/>
                      <a:pt x="7473" y="42382"/>
                    </a:cubicBezTo>
                    <a:cubicBezTo>
                      <a:pt x="7340" y="42382"/>
                      <a:pt x="7173" y="42382"/>
                      <a:pt x="7073" y="42449"/>
                    </a:cubicBezTo>
                    <a:cubicBezTo>
                      <a:pt x="6906" y="42583"/>
                      <a:pt x="6906" y="42883"/>
                      <a:pt x="7006" y="43116"/>
                    </a:cubicBezTo>
                    <a:cubicBezTo>
                      <a:pt x="7907" y="46552"/>
                      <a:pt x="11009" y="49121"/>
                      <a:pt x="14478" y="50021"/>
                    </a:cubicBezTo>
                    <a:cubicBezTo>
                      <a:pt x="15527" y="50289"/>
                      <a:pt x="16606" y="50410"/>
                      <a:pt x="17691" y="50410"/>
                    </a:cubicBezTo>
                    <a:cubicBezTo>
                      <a:pt x="20123" y="50410"/>
                      <a:pt x="22591" y="49800"/>
                      <a:pt x="24852" y="48854"/>
                    </a:cubicBezTo>
                    <a:cubicBezTo>
                      <a:pt x="28088" y="47419"/>
                      <a:pt x="30990" y="45285"/>
                      <a:pt x="33758" y="43116"/>
                    </a:cubicBezTo>
                    <a:cubicBezTo>
                      <a:pt x="35022" y="42154"/>
                      <a:pt x="36393" y="40839"/>
                      <a:pt x="36382" y="39343"/>
                    </a:cubicBezTo>
                    <a:lnTo>
                      <a:pt x="36382" y="39343"/>
                    </a:lnTo>
                    <a:cubicBezTo>
                      <a:pt x="36760" y="39738"/>
                      <a:pt x="37142" y="40129"/>
                      <a:pt x="37528" y="40514"/>
                    </a:cubicBezTo>
                    <a:lnTo>
                      <a:pt x="36327" y="38847"/>
                    </a:lnTo>
                    <a:lnTo>
                      <a:pt x="36327" y="38847"/>
                    </a:lnTo>
                    <a:cubicBezTo>
                      <a:pt x="36363" y="39014"/>
                      <a:pt x="36381" y="39179"/>
                      <a:pt x="36382" y="39343"/>
                    </a:cubicBezTo>
                    <a:lnTo>
                      <a:pt x="36382" y="39343"/>
                    </a:lnTo>
                    <a:cubicBezTo>
                      <a:pt x="29561" y="32209"/>
                      <a:pt x="24015" y="23461"/>
                      <a:pt x="22751" y="13695"/>
                    </a:cubicBezTo>
                    <a:cubicBezTo>
                      <a:pt x="22550" y="12161"/>
                      <a:pt x="22484" y="10560"/>
                      <a:pt x="22250" y="9025"/>
                    </a:cubicBezTo>
                    <a:cubicBezTo>
                      <a:pt x="21883" y="6390"/>
                      <a:pt x="21183" y="3855"/>
                      <a:pt x="20082" y="1453"/>
                    </a:cubicBezTo>
                    <a:cubicBezTo>
                      <a:pt x="19882" y="986"/>
                      <a:pt x="19648" y="486"/>
                      <a:pt x="19148" y="352"/>
                    </a:cubicBezTo>
                    <a:cubicBezTo>
                      <a:pt x="19072" y="332"/>
                      <a:pt x="18997" y="323"/>
                      <a:pt x="18922" y="323"/>
                    </a:cubicBezTo>
                    <a:cubicBezTo>
                      <a:pt x="18502" y="323"/>
                      <a:pt x="18107" y="623"/>
                      <a:pt x="17880" y="1020"/>
                    </a:cubicBezTo>
                    <a:cubicBezTo>
                      <a:pt x="17647" y="1487"/>
                      <a:pt x="17647" y="1987"/>
                      <a:pt x="17580" y="2487"/>
                    </a:cubicBezTo>
                    <a:cubicBezTo>
                      <a:pt x="17547" y="5389"/>
                      <a:pt x="17914" y="8325"/>
                      <a:pt x="18581" y="11160"/>
                    </a:cubicBezTo>
                    <a:cubicBezTo>
                      <a:pt x="16079" y="7658"/>
                      <a:pt x="13411" y="4289"/>
                      <a:pt x="10642" y="1020"/>
                    </a:cubicBezTo>
                    <a:cubicBezTo>
                      <a:pt x="10204" y="530"/>
                      <a:pt x="9586" y="0"/>
                      <a:pt x="90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58"/>
              <p:cNvSpPr/>
              <p:nvPr/>
            </p:nvSpPr>
            <p:spPr>
              <a:xfrm>
                <a:off x="3115825" y="590575"/>
                <a:ext cx="956550" cy="1277875"/>
              </a:xfrm>
              <a:custGeom>
                <a:avLst/>
                <a:gdLst/>
                <a:ahLst/>
                <a:cxnLst/>
                <a:rect l="l" t="t" r="r" b="b"/>
                <a:pathLst>
                  <a:path w="38262" h="51115" extrusionOk="0">
                    <a:moveTo>
                      <a:pt x="9474" y="753"/>
                    </a:moveTo>
                    <a:cubicBezTo>
                      <a:pt x="9867" y="753"/>
                      <a:pt x="10272" y="1074"/>
                      <a:pt x="10508" y="1310"/>
                    </a:cubicBezTo>
                    <a:cubicBezTo>
                      <a:pt x="11275" y="1977"/>
                      <a:pt x="11876" y="2878"/>
                      <a:pt x="12543" y="3645"/>
                    </a:cubicBezTo>
                    <a:cubicBezTo>
                      <a:pt x="13277" y="4479"/>
                      <a:pt x="13944" y="5313"/>
                      <a:pt x="14611" y="6147"/>
                    </a:cubicBezTo>
                    <a:cubicBezTo>
                      <a:pt x="16045" y="7982"/>
                      <a:pt x="17480" y="9850"/>
                      <a:pt x="18847" y="11718"/>
                    </a:cubicBezTo>
                    <a:cubicBezTo>
                      <a:pt x="18909" y="11816"/>
                      <a:pt x="19006" y="11860"/>
                      <a:pt x="19099" y="11860"/>
                    </a:cubicBezTo>
                    <a:cubicBezTo>
                      <a:pt x="19261" y="11860"/>
                      <a:pt x="19411" y="11729"/>
                      <a:pt x="19348" y="11517"/>
                    </a:cubicBezTo>
                    <a:cubicBezTo>
                      <a:pt x="19337" y="11471"/>
                      <a:pt x="19325" y="11424"/>
                      <a:pt x="19314" y="11377"/>
                    </a:cubicBezTo>
                    <a:lnTo>
                      <a:pt x="19314" y="11377"/>
                    </a:lnTo>
                    <a:cubicBezTo>
                      <a:pt x="19370" y="11358"/>
                      <a:pt x="19426" y="11340"/>
                      <a:pt x="19481" y="11317"/>
                    </a:cubicBezTo>
                    <a:cubicBezTo>
                      <a:pt x="19393" y="11193"/>
                      <a:pt x="19305" y="11069"/>
                      <a:pt x="19216" y="10945"/>
                    </a:cubicBezTo>
                    <a:lnTo>
                      <a:pt x="19216" y="10945"/>
                    </a:lnTo>
                    <a:cubicBezTo>
                      <a:pt x="18818" y="9162"/>
                      <a:pt x="18537" y="7351"/>
                      <a:pt x="18447" y="5513"/>
                    </a:cubicBezTo>
                    <a:cubicBezTo>
                      <a:pt x="18347" y="4546"/>
                      <a:pt x="18314" y="3612"/>
                      <a:pt x="18347" y="2678"/>
                    </a:cubicBezTo>
                    <a:cubicBezTo>
                      <a:pt x="18380" y="2177"/>
                      <a:pt x="18480" y="1377"/>
                      <a:pt x="19014" y="1143"/>
                    </a:cubicBezTo>
                    <a:cubicBezTo>
                      <a:pt x="19142" y="1088"/>
                      <a:pt x="19260" y="1063"/>
                      <a:pt x="19369" y="1063"/>
                    </a:cubicBezTo>
                    <a:cubicBezTo>
                      <a:pt x="20107" y="1063"/>
                      <a:pt x="20416" y="2217"/>
                      <a:pt x="20649" y="2711"/>
                    </a:cubicBezTo>
                    <a:cubicBezTo>
                      <a:pt x="21349" y="4479"/>
                      <a:pt x="21950" y="6314"/>
                      <a:pt x="22283" y="8182"/>
                    </a:cubicBezTo>
                    <a:cubicBezTo>
                      <a:pt x="22650" y="10217"/>
                      <a:pt x="22717" y="12318"/>
                      <a:pt x="23017" y="14353"/>
                    </a:cubicBezTo>
                    <a:cubicBezTo>
                      <a:pt x="23851" y="20958"/>
                      <a:pt x="26686" y="27129"/>
                      <a:pt x="30522" y="32532"/>
                    </a:cubicBezTo>
                    <a:cubicBezTo>
                      <a:pt x="32304" y="35082"/>
                      <a:pt x="34334" y="37451"/>
                      <a:pt x="36518" y="39658"/>
                    </a:cubicBezTo>
                    <a:lnTo>
                      <a:pt x="36518" y="39658"/>
                    </a:lnTo>
                    <a:cubicBezTo>
                      <a:pt x="36513" y="40868"/>
                      <a:pt x="35575" y="41879"/>
                      <a:pt x="34692" y="42640"/>
                    </a:cubicBezTo>
                    <a:cubicBezTo>
                      <a:pt x="33658" y="43540"/>
                      <a:pt x="32524" y="44341"/>
                      <a:pt x="31423" y="45175"/>
                    </a:cubicBezTo>
                    <a:cubicBezTo>
                      <a:pt x="29155" y="46809"/>
                      <a:pt x="26753" y="48310"/>
                      <a:pt x="24118" y="49311"/>
                    </a:cubicBezTo>
                    <a:cubicBezTo>
                      <a:pt x="22272" y="49981"/>
                      <a:pt x="20264" y="50373"/>
                      <a:pt x="18284" y="50373"/>
                    </a:cubicBezTo>
                    <a:cubicBezTo>
                      <a:pt x="15037" y="50373"/>
                      <a:pt x="11866" y="49320"/>
                      <a:pt x="9607" y="46709"/>
                    </a:cubicBezTo>
                    <a:cubicBezTo>
                      <a:pt x="9174" y="46209"/>
                      <a:pt x="7272" y="43507"/>
                      <a:pt x="8140" y="43207"/>
                    </a:cubicBezTo>
                    <a:cubicBezTo>
                      <a:pt x="8240" y="43162"/>
                      <a:pt x="8366" y="43148"/>
                      <a:pt x="8500" y="43148"/>
                    </a:cubicBezTo>
                    <a:cubicBezTo>
                      <a:pt x="8770" y="43148"/>
                      <a:pt x="9074" y="43207"/>
                      <a:pt x="9274" y="43207"/>
                    </a:cubicBezTo>
                    <a:lnTo>
                      <a:pt x="10541" y="43207"/>
                    </a:lnTo>
                    <a:cubicBezTo>
                      <a:pt x="11442" y="43207"/>
                      <a:pt x="12276" y="43207"/>
                      <a:pt x="13143" y="43240"/>
                    </a:cubicBezTo>
                    <a:cubicBezTo>
                      <a:pt x="13544" y="43240"/>
                      <a:pt x="13644" y="42673"/>
                      <a:pt x="13210" y="42540"/>
                    </a:cubicBezTo>
                    <a:cubicBezTo>
                      <a:pt x="13208" y="42539"/>
                      <a:pt x="13206" y="42538"/>
                      <a:pt x="13204" y="42538"/>
                    </a:cubicBezTo>
                    <a:lnTo>
                      <a:pt x="13204" y="42538"/>
                    </a:lnTo>
                    <a:cubicBezTo>
                      <a:pt x="13208" y="42479"/>
                      <a:pt x="13210" y="42424"/>
                      <a:pt x="13210" y="42373"/>
                    </a:cubicBezTo>
                    <a:cubicBezTo>
                      <a:pt x="13042" y="42373"/>
                      <a:pt x="12876" y="42373"/>
                      <a:pt x="12710" y="42373"/>
                    </a:cubicBezTo>
                    <a:lnTo>
                      <a:pt x="12710" y="42373"/>
                    </a:lnTo>
                    <a:cubicBezTo>
                      <a:pt x="8833" y="41071"/>
                      <a:pt x="4553" y="39469"/>
                      <a:pt x="2602" y="35568"/>
                    </a:cubicBezTo>
                    <a:cubicBezTo>
                      <a:pt x="2436" y="35301"/>
                      <a:pt x="2002" y="34534"/>
                      <a:pt x="2035" y="34200"/>
                    </a:cubicBezTo>
                    <a:cubicBezTo>
                      <a:pt x="2091" y="33799"/>
                      <a:pt x="2330" y="33673"/>
                      <a:pt x="2627" y="33673"/>
                    </a:cubicBezTo>
                    <a:cubicBezTo>
                      <a:pt x="3045" y="33673"/>
                      <a:pt x="3577" y="33922"/>
                      <a:pt x="3870" y="34000"/>
                    </a:cubicBezTo>
                    <a:cubicBezTo>
                      <a:pt x="4837" y="34234"/>
                      <a:pt x="5805" y="34534"/>
                      <a:pt x="6805" y="34634"/>
                    </a:cubicBezTo>
                    <a:cubicBezTo>
                      <a:pt x="6894" y="34638"/>
                      <a:pt x="6984" y="34640"/>
                      <a:pt x="7073" y="34640"/>
                    </a:cubicBezTo>
                    <a:cubicBezTo>
                      <a:pt x="8523" y="34640"/>
                      <a:pt x="9993" y="34123"/>
                      <a:pt x="10842" y="32866"/>
                    </a:cubicBezTo>
                    <a:cubicBezTo>
                      <a:pt x="10975" y="32699"/>
                      <a:pt x="10875" y="32466"/>
                      <a:pt x="10708" y="32366"/>
                    </a:cubicBezTo>
                    <a:cubicBezTo>
                      <a:pt x="7006" y="30131"/>
                      <a:pt x="3169" y="27395"/>
                      <a:pt x="1502" y="23226"/>
                    </a:cubicBezTo>
                    <a:cubicBezTo>
                      <a:pt x="1335" y="22826"/>
                      <a:pt x="1168" y="22359"/>
                      <a:pt x="1101" y="21892"/>
                    </a:cubicBezTo>
                    <a:cubicBezTo>
                      <a:pt x="981" y="21502"/>
                      <a:pt x="619" y="20518"/>
                      <a:pt x="1275" y="20518"/>
                    </a:cubicBezTo>
                    <a:cubicBezTo>
                      <a:pt x="1348" y="20518"/>
                      <a:pt x="1434" y="20530"/>
                      <a:pt x="1535" y="20557"/>
                    </a:cubicBezTo>
                    <a:cubicBezTo>
                      <a:pt x="2002" y="20691"/>
                      <a:pt x="2502" y="21191"/>
                      <a:pt x="2936" y="21391"/>
                    </a:cubicBezTo>
                    <a:cubicBezTo>
                      <a:pt x="3336" y="21658"/>
                      <a:pt x="3803" y="21892"/>
                      <a:pt x="4204" y="22125"/>
                    </a:cubicBezTo>
                    <a:cubicBezTo>
                      <a:pt x="6105" y="23059"/>
                      <a:pt x="8106" y="23793"/>
                      <a:pt x="10174" y="24293"/>
                    </a:cubicBezTo>
                    <a:cubicBezTo>
                      <a:pt x="10188" y="24295"/>
                      <a:pt x="10202" y="24296"/>
                      <a:pt x="10216" y="24296"/>
                    </a:cubicBezTo>
                    <a:cubicBezTo>
                      <a:pt x="10474" y="24296"/>
                      <a:pt x="10763" y="24014"/>
                      <a:pt x="10541" y="23793"/>
                    </a:cubicBezTo>
                    <a:cubicBezTo>
                      <a:pt x="10494" y="23727"/>
                      <a:pt x="10447" y="23661"/>
                      <a:pt x="10400" y="23594"/>
                    </a:cubicBezTo>
                    <a:lnTo>
                      <a:pt x="10400" y="23594"/>
                    </a:lnTo>
                    <a:lnTo>
                      <a:pt x="10475" y="23493"/>
                    </a:lnTo>
                    <a:cubicBezTo>
                      <a:pt x="10416" y="23479"/>
                      <a:pt x="10357" y="23464"/>
                      <a:pt x="10298" y="23450"/>
                    </a:cubicBezTo>
                    <a:lnTo>
                      <a:pt x="10298" y="23450"/>
                    </a:lnTo>
                    <a:cubicBezTo>
                      <a:pt x="8888" y="21459"/>
                      <a:pt x="7569" y="19439"/>
                      <a:pt x="6338" y="17388"/>
                    </a:cubicBezTo>
                    <a:cubicBezTo>
                      <a:pt x="5004" y="15153"/>
                      <a:pt x="3603" y="12818"/>
                      <a:pt x="2836" y="10317"/>
                    </a:cubicBezTo>
                    <a:cubicBezTo>
                      <a:pt x="2636" y="9649"/>
                      <a:pt x="2502" y="8982"/>
                      <a:pt x="2436" y="8315"/>
                    </a:cubicBezTo>
                    <a:cubicBezTo>
                      <a:pt x="2369" y="8015"/>
                      <a:pt x="2369" y="7715"/>
                      <a:pt x="2369" y="7381"/>
                    </a:cubicBezTo>
                    <a:cubicBezTo>
                      <a:pt x="2369" y="6881"/>
                      <a:pt x="2302" y="6514"/>
                      <a:pt x="2803" y="6280"/>
                    </a:cubicBezTo>
                    <a:cubicBezTo>
                      <a:pt x="2946" y="6196"/>
                      <a:pt x="3051" y="6160"/>
                      <a:pt x="3142" y="6160"/>
                    </a:cubicBezTo>
                    <a:cubicBezTo>
                      <a:pt x="3305" y="6160"/>
                      <a:pt x="3423" y="6276"/>
                      <a:pt x="3636" y="6447"/>
                    </a:cubicBezTo>
                    <a:cubicBezTo>
                      <a:pt x="3937" y="6647"/>
                      <a:pt x="4170" y="6847"/>
                      <a:pt x="4437" y="7048"/>
                    </a:cubicBezTo>
                    <a:cubicBezTo>
                      <a:pt x="4971" y="7481"/>
                      <a:pt x="5504" y="7848"/>
                      <a:pt x="6038" y="8282"/>
                    </a:cubicBezTo>
                    <a:cubicBezTo>
                      <a:pt x="8273" y="9950"/>
                      <a:pt x="10441" y="11551"/>
                      <a:pt x="12643" y="13219"/>
                    </a:cubicBezTo>
                    <a:cubicBezTo>
                      <a:pt x="12707" y="13268"/>
                      <a:pt x="12768" y="13289"/>
                      <a:pt x="12823" y="13289"/>
                    </a:cubicBezTo>
                    <a:cubicBezTo>
                      <a:pt x="13026" y="13289"/>
                      <a:pt x="13148" y="13002"/>
                      <a:pt x="13043" y="12818"/>
                    </a:cubicBezTo>
                    <a:cubicBezTo>
                      <a:pt x="13016" y="12764"/>
                      <a:pt x="12989" y="12709"/>
                      <a:pt x="12962" y="12654"/>
                    </a:cubicBezTo>
                    <a:lnTo>
                      <a:pt x="12962" y="12654"/>
                    </a:lnTo>
                    <a:lnTo>
                      <a:pt x="13110" y="12518"/>
                    </a:lnTo>
                    <a:cubicBezTo>
                      <a:pt x="12996" y="12432"/>
                      <a:pt x="12882" y="12346"/>
                      <a:pt x="12768" y="12260"/>
                    </a:cubicBezTo>
                    <a:lnTo>
                      <a:pt x="12768" y="12260"/>
                    </a:lnTo>
                    <a:cubicBezTo>
                      <a:pt x="11854" y="10400"/>
                      <a:pt x="10920" y="8493"/>
                      <a:pt x="10041" y="6614"/>
                    </a:cubicBezTo>
                    <a:cubicBezTo>
                      <a:pt x="9607" y="5613"/>
                      <a:pt x="9140" y="4613"/>
                      <a:pt x="8874" y="3512"/>
                    </a:cubicBezTo>
                    <a:cubicBezTo>
                      <a:pt x="8773" y="2945"/>
                      <a:pt x="8640" y="2311"/>
                      <a:pt x="8707" y="1710"/>
                    </a:cubicBezTo>
                    <a:cubicBezTo>
                      <a:pt x="8773" y="1477"/>
                      <a:pt x="8807" y="1110"/>
                      <a:pt x="9007" y="943"/>
                    </a:cubicBezTo>
                    <a:cubicBezTo>
                      <a:pt x="9153" y="807"/>
                      <a:pt x="9312" y="753"/>
                      <a:pt x="9474" y="753"/>
                    </a:cubicBezTo>
                    <a:close/>
                    <a:moveTo>
                      <a:pt x="9666" y="1"/>
                    </a:moveTo>
                    <a:cubicBezTo>
                      <a:pt x="9614" y="1"/>
                      <a:pt x="9561" y="3"/>
                      <a:pt x="9507" y="9"/>
                    </a:cubicBezTo>
                    <a:cubicBezTo>
                      <a:pt x="7339" y="243"/>
                      <a:pt x="8540" y="4012"/>
                      <a:pt x="9007" y="5080"/>
                    </a:cubicBezTo>
                    <a:cubicBezTo>
                      <a:pt x="9915" y="7349"/>
                      <a:pt x="11040" y="9571"/>
                      <a:pt x="12116" y="11765"/>
                    </a:cubicBezTo>
                    <a:lnTo>
                      <a:pt x="12116" y="11765"/>
                    </a:lnTo>
                    <a:cubicBezTo>
                      <a:pt x="9852" y="10049"/>
                      <a:pt x="7603" y="8335"/>
                      <a:pt x="5304" y="6647"/>
                    </a:cubicBezTo>
                    <a:cubicBezTo>
                      <a:pt x="4766" y="6251"/>
                      <a:pt x="3795" y="5205"/>
                      <a:pt x="2922" y="5205"/>
                    </a:cubicBezTo>
                    <a:cubicBezTo>
                      <a:pt x="2767" y="5205"/>
                      <a:pt x="2615" y="5238"/>
                      <a:pt x="2469" y="5313"/>
                    </a:cubicBezTo>
                    <a:cubicBezTo>
                      <a:pt x="1635" y="5747"/>
                      <a:pt x="1835" y="7548"/>
                      <a:pt x="1935" y="8315"/>
                    </a:cubicBezTo>
                    <a:cubicBezTo>
                      <a:pt x="2235" y="11151"/>
                      <a:pt x="3737" y="13752"/>
                      <a:pt x="5104" y="16221"/>
                    </a:cubicBezTo>
                    <a:cubicBezTo>
                      <a:pt x="6491" y="18632"/>
                      <a:pt x="7986" y="20989"/>
                      <a:pt x="9591" y="23267"/>
                    </a:cubicBezTo>
                    <a:lnTo>
                      <a:pt x="9591" y="23267"/>
                    </a:lnTo>
                    <a:cubicBezTo>
                      <a:pt x="7239" y="22624"/>
                      <a:pt x="4979" y="21662"/>
                      <a:pt x="2903" y="20357"/>
                    </a:cubicBezTo>
                    <a:cubicBezTo>
                      <a:pt x="2457" y="20085"/>
                      <a:pt x="1789" y="19517"/>
                      <a:pt x="1189" y="19517"/>
                    </a:cubicBezTo>
                    <a:cubicBezTo>
                      <a:pt x="981" y="19517"/>
                      <a:pt x="781" y="19585"/>
                      <a:pt x="601" y="19757"/>
                    </a:cubicBezTo>
                    <a:cubicBezTo>
                      <a:pt x="1" y="20357"/>
                      <a:pt x="401" y="21525"/>
                      <a:pt x="601" y="22192"/>
                    </a:cubicBezTo>
                    <a:cubicBezTo>
                      <a:pt x="1930" y="26990"/>
                      <a:pt x="6063" y="30149"/>
                      <a:pt x="10123" y="32620"/>
                    </a:cubicBezTo>
                    <a:lnTo>
                      <a:pt x="10123" y="32620"/>
                    </a:lnTo>
                    <a:cubicBezTo>
                      <a:pt x="9425" y="33440"/>
                      <a:pt x="8484" y="33714"/>
                      <a:pt x="7473" y="33714"/>
                    </a:cubicBezTo>
                    <a:cubicBezTo>
                      <a:pt x="6126" y="33714"/>
                      <a:pt x="4653" y="33227"/>
                      <a:pt x="3470" y="32899"/>
                    </a:cubicBezTo>
                    <a:cubicBezTo>
                      <a:pt x="3147" y="32815"/>
                      <a:pt x="2730" y="32687"/>
                      <a:pt x="2350" y="32687"/>
                    </a:cubicBezTo>
                    <a:cubicBezTo>
                      <a:pt x="1982" y="32687"/>
                      <a:pt x="1649" y="32806"/>
                      <a:pt x="1468" y="33200"/>
                    </a:cubicBezTo>
                    <a:cubicBezTo>
                      <a:pt x="1135" y="33967"/>
                      <a:pt x="1702" y="35001"/>
                      <a:pt x="2002" y="35668"/>
                    </a:cubicBezTo>
                    <a:cubicBezTo>
                      <a:pt x="3760" y="39268"/>
                      <a:pt x="7433" y="41047"/>
                      <a:pt x="11048" y="42353"/>
                    </a:cubicBezTo>
                    <a:lnTo>
                      <a:pt x="11048" y="42353"/>
                    </a:lnTo>
                    <a:cubicBezTo>
                      <a:pt x="10913" y="42349"/>
                      <a:pt x="10778" y="42345"/>
                      <a:pt x="10641" y="42340"/>
                    </a:cubicBezTo>
                    <a:cubicBezTo>
                      <a:pt x="10063" y="42340"/>
                      <a:pt x="9411" y="42265"/>
                      <a:pt x="8773" y="42265"/>
                    </a:cubicBezTo>
                    <a:cubicBezTo>
                      <a:pt x="8455" y="42265"/>
                      <a:pt x="8140" y="42284"/>
                      <a:pt x="7839" y="42340"/>
                    </a:cubicBezTo>
                    <a:cubicBezTo>
                      <a:pt x="6639" y="42540"/>
                      <a:pt x="7339" y="44074"/>
                      <a:pt x="7639" y="44808"/>
                    </a:cubicBezTo>
                    <a:cubicBezTo>
                      <a:pt x="8740" y="47210"/>
                      <a:pt x="10842" y="49078"/>
                      <a:pt x="13277" y="50145"/>
                    </a:cubicBezTo>
                    <a:cubicBezTo>
                      <a:pt x="14899" y="50822"/>
                      <a:pt x="16559" y="51115"/>
                      <a:pt x="18219" y="51115"/>
                    </a:cubicBezTo>
                    <a:cubicBezTo>
                      <a:pt x="22943" y="51115"/>
                      <a:pt x="27664" y="48741"/>
                      <a:pt x="31490" y="46076"/>
                    </a:cubicBezTo>
                    <a:cubicBezTo>
                      <a:pt x="32891" y="45075"/>
                      <a:pt x="34458" y="44041"/>
                      <a:pt x="35693" y="42840"/>
                    </a:cubicBezTo>
                    <a:cubicBezTo>
                      <a:pt x="36437" y="42118"/>
                      <a:pt x="37020" y="41300"/>
                      <a:pt x="37224" y="40361"/>
                    </a:cubicBezTo>
                    <a:lnTo>
                      <a:pt x="37224" y="40361"/>
                    </a:lnTo>
                    <a:cubicBezTo>
                      <a:pt x="37468" y="40600"/>
                      <a:pt x="37714" y="40837"/>
                      <a:pt x="37961" y="41072"/>
                    </a:cubicBezTo>
                    <a:cubicBezTo>
                      <a:pt x="38161" y="40972"/>
                      <a:pt x="38261" y="40838"/>
                      <a:pt x="38194" y="40738"/>
                    </a:cubicBezTo>
                    <a:cubicBezTo>
                      <a:pt x="37895" y="40423"/>
                      <a:pt x="37596" y="40106"/>
                      <a:pt x="37300" y="39785"/>
                    </a:cubicBezTo>
                    <a:lnTo>
                      <a:pt x="37300" y="39785"/>
                    </a:lnTo>
                    <a:cubicBezTo>
                      <a:pt x="37311" y="39554"/>
                      <a:pt x="37299" y="39316"/>
                      <a:pt x="37260" y="39071"/>
                    </a:cubicBezTo>
                    <a:cubicBezTo>
                      <a:pt x="37222" y="38876"/>
                      <a:pt x="37087" y="38792"/>
                      <a:pt x="36940" y="38792"/>
                    </a:cubicBezTo>
                    <a:cubicBezTo>
                      <a:pt x="36804" y="38792"/>
                      <a:pt x="36659" y="38864"/>
                      <a:pt x="36571" y="38986"/>
                    </a:cubicBezTo>
                    <a:lnTo>
                      <a:pt x="36571" y="38986"/>
                    </a:lnTo>
                    <a:cubicBezTo>
                      <a:pt x="31963" y="33875"/>
                      <a:pt x="27917" y="28115"/>
                      <a:pt x="25585" y="21658"/>
                    </a:cubicBezTo>
                    <a:cubicBezTo>
                      <a:pt x="24952" y="19890"/>
                      <a:pt x="24385" y="18089"/>
                      <a:pt x="24018" y="16321"/>
                    </a:cubicBezTo>
                    <a:cubicBezTo>
                      <a:pt x="23617" y="14186"/>
                      <a:pt x="23451" y="12018"/>
                      <a:pt x="23184" y="9850"/>
                    </a:cubicBezTo>
                    <a:cubicBezTo>
                      <a:pt x="22950" y="7848"/>
                      <a:pt x="22483" y="5847"/>
                      <a:pt x="21816" y="3879"/>
                    </a:cubicBezTo>
                    <a:cubicBezTo>
                      <a:pt x="21516" y="3045"/>
                      <a:pt x="21249" y="2211"/>
                      <a:pt x="20849" y="1410"/>
                    </a:cubicBezTo>
                    <a:cubicBezTo>
                      <a:pt x="20622" y="892"/>
                      <a:pt x="20207" y="375"/>
                      <a:pt x="19574" y="375"/>
                    </a:cubicBezTo>
                    <a:cubicBezTo>
                      <a:pt x="19554" y="375"/>
                      <a:pt x="19534" y="375"/>
                      <a:pt x="19514" y="376"/>
                    </a:cubicBezTo>
                    <a:cubicBezTo>
                      <a:pt x="17646" y="409"/>
                      <a:pt x="17980" y="3212"/>
                      <a:pt x="18013" y="4379"/>
                    </a:cubicBezTo>
                    <a:cubicBezTo>
                      <a:pt x="18096" y="6379"/>
                      <a:pt x="18358" y="8335"/>
                      <a:pt x="18726" y="10264"/>
                    </a:cubicBezTo>
                    <a:lnTo>
                      <a:pt x="18726" y="10264"/>
                    </a:lnTo>
                    <a:cubicBezTo>
                      <a:pt x="17324" y="8323"/>
                      <a:pt x="15870" y="6411"/>
                      <a:pt x="14344" y="4546"/>
                    </a:cubicBezTo>
                    <a:cubicBezTo>
                      <a:pt x="13477" y="3478"/>
                      <a:pt x="12610" y="2378"/>
                      <a:pt x="11676" y="1344"/>
                    </a:cubicBezTo>
                    <a:cubicBezTo>
                      <a:pt x="11173" y="746"/>
                      <a:pt x="10521" y="1"/>
                      <a:pt x="96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58"/>
              <p:cNvSpPr/>
              <p:nvPr/>
            </p:nvSpPr>
            <p:spPr>
              <a:xfrm>
                <a:off x="3599500" y="622700"/>
                <a:ext cx="331400" cy="921675"/>
              </a:xfrm>
              <a:custGeom>
                <a:avLst/>
                <a:gdLst/>
                <a:ahLst/>
                <a:cxnLst/>
                <a:rect l="l" t="t" r="r" b="b"/>
                <a:pathLst>
                  <a:path w="13256" h="36867" extrusionOk="0">
                    <a:moveTo>
                      <a:pt x="26" y="0"/>
                    </a:moveTo>
                    <a:cubicBezTo>
                      <a:pt x="17" y="0"/>
                      <a:pt x="1" y="8"/>
                      <a:pt x="1" y="25"/>
                    </a:cubicBezTo>
                    <a:cubicBezTo>
                      <a:pt x="34" y="8"/>
                      <a:pt x="34" y="0"/>
                      <a:pt x="26" y="0"/>
                    </a:cubicBezTo>
                    <a:close/>
                    <a:moveTo>
                      <a:pt x="1" y="25"/>
                    </a:moveTo>
                    <a:lnTo>
                      <a:pt x="1" y="25"/>
                    </a:lnTo>
                    <a:cubicBezTo>
                      <a:pt x="468" y="5429"/>
                      <a:pt x="1568" y="10833"/>
                      <a:pt x="3003" y="16070"/>
                    </a:cubicBezTo>
                    <a:cubicBezTo>
                      <a:pt x="4404" y="21074"/>
                      <a:pt x="6105" y="26144"/>
                      <a:pt x="8440" y="30847"/>
                    </a:cubicBezTo>
                    <a:cubicBezTo>
                      <a:pt x="9574" y="33082"/>
                      <a:pt x="10975" y="35284"/>
                      <a:pt x="13010" y="36852"/>
                    </a:cubicBezTo>
                    <a:cubicBezTo>
                      <a:pt x="13026" y="36862"/>
                      <a:pt x="13044" y="36867"/>
                      <a:pt x="13062" y="36867"/>
                    </a:cubicBezTo>
                    <a:cubicBezTo>
                      <a:pt x="13156" y="36867"/>
                      <a:pt x="13255" y="36741"/>
                      <a:pt x="13143" y="36685"/>
                    </a:cubicBezTo>
                    <a:cubicBezTo>
                      <a:pt x="10808" y="34683"/>
                      <a:pt x="9274" y="32115"/>
                      <a:pt x="7973" y="29346"/>
                    </a:cubicBezTo>
                    <a:cubicBezTo>
                      <a:pt x="6605" y="26277"/>
                      <a:pt x="5405" y="23175"/>
                      <a:pt x="4337" y="20039"/>
                    </a:cubicBezTo>
                    <a:cubicBezTo>
                      <a:pt x="2169" y="13501"/>
                      <a:pt x="901" y="6830"/>
                      <a:pt x="1" y="2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58"/>
              <p:cNvSpPr/>
              <p:nvPr/>
            </p:nvSpPr>
            <p:spPr>
              <a:xfrm>
                <a:off x="3356000" y="631650"/>
                <a:ext cx="488475" cy="893500"/>
              </a:xfrm>
              <a:custGeom>
                <a:avLst/>
                <a:gdLst/>
                <a:ahLst/>
                <a:cxnLst/>
                <a:rect l="l" t="t" r="r" b="b"/>
                <a:pathLst>
                  <a:path w="19539" h="35740" extrusionOk="0">
                    <a:moveTo>
                      <a:pt x="0" y="1"/>
                    </a:moveTo>
                    <a:lnTo>
                      <a:pt x="0" y="1"/>
                    </a:lnTo>
                    <a:cubicBezTo>
                      <a:pt x="567" y="1368"/>
                      <a:pt x="1668" y="2669"/>
                      <a:pt x="2536" y="3904"/>
                    </a:cubicBezTo>
                    <a:cubicBezTo>
                      <a:pt x="3369" y="5138"/>
                      <a:pt x="4170" y="6339"/>
                      <a:pt x="4971" y="7539"/>
                    </a:cubicBezTo>
                    <a:cubicBezTo>
                      <a:pt x="6372" y="9741"/>
                      <a:pt x="7572" y="12143"/>
                      <a:pt x="8640" y="14544"/>
                    </a:cubicBezTo>
                    <a:cubicBezTo>
                      <a:pt x="10708" y="19248"/>
                      <a:pt x="12376" y="24185"/>
                      <a:pt x="14744" y="28755"/>
                    </a:cubicBezTo>
                    <a:cubicBezTo>
                      <a:pt x="16012" y="31223"/>
                      <a:pt x="17413" y="33725"/>
                      <a:pt x="19381" y="35726"/>
                    </a:cubicBezTo>
                    <a:cubicBezTo>
                      <a:pt x="19390" y="35735"/>
                      <a:pt x="19406" y="35739"/>
                      <a:pt x="19424" y="35739"/>
                    </a:cubicBezTo>
                    <a:cubicBezTo>
                      <a:pt x="19474" y="35739"/>
                      <a:pt x="19539" y="35708"/>
                      <a:pt x="19514" y="35660"/>
                    </a:cubicBezTo>
                    <a:cubicBezTo>
                      <a:pt x="18047" y="33525"/>
                      <a:pt x="16646" y="31490"/>
                      <a:pt x="15411" y="29188"/>
                    </a:cubicBezTo>
                    <a:cubicBezTo>
                      <a:pt x="14177" y="26853"/>
                      <a:pt x="13143" y="24385"/>
                      <a:pt x="12142" y="21983"/>
                    </a:cubicBezTo>
                    <a:cubicBezTo>
                      <a:pt x="10174" y="17246"/>
                      <a:pt x="8306" y="12476"/>
                      <a:pt x="5638" y="8073"/>
                    </a:cubicBezTo>
                    <a:cubicBezTo>
                      <a:pt x="4804" y="6706"/>
                      <a:pt x="3870" y="5371"/>
                      <a:pt x="2969" y="4037"/>
                    </a:cubicBezTo>
                    <a:cubicBezTo>
                      <a:pt x="2035" y="2703"/>
                      <a:pt x="1168" y="1135"/>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58"/>
              <p:cNvSpPr/>
              <p:nvPr/>
            </p:nvSpPr>
            <p:spPr>
              <a:xfrm>
                <a:off x="3181700" y="754550"/>
                <a:ext cx="565775" cy="778950"/>
              </a:xfrm>
              <a:custGeom>
                <a:avLst/>
                <a:gdLst/>
                <a:ahLst/>
                <a:cxnLst/>
                <a:rect l="l" t="t" r="r" b="b"/>
                <a:pathLst>
                  <a:path w="22631" h="31158" extrusionOk="0">
                    <a:moveTo>
                      <a:pt x="80" y="0"/>
                    </a:moveTo>
                    <a:cubicBezTo>
                      <a:pt x="39" y="0"/>
                      <a:pt x="1" y="35"/>
                      <a:pt x="1" y="88"/>
                    </a:cubicBezTo>
                    <a:cubicBezTo>
                      <a:pt x="2169" y="5626"/>
                      <a:pt x="6138" y="10095"/>
                      <a:pt x="10275" y="14265"/>
                    </a:cubicBezTo>
                    <a:cubicBezTo>
                      <a:pt x="11376" y="15433"/>
                      <a:pt x="12543" y="16567"/>
                      <a:pt x="13644" y="17768"/>
                    </a:cubicBezTo>
                    <a:cubicBezTo>
                      <a:pt x="14811" y="19102"/>
                      <a:pt x="15812" y="20570"/>
                      <a:pt x="16713" y="22071"/>
                    </a:cubicBezTo>
                    <a:cubicBezTo>
                      <a:pt x="18647" y="25106"/>
                      <a:pt x="20449" y="28242"/>
                      <a:pt x="22517" y="31144"/>
                    </a:cubicBezTo>
                    <a:cubicBezTo>
                      <a:pt x="22527" y="31154"/>
                      <a:pt x="22542" y="31158"/>
                      <a:pt x="22557" y="31158"/>
                    </a:cubicBezTo>
                    <a:cubicBezTo>
                      <a:pt x="22594" y="31158"/>
                      <a:pt x="22631" y="31134"/>
                      <a:pt x="22584" y="31111"/>
                    </a:cubicBezTo>
                    <a:cubicBezTo>
                      <a:pt x="20916" y="28008"/>
                      <a:pt x="18881" y="25073"/>
                      <a:pt x="17013" y="22104"/>
                    </a:cubicBezTo>
                    <a:cubicBezTo>
                      <a:pt x="16212" y="20803"/>
                      <a:pt x="15378" y="19569"/>
                      <a:pt x="14444" y="18401"/>
                    </a:cubicBezTo>
                    <a:cubicBezTo>
                      <a:pt x="13377" y="17100"/>
                      <a:pt x="12176" y="15966"/>
                      <a:pt x="11042" y="14765"/>
                    </a:cubicBezTo>
                    <a:cubicBezTo>
                      <a:pt x="6739" y="10429"/>
                      <a:pt x="2503" y="5826"/>
                      <a:pt x="168" y="88"/>
                    </a:cubicBezTo>
                    <a:cubicBezTo>
                      <a:pt x="152" y="26"/>
                      <a:pt x="115" y="0"/>
                      <a:pt x="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58"/>
              <p:cNvSpPr/>
              <p:nvPr/>
            </p:nvSpPr>
            <p:spPr>
              <a:xfrm>
                <a:off x="3147525" y="1115325"/>
                <a:ext cx="654650" cy="378650"/>
              </a:xfrm>
              <a:custGeom>
                <a:avLst/>
                <a:gdLst/>
                <a:ahLst/>
                <a:cxnLst/>
                <a:rect l="l" t="t" r="r" b="b"/>
                <a:pathLst>
                  <a:path w="26186" h="15146" extrusionOk="0">
                    <a:moveTo>
                      <a:pt x="0" y="1"/>
                    </a:moveTo>
                    <a:cubicBezTo>
                      <a:pt x="667" y="1068"/>
                      <a:pt x="1668" y="2002"/>
                      <a:pt x="2535" y="2870"/>
                    </a:cubicBezTo>
                    <a:cubicBezTo>
                      <a:pt x="3469" y="3804"/>
                      <a:pt x="4403" y="4638"/>
                      <a:pt x="5371" y="5471"/>
                    </a:cubicBezTo>
                    <a:cubicBezTo>
                      <a:pt x="7339" y="7073"/>
                      <a:pt x="9407" y="8507"/>
                      <a:pt x="11575" y="9808"/>
                    </a:cubicBezTo>
                    <a:cubicBezTo>
                      <a:pt x="16045" y="12376"/>
                      <a:pt x="21015" y="14311"/>
                      <a:pt x="26085" y="15145"/>
                    </a:cubicBezTo>
                    <a:cubicBezTo>
                      <a:pt x="26185" y="15145"/>
                      <a:pt x="26185" y="15045"/>
                      <a:pt x="26152" y="15045"/>
                    </a:cubicBezTo>
                    <a:cubicBezTo>
                      <a:pt x="21149" y="13978"/>
                      <a:pt x="16312" y="12243"/>
                      <a:pt x="11842" y="9674"/>
                    </a:cubicBezTo>
                    <a:cubicBezTo>
                      <a:pt x="9640" y="8374"/>
                      <a:pt x="7505" y="6906"/>
                      <a:pt x="5537" y="5338"/>
                    </a:cubicBezTo>
                    <a:cubicBezTo>
                      <a:pt x="4537" y="4537"/>
                      <a:pt x="3569" y="3670"/>
                      <a:pt x="2669" y="2803"/>
                    </a:cubicBezTo>
                    <a:cubicBezTo>
                      <a:pt x="1801" y="1836"/>
                      <a:pt x="1001" y="835"/>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58"/>
              <p:cNvSpPr/>
              <p:nvPr/>
            </p:nvSpPr>
            <p:spPr>
              <a:xfrm>
                <a:off x="3174425" y="1452900"/>
                <a:ext cx="670275" cy="138575"/>
              </a:xfrm>
              <a:custGeom>
                <a:avLst/>
                <a:gdLst/>
                <a:ahLst/>
                <a:cxnLst/>
                <a:rect l="l" t="t" r="r" b="b"/>
                <a:pathLst>
                  <a:path w="26811" h="5543" extrusionOk="0">
                    <a:moveTo>
                      <a:pt x="98" y="1"/>
                    </a:moveTo>
                    <a:cubicBezTo>
                      <a:pt x="43" y="1"/>
                      <a:pt x="1" y="83"/>
                      <a:pt x="58" y="141"/>
                    </a:cubicBezTo>
                    <a:cubicBezTo>
                      <a:pt x="4328" y="2343"/>
                      <a:pt x="8998" y="4311"/>
                      <a:pt x="13801" y="5145"/>
                    </a:cubicBezTo>
                    <a:cubicBezTo>
                      <a:pt x="15249" y="5393"/>
                      <a:pt x="16766" y="5543"/>
                      <a:pt x="18287" y="5543"/>
                    </a:cubicBezTo>
                    <a:cubicBezTo>
                      <a:pt x="21251" y="5543"/>
                      <a:pt x="24231" y="4976"/>
                      <a:pt x="26744" y="3477"/>
                    </a:cubicBezTo>
                    <a:cubicBezTo>
                      <a:pt x="26811" y="3410"/>
                      <a:pt x="26744" y="3343"/>
                      <a:pt x="26677" y="3343"/>
                    </a:cubicBezTo>
                    <a:cubicBezTo>
                      <a:pt x="23834" y="4568"/>
                      <a:pt x="20919" y="5148"/>
                      <a:pt x="17933" y="5148"/>
                    </a:cubicBezTo>
                    <a:cubicBezTo>
                      <a:pt x="16364" y="5148"/>
                      <a:pt x="14776" y="4988"/>
                      <a:pt x="13168" y="4678"/>
                    </a:cubicBezTo>
                    <a:cubicBezTo>
                      <a:pt x="8598" y="3744"/>
                      <a:pt x="4428" y="1709"/>
                      <a:pt x="125" y="8"/>
                    </a:cubicBezTo>
                    <a:cubicBezTo>
                      <a:pt x="116" y="3"/>
                      <a:pt x="107" y="1"/>
                      <a:pt x="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58"/>
              <p:cNvSpPr/>
              <p:nvPr/>
            </p:nvSpPr>
            <p:spPr>
              <a:xfrm>
                <a:off x="3353500" y="1684075"/>
                <a:ext cx="437825" cy="50050"/>
              </a:xfrm>
              <a:custGeom>
                <a:avLst/>
                <a:gdLst/>
                <a:ahLst/>
                <a:cxnLst/>
                <a:rect l="l" t="t" r="r" b="b"/>
                <a:pathLst>
                  <a:path w="17513" h="2002" extrusionOk="0">
                    <a:moveTo>
                      <a:pt x="17413" y="1"/>
                    </a:moveTo>
                    <a:cubicBezTo>
                      <a:pt x="14577" y="768"/>
                      <a:pt x="11809" y="1502"/>
                      <a:pt x="8840" y="1635"/>
                    </a:cubicBezTo>
                    <a:cubicBezTo>
                      <a:pt x="8417" y="1645"/>
                      <a:pt x="7992" y="1652"/>
                      <a:pt x="7564" y="1652"/>
                    </a:cubicBezTo>
                    <a:cubicBezTo>
                      <a:pt x="6606" y="1652"/>
                      <a:pt x="5638" y="1617"/>
                      <a:pt x="4670" y="1502"/>
                    </a:cubicBezTo>
                    <a:cubicBezTo>
                      <a:pt x="3903" y="1435"/>
                      <a:pt x="3069" y="1301"/>
                      <a:pt x="2269" y="1168"/>
                    </a:cubicBezTo>
                    <a:cubicBezTo>
                      <a:pt x="1601" y="1068"/>
                      <a:pt x="434" y="1001"/>
                      <a:pt x="0" y="301"/>
                    </a:cubicBezTo>
                    <a:lnTo>
                      <a:pt x="0" y="301"/>
                    </a:lnTo>
                    <a:cubicBezTo>
                      <a:pt x="334" y="1301"/>
                      <a:pt x="2102" y="1402"/>
                      <a:pt x="2969" y="1568"/>
                    </a:cubicBezTo>
                    <a:cubicBezTo>
                      <a:pt x="4604" y="1835"/>
                      <a:pt x="6271" y="2002"/>
                      <a:pt x="7906" y="2002"/>
                    </a:cubicBezTo>
                    <a:cubicBezTo>
                      <a:pt x="11075" y="2002"/>
                      <a:pt x="14577" y="1568"/>
                      <a:pt x="17446" y="167"/>
                    </a:cubicBezTo>
                    <a:cubicBezTo>
                      <a:pt x="17513" y="134"/>
                      <a:pt x="17479" y="1"/>
                      <a:pt x="1741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58"/>
              <p:cNvSpPr/>
              <p:nvPr/>
            </p:nvSpPr>
            <p:spPr>
              <a:xfrm>
                <a:off x="3240075" y="787600"/>
                <a:ext cx="467650" cy="606625"/>
              </a:xfrm>
              <a:custGeom>
                <a:avLst/>
                <a:gdLst/>
                <a:ahLst/>
                <a:cxnLst/>
                <a:rect l="l" t="t" r="r" b="b"/>
                <a:pathLst>
                  <a:path w="18706" h="24265" extrusionOk="0">
                    <a:moveTo>
                      <a:pt x="34" y="1"/>
                    </a:moveTo>
                    <a:cubicBezTo>
                      <a:pt x="34" y="1"/>
                      <a:pt x="1" y="67"/>
                      <a:pt x="34" y="101"/>
                    </a:cubicBezTo>
                    <a:cubicBezTo>
                      <a:pt x="3970" y="3503"/>
                      <a:pt x="7606" y="7306"/>
                      <a:pt x="10708" y="11442"/>
                    </a:cubicBezTo>
                    <a:cubicBezTo>
                      <a:pt x="12209" y="13443"/>
                      <a:pt x="13644" y="15512"/>
                      <a:pt x="14945" y="17646"/>
                    </a:cubicBezTo>
                    <a:cubicBezTo>
                      <a:pt x="15612" y="18714"/>
                      <a:pt x="16212" y="19815"/>
                      <a:pt x="16813" y="20915"/>
                    </a:cubicBezTo>
                    <a:cubicBezTo>
                      <a:pt x="17380" y="21983"/>
                      <a:pt x="17847" y="23284"/>
                      <a:pt x="18614" y="24251"/>
                    </a:cubicBezTo>
                    <a:cubicBezTo>
                      <a:pt x="18623" y="24260"/>
                      <a:pt x="18634" y="24264"/>
                      <a:pt x="18645" y="24264"/>
                    </a:cubicBezTo>
                    <a:cubicBezTo>
                      <a:pt x="18676" y="24264"/>
                      <a:pt x="18705" y="24233"/>
                      <a:pt x="18681" y="24184"/>
                    </a:cubicBezTo>
                    <a:cubicBezTo>
                      <a:pt x="18381" y="23017"/>
                      <a:pt x="17613" y="21849"/>
                      <a:pt x="17013" y="20782"/>
                    </a:cubicBezTo>
                    <a:cubicBezTo>
                      <a:pt x="16446" y="19681"/>
                      <a:pt x="15812" y="18580"/>
                      <a:pt x="15145" y="17513"/>
                    </a:cubicBezTo>
                    <a:cubicBezTo>
                      <a:pt x="13777" y="15311"/>
                      <a:pt x="12310" y="13143"/>
                      <a:pt x="10675" y="11108"/>
                    </a:cubicBezTo>
                    <a:cubicBezTo>
                      <a:pt x="7539" y="7072"/>
                      <a:pt x="4004" y="3303"/>
                      <a:pt x="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58"/>
              <p:cNvSpPr/>
              <p:nvPr/>
            </p:nvSpPr>
            <p:spPr>
              <a:xfrm>
                <a:off x="3193375" y="866000"/>
                <a:ext cx="512425" cy="538125"/>
              </a:xfrm>
              <a:custGeom>
                <a:avLst/>
                <a:gdLst/>
                <a:ahLst/>
                <a:cxnLst/>
                <a:rect l="l" t="t" r="r" b="b"/>
                <a:pathLst>
                  <a:path w="20497" h="21525" extrusionOk="0">
                    <a:moveTo>
                      <a:pt x="1" y="0"/>
                    </a:moveTo>
                    <a:lnTo>
                      <a:pt x="1" y="0"/>
                    </a:lnTo>
                    <a:cubicBezTo>
                      <a:pt x="2136" y="4537"/>
                      <a:pt x="5038" y="8706"/>
                      <a:pt x="8507" y="12342"/>
                    </a:cubicBezTo>
                    <a:cubicBezTo>
                      <a:pt x="10241" y="14177"/>
                      <a:pt x="12176" y="15945"/>
                      <a:pt x="14178" y="17479"/>
                    </a:cubicBezTo>
                    <a:cubicBezTo>
                      <a:pt x="16079" y="18980"/>
                      <a:pt x="18180" y="20481"/>
                      <a:pt x="20382" y="21515"/>
                    </a:cubicBezTo>
                    <a:cubicBezTo>
                      <a:pt x="20388" y="21522"/>
                      <a:pt x="20397" y="21525"/>
                      <a:pt x="20407" y="21525"/>
                    </a:cubicBezTo>
                    <a:cubicBezTo>
                      <a:pt x="20446" y="21525"/>
                      <a:pt x="20496" y="21476"/>
                      <a:pt x="20415" y="21449"/>
                    </a:cubicBezTo>
                    <a:cubicBezTo>
                      <a:pt x="18347" y="19981"/>
                      <a:pt x="16146" y="18713"/>
                      <a:pt x="14144" y="17146"/>
                    </a:cubicBezTo>
                    <a:cubicBezTo>
                      <a:pt x="12209" y="15645"/>
                      <a:pt x="10375" y="13977"/>
                      <a:pt x="8674" y="12175"/>
                    </a:cubicBezTo>
                    <a:cubicBezTo>
                      <a:pt x="5238" y="8540"/>
                      <a:pt x="2369" y="4437"/>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58"/>
              <p:cNvSpPr/>
              <p:nvPr/>
            </p:nvSpPr>
            <p:spPr>
              <a:xfrm>
                <a:off x="3221875" y="1157725"/>
                <a:ext cx="487375" cy="282200"/>
              </a:xfrm>
              <a:custGeom>
                <a:avLst/>
                <a:gdLst/>
                <a:ahLst/>
                <a:cxnLst/>
                <a:rect l="l" t="t" r="r" b="b"/>
                <a:pathLst>
                  <a:path w="19495" h="11288" extrusionOk="0">
                    <a:moveTo>
                      <a:pt x="4" y="1"/>
                    </a:moveTo>
                    <a:cubicBezTo>
                      <a:pt x="1" y="1"/>
                      <a:pt x="9" y="20"/>
                      <a:pt x="28" y="39"/>
                    </a:cubicBezTo>
                    <a:cubicBezTo>
                      <a:pt x="14" y="11"/>
                      <a:pt x="6" y="1"/>
                      <a:pt x="4" y="1"/>
                    </a:cubicBezTo>
                    <a:close/>
                    <a:moveTo>
                      <a:pt x="28" y="39"/>
                    </a:moveTo>
                    <a:cubicBezTo>
                      <a:pt x="3431" y="1707"/>
                      <a:pt x="7167" y="2775"/>
                      <a:pt x="10502" y="4643"/>
                    </a:cubicBezTo>
                    <a:cubicBezTo>
                      <a:pt x="13738" y="6477"/>
                      <a:pt x="16407" y="8946"/>
                      <a:pt x="19309" y="11281"/>
                    </a:cubicBezTo>
                    <a:cubicBezTo>
                      <a:pt x="19318" y="11286"/>
                      <a:pt x="19329" y="11288"/>
                      <a:pt x="19340" y="11288"/>
                    </a:cubicBezTo>
                    <a:cubicBezTo>
                      <a:pt x="19408" y="11288"/>
                      <a:pt x="19495" y="11209"/>
                      <a:pt x="19409" y="11181"/>
                    </a:cubicBezTo>
                    <a:cubicBezTo>
                      <a:pt x="16874" y="8646"/>
                      <a:pt x="13871" y="6311"/>
                      <a:pt x="10736" y="4543"/>
                    </a:cubicBezTo>
                    <a:cubicBezTo>
                      <a:pt x="9201" y="3675"/>
                      <a:pt x="7567" y="3008"/>
                      <a:pt x="5899" y="2341"/>
                    </a:cubicBezTo>
                    <a:cubicBezTo>
                      <a:pt x="3931" y="1507"/>
                      <a:pt x="2030" y="640"/>
                      <a:pt x="28" y="3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58"/>
              <p:cNvSpPr/>
              <p:nvPr/>
            </p:nvSpPr>
            <p:spPr>
              <a:xfrm>
                <a:off x="3183100" y="1207525"/>
                <a:ext cx="547350" cy="295350"/>
              </a:xfrm>
              <a:custGeom>
                <a:avLst/>
                <a:gdLst/>
                <a:ahLst/>
                <a:cxnLst/>
                <a:rect l="l" t="t" r="r" b="b"/>
                <a:pathLst>
                  <a:path w="21894" h="11814" extrusionOk="0">
                    <a:moveTo>
                      <a:pt x="30" y="1"/>
                    </a:moveTo>
                    <a:cubicBezTo>
                      <a:pt x="15" y="1"/>
                      <a:pt x="0" y="16"/>
                      <a:pt x="45" y="16"/>
                    </a:cubicBezTo>
                    <a:cubicBezTo>
                      <a:pt x="45" y="4"/>
                      <a:pt x="37" y="1"/>
                      <a:pt x="30" y="1"/>
                    </a:cubicBezTo>
                    <a:close/>
                    <a:moveTo>
                      <a:pt x="45" y="16"/>
                    </a:moveTo>
                    <a:cubicBezTo>
                      <a:pt x="2880" y="3218"/>
                      <a:pt x="6249" y="6153"/>
                      <a:pt x="9919" y="8321"/>
                    </a:cubicBezTo>
                    <a:cubicBezTo>
                      <a:pt x="11720" y="9356"/>
                      <a:pt x="13588" y="10223"/>
                      <a:pt x="15556" y="10857"/>
                    </a:cubicBezTo>
                    <a:cubicBezTo>
                      <a:pt x="16957" y="11307"/>
                      <a:pt x="18696" y="11814"/>
                      <a:pt x="20294" y="11814"/>
                    </a:cubicBezTo>
                    <a:cubicBezTo>
                      <a:pt x="20826" y="11814"/>
                      <a:pt x="21343" y="11757"/>
                      <a:pt x="21827" y="11624"/>
                    </a:cubicBezTo>
                    <a:cubicBezTo>
                      <a:pt x="21894" y="11624"/>
                      <a:pt x="21894" y="11490"/>
                      <a:pt x="21827" y="11490"/>
                    </a:cubicBezTo>
                    <a:cubicBezTo>
                      <a:pt x="21776" y="11491"/>
                      <a:pt x="21725" y="11491"/>
                      <a:pt x="21675" y="11491"/>
                    </a:cubicBezTo>
                    <a:cubicBezTo>
                      <a:pt x="12972" y="11491"/>
                      <a:pt x="5948" y="5819"/>
                      <a:pt x="45" y="1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58"/>
              <p:cNvSpPr/>
              <p:nvPr/>
            </p:nvSpPr>
            <p:spPr>
              <a:xfrm>
                <a:off x="3256750" y="1452250"/>
                <a:ext cx="465375" cy="87575"/>
              </a:xfrm>
              <a:custGeom>
                <a:avLst/>
                <a:gdLst/>
                <a:ahLst/>
                <a:cxnLst/>
                <a:rect l="l" t="t" r="r" b="b"/>
                <a:pathLst>
                  <a:path w="18615" h="3503" extrusionOk="0">
                    <a:moveTo>
                      <a:pt x="34" y="0"/>
                    </a:moveTo>
                    <a:cubicBezTo>
                      <a:pt x="1" y="0"/>
                      <a:pt x="1" y="67"/>
                      <a:pt x="34" y="67"/>
                    </a:cubicBezTo>
                    <a:cubicBezTo>
                      <a:pt x="3103" y="934"/>
                      <a:pt x="6272" y="1535"/>
                      <a:pt x="9374" y="2102"/>
                    </a:cubicBezTo>
                    <a:cubicBezTo>
                      <a:pt x="12376" y="2669"/>
                      <a:pt x="15479" y="3269"/>
                      <a:pt x="18514" y="3503"/>
                    </a:cubicBezTo>
                    <a:cubicBezTo>
                      <a:pt x="18614" y="3503"/>
                      <a:pt x="18614" y="3369"/>
                      <a:pt x="18514" y="3369"/>
                    </a:cubicBezTo>
                    <a:cubicBezTo>
                      <a:pt x="15479" y="2736"/>
                      <a:pt x="12343" y="2402"/>
                      <a:pt x="9274" y="1835"/>
                    </a:cubicBezTo>
                    <a:cubicBezTo>
                      <a:pt x="6172" y="1234"/>
                      <a:pt x="3136" y="534"/>
                      <a:pt x="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58"/>
              <p:cNvSpPr/>
              <p:nvPr/>
            </p:nvSpPr>
            <p:spPr>
              <a:xfrm>
                <a:off x="3225900" y="1518950"/>
                <a:ext cx="485375" cy="125925"/>
              </a:xfrm>
              <a:custGeom>
                <a:avLst/>
                <a:gdLst/>
                <a:ahLst/>
                <a:cxnLst/>
                <a:rect l="l" t="t" r="r" b="b"/>
                <a:pathLst>
                  <a:path w="19415" h="5037" extrusionOk="0">
                    <a:moveTo>
                      <a:pt x="1" y="1"/>
                    </a:moveTo>
                    <a:cubicBezTo>
                      <a:pt x="2402" y="2269"/>
                      <a:pt x="5938" y="3703"/>
                      <a:pt x="9174" y="4404"/>
                    </a:cubicBezTo>
                    <a:cubicBezTo>
                      <a:pt x="10879" y="4777"/>
                      <a:pt x="12764" y="5036"/>
                      <a:pt x="14632" y="5036"/>
                    </a:cubicBezTo>
                    <a:cubicBezTo>
                      <a:pt x="16272" y="5036"/>
                      <a:pt x="17900" y="4836"/>
                      <a:pt x="19381" y="4337"/>
                    </a:cubicBezTo>
                    <a:cubicBezTo>
                      <a:pt x="19415" y="4337"/>
                      <a:pt x="19415" y="4204"/>
                      <a:pt x="19381" y="4204"/>
                    </a:cubicBezTo>
                    <a:cubicBezTo>
                      <a:pt x="17713" y="4404"/>
                      <a:pt x="16112" y="4704"/>
                      <a:pt x="14444" y="4704"/>
                    </a:cubicBezTo>
                    <a:cubicBezTo>
                      <a:pt x="12710" y="4704"/>
                      <a:pt x="10942" y="4537"/>
                      <a:pt x="9274" y="4137"/>
                    </a:cubicBezTo>
                    <a:cubicBezTo>
                      <a:pt x="7606" y="3770"/>
                      <a:pt x="6005" y="3236"/>
                      <a:pt x="4437" y="2569"/>
                    </a:cubicBezTo>
                    <a:cubicBezTo>
                      <a:pt x="2769" y="1869"/>
                      <a:pt x="1402" y="901"/>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58"/>
              <p:cNvSpPr/>
              <p:nvPr/>
            </p:nvSpPr>
            <p:spPr>
              <a:xfrm>
                <a:off x="3389350" y="1734100"/>
                <a:ext cx="401825" cy="46975"/>
              </a:xfrm>
              <a:custGeom>
                <a:avLst/>
                <a:gdLst/>
                <a:ahLst/>
                <a:cxnLst/>
                <a:rect l="l" t="t" r="r" b="b"/>
                <a:pathLst>
                  <a:path w="16073" h="1879" extrusionOk="0">
                    <a:moveTo>
                      <a:pt x="34" y="1"/>
                    </a:moveTo>
                    <a:cubicBezTo>
                      <a:pt x="34" y="68"/>
                      <a:pt x="1" y="101"/>
                      <a:pt x="34" y="134"/>
                    </a:cubicBezTo>
                    <a:cubicBezTo>
                      <a:pt x="2402" y="1602"/>
                      <a:pt x="5638" y="1802"/>
                      <a:pt x="8373" y="1836"/>
                    </a:cubicBezTo>
                    <a:cubicBezTo>
                      <a:pt x="8933" y="1858"/>
                      <a:pt x="9524" y="1879"/>
                      <a:pt x="10128" y="1879"/>
                    </a:cubicBezTo>
                    <a:cubicBezTo>
                      <a:pt x="12223" y="1879"/>
                      <a:pt x="14466" y="1629"/>
                      <a:pt x="16045" y="335"/>
                    </a:cubicBezTo>
                    <a:cubicBezTo>
                      <a:pt x="16072" y="308"/>
                      <a:pt x="16056" y="259"/>
                      <a:pt x="16013" y="259"/>
                    </a:cubicBezTo>
                    <a:cubicBezTo>
                      <a:pt x="16003" y="259"/>
                      <a:pt x="15991" y="261"/>
                      <a:pt x="15979" y="268"/>
                    </a:cubicBezTo>
                    <a:cubicBezTo>
                      <a:pt x="14089" y="1418"/>
                      <a:pt x="11818" y="1624"/>
                      <a:pt x="9607" y="1624"/>
                    </a:cubicBezTo>
                    <a:cubicBezTo>
                      <a:pt x="9125" y="1624"/>
                      <a:pt x="8645" y="1614"/>
                      <a:pt x="8173" y="1602"/>
                    </a:cubicBezTo>
                    <a:cubicBezTo>
                      <a:pt x="5505" y="1502"/>
                      <a:pt x="2402" y="1435"/>
                      <a:pt x="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4578;p58"/>
              <p:cNvSpPr/>
              <p:nvPr/>
            </p:nvSpPr>
            <p:spPr>
              <a:xfrm>
                <a:off x="3622850" y="673350"/>
                <a:ext cx="301900" cy="959900"/>
              </a:xfrm>
              <a:custGeom>
                <a:avLst/>
                <a:gdLst/>
                <a:ahLst/>
                <a:cxnLst/>
                <a:rect l="l" t="t" r="r" b="b"/>
                <a:pathLst>
                  <a:path w="12076" h="38396" extrusionOk="0">
                    <a:moveTo>
                      <a:pt x="1" y="1"/>
                    </a:moveTo>
                    <a:cubicBezTo>
                      <a:pt x="1368" y="2402"/>
                      <a:pt x="1535" y="5071"/>
                      <a:pt x="1735" y="7806"/>
                    </a:cubicBezTo>
                    <a:cubicBezTo>
                      <a:pt x="1969" y="10241"/>
                      <a:pt x="2436" y="12676"/>
                      <a:pt x="3236" y="15011"/>
                    </a:cubicBezTo>
                    <a:cubicBezTo>
                      <a:pt x="4871" y="19848"/>
                      <a:pt x="7506" y="24251"/>
                      <a:pt x="9407" y="28988"/>
                    </a:cubicBezTo>
                    <a:cubicBezTo>
                      <a:pt x="9974" y="30322"/>
                      <a:pt x="10475" y="31657"/>
                      <a:pt x="10842" y="33024"/>
                    </a:cubicBezTo>
                    <a:cubicBezTo>
                      <a:pt x="11042" y="33725"/>
                      <a:pt x="11242" y="34492"/>
                      <a:pt x="11375" y="35192"/>
                    </a:cubicBezTo>
                    <a:cubicBezTo>
                      <a:pt x="11476" y="35693"/>
                      <a:pt x="11509" y="36193"/>
                      <a:pt x="11476" y="36694"/>
                    </a:cubicBezTo>
                    <a:cubicBezTo>
                      <a:pt x="11476" y="36927"/>
                      <a:pt x="11409" y="37194"/>
                      <a:pt x="11342" y="37394"/>
                    </a:cubicBezTo>
                    <a:cubicBezTo>
                      <a:pt x="11342" y="37527"/>
                      <a:pt x="11275" y="37594"/>
                      <a:pt x="11209" y="37728"/>
                    </a:cubicBezTo>
                    <a:cubicBezTo>
                      <a:pt x="11170" y="37919"/>
                      <a:pt x="11066" y="38012"/>
                      <a:pt x="10902" y="38012"/>
                    </a:cubicBezTo>
                    <a:cubicBezTo>
                      <a:pt x="10781" y="38012"/>
                      <a:pt x="10626" y="37961"/>
                      <a:pt x="10441" y="37861"/>
                    </a:cubicBezTo>
                    <a:cubicBezTo>
                      <a:pt x="10441" y="37811"/>
                      <a:pt x="10416" y="37786"/>
                      <a:pt x="10391" y="37786"/>
                    </a:cubicBezTo>
                    <a:cubicBezTo>
                      <a:pt x="10366" y="37786"/>
                      <a:pt x="10341" y="37811"/>
                      <a:pt x="10341" y="37861"/>
                    </a:cubicBezTo>
                    <a:cubicBezTo>
                      <a:pt x="10304" y="38230"/>
                      <a:pt x="10523" y="38395"/>
                      <a:pt x="10782" y="38395"/>
                    </a:cubicBezTo>
                    <a:cubicBezTo>
                      <a:pt x="10991" y="38395"/>
                      <a:pt x="11227" y="38288"/>
                      <a:pt x="11375" y="38095"/>
                    </a:cubicBezTo>
                    <a:cubicBezTo>
                      <a:pt x="12076" y="37227"/>
                      <a:pt x="11776" y="35626"/>
                      <a:pt x="11576" y="34625"/>
                    </a:cubicBezTo>
                    <a:cubicBezTo>
                      <a:pt x="11009" y="31757"/>
                      <a:pt x="9841" y="29021"/>
                      <a:pt x="8607" y="26353"/>
                    </a:cubicBezTo>
                    <a:cubicBezTo>
                      <a:pt x="6072" y="20782"/>
                      <a:pt x="2903" y="15345"/>
                      <a:pt x="2169" y="9174"/>
                    </a:cubicBezTo>
                    <a:cubicBezTo>
                      <a:pt x="1835" y="6072"/>
                      <a:pt x="1969" y="2636"/>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58"/>
              <p:cNvSpPr/>
              <p:nvPr/>
            </p:nvSpPr>
            <p:spPr>
              <a:xfrm>
                <a:off x="3352950" y="683000"/>
                <a:ext cx="370575" cy="722800"/>
              </a:xfrm>
              <a:custGeom>
                <a:avLst/>
                <a:gdLst/>
                <a:ahLst/>
                <a:cxnLst/>
                <a:rect l="l" t="t" r="r" b="b"/>
                <a:pathLst>
                  <a:path w="14823" h="28912" extrusionOk="0">
                    <a:moveTo>
                      <a:pt x="15" y="0"/>
                    </a:moveTo>
                    <a:cubicBezTo>
                      <a:pt x="7" y="0"/>
                      <a:pt x="0" y="15"/>
                      <a:pt x="22" y="15"/>
                    </a:cubicBezTo>
                    <a:cubicBezTo>
                      <a:pt x="22" y="4"/>
                      <a:pt x="19" y="0"/>
                      <a:pt x="15" y="0"/>
                    </a:cubicBezTo>
                    <a:close/>
                    <a:moveTo>
                      <a:pt x="22" y="15"/>
                    </a:moveTo>
                    <a:cubicBezTo>
                      <a:pt x="1623" y="2150"/>
                      <a:pt x="2824" y="4285"/>
                      <a:pt x="3758" y="6753"/>
                    </a:cubicBezTo>
                    <a:cubicBezTo>
                      <a:pt x="4626" y="9088"/>
                      <a:pt x="5359" y="11456"/>
                      <a:pt x="6327" y="13791"/>
                    </a:cubicBezTo>
                    <a:cubicBezTo>
                      <a:pt x="7361" y="16293"/>
                      <a:pt x="8862" y="18495"/>
                      <a:pt x="10263" y="20830"/>
                    </a:cubicBezTo>
                    <a:cubicBezTo>
                      <a:pt x="11831" y="23465"/>
                      <a:pt x="13198" y="26167"/>
                      <a:pt x="14666" y="28869"/>
                    </a:cubicBezTo>
                    <a:cubicBezTo>
                      <a:pt x="14676" y="28899"/>
                      <a:pt x="14696" y="28911"/>
                      <a:pt x="14717" y="28911"/>
                    </a:cubicBezTo>
                    <a:cubicBezTo>
                      <a:pt x="14765" y="28911"/>
                      <a:pt x="14823" y="28849"/>
                      <a:pt x="14800" y="28802"/>
                    </a:cubicBezTo>
                    <a:cubicBezTo>
                      <a:pt x="13599" y="26000"/>
                      <a:pt x="12031" y="23332"/>
                      <a:pt x="10463" y="20696"/>
                    </a:cubicBezTo>
                    <a:cubicBezTo>
                      <a:pt x="8962" y="18195"/>
                      <a:pt x="7361" y="15826"/>
                      <a:pt x="6293" y="13124"/>
                    </a:cubicBezTo>
                    <a:cubicBezTo>
                      <a:pt x="5326" y="10756"/>
                      <a:pt x="4626" y="8321"/>
                      <a:pt x="3658" y="5952"/>
                    </a:cubicBezTo>
                    <a:cubicBezTo>
                      <a:pt x="2791" y="3851"/>
                      <a:pt x="1690" y="1616"/>
                      <a:pt x="22" y="1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4580;p58"/>
              <p:cNvSpPr/>
              <p:nvPr/>
            </p:nvSpPr>
            <p:spPr>
              <a:xfrm>
                <a:off x="3422700" y="694200"/>
                <a:ext cx="376975" cy="841575"/>
              </a:xfrm>
              <a:custGeom>
                <a:avLst/>
                <a:gdLst/>
                <a:ahLst/>
                <a:cxnLst/>
                <a:rect l="l" t="t" r="r" b="b"/>
                <a:pathLst>
                  <a:path w="15079" h="33663" extrusionOk="0">
                    <a:moveTo>
                      <a:pt x="1" y="1"/>
                    </a:moveTo>
                    <a:cubicBezTo>
                      <a:pt x="4704" y="3870"/>
                      <a:pt x="7907" y="9007"/>
                      <a:pt x="10075" y="14678"/>
                    </a:cubicBezTo>
                    <a:cubicBezTo>
                      <a:pt x="11242" y="17680"/>
                      <a:pt x="12143" y="20815"/>
                      <a:pt x="12910" y="23918"/>
                    </a:cubicBezTo>
                    <a:cubicBezTo>
                      <a:pt x="13744" y="27153"/>
                      <a:pt x="14478" y="30356"/>
                      <a:pt x="14912" y="33591"/>
                    </a:cubicBezTo>
                    <a:cubicBezTo>
                      <a:pt x="14912" y="33638"/>
                      <a:pt x="14948" y="33663"/>
                      <a:pt x="14986" y="33663"/>
                    </a:cubicBezTo>
                    <a:cubicBezTo>
                      <a:pt x="15031" y="33663"/>
                      <a:pt x="15078" y="33629"/>
                      <a:pt x="15078" y="33558"/>
                    </a:cubicBezTo>
                    <a:cubicBezTo>
                      <a:pt x="14978" y="30155"/>
                      <a:pt x="14044" y="26753"/>
                      <a:pt x="13177" y="23517"/>
                    </a:cubicBezTo>
                    <a:cubicBezTo>
                      <a:pt x="12343" y="20315"/>
                      <a:pt x="11376" y="17079"/>
                      <a:pt x="10142" y="13977"/>
                    </a:cubicBezTo>
                    <a:cubicBezTo>
                      <a:pt x="7973" y="8673"/>
                      <a:pt x="4804" y="3403"/>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1" name="Google Shape;4581;p58"/>
              <p:cNvSpPr/>
              <p:nvPr/>
            </p:nvSpPr>
            <p:spPr>
              <a:xfrm>
                <a:off x="3339325" y="910775"/>
                <a:ext cx="608775" cy="834000"/>
              </a:xfrm>
              <a:custGeom>
                <a:avLst/>
                <a:gdLst/>
                <a:ahLst/>
                <a:cxnLst/>
                <a:rect l="l" t="t" r="r" b="b"/>
                <a:pathLst>
                  <a:path w="24351" h="33360" extrusionOk="0">
                    <a:moveTo>
                      <a:pt x="9242" y="0"/>
                    </a:moveTo>
                    <a:cubicBezTo>
                      <a:pt x="9032" y="0"/>
                      <a:pt x="8809" y="25"/>
                      <a:pt x="8573" y="77"/>
                    </a:cubicBezTo>
                    <a:cubicBezTo>
                      <a:pt x="8473" y="144"/>
                      <a:pt x="8340" y="311"/>
                      <a:pt x="8340" y="411"/>
                    </a:cubicBezTo>
                    <a:cubicBezTo>
                      <a:pt x="8540" y="3746"/>
                      <a:pt x="9073" y="7082"/>
                      <a:pt x="10007" y="10318"/>
                    </a:cubicBezTo>
                    <a:cubicBezTo>
                      <a:pt x="8473" y="9684"/>
                      <a:pt x="7239" y="8016"/>
                      <a:pt x="6171" y="6882"/>
                    </a:cubicBezTo>
                    <a:cubicBezTo>
                      <a:pt x="4737" y="5414"/>
                      <a:pt x="3303" y="3913"/>
                      <a:pt x="1868" y="2479"/>
                    </a:cubicBezTo>
                    <a:cubicBezTo>
                      <a:pt x="1792" y="2390"/>
                      <a:pt x="1683" y="2350"/>
                      <a:pt x="1575" y="2350"/>
                    </a:cubicBezTo>
                    <a:cubicBezTo>
                      <a:pt x="1397" y="2350"/>
                      <a:pt x="1222" y="2459"/>
                      <a:pt x="1201" y="2646"/>
                    </a:cubicBezTo>
                    <a:cubicBezTo>
                      <a:pt x="0" y="8983"/>
                      <a:pt x="4137" y="14154"/>
                      <a:pt x="8373" y="18390"/>
                    </a:cubicBezTo>
                    <a:cubicBezTo>
                      <a:pt x="7005" y="17723"/>
                      <a:pt x="5671" y="16922"/>
                      <a:pt x="4470" y="15988"/>
                    </a:cubicBezTo>
                    <a:cubicBezTo>
                      <a:pt x="4396" y="15942"/>
                      <a:pt x="4312" y="15922"/>
                      <a:pt x="4228" y="15922"/>
                    </a:cubicBezTo>
                    <a:cubicBezTo>
                      <a:pt x="4007" y="15922"/>
                      <a:pt x="3784" y="16062"/>
                      <a:pt x="3736" y="16255"/>
                    </a:cubicBezTo>
                    <a:cubicBezTo>
                      <a:pt x="3036" y="20825"/>
                      <a:pt x="7539" y="23094"/>
                      <a:pt x="10341" y="25929"/>
                    </a:cubicBezTo>
                    <a:cubicBezTo>
                      <a:pt x="7873" y="25929"/>
                      <a:pt x="5404" y="25429"/>
                      <a:pt x="3136" y="24461"/>
                    </a:cubicBezTo>
                    <a:cubicBezTo>
                      <a:pt x="3100" y="24452"/>
                      <a:pt x="3064" y="24448"/>
                      <a:pt x="3028" y="24448"/>
                    </a:cubicBezTo>
                    <a:cubicBezTo>
                      <a:pt x="2793" y="24448"/>
                      <a:pt x="2560" y="24626"/>
                      <a:pt x="2502" y="24828"/>
                    </a:cubicBezTo>
                    <a:cubicBezTo>
                      <a:pt x="2168" y="26363"/>
                      <a:pt x="3203" y="27597"/>
                      <a:pt x="4370" y="28497"/>
                    </a:cubicBezTo>
                    <a:cubicBezTo>
                      <a:pt x="5838" y="29665"/>
                      <a:pt x="7472" y="30666"/>
                      <a:pt x="9140" y="31533"/>
                    </a:cubicBezTo>
                    <a:cubicBezTo>
                      <a:pt x="10825" y="32397"/>
                      <a:pt x="13000" y="33359"/>
                      <a:pt x="15039" y="33359"/>
                    </a:cubicBezTo>
                    <a:cubicBezTo>
                      <a:pt x="16148" y="33359"/>
                      <a:pt x="17218" y="33074"/>
                      <a:pt x="18147" y="32334"/>
                    </a:cubicBezTo>
                    <a:cubicBezTo>
                      <a:pt x="18347" y="32167"/>
                      <a:pt x="18313" y="31933"/>
                      <a:pt x="18147" y="31833"/>
                    </a:cubicBezTo>
                    <a:lnTo>
                      <a:pt x="23884" y="26996"/>
                    </a:lnTo>
                    <a:cubicBezTo>
                      <a:pt x="23934" y="27046"/>
                      <a:pt x="23990" y="27067"/>
                      <a:pt x="24045" y="27067"/>
                    </a:cubicBezTo>
                    <a:cubicBezTo>
                      <a:pt x="24207" y="27067"/>
                      <a:pt x="24351" y="26880"/>
                      <a:pt x="24251" y="26730"/>
                    </a:cubicBezTo>
                    <a:cubicBezTo>
                      <a:pt x="21182" y="21993"/>
                      <a:pt x="17846" y="17389"/>
                      <a:pt x="15411" y="12219"/>
                    </a:cubicBezTo>
                    <a:cubicBezTo>
                      <a:pt x="14210" y="9651"/>
                      <a:pt x="13243" y="6915"/>
                      <a:pt x="12576" y="4180"/>
                    </a:cubicBezTo>
                    <a:cubicBezTo>
                      <a:pt x="12182" y="2393"/>
                      <a:pt x="11321" y="0"/>
                      <a:pt x="9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58"/>
              <p:cNvSpPr/>
              <p:nvPr/>
            </p:nvSpPr>
            <p:spPr>
              <a:xfrm>
                <a:off x="3860525" y="2002625"/>
                <a:ext cx="741375" cy="814025"/>
              </a:xfrm>
              <a:custGeom>
                <a:avLst/>
                <a:gdLst/>
                <a:ahLst/>
                <a:cxnLst/>
                <a:rect l="l" t="t" r="r" b="b"/>
                <a:pathLst>
                  <a:path w="29655" h="32561" extrusionOk="0">
                    <a:moveTo>
                      <a:pt x="11208" y="1"/>
                    </a:moveTo>
                    <a:lnTo>
                      <a:pt x="3403" y="3237"/>
                    </a:lnTo>
                    <a:cubicBezTo>
                      <a:pt x="1001" y="6172"/>
                      <a:pt x="0" y="10208"/>
                      <a:pt x="734" y="13911"/>
                    </a:cubicBezTo>
                    <a:cubicBezTo>
                      <a:pt x="875" y="13935"/>
                      <a:pt x="1014" y="13947"/>
                      <a:pt x="1152" y="13947"/>
                    </a:cubicBezTo>
                    <a:cubicBezTo>
                      <a:pt x="2522" y="13947"/>
                      <a:pt x="3764" y="12803"/>
                      <a:pt x="4704" y="11743"/>
                    </a:cubicBezTo>
                    <a:cubicBezTo>
                      <a:pt x="4704" y="14545"/>
                      <a:pt x="4937" y="17347"/>
                      <a:pt x="5404" y="20082"/>
                    </a:cubicBezTo>
                    <a:cubicBezTo>
                      <a:pt x="5560" y="21013"/>
                      <a:pt x="6090" y="22204"/>
                      <a:pt x="6969" y="22204"/>
                    </a:cubicBezTo>
                    <a:cubicBezTo>
                      <a:pt x="7035" y="22204"/>
                      <a:pt x="7103" y="22197"/>
                      <a:pt x="7172" y="22184"/>
                    </a:cubicBezTo>
                    <a:cubicBezTo>
                      <a:pt x="7606" y="22050"/>
                      <a:pt x="7939" y="21616"/>
                      <a:pt x="8240" y="21216"/>
                    </a:cubicBezTo>
                    <a:cubicBezTo>
                      <a:pt x="9074" y="20049"/>
                      <a:pt x="9908" y="18814"/>
                      <a:pt x="10741" y="17614"/>
                    </a:cubicBezTo>
                    <a:cubicBezTo>
                      <a:pt x="11976" y="20716"/>
                      <a:pt x="13243" y="23751"/>
                      <a:pt x="14744" y="26720"/>
                    </a:cubicBezTo>
                    <a:cubicBezTo>
                      <a:pt x="15512" y="28221"/>
                      <a:pt x="16412" y="29789"/>
                      <a:pt x="17947" y="30456"/>
                    </a:cubicBezTo>
                    <a:cubicBezTo>
                      <a:pt x="18847" y="28288"/>
                      <a:pt x="19448" y="26053"/>
                      <a:pt x="19715" y="23718"/>
                    </a:cubicBezTo>
                    <a:cubicBezTo>
                      <a:pt x="21983" y="26854"/>
                      <a:pt x="24251" y="29989"/>
                      <a:pt x="27487" y="32124"/>
                    </a:cubicBezTo>
                    <a:cubicBezTo>
                      <a:pt x="27799" y="32342"/>
                      <a:pt x="28140" y="32561"/>
                      <a:pt x="28483" y="32561"/>
                    </a:cubicBezTo>
                    <a:cubicBezTo>
                      <a:pt x="28507" y="32561"/>
                      <a:pt x="28530" y="32560"/>
                      <a:pt x="28554" y="32558"/>
                    </a:cubicBezTo>
                    <a:cubicBezTo>
                      <a:pt x="29188" y="32524"/>
                      <a:pt x="29655" y="31857"/>
                      <a:pt x="29655" y="31223"/>
                    </a:cubicBezTo>
                    <a:cubicBezTo>
                      <a:pt x="29655" y="30590"/>
                      <a:pt x="29355" y="30022"/>
                      <a:pt x="29021" y="29455"/>
                    </a:cubicBezTo>
                    <a:cubicBezTo>
                      <a:pt x="26019" y="24418"/>
                      <a:pt x="21649" y="20382"/>
                      <a:pt x="17913" y="15846"/>
                    </a:cubicBezTo>
                    <a:cubicBezTo>
                      <a:pt x="14211" y="11342"/>
                      <a:pt x="11042" y="5872"/>
                      <a:pt x="112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4583;p58"/>
              <p:cNvSpPr/>
              <p:nvPr/>
            </p:nvSpPr>
            <p:spPr>
              <a:xfrm>
                <a:off x="3858025" y="1995325"/>
                <a:ext cx="770575" cy="836575"/>
              </a:xfrm>
              <a:custGeom>
                <a:avLst/>
                <a:gdLst/>
                <a:ahLst/>
                <a:cxnLst/>
                <a:rect l="l" t="t" r="r" b="b"/>
                <a:pathLst>
                  <a:path w="30823" h="33463" extrusionOk="0">
                    <a:moveTo>
                      <a:pt x="11326" y="1"/>
                    </a:moveTo>
                    <a:cubicBezTo>
                      <a:pt x="11198" y="1"/>
                      <a:pt x="11075" y="101"/>
                      <a:pt x="11075" y="293"/>
                    </a:cubicBezTo>
                    <a:cubicBezTo>
                      <a:pt x="10775" y="6564"/>
                      <a:pt x="14277" y="12235"/>
                      <a:pt x="18113" y="16905"/>
                    </a:cubicBezTo>
                    <a:cubicBezTo>
                      <a:pt x="20248" y="19507"/>
                      <a:pt x="22516" y="21908"/>
                      <a:pt x="24685" y="24477"/>
                    </a:cubicBezTo>
                    <a:cubicBezTo>
                      <a:pt x="25785" y="25745"/>
                      <a:pt x="26820" y="27079"/>
                      <a:pt x="27754" y="28513"/>
                    </a:cubicBezTo>
                    <a:cubicBezTo>
                      <a:pt x="28154" y="29147"/>
                      <a:pt x="28621" y="29814"/>
                      <a:pt x="28954" y="30515"/>
                    </a:cubicBezTo>
                    <a:cubicBezTo>
                      <a:pt x="29155" y="30882"/>
                      <a:pt x="29321" y="31382"/>
                      <a:pt x="29188" y="31816"/>
                    </a:cubicBezTo>
                    <a:cubicBezTo>
                      <a:pt x="29082" y="32149"/>
                      <a:pt x="28886" y="32269"/>
                      <a:pt x="28656" y="32269"/>
                    </a:cubicBezTo>
                    <a:cubicBezTo>
                      <a:pt x="28382" y="32269"/>
                      <a:pt x="28060" y="32097"/>
                      <a:pt x="27787" y="31916"/>
                    </a:cubicBezTo>
                    <a:cubicBezTo>
                      <a:pt x="24751" y="29847"/>
                      <a:pt x="22516" y="26712"/>
                      <a:pt x="20448" y="23743"/>
                    </a:cubicBezTo>
                    <a:cubicBezTo>
                      <a:pt x="20311" y="23543"/>
                      <a:pt x="20122" y="23456"/>
                      <a:pt x="19937" y="23456"/>
                    </a:cubicBezTo>
                    <a:cubicBezTo>
                      <a:pt x="19626" y="23456"/>
                      <a:pt x="19323" y="23701"/>
                      <a:pt x="19281" y="24077"/>
                    </a:cubicBezTo>
                    <a:cubicBezTo>
                      <a:pt x="19015" y="26083"/>
                      <a:pt x="18541" y="28037"/>
                      <a:pt x="17812" y="29938"/>
                    </a:cubicBezTo>
                    <a:lnTo>
                      <a:pt x="17812" y="29938"/>
                    </a:lnTo>
                    <a:cubicBezTo>
                      <a:pt x="16249" y="28827"/>
                      <a:pt x="15473" y="26802"/>
                      <a:pt x="14644" y="25144"/>
                    </a:cubicBezTo>
                    <a:cubicBezTo>
                      <a:pt x="13510" y="22742"/>
                      <a:pt x="12476" y="20307"/>
                      <a:pt x="11509" y="17806"/>
                    </a:cubicBezTo>
                    <a:cubicBezTo>
                      <a:pt x="11393" y="17517"/>
                      <a:pt x="11134" y="17351"/>
                      <a:pt x="10884" y="17351"/>
                    </a:cubicBezTo>
                    <a:cubicBezTo>
                      <a:pt x="10700" y="17351"/>
                      <a:pt x="10521" y="17441"/>
                      <a:pt x="10408" y="17639"/>
                    </a:cubicBezTo>
                    <a:cubicBezTo>
                      <a:pt x="9641" y="18740"/>
                      <a:pt x="8840" y="19840"/>
                      <a:pt x="8106" y="20974"/>
                    </a:cubicBezTo>
                    <a:cubicBezTo>
                      <a:pt x="7872" y="21287"/>
                      <a:pt x="7536" y="21864"/>
                      <a:pt x="7130" y="21864"/>
                    </a:cubicBezTo>
                    <a:cubicBezTo>
                      <a:pt x="7016" y="21864"/>
                      <a:pt x="6896" y="21818"/>
                      <a:pt x="6772" y="21708"/>
                    </a:cubicBezTo>
                    <a:cubicBezTo>
                      <a:pt x="6405" y="21408"/>
                      <a:pt x="6272" y="20808"/>
                      <a:pt x="6171" y="20341"/>
                    </a:cubicBezTo>
                    <a:cubicBezTo>
                      <a:pt x="5604" y="17672"/>
                      <a:pt x="5471" y="14803"/>
                      <a:pt x="5471" y="12068"/>
                    </a:cubicBezTo>
                    <a:cubicBezTo>
                      <a:pt x="5471" y="11730"/>
                      <a:pt x="5166" y="11467"/>
                      <a:pt x="4855" y="11467"/>
                    </a:cubicBezTo>
                    <a:cubicBezTo>
                      <a:pt x="4706" y="11467"/>
                      <a:pt x="4556" y="11527"/>
                      <a:pt x="4437" y="11668"/>
                    </a:cubicBezTo>
                    <a:cubicBezTo>
                      <a:pt x="3608" y="12556"/>
                      <a:pt x="2674" y="13575"/>
                      <a:pt x="1425" y="13677"/>
                    </a:cubicBezTo>
                    <a:lnTo>
                      <a:pt x="1425" y="13677"/>
                    </a:lnTo>
                    <a:cubicBezTo>
                      <a:pt x="1182" y="12019"/>
                      <a:pt x="1271" y="10314"/>
                      <a:pt x="1668" y="8666"/>
                    </a:cubicBezTo>
                    <a:cubicBezTo>
                      <a:pt x="2135" y="6864"/>
                      <a:pt x="3103" y="5397"/>
                      <a:pt x="3937" y="3795"/>
                    </a:cubicBezTo>
                    <a:cubicBezTo>
                      <a:pt x="4087" y="3495"/>
                      <a:pt x="3861" y="3233"/>
                      <a:pt x="3599" y="3233"/>
                    </a:cubicBezTo>
                    <a:cubicBezTo>
                      <a:pt x="3511" y="3233"/>
                      <a:pt x="3420" y="3262"/>
                      <a:pt x="3336" y="3328"/>
                    </a:cubicBezTo>
                    <a:cubicBezTo>
                      <a:pt x="1802" y="4563"/>
                      <a:pt x="968" y="6564"/>
                      <a:pt x="501" y="8465"/>
                    </a:cubicBezTo>
                    <a:cubicBezTo>
                      <a:pt x="0" y="10400"/>
                      <a:pt x="0" y="12402"/>
                      <a:pt x="401" y="14403"/>
                    </a:cubicBezTo>
                    <a:cubicBezTo>
                      <a:pt x="434" y="14703"/>
                      <a:pt x="734" y="14837"/>
                      <a:pt x="968" y="14870"/>
                    </a:cubicBezTo>
                    <a:cubicBezTo>
                      <a:pt x="1097" y="14884"/>
                      <a:pt x="1225" y="14891"/>
                      <a:pt x="1351" y="14891"/>
                    </a:cubicBezTo>
                    <a:cubicBezTo>
                      <a:pt x="2499" y="14891"/>
                      <a:pt x="3483" y="14322"/>
                      <a:pt x="4319" y="13580"/>
                    </a:cubicBezTo>
                    <a:lnTo>
                      <a:pt x="4319" y="13580"/>
                    </a:lnTo>
                    <a:cubicBezTo>
                      <a:pt x="4351" y="14979"/>
                      <a:pt x="4439" y="16392"/>
                      <a:pt x="4637" y="17806"/>
                    </a:cubicBezTo>
                    <a:cubicBezTo>
                      <a:pt x="4804" y="19240"/>
                      <a:pt x="4804" y="21008"/>
                      <a:pt x="5671" y="22242"/>
                    </a:cubicBezTo>
                    <a:cubicBezTo>
                      <a:pt x="6050" y="22820"/>
                      <a:pt x="6618" y="23147"/>
                      <a:pt x="7200" y="23147"/>
                    </a:cubicBezTo>
                    <a:cubicBezTo>
                      <a:pt x="7592" y="23147"/>
                      <a:pt x="7990" y="22998"/>
                      <a:pt x="8340" y="22676"/>
                    </a:cubicBezTo>
                    <a:cubicBezTo>
                      <a:pt x="8940" y="22175"/>
                      <a:pt x="9340" y="21408"/>
                      <a:pt x="9774" y="20808"/>
                    </a:cubicBezTo>
                    <a:cubicBezTo>
                      <a:pt x="10112" y="20310"/>
                      <a:pt x="10463" y="19813"/>
                      <a:pt x="10803" y="19315"/>
                    </a:cubicBezTo>
                    <a:lnTo>
                      <a:pt x="10803" y="19315"/>
                    </a:lnTo>
                    <a:cubicBezTo>
                      <a:pt x="11711" y="21590"/>
                      <a:pt x="12691" y="23854"/>
                      <a:pt x="13744" y="26045"/>
                    </a:cubicBezTo>
                    <a:cubicBezTo>
                      <a:pt x="14678" y="28046"/>
                      <a:pt x="15678" y="30381"/>
                      <a:pt x="17813" y="31382"/>
                    </a:cubicBezTo>
                    <a:cubicBezTo>
                      <a:pt x="17917" y="31429"/>
                      <a:pt x="18023" y="31452"/>
                      <a:pt x="18126" y="31452"/>
                    </a:cubicBezTo>
                    <a:cubicBezTo>
                      <a:pt x="18387" y="31452"/>
                      <a:pt x="18627" y="31302"/>
                      <a:pt x="18747" y="31015"/>
                    </a:cubicBezTo>
                    <a:cubicBezTo>
                      <a:pt x="19443" y="29314"/>
                      <a:pt x="19959" y="27534"/>
                      <a:pt x="20282" y="25705"/>
                    </a:cubicBezTo>
                    <a:lnTo>
                      <a:pt x="20282" y="25705"/>
                    </a:lnTo>
                    <a:cubicBezTo>
                      <a:pt x="22011" y="28069"/>
                      <a:pt x="23872" y="30376"/>
                      <a:pt x="26186" y="32182"/>
                    </a:cubicBezTo>
                    <a:cubicBezTo>
                      <a:pt x="26862" y="32724"/>
                      <a:pt x="27813" y="33463"/>
                      <a:pt x="28688" y="33463"/>
                    </a:cubicBezTo>
                    <a:cubicBezTo>
                      <a:pt x="29107" y="33463"/>
                      <a:pt x="29509" y="33293"/>
                      <a:pt x="29855" y="32850"/>
                    </a:cubicBezTo>
                    <a:cubicBezTo>
                      <a:pt x="30822" y="31649"/>
                      <a:pt x="29988" y="30181"/>
                      <a:pt x="29288" y="29047"/>
                    </a:cubicBezTo>
                    <a:cubicBezTo>
                      <a:pt x="25419" y="22809"/>
                      <a:pt x="19481" y="18172"/>
                      <a:pt x="15478" y="12001"/>
                    </a:cubicBezTo>
                    <a:cubicBezTo>
                      <a:pt x="13243" y="8465"/>
                      <a:pt x="11609" y="4629"/>
                      <a:pt x="11609" y="360"/>
                    </a:cubicBezTo>
                    <a:cubicBezTo>
                      <a:pt x="11609" y="117"/>
                      <a:pt x="11465" y="1"/>
                      <a:pt x="113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4584;p58"/>
              <p:cNvSpPr/>
              <p:nvPr/>
            </p:nvSpPr>
            <p:spPr>
              <a:xfrm>
                <a:off x="2821450" y="2075200"/>
                <a:ext cx="653000" cy="357775"/>
              </a:xfrm>
              <a:custGeom>
                <a:avLst/>
                <a:gdLst/>
                <a:ahLst/>
                <a:cxnLst/>
                <a:rect l="l" t="t" r="r" b="b"/>
                <a:pathLst>
                  <a:path w="26120" h="14311" extrusionOk="0">
                    <a:moveTo>
                      <a:pt x="21683" y="0"/>
                    </a:moveTo>
                    <a:cubicBezTo>
                      <a:pt x="19715" y="2302"/>
                      <a:pt x="16846" y="3536"/>
                      <a:pt x="14044" y="4770"/>
                    </a:cubicBezTo>
                    <a:cubicBezTo>
                      <a:pt x="10408" y="6338"/>
                      <a:pt x="6772" y="7872"/>
                      <a:pt x="3136" y="9473"/>
                    </a:cubicBezTo>
                    <a:cubicBezTo>
                      <a:pt x="1702" y="10107"/>
                      <a:pt x="0" y="11208"/>
                      <a:pt x="367" y="12776"/>
                    </a:cubicBezTo>
                    <a:cubicBezTo>
                      <a:pt x="601" y="13710"/>
                      <a:pt x="1668" y="14310"/>
                      <a:pt x="2602" y="14310"/>
                    </a:cubicBezTo>
                    <a:cubicBezTo>
                      <a:pt x="3603" y="14310"/>
                      <a:pt x="4537" y="13877"/>
                      <a:pt x="5404" y="13476"/>
                    </a:cubicBezTo>
                    <a:cubicBezTo>
                      <a:pt x="12509" y="10141"/>
                      <a:pt x="19414" y="6438"/>
                      <a:pt x="26119" y="2368"/>
                    </a:cubicBezTo>
                    <a:lnTo>
                      <a:pt x="21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58"/>
              <p:cNvSpPr/>
              <p:nvPr/>
            </p:nvSpPr>
            <p:spPr>
              <a:xfrm>
                <a:off x="2810600" y="2072600"/>
                <a:ext cx="673500" cy="370450"/>
              </a:xfrm>
              <a:custGeom>
                <a:avLst/>
                <a:gdLst/>
                <a:ahLst/>
                <a:cxnLst/>
                <a:rect l="l" t="t" r="r" b="b"/>
                <a:pathLst>
                  <a:path w="26940" h="14818" extrusionOk="0">
                    <a:moveTo>
                      <a:pt x="22118" y="1"/>
                    </a:moveTo>
                    <a:cubicBezTo>
                      <a:pt x="22092" y="1"/>
                      <a:pt x="22068" y="11"/>
                      <a:pt x="22050" y="37"/>
                    </a:cubicBezTo>
                    <a:cubicBezTo>
                      <a:pt x="19315" y="2706"/>
                      <a:pt x="15712" y="4040"/>
                      <a:pt x="12210" y="5475"/>
                    </a:cubicBezTo>
                    <a:cubicBezTo>
                      <a:pt x="10275" y="6308"/>
                      <a:pt x="8273" y="7142"/>
                      <a:pt x="6305" y="7976"/>
                    </a:cubicBezTo>
                    <a:cubicBezTo>
                      <a:pt x="4771" y="8643"/>
                      <a:pt x="3003" y="9144"/>
                      <a:pt x="1669" y="10211"/>
                    </a:cubicBezTo>
                    <a:cubicBezTo>
                      <a:pt x="701" y="10945"/>
                      <a:pt x="1" y="12079"/>
                      <a:pt x="501" y="13280"/>
                    </a:cubicBezTo>
                    <a:cubicBezTo>
                      <a:pt x="959" y="14368"/>
                      <a:pt x="2130" y="14817"/>
                      <a:pt x="3254" y="14817"/>
                    </a:cubicBezTo>
                    <a:cubicBezTo>
                      <a:pt x="3440" y="14817"/>
                      <a:pt x="3624" y="14805"/>
                      <a:pt x="3804" y="14781"/>
                    </a:cubicBezTo>
                    <a:cubicBezTo>
                      <a:pt x="5638" y="14481"/>
                      <a:pt x="7439" y="13380"/>
                      <a:pt x="9107" y="12580"/>
                    </a:cubicBezTo>
                    <a:cubicBezTo>
                      <a:pt x="10975" y="11646"/>
                      <a:pt x="12810" y="10745"/>
                      <a:pt x="14645" y="9778"/>
                    </a:cubicBezTo>
                    <a:cubicBezTo>
                      <a:pt x="18814" y="7609"/>
                      <a:pt x="22951" y="5408"/>
                      <a:pt x="26720" y="2639"/>
                    </a:cubicBezTo>
                    <a:cubicBezTo>
                      <a:pt x="26939" y="2502"/>
                      <a:pt x="26843" y="2230"/>
                      <a:pt x="26654" y="2230"/>
                    </a:cubicBezTo>
                    <a:cubicBezTo>
                      <a:pt x="26613" y="2230"/>
                      <a:pt x="26567" y="2243"/>
                      <a:pt x="26520" y="2272"/>
                    </a:cubicBezTo>
                    <a:cubicBezTo>
                      <a:pt x="23184" y="3940"/>
                      <a:pt x="20015" y="5808"/>
                      <a:pt x="16779" y="7576"/>
                    </a:cubicBezTo>
                    <a:cubicBezTo>
                      <a:pt x="13510" y="9311"/>
                      <a:pt x="10208" y="11045"/>
                      <a:pt x="6872" y="12613"/>
                    </a:cubicBezTo>
                    <a:cubicBezTo>
                      <a:pt x="5869" y="13091"/>
                      <a:pt x="4455" y="13979"/>
                      <a:pt x="3181" y="13979"/>
                    </a:cubicBezTo>
                    <a:cubicBezTo>
                      <a:pt x="2677" y="13979"/>
                      <a:pt x="2195" y="13840"/>
                      <a:pt x="1769" y="13480"/>
                    </a:cubicBezTo>
                    <a:cubicBezTo>
                      <a:pt x="201" y="12213"/>
                      <a:pt x="2336" y="10645"/>
                      <a:pt x="3437" y="10111"/>
                    </a:cubicBezTo>
                    <a:cubicBezTo>
                      <a:pt x="6706" y="8443"/>
                      <a:pt x="10208" y="7076"/>
                      <a:pt x="13611" y="5575"/>
                    </a:cubicBezTo>
                    <a:cubicBezTo>
                      <a:pt x="16679" y="4207"/>
                      <a:pt x="20149" y="2906"/>
                      <a:pt x="22217" y="104"/>
                    </a:cubicBezTo>
                    <a:cubicBezTo>
                      <a:pt x="22266" y="80"/>
                      <a:pt x="22188" y="1"/>
                      <a:pt x="22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4586;p58"/>
              <p:cNvSpPr/>
              <p:nvPr/>
            </p:nvSpPr>
            <p:spPr>
              <a:xfrm>
                <a:off x="3002400" y="2054350"/>
                <a:ext cx="487875" cy="641575"/>
              </a:xfrm>
              <a:custGeom>
                <a:avLst/>
                <a:gdLst/>
                <a:ahLst/>
                <a:cxnLst/>
                <a:rect l="l" t="t" r="r" b="b"/>
                <a:pathLst>
                  <a:path w="19515" h="25663" extrusionOk="0">
                    <a:moveTo>
                      <a:pt x="19515" y="0"/>
                    </a:moveTo>
                    <a:lnTo>
                      <a:pt x="16146" y="1635"/>
                    </a:lnTo>
                    <a:cubicBezTo>
                      <a:pt x="12310" y="6438"/>
                      <a:pt x="8474" y="11175"/>
                      <a:pt x="4638" y="15978"/>
                    </a:cubicBezTo>
                    <a:cubicBezTo>
                      <a:pt x="2369" y="18747"/>
                      <a:pt x="1" y="22216"/>
                      <a:pt x="1168" y="25618"/>
                    </a:cubicBezTo>
                    <a:cubicBezTo>
                      <a:pt x="1298" y="25649"/>
                      <a:pt x="1425" y="25663"/>
                      <a:pt x="1551" y="25663"/>
                    </a:cubicBezTo>
                    <a:cubicBezTo>
                      <a:pt x="2399" y="25663"/>
                      <a:pt x="3169" y="25023"/>
                      <a:pt x="3837" y="24384"/>
                    </a:cubicBezTo>
                    <a:cubicBezTo>
                      <a:pt x="10809" y="17546"/>
                      <a:pt x="16179" y="9173"/>
                      <a:pt x="195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7" name="Google Shape;4587;p58"/>
              <p:cNvSpPr/>
              <p:nvPr/>
            </p:nvSpPr>
            <p:spPr>
              <a:xfrm>
                <a:off x="2985725" y="2048525"/>
                <a:ext cx="508450" cy="658250"/>
              </a:xfrm>
              <a:custGeom>
                <a:avLst/>
                <a:gdLst/>
                <a:ahLst/>
                <a:cxnLst/>
                <a:rect l="l" t="t" r="r" b="b"/>
                <a:pathLst>
                  <a:path w="20338" h="26330" extrusionOk="0">
                    <a:moveTo>
                      <a:pt x="16820" y="1853"/>
                    </a:moveTo>
                    <a:cubicBezTo>
                      <a:pt x="16817" y="1853"/>
                      <a:pt x="16813" y="1857"/>
                      <a:pt x="16813" y="1868"/>
                    </a:cubicBezTo>
                    <a:cubicBezTo>
                      <a:pt x="16835" y="1868"/>
                      <a:pt x="16828" y="1853"/>
                      <a:pt x="16820" y="1853"/>
                    </a:cubicBezTo>
                    <a:close/>
                    <a:moveTo>
                      <a:pt x="20127" y="1"/>
                    </a:moveTo>
                    <a:cubicBezTo>
                      <a:pt x="20072" y="1"/>
                      <a:pt x="20017" y="30"/>
                      <a:pt x="19982" y="100"/>
                    </a:cubicBezTo>
                    <a:cubicBezTo>
                      <a:pt x="19248" y="1234"/>
                      <a:pt x="18814" y="2535"/>
                      <a:pt x="18247" y="3736"/>
                    </a:cubicBezTo>
                    <a:cubicBezTo>
                      <a:pt x="17713" y="4870"/>
                      <a:pt x="17213" y="6004"/>
                      <a:pt x="16646" y="7105"/>
                    </a:cubicBezTo>
                    <a:cubicBezTo>
                      <a:pt x="15479" y="9406"/>
                      <a:pt x="14178" y="11608"/>
                      <a:pt x="12810" y="13743"/>
                    </a:cubicBezTo>
                    <a:cubicBezTo>
                      <a:pt x="11376" y="15911"/>
                      <a:pt x="9808" y="18046"/>
                      <a:pt x="8140" y="20047"/>
                    </a:cubicBezTo>
                    <a:cubicBezTo>
                      <a:pt x="7339" y="21015"/>
                      <a:pt x="6472" y="21915"/>
                      <a:pt x="5638" y="22849"/>
                    </a:cubicBezTo>
                    <a:cubicBezTo>
                      <a:pt x="4822" y="23697"/>
                      <a:pt x="3562" y="25402"/>
                      <a:pt x="2249" y="25404"/>
                    </a:cubicBezTo>
                    <a:lnTo>
                      <a:pt x="2249" y="25404"/>
                    </a:lnTo>
                    <a:cubicBezTo>
                      <a:pt x="1713" y="23247"/>
                      <a:pt x="2523" y="21157"/>
                      <a:pt x="3637" y="19280"/>
                    </a:cubicBezTo>
                    <a:cubicBezTo>
                      <a:pt x="4871" y="17245"/>
                      <a:pt x="6472" y="15411"/>
                      <a:pt x="7973" y="13509"/>
                    </a:cubicBezTo>
                    <a:cubicBezTo>
                      <a:pt x="10875" y="9707"/>
                      <a:pt x="14044" y="5904"/>
                      <a:pt x="16813" y="1868"/>
                    </a:cubicBezTo>
                    <a:lnTo>
                      <a:pt x="16813" y="1868"/>
                    </a:lnTo>
                    <a:cubicBezTo>
                      <a:pt x="13144" y="5770"/>
                      <a:pt x="9841" y="10073"/>
                      <a:pt x="6439" y="14210"/>
                    </a:cubicBezTo>
                    <a:cubicBezTo>
                      <a:pt x="3804" y="17412"/>
                      <a:pt x="1" y="21448"/>
                      <a:pt x="1435" y="25952"/>
                    </a:cubicBezTo>
                    <a:cubicBezTo>
                      <a:pt x="1469" y="26085"/>
                      <a:pt x="1602" y="26252"/>
                      <a:pt x="1769" y="26285"/>
                    </a:cubicBezTo>
                    <a:cubicBezTo>
                      <a:pt x="1927" y="26315"/>
                      <a:pt x="2080" y="26329"/>
                      <a:pt x="2230" y="26329"/>
                    </a:cubicBezTo>
                    <a:cubicBezTo>
                      <a:pt x="3249" y="26329"/>
                      <a:pt x="4081" y="25678"/>
                      <a:pt x="4838" y="24951"/>
                    </a:cubicBezTo>
                    <a:cubicBezTo>
                      <a:pt x="5872" y="23950"/>
                      <a:pt x="6872" y="22916"/>
                      <a:pt x="7840" y="21849"/>
                    </a:cubicBezTo>
                    <a:cubicBezTo>
                      <a:pt x="9674" y="19780"/>
                      <a:pt x="11376" y="17612"/>
                      <a:pt x="12910" y="15377"/>
                    </a:cubicBezTo>
                    <a:cubicBezTo>
                      <a:pt x="14511" y="13076"/>
                      <a:pt x="15979" y="10674"/>
                      <a:pt x="17213" y="8172"/>
                    </a:cubicBezTo>
                    <a:cubicBezTo>
                      <a:pt x="17847" y="6905"/>
                      <a:pt x="18447" y="5670"/>
                      <a:pt x="18981" y="4369"/>
                    </a:cubicBezTo>
                    <a:cubicBezTo>
                      <a:pt x="19515" y="3035"/>
                      <a:pt x="20082" y="1667"/>
                      <a:pt x="20315" y="233"/>
                    </a:cubicBezTo>
                    <a:cubicBezTo>
                      <a:pt x="20337" y="103"/>
                      <a:pt x="20231" y="1"/>
                      <a:pt x="20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4588;p58"/>
              <p:cNvSpPr/>
              <p:nvPr/>
            </p:nvSpPr>
            <p:spPr>
              <a:xfrm>
                <a:off x="3157525" y="1962600"/>
                <a:ext cx="496200" cy="810950"/>
              </a:xfrm>
              <a:custGeom>
                <a:avLst/>
                <a:gdLst/>
                <a:ahLst/>
                <a:cxnLst/>
                <a:rect l="l" t="t" r="r" b="b"/>
                <a:pathLst>
                  <a:path w="19848" h="32438" extrusionOk="0">
                    <a:moveTo>
                      <a:pt x="19848" y="1"/>
                    </a:moveTo>
                    <a:lnTo>
                      <a:pt x="12109" y="9007"/>
                    </a:lnTo>
                    <a:cubicBezTo>
                      <a:pt x="9774" y="12476"/>
                      <a:pt x="7472" y="15879"/>
                      <a:pt x="5137" y="19348"/>
                    </a:cubicBezTo>
                    <a:cubicBezTo>
                      <a:pt x="2636" y="23051"/>
                      <a:pt x="0" y="27487"/>
                      <a:pt x="1268" y="31824"/>
                    </a:cubicBezTo>
                    <a:cubicBezTo>
                      <a:pt x="1301" y="32024"/>
                      <a:pt x="1401" y="32224"/>
                      <a:pt x="1602" y="32357"/>
                    </a:cubicBezTo>
                    <a:cubicBezTo>
                      <a:pt x="1677" y="32418"/>
                      <a:pt x="1766" y="32437"/>
                      <a:pt x="1863" y="32437"/>
                    </a:cubicBezTo>
                    <a:cubicBezTo>
                      <a:pt x="1980" y="32437"/>
                      <a:pt x="2108" y="32409"/>
                      <a:pt x="2235" y="32391"/>
                    </a:cubicBezTo>
                    <a:cubicBezTo>
                      <a:pt x="4170" y="31957"/>
                      <a:pt x="5338" y="29956"/>
                      <a:pt x="6171" y="28121"/>
                    </a:cubicBezTo>
                    <a:cubicBezTo>
                      <a:pt x="10508" y="18614"/>
                      <a:pt x="13110" y="8007"/>
                      <a:pt x="19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4589;p58"/>
              <p:cNvSpPr/>
              <p:nvPr/>
            </p:nvSpPr>
            <p:spPr>
              <a:xfrm>
                <a:off x="3165850" y="1954525"/>
                <a:ext cx="493750" cy="831225"/>
              </a:xfrm>
              <a:custGeom>
                <a:avLst/>
                <a:gdLst/>
                <a:ahLst/>
                <a:cxnLst/>
                <a:rect l="l" t="t" r="r" b="b"/>
                <a:pathLst>
                  <a:path w="19750" h="33249" extrusionOk="0">
                    <a:moveTo>
                      <a:pt x="19450" y="0"/>
                    </a:moveTo>
                    <a:cubicBezTo>
                      <a:pt x="19402" y="0"/>
                      <a:pt x="19355" y="17"/>
                      <a:pt x="19315" y="57"/>
                    </a:cubicBezTo>
                    <a:cubicBezTo>
                      <a:pt x="13811" y="5528"/>
                      <a:pt x="11209" y="13467"/>
                      <a:pt x="8474" y="20505"/>
                    </a:cubicBezTo>
                    <a:cubicBezTo>
                      <a:pt x="7706" y="22406"/>
                      <a:pt x="6973" y="24341"/>
                      <a:pt x="6172" y="26242"/>
                    </a:cubicBezTo>
                    <a:cubicBezTo>
                      <a:pt x="5472" y="27910"/>
                      <a:pt x="4804" y="29812"/>
                      <a:pt x="3503" y="31079"/>
                    </a:cubicBezTo>
                    <a:cubicBezTo>
                      <a:pt x="3203" y="31379"/>
                      <a:pt x="2870" y="31680"/>
                      <a:pt x="2503" y="31880"/>
                    </a:cubicBezTo>
                    <a:cubicBezTo>
                      <a:pt x="2246" y="32024"/>
                      <a:pt x="2027" y="32130"/>
                      <a:pt x="1836" y="32130"/>
                    </a:cubicBezTo>
                    <a:cubicBezTo>
                      <a:pt x="1631" y="32130"/>
                      <a:pt x="1457" y="32008"/>
                      <a:pt x="1302" y="31680"/>
                    </a:cubicBezTo>
                    <a:cubicBezTo>
                      <a:pt x="935" y="30846"/>
                      <a:pt x="1002" y="29545"/>
                      <a:pt x="1135" y="28644"/>
                    </a:cubicBezTo>
                    <a:cubicBezTo>
                      <a:pt x="1369" y="26409"/>
                      <a:pt x="2369" y="24341"/>
                      <a:pt x="3503" y="22406"/>
                    </a:cubicBezTo>
                    <a:cubicBezTo>
                      <a:pt x="4771" y="20305"/>
                      <a:pt x="6172" y="18237"/>
                      <a:pt x="7506" y="16169"/>
                    </a:cubicBezTo>
                    <a:cubicBezTo>
                      <a:pt x="8941" y="13934"/>
                      <a:pt x="10342" y="11632"/>
                      <a:pt x="11743" y="9330"/>
                    </a:cubicBezTo>
                    <a:lnTo>
                      <a:pt x="11743" y="9330"/>
                    </a:lnTo>
                    <a:cubicBezTo>
                      <a:pt x="8741" y="13433"/>
                      <a:pt x="5605" y="17469"/>
                      <a:pt x="2936" y="21773"/>
                    </a:cubicBezTo>
                    <a:cubicBezTo>
                      <a:pt x="1769" y="23674"/>
                      <a:pt x="668" y="25709"/>
                      <a:pt x="268" y="27944"/>
                    </a:cubicBezTo>
                    <a:cubicBezTo>
                      <a:pt x="68" y="28944"/>
                      <a:pt x="1" y="29945"/>
                      <a:pt x="134" y="30946"/>
                    </a:cubicBezTo>
                    <a:cubicBezTo>
                      <a:pt x="234" y="31646"/>
                      <a:pt x="301" y="32747"/>
                      <a:pt x="1068" y="33114"/>
                    </a:cubicBezTo>
                    <a:cubicBezTo>
                      <a:pt x="1269" y="33207"/>
                      <a:pt x="1476" y="33249"/>
                      <a:pt x="1687" y="33249"/>
                    </a:cubicBezTo>
                    <a:cubicBezTo>
                      <a:pt x="2984" y="33249"/>
                      <a:pt x="4402" y="31664"/>
                      <a:pt x="5005" y="30746"/>
                    </a:cubicBezTo>
                    <a:cubicBezTo>
                      <a:pt x="6139" y="29144"/>
                      <a:pt x="6839" y="27143"/>
                      <a:pt x="7640" y="25308"/>
                    </a:cubicBezTo>
                    <a:cubicBezTo>
                      <a:pt x="9308" y="21239"/>
                      <a:pt x="10775" y="17169"/>
                      <a:pt x="12510" y="13166"/>
                    </a:cubicBezTo>
                    <a:cubicBezTo>
                      <a:pt x="14478" y="8630"/>
                      <a:pt x="16846" y="4360"/>
                      <a:pt x="19648" y="324"/>
                    </a:cubicBezTo>
                    <a:cubicBezTo>
                      <a:pt x="19750" y="172"/>
                      <a:pt x="19600" y="0"/>
                      <a:pt x="194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4590;p58"/>
              <p:cNvSpPr/>
              <p:nvPr/>
            </p:nvSpPr>
            <p:spPr>
              <a:xfrm>
                <a:off x="2898175" y="2007650"/>
                <a:ext cx="754725" cy="556125"/>
              </a:xfrm>
              <a:custGeom>
                <a:avLst/>
                <a:gdLst/>
                <a:ahLst/>
                <a:cxnLst/>
                <a:rect l="l" t="t" r="r" b="b"/>
                <a:pathLst>
                  <a:path w="30189" h="22245" extrusionOk="0">
                    <a:moveTo>
                      <a:pt x="30189" y="0"/>
                    </a:moveTo>
                    <a:lnTo>
                      <a:pt x="19381" y="5037"/>
                    </a:lnTo>
                    <a:lnTo>
                      <a:pt x="8773" y="11542"/>
                    </a:lnTo>
                    <a:cubicBezTo>
                      <a:pt x="4937" y="13877"/>
                      <a:pt x="701" y="16812"/>
                      <a:pt x="34" y="21249"/>
                    </a:cubicBezTo>
                    <a:cubicBezTo>
                      <a:pt x="0" y="21449"/>
                      <a:pt x="0" y="21682"/>
                      <a:pt x="134" y="21882"/>
                    </a:cubicBezTo>
                    <a:cubicBezTo>
                      <a:pt x="267" y="22049"/>
                      <a:pt x="467" y="22149"/>
                      <a:pt x="701" y="22183"/>
                    </a:cubicBezTo>
                    <a:cubicBezTo>
                      <a:pt x="930" y="22225"/>
                      <a:pt x="1156" y="22244"/>
                      <a:pt x="1381" y="22244"/>
                    </a:cubicBezTo>
                    <a:cubicBezTo>
                      <a:pt x="3118" y="22244"/>
                      <a:pt x="4716" y="21063"/>
                      <a:pt x="6105" y="19881"/>
                    </a:cubicBezTo>
                    <a:cubicBezTo>
                      <a:pt x="14010" y="13009"/>
                      <a:pt x="20782" y="4437"/>
                      <a:pt x="30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58"/>
              <p:cNvSpPr/>
              <p:nvPr/>
            </p:nvSpPr>
            <p:spPr>
              <a:xfrm>
                <a:off x="2884175" y="2003000"/>
                <a:ext cx="775600" cy="572850"/>
              </a:xfrm>
              <a:custGeom>
                <a:avLst/>
                <a:gdLst/>
                <a:ahLst/>
                <a:cxnLst/>
                <a:rect l="l" t="t" r="r" b="b"/>
                <a:pathLst>
                  <a:path w="31024" h="22914" extrusionOk="0">
                    <a:moveTo>
                      <a:pt x="30766" y="1"/>
                    </a:moveTo>
                    <a:cubicBezTo>
                      <a:pt x="30740" y="1"/>
                      <a:pt x="30712" y="7"/>
                      <a:pt x="30682" y="19"/>
                    </a:cubicBezTo>
                    <a:cubicBezTo>
                      <a:pt x="23277" y="2755"/>
                      <a:pt x="17539" y="8959"/>
                      <a:pt x="12035" y="14363"/>
                    </a:cubicBezTo>
                    <a:cubicBezTo>
                      <a:pt x="10601" y="15731"/>
                      <a:pt x="9200" y="17098"/>
                      <a:pt x="7732" y="18433"/>
                    </a:cubicBezTo>
                    <a:cubicBezTo>
                      <a:pt x="6198" y="19867"/>
                      <a:pt x="4330" y="21902"/>
                      <a:pt x="2061" y="21935"/>
                    </a:cubicBezTo>
                    <a:cubicBezTo>
                      <a:pt x="1978" y="21935"/>
                      <a:pt x="1845" y="21943"/>
                      <a:pt x="1711" y="21943"/>
                    </a:cubicBezTo>
                    <a:cubicBezTo>
                      <a:pt x="1578" y="21943"/>
                      <a:pt x="1444" y="21935"/>
                      <a:pt x="1361" y="21902"/>
                    </a:cubicBezTo>
                    <a:cubicBezTo>
                      <a:pt x="927" y="21735"/>
                      <a:pt x="1061" y="21435"/>
                      <a:pt x="1161" y="21101"/>
                    </a:cubicBezTo>
                    <a:cubicBezTo>
                      <a:pt x="1227" y="20701"/>
                      <a:pt x="1361" y="20301"/>
                      <a:pt x="1494" y="19934"/>
                    </a:cubicBezTo>
                    <a:cubicBezTo>
                      <a:pt x="1828" y="19066"/>
                      <a:pt x="2262" y="18266"/>
                      <a:pt x="2829" y="17532"/>
                    </a:cubicBezTo>
                    <a:cubicBezTo>
                      <a:pt x="3929" y="16031"/>
                      <a:pt x="5497" y="14763"/>
                      <a:pt x="7032" y="13696"/>
                    </a:cubicBezTo>
                    <a:cubicBezTo>
                      <a:pt x="9000" y="12295"/>
                      <a:pt x="11034" y="11094"/>
                      <a:pt x="13036" y="9793"/>
                    </a:cubicBezTo>
                    <a:cubicBezTo>
                      <a:pt x="15371" y="8325"/>
                      <a:pt x="17673" y="6757"/>
                      <a:pt x="19941" y="5223"/>
                    </a:cubicBezTo>
                    <a:lnTo>
                      <a:pt x="19941" y="5223"/>
                    </a:lnTo>
                    <a:cubicBezTo>
                      <a:pt x="15571" y="7691"/>
                      <a:pt x="11068" y="10060"/>
                      <a:pt x="6865" y="12828"/>
                    </a:cubicBezTo>
                    <a:cubicBezTo>
                      <a:pt x="3896" y="14763"/>
                      <a:pt x="460" y="17599"/>
                      <a:pt x="93" y="21435"/>
                    </a:cubicBezTo>
                    <a:cubicBezTo>
                      <a:pt x="1" y="22565"/>
                      <a:pt x="835" y="22913"/>
                      <a:pt x="1795" y="22913"/>
                    </a:cubicBezTo>
                    <a:cubicBezTo>
                      <a:pt x="2563" y="22913"/>
                      <a:pt x="3411" y="22691"/>
                      <a:pt x="3929" y="22469"/>
                    </a:cubicBezTo>
                    <a:cubicBezTo>
                      <a:pt x="5998" y="21601"/>
                      <a:pt x="7665" y="19867"/>
                      <a:pt x="9267" y="18399"/>
                    </a:cubicBezTo>
                    <a:cubicBezTo>
                      <a:pt x="12536" y="15397"/>
                      <a:pt x="15604" y="12228"/>
                      <a:pt x="18873" y="9259"/>
                    </a:cubicBezTo>
                    <a:cubicBezTo>
                      <a:pt x="22576" y="5890"/>
                      <a:pt x="26546" y="2955"/>
                      <a:pt x="30849" y="386"/>
                    </a:cubicBezTo>
                    <a:cubicBezTo>
                      <a:pt x="31023" y="270"/>
                      <a:pt x="30944" y="1"/>
                      <a:pt x="30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58"/>
              <p:cNvSpPr/>
              <p:nvPr/>
            </p:nvSpPr>
            <p:spPr>
              <a:xfrm>
                <a:off x="3239561" y="1541959"/>
                <a:ext cx="937350" cy="715700"/>
              </a:xfrm>
              <a:custGeom>
                <a:avLst/>
                <a:gdLst/>
                <a:ahLst/>
                <a:cxnLst/>
                <a:rect l="l" t="t" r="r" b="b"/>
                <a:pathLst>
                  <a:path w="37494" h="28628" extrusionOk="0">
                    <a:moveTo>
                      <a:pt x="27136" y="1"/>
                    </a:moveTo>
                    <a:cubicBezTo>
                      <a:pt x="25532" y="1"/>
                      <a:pt x="23904" y="383"/>
                      <a:pt x="22416" y="1030"/>
                    </a:cubicBezTo>
                    <a:cubicBezTo>
                      <a:pt x="20148" y="2031"/>
                      <a:pt x="18146" y="3599"/>
                      <a:pt x="16212" y="5166"/>
                    </a:cubicBezTo>
                    <a:cubicBezTo>
                      <a:pt x="10207" y="10203"/>
                      <a:pt x="4904" y="16141"/>
                      <a:pt x="567" y="22679"/>
                    </a:cubicBezTo>
                    <a:lnTo>
                      <a:pt x="567" y="22679"/>
                    </a:lnTo>
                    <a:lnTo>
                      <a:pt x="1924" y="21666"/>
                    </a:lnTo>
                    <a:lnTo>
                      <a:pt x="1924" y="21666"/>
                    </a:lnTo>
                    <a:cubicBezTo>
                      <a:pt x="1037" y="22424"/>
                      <a:pt x="258" y="23323"/>
                      <a:pt x="134" y="24447"/>
                    </a:cubicBezTo>
                    <a:cubicBezTo>
                      <a:pt x="0" y="25714"/>
                      <a:pt x="801" y="26982"/>
                      <a:pt x="1868" y="27649"/>
                    </a:cubicBezTo>
                    <a:cubicBezTo>
                      <a:pt x="2969" y="28316"/>
                      <a:pt x="4237" y="28550"/>
                      <a:pt x="5537" y="28616"/>
                    </a:cubicBezTo>
                    <a:cubicBezTo>
                      <a:pt x="5754" y="28624"/>
                      <a:pt x="5970" y="28627"/>
                      <a:pt x="6185" y="28627"/>
                    </a:cubicBezTo>
                    <a:cubicBezTo>
                      <a:pt x="8900" y="28627"/>
                      <a:pt x="11586" y="28062"/>
                      <a:pt x="14244" y="27382"/>
                    </a:cubicBezTo>
                    <a:cubicBezTo>
                      <a:pt x="17346" y="26648"/>
                      <a:pt x="20481" y="25814"/>
                      <a:pt x="23250" y="24213"/>
                    </a:cubicBezTo>
                    <a:cubicBezTo>
                      <a:pt x="25051" y="23213"/>
                      <a:pt x="26686" y="21878"/>
                      <a:pt x="28554" y="20978"/>
                    </a:cubicBezTo>
                    <a:cubicBezTo>
                      <a:pt x="30722" y="19877"/>
                      <a:pt x="33224" y="19376"/>
                      <a:pt x="34992" y="17675"/>
                    </a:cubicBezTo>
                    <a:cubicBezTo>
                      <a:pt x="37160" y="15540"/>
                      <a:pt x="37494" y="12105"/>
                      <a:pt x="36860" y="9136"/>
                    </a:cubicBezTo>
                    <a:cubicBezTo>
                      <a:pt x="36059" y="5266"/>
                      <a:pt x="33524" y="1497"/>
                      <a:pt x="29721" y="363"/>
                    </a:cubicBezTo>
                    <a:cubicBezTo>
                      <a:pt x="28884" y="115"/>
                      <a:pt x="28014" y="1"/>
                      <a:pt x="27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4593;p58"/>
              <p:cNvSpPr/>
              <p:nvPr/>
            </p:nvSpPr>
            <p:spPr>
              <a:xfrm>
                <a:off x="3281775" y="1566075"/>
                <a:ext cx="968225" cy="731050"/>
              </a:xfrm>
              <a:custGeom>
                <a:avLst/>
                <a:gdLst/>
                <a:ahLst/>
                <a:cxnLst/>
                <a:rect l="l" t="t" r="r" b="b"/>
                <a:pathLst>
                  <a:path w="38729" h="29242" extrusionOk="0">
                    <a:moveTo>
                      <a:pt x="27965" y="428"/>
                    </a:moveTo>
                    <a:cubicBezTo>
                      <a:pt x="31470" y="428"/>
                      <a:pt x="34293" y="2470"/>
                      <a:pt x="35960" y="5521"/>
                    </a:cubicBezTo>
                    <a:cubicBezTo>
                      <a:pt x="37494" y="8356"/>
                      <a:pt x="38228" y="11959"/>
                      <a:pt x="37160" y="15028"/>
                    </a:cubicBezTo>
                    <a:cubicBezTo>
                      <a:pt x="35860" y="18797"/>
                      <a:pt x="32057" y="19331"/>
                      <a:pt x="28888" y="20965"/>
                    </a:cubicBezTo>
                    <a:cubicBezTo>
                      <a:pt x="27153" y="21866"/>
                      <a:pt x="25552" y="23067"/>
                      <a:pt x="23851" y="24034"/>
                    </a:cubicBezTo>
                    <a:cubicBezTo>
                      <a:pt x="22150" y="25002"/>
                      <a:pt x="20248" y="25669"/>
                      <a:pt x="18380" y="26203"/>
                    </a:cubicBezTo>
                    <a:cubicBezTo>
                      <a:pt x="14844" y="27187"/>
                      <a:pt x="11025" y="28227"/>
                      <a:pt x="7288" y="28227"/>
                    </a:cubicBezTo>
                    <a:cubicBezTo>
                      <a:pt x="6971" y="28227"/>
                      <a:pt x="6654" y="28220"/>
                      <a:pt x="6338" y="28204"/>
                    </a:cubicBezTo>
                    <a:cubicBezTo>
                      <a:pt x="4370" y="28137"/>
                      <a:pt x="1402" y="27303"/>
                      <a:pt x="1468" y="24835"/>
                    </a:cubicBezTo>
                    <a:cubicBezTo>
                      <a:pt x="1502" y="22800"/>
                      <a:pt x="4137" y="21366"/>
                      <a:pt x="5538" y="20332"/>
                    </a:cubicBezTo>
                    <a:cubicBezTo>
                      <a:pt x="9374" y="17430"/>
                      <a:pt x="13377" y="14694"/>
                      <a:pt x="17046" y="11592"/>
                    </a:cubicBezTo>
                    <a:cubicBezTo>
                      <a:pt x="17321" y="11372"/>
                      <a:pt x="17052" y="10925"/>
                      <a:pt x="16780" y="10925"/>
                    </a:cubicBezTo>
                    <a:cubicBezTo>
                      <a:pt x="16723" y="10925"/>
                      <a:pt x="16665" y="10945"/>
                      <a:pt x="16612" y="10992"/>
                    </a:cubicBezTo>
                    <a:cubicBezTo>
                      <a:pt x="12510" y="13660"/>
                      <a:pt x="8673" y="16696"/>
                      <a:pt x="4771" y="19564"/>
                    </a:cubicBezTo>
                    <a:cubicBezTo>
                      <a:pt x="4154" y="20009"/>
                      <a:pt x="3470" y="20459"/>
                      <a:pt x="2829" y="20961"/>
                    </a:cubicBezTo>
                    <a:lnTo>
                      <a:pt x="2829" y="20961"/>
                    </a:lnTo>
                    <a:cubicBezTo>
                      <a:pt x="6906" y="15426"/>
                      <a:pt x="11551" y="10275"/>
                      <a:pt x="16813" y="5821"/>
                    </a:cubicBezTo>
                    <a:cubicBezTo>
                      <a:pt x="19815" y="3286"/>
                      <a:pt x="23217" y="718"/>
                      <a:pt x="27320" y="451"/>
                    </a:cubicBezTo>
                    <a:cubicBezTo>
                      <a:pt x="27538" y="436"/>
                      <a:pt x="27753" y="428"/>
                      <a:pt x="27965" y="428"/>
                    </a:cubicBezTo>
                    <a:close/>
                    <a:moveTo>
                      <a:pt x="28037" y="1"/>
                    </a:moveTo>
                    <a:cubicBezTo>
                      <a:pt x="25490" y="1"/>
                      <a:pt x="22939" y="971"/>
                      <a:pt x="20782" y="2319"/>
                    </a:cubicBezTo>
                    <a:cubicBezTo>
                      <a:pt x="16813" y="4754"/>
                      <a:pt x="13277" y="8223"/>
                      <a:pt x="10041" y="11592"/>
                    </a:cubicBezTo>
                    <a:cubicBezTo>
                      <a:pt x="7077" y="14737"/>
                      <a:pt x="4388" y="18074"/>
                      <a:pt x="2022" y="21653"/>
                    </a:cubicBezTo>
                    <a:lnTo>
                      <a:pt x="2022" y="21653"/>
                    </a:lnTo>
                    <a:cubicBezTo>
                      <a:pt x="1505" y="22147"/>
                      <a:pt x="1061" y="22697"/>
                      <a:pt x="768" y="23334"/>
                    </a:cubicBezTo>
                    <a:cubicBezTo>
                      <a:pt x="1" y="24868"/>
                      <a:pt x="601" y="26670"/>
                      <a:pt x="1835" y="27737"/>
                    </a:cubicBezTo>
                    <a:cubicBezTo>
                      <a:pt x="3241" y="28986"/>
                      <a:pt x="5202" y="29241"/>
                      <a:pt x="7007" y="29241"/>
                    </a:cubicBezTo>
                    <a:cubicBezTo>
                      <a:pt x="7130" y="29241"/>
                      <a:pt x="7252" y="29240"/>
                      <a:pt x="7373" y="29238"/>
                    </a:cubicBezTo>
                    <a:cubicBezTo>
                      <a:pt x="9607" y="29205"/>
                      <a:pt x="11809" y="28771"/>
                      <a:pt x="13977" y="28271"/>
                    </a:cubicBezTo>
                    <a:cubicBezTo>
                      <a:pt x="18314" y="27270"/>
                      <a:pt x="22483" y="26036"/>
                      <a:pt x="26186" y="23567"/>
                    </a:cubicBezTo>
                    <a:cubicBezTo>
                      <a:pt x="27987" y="22366"/>
                      <a:pt x="29789" y="21366"/>
                      <a:pt x="31790" y="20532"/>
                    </a:cubicBezTo>
                    <a:cubicBezTo>
                      <a:pt x="33391" y="19865"/>
                      <a:pt x="35059" y="19198"/>
                      <a:pt x="36293" y="17897"/>
                    </a:cubicBezTo>
                    <a:cubicBezTo>
                      <a:pt x="38662" y="15361"/>
                      <a:pt x="38728" y="11392"/>
                      <a:pt x="37794" y="8223"/>
                    </a:cubicBezTo>
                    <a:cubicBezTo>
                      <a:pt x="36860" y="5054"/>
                      <a:pt x="34725" y="2152"/>
                      <a:pt x="31690" y="751"/>
                    </a:cubicBezTo>
                    <a:cubicBezTo>
                      <a:pt x="30503" y="228"/>
                      <a:pt x="29270" y="1"/>
                      <a:pt x="28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4" name="Google Shape;4594;p58"/>
              <p:cNvSpPr/>
              <p:nvPr/>
            </p:nvSpPr>
            <p:spPr>
              <a:xfrm>
                <a:off x="3813825" y="1666575"/>
                <a:ext cx="376950" cy="481950"/>
              </a:xfrm>
              <a:custGeom>
                <a:avLst/>
                <a:gdLst/>
                <a:ahLst/>
                <a:cxnLst/>
                <a:rect l="l" t="t" r="r" b="b"/>
                <a:pathLst>
                  <a:path w="15078" h="19278" extrusionOk="0">
                    <a:moveTo>
                      <a:pt x="8673" y="0"/>
                    </a:moveTo>
                    <a:lnTo>
                      <a:pt x="8673" y="0"/>
                    </a:lnTo>
                    <a:cubicBezTo>
                      <a:pt x="6238" y="1334"/>
                      <a:pt x="4337" y="3469"/>
                      <a:pt x="3203" y="6004"/>
                    </a:cubicBezTo>
                    <a:cubicBezTo>
                      <a:pt x="3380" y="6023"/>
                      <a:pt x="3559" y="6033"/>
                      <a:pt x="3740" y="6033"/>
                    </a:cubicBezTo>
                    <a:cubicBezTo>
                      <a:pt x="4815" y="6033"/>
                      <a:pt x="5925" y="5694"/>
                      <a:pt x="6839" y="5037"/>
                    </a:cubicBezTo>
                    <a:lnTo>
                      <a:pt x="6839" y="5037"/>
                    </a:lnTo>
                    <a:cubicBezTo>
                      <a:pt x="5404" y="7505"/>
                      <a:pt x="3736" y="9874"/>
                      <a:pt x="1868" y="12009"/>
                    </a:cubicBezTo>
                    <a:cubicBezTo>
                      <a:pt x="2112" y="12052"/>
                      <a:pt x="2358" y="12073"/>
                      <a:pt x="2602" y="12073"/>
                    </a:cubicBezTo>
                    <a:cubicBezTo>
                      <a:pt x="3500" y="12073"/>
                      <a:pt x="4382" y="11785"/>
                      <a:pt x="5037" y="11208"/>
                    </a:cubicBezTo>
                    <a:lnTo>
                      <a:pt x="5037" y="11208"/>
                    </a:lnTo>
                    <a:cubicBezTo>
                      <a:pt x="3703" y="13043"/>
                      <a:pt x="2335" y="14877"/>
                      <a:pt x="1001" y="16712"/>
                    </a:cubicBezTo>
                    <a:cubicBezTo>
                      <a:pt x="401" y="17513"/>
                      <a:pt x="0" y="18980"/>
                      <a:pt x="934" y="19247"/>
                    </a:cubicBezTo>
                    <a:cubicBezTo>
                      <a:pt x="1018" y="19268"/>
                      <a:pt x="1101" y="19277"/>
                      <a:pt x="1182" y="19277"/>
                    </a:cubicBezTo>
                    <a:cubicBezTo>
                      <a:pt x="1487" y="19277"/>
                      <a:pt x="1772" y="19145"/>
                      <a:pt x="2035" y="19014"/>
                    </a:cubicBezTo>
                    <a:cubicBezTo>
                      <a:pt x="6338" y="16745"/>
                      <a:pt x="10741" y="14377"/>
                      <a:pt x="13543" y="10407"/>
                    </a:cubicBezTo>
                    <a:cubicBezTo>
                      <a:pt x="14377" y="9207"/>
                      <a:pt x="15078" y="7806"/>
                      <a:pt x="14944" y="6338"/>
                    </a:cubicBezTo>
                    <a:cubicBezTo>
                      <a:pt x="14878" y="5204"/>
                      <a:pt x="14277" y="4136"/>
                      <a:pt x="13543" y="3236"/>
                    </a:cubicBezTo>
                    <a:cubicBezTo>
                      <a:pt x="12509" y="2001"/>
                      <a:pt x="11008" y="1034"/>
                      <a:pt x="9374" y="867"/>
                    </a:cubicBezTo>
                    <a:cubicBezTo>
                      <a:pt x="9256" y="858"/>
                      <a:pt x="9138" y="853"/>
                      <a:pt x="9019" y="853"/>
                    </a:cubicBezTo>
                    <a:cubicBezTo>
                      <a:pt x="8455" y="853"/>
                      <a:pt x="7889" y="961"/>
                      <a:pt x="7365" y="1168"/>
                    </a:cubicBezTo>
                    <a:lnTo>
                      <a:pt x="7365" y="1168"/>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4595;p58"/>
              <p:cNvSpPr/>
              <p:nvPr/>
            </p:nvSpPr>
            <p:spPr>
              <a:xfrm>
                <a:off x="3808825" y="1664975"/>
                <a:ext cx="391125" cy="488175"/>
              </a:xfrm>
              <a:custGeom>
                <a:avLst/>
                <a:gdLst/>
                <a:ahLst/>
                <a:cxnLst/>
                <a:rect l="l" t="t" r="r" b="b"/>
                <a:pathLst>
                  <a:path w="15645" h="19527" extrusionOk="0">
                    <a:moveTo>
                      <a:pt x="9232" y="1253"/>
                    </a:moveTo>
                    <a:cubicBezTo>
                      <a:pt x="10269" y="1253"/>
                      <a:pt x="11337" y="1595"/>
                      <a:pt x="12242" y="2232"/>
                    </a:cubicBezTo>
                    <a:cubicBezTo>
                      <a:pt x="13343" y="3033"/>
                      <a:pt x="14344" y="4267"/>
                      <a:pt x="14744" y="5635"/>
                    </a:cubicBezTo>
                    <a:cubicBezTo>
                      <a:pt x="15144" y="7136"/>
                      <a:pt x="14611" y="8603"/>
                      <a:pt x="13810" y="9871"/>
                    </a:cubicBezTo>
                    <a:cubicBezTo>
                      <a:pt x="12476" y="12039"/>
                      <a:pt x="10474" y="13740"/>
                      <a:pt x="8440" y="15208"/>
                    </a:cubicBezTo>
                    <a:cubicBezTo>
                      <a:pt x="7406" y="15909"/>
                      <a:pt x="6305" y="16576"/>
                      <a:pt x="5237" y="17210"/>
                    </a:cubicBezTo>
                    <a:cubicBezTo>
                      <a:pt x="4737" y="17476"/>
                      <a:pt x="4270" y="17743"/>
                      <a:pt x="3770" y="18044"/>
                    </a:cubicBezTo>
                    <a:cubicBezTo>
                      <a:pt x="3236" y="18310"/>
                      <a:pt x="2569" y="18877"/>
                      <a:pt x="1935" y="19044"/>
                    </a:cubicBezTo>
                    <a:lnTo>
                      <a:pt x="1668" y="19178"/>
                    </a:lnTo>
                    <a:lnTo>
                      <a:pt x="801" y="18777"/>
                    </a:lnTo>
                    <a:cubicBezTo>
                      <a:pt x="734" y="18677"/>
                      <a:pt x="768" y="18344"/>
                      <a:pt x="801" y="18177"/>
                    </a:cubicBezTo>
                    <a:cubicBezTo>
                      <a:pt x="834" y="17877"/>
                      <a:pt x="968" y="17610"/>
                      <a:pt x="1101" y="17376"/>
                    </a:cubicBezTo>
                    <a:cubicBezTo>
                      <a:pt x="1435" y="16743"/>
                      <a:pt x="1935" y="16176"/>
                      <a:pt x="2335" y="15575"/>
                    </a:cubicBezTo>
                    <a:cubicBezTo>
                      <a:pt x="3336" y="14207"/>
                      <a:pt x="4403" y="12840"/>
                      <a:pt x="5404" y="11439"/>
                    </a:cubicBezTo>
                    <a:cubicBezTo>
                      <a:pt x="5479" y="11315"/>
                      <a:pt x="5368" y="11190"/>
                      <a:pt x="5252" y="11190"/>
                    </a:cubicBezTo>
                    <a:cubicBezTo>
                      <a:pt x="5212" y="11190"/>
                      <a:pt x="5171" y="11205"/>
                      <a:pt x="5137" y="11239"/>
                    </a:cubicBezTo>
                    <a:cubicBezTo>
                      <a:pt x="5132" y="11243"/>
                      <a:pt x="5127" y="11247"/>
                      <a:pt x="5122" y="11251"/>
                    </a:cubicBezTo>
                    <a:lnTo>
                      <a:pt x="5122" y="11251"/>
                    </a:lnTo>
                    <a:cubicBezTo>
                      <a:pt x="5116" y="11247"/>
                      <a:pt x="5110" y="11243"/>
                      <a:pt x="5104" y="11239"/>
                    </a:cubicBezTo>
                    <a:cubicBezTo>
                      <a:pt x="5090" y="11257"/>
                      <a:pt x="5076" y="11276"/>
                      <a:pt x="5063" y="11295"/>
                    </a:cubicBezTo>
                    <a:lnTo>
                      <a:pt x="5063" y="11295"/>
                    </a:lnTo>
                    <a:cubicBezTo>
                      <a:pt x="4371" y="11805"/>
                      <a:pt x="3576" y="12085"/>
                      <a:pt x="2729" y="12085"/>
                    </a:cubicBezTo>
                    <a:cubicBezTo>
                      <a:pt x="2631" y="12085"/>
                      <a:pt x="2532" y="12081"/>
                      <a:pt x="2432" y="12073"/>
                    </a:cubicBezTo>
                    <a:lnTo>
                      <a:pt x="2432" y="12073"/>
                    </a:lnTo>
                    <a:cubicBezTo>
                      <a:pt x="4218" y="9940"/>
                      <a:pt x="5788" y="7683"/>
                      <a:pt x="7172" y="5301"/>
                    </a:cubicBezTo>
                    <a:cubicBezTo>
                      <a:pt x="7256" y="5217"/>
                      <a:pt x="7152" y="5086"/>
                      <a:pt x="7037" y="5086"/>
                    </a:cubicBezTo>
                    <a:cubicBezTo>
                      <a:pt x="7015" y="5086"/>
                      <a:pt x="6993" y="5090"/>
                      <a:pt x="6972" y="5101"/>
                    </a:cubicBezTo>
                    <a:cubicBezTo>
                      <a:pt x="6959" y="5110"/>
                      <a:pt x="6946" y="5120"/>
                      <a:pt x="6933" y="5129"/>
                    </a:cubicBezTo>
                    <a:lnTo>
                      <a:pt x="6933" y="5129"/>
                    </a:lnTo>
                    <a:lnTo>
                      <a:pt x="6872" y="5068"/>
                    </a:lnTo>
                    <a:cubicBezTo>
                      <a:pt x="6839" y="5124"/>
                      <a:pt x="6806" y="5181"/>
                      <a:pt x="6773" y="5238"/>
                    </a:cubicBezTo>
                    <a:lnTo>
                      <a:pt x="6773" y="5238"/>
                    </a:lnTo>
                    <a:cubicBezTo>
                      <a:pt x="5865" y="5831"/>
                      <a:pt x="4885" y="6078"/>
                      <a:pt x="3813" y="6078"/>
                    </a:cubicBezTo>
                    <a:cubicBezTo>
                      <a:pt x="3761" y="6078"/>
                      <a:pt x="3708" y="6078"/>
                      <a:pt x="3655" y="6076"/>
                    </a:cubicBezTo>
                    <a:lnTo>
                      <a:pt x="3655" y="6076"/>
                    </a:lnTo>
                    <a:cubicBezTo>
                      <a:pt x="4113" y="5064"/>
                      <a:pt x="4690" y="4123"/>
                      <a:pt x="5377" y="3273"/>
                    </a:cubicBezTo>
                    <a:lnTo>
                      <a:pt x="5377" y="3273"/>
                    </a:lnTo>
                    <a:cubicBezTo>
                      <a:pt x="5418" y="3324"/>
                      <a:pt x="5478" y="3356"/>
                      <a:pt x="5536" y="3356"/>
                    </a:cubicBezTo>
                    <a:cubicBezTo>
                      <a:pt x="5589" y="3356"/>
                      <a:pt x="5640" y="3329"/>
                      <a:pt x="5671" y="3266"/>
                    </a:cubicBezTo>
                    <a:cubicBezTo>
                      <a:pt x="6478" y="1884"/>
                      <a:pt x="7826" y="1253"/>
                      <a:pt x="9232" y="1253"/>
                    </a:cubicBezTo>
                    <a:close/>
                    <a:moveTo>
                      <a:pt x="8864" y="0"/>
                    </a:moveTo>
                    <a:cubicBezTo>
                      <a:pt x="8847" y="0"/>
                      <a:pt x="8828" y="10"/>
                      <a:pt x="8807" y="31"/>
                    </a:cubicBezTo>
                    <a:cubicBezTo>
                      <a:pt x="8181" y="382"/>
                      <a:pt x="7589" y="781"/>
                      <a:pt x="7034" y="1224"/>
                    </a:cubicBezTo>
                    <a:lnTo>
                      <a:pt x="7034" y="1224"/>
                    </a:lnTo>
                    <a:cubicBezTo>
                      <a:pt x="6470" y="1512"/>
                      <a:pt x="5976" y="1946"/>
                      <a:pt x="5606" y="2548"/>
                    </a:cubicBezTo>
                    <a:lnTo>
                      <a:pt x="5606" y="2548"/>
                    </a:lnTo>
                    <a:cubicBezTo>
                      <a:pt x="4653" y="3572"/>
                      <a:pt x="3862" y="4748"/>
                      <a:pt x="3269" y="6035"/>
                    </a:cubicBezTo>
                    <a:cubicBezTo>
                      <a:pt x="3236" y="6102"/>
                      <a:pt x="3269" y="6235"/>
                      <a:pt x="3403" y="6235"/>
                    </a:cubicBezTo>
                    <a:cubicBezTo>
                      <a:pt x="3452" y="6240"/>
                      <a:pt x="3501" y="6244"/>
                      <a:pt x="3550" y="6248"/>
                    </a:cubicBezTo>
                    <a:lnTo>
                      <a:pt x="3550" y="6248"/>
                    </a:lnTo>
                    <a:cubicBezTo>
                      <a:pt x="3556" y="6255"/>
                      <a:pt x="3563" y="6262"/>
                      <a:pt x="3570" y="6268"/>
                    </a:cubicBezTo>
                    <a:cubicBezTo>
                      <a:pt x="3572" y="6262"/>
                      <a:pt x="3575" y="6256"/>
                      <a:pt x="3578" y="6250"/>
                    </a:cubicBezTo>
                    <a:lnTo>
                      <a:pt x="3578" y="6250"/>
                    </a:lnTo>
                    <a:cubicBezTo>
                      <a:pt x="3710" y="6259"/>
                      <a:pt x="3841" y="6264"/>
                      <a:pt x="3971" y="6264"/>
                    </a:cubicBezTo>
                    <a:cubicBezTo>
                      <a:pt x="4893" y="6264"/>
                      <a:pt x="5762" y="6033"/>
                      <a:pt x="6567" y="5584"/>
                    </a:cubicBezTo>
                    <a:lnTo>
                      <a:pt x="6567" y="5584"/>
                    </a:lnTo>
                    <a:cubicBezTo>
                      <a:pt x="5203" y="7862"/>
                      <a:pt x="3641" y="10020"/>
                      <a:pt x="1935" y="12006"/>
                    </a:cubicBezTo>
                    <a:cubicBezTo>
                      <a:pt x="1868" y="12073"/>
                      <a:pt x="1902" y="12239"/>
                      <a:pt x="2035" y="12273"/>
                    </a:cubicBezTo>
                    <a:cubicBezTo>
                      <a:pt x="2101" y="12284"/>
                      <a:pt x="2167" y="12293"/>
                      <a:pt x="2232" y="12301"/>
                    </a:cubicBezTo>
                    <a:lnTo>
                      <a:pt x="2232" y="12301"/>
                    </a:lnTo>
                    <a:cubicBezTo>
                      <a:pt x="2233" y="12303"/>
                      <a:pt x="2234" y="12305"/>
                      <a:pt x="2235" y="12306"/>
                    </a:cubicBezTo>
                    <a:cubicBezTo>
                      <a:pt x="2236" y="12305"/>
                      <a:pt x="2237" y="12304"/>
                      <a:pt x="2239" y="12302"/>
                    </a:cubicBezTo>
                    <a:lnTo>
                      <a:pt x="2239" y="12302"/>
                    </a:lnTo>
                    <a:cubicBezTo>
                      <a:pt x="2425" y="12325"/>
                      <a:pt x="2611" y="12337"/>
                      <a:pt x="2795" y="12337"/>
                    </a:cubicBezTo>
                    <a:cubicBezTo>
                      <a:pt x="3423" y="12337"/>
                      <a:pt x="4031" y="12202"/>
                      <a:pt x="4595" y="11929"/>
                    </a:cubicBezTo>
                    <a:lnTo>
                      <a:pt x="4595" y="11929"/>
                    </a:lnTo>
                    <a:cubicBezTo>
                      <a:pt x="3549" y="13341"/>
                      <a:pt x="2467" y="14770"/>
                      <a:pt x="1435" y="16176"/>
                    </a:cubicBezTo>
                    <a:cubicBezTo>
                      <a:pt x="901" y="16876"/>
                      <a:pt x="0" y="18044"/>
                      <a:pt x="467" y="19011"/>
                    </a:cubicBezTo>
                    <a:cubicBezTo>
                      <a:pt x="658" y="19392"/>
                      <a:pt x="959" y="19527"/>
                      <a:pt x="1300" y="19527"/>
                    </a:cubicBezTo>
                    <a:cubicBezTo>
                      <a:pt x="1913" y="19527"/>
                      <a:pt x="2652" y="19092"/>
                      <a:pt x="3103" y="18877"/>
                    </a:cubicBezTo>
                    <a:cubicBezTo>
                      <a:pt x="4604" y="18110"/>
                      <a:pt x="6105" y="17343"/>
                      <a:pt x="7572" y="16442"/>
                    </a:cubicBezTo>
                    <a:cubicBezTo>
                      <a:pt x="10241" y="14808"/>
                      <a:pt x="12776" y="12706"/>
                      <a:pt x="14411" y="10038"/>
                    </a:cubicBezTo>
                    <a:cubicBezTo>
                      <a:pt x="15178" y="8737"/>
                      <a:pt x="15645" y="7269"/>
                      <a:pt x="15311" y="5768"/>
                    </a:cubicBezTo>
                    <a:cubicBezTo>
                      <a:pt x="14978" y="4267"/>
                      <a:pt x="13910" y="2933"/>
                      <a:pt x="12743" y="2032"/>
                    </a:cubicBezTo>
                    <a:cubicBezTo>
                      <a:pt x="11718" y="1252"/>
                      <a:pt x="10349" y="774"/>
                      <a:pt x="9042" y="774"/>
                    </a:cubicBezTo>
                    <a:cubicBezTo>
                      <a:pt x="8662" y="774"/>
                      <a:pt x="8286" y="814"/>
                      <a:pt x="7926" y="900"/>
                    </a:cubicBezTo>
                    <a:lnTo>
                      <a:pt x="7926" y="900"/>
                    </a:lnTo>
                    <a:cubicBezTo>
                      <a:pt x="8251" y="673"/>
                      <a:pt x="8589" y="461"/>
                      <a:pt x="8940" y="264"/>
                    </a:cubicBezTo>
                    <a:cubicBezTo>
                      <a:pt x="8966" y="132"/>
                      <a:pt x="8930" y="0"/>
                      <a:pt x="88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58"/>
              <p:cNvSpPr/>
              <p:nvPr/>
            </p:nvSpPr>
            <p:spPr>
              <a:xfrm>
                <a:off x="3206725" y="2226800"/>
                <a:ext cx="259750" cy="545575"/>
              </a:xfrm>
              <a:custGeom>
                <a:avLst/>
                <a:gdLst/>
                <a:ahLst/>
                <a:cxnLst/>
                <a:rect l="l" t="t" r="r" b="b"/>
                <a:pathLst>
                  <a:path w="10390" h="21823" extrusionOk="0">
                    <a:moveTo>
                      <a:pt x="10166" y="0"/>
                    </a:moveTo>
                    <a:cubicBezTo>
                      <a:pt x="10122" y="0"/>
                      <a:pt x="10078" y="13"/>
                      <a:pt x="10041" y="40"/>
                    </a:cubicBezTo>
                    <a:cubicBezTo>
                      <a:pt x="9340" y="574"/>
                      <a:pt x="8873" y="1475"/>
                      <a:pt x="8373" y="2242"/>
                    </a:cubicBezTo>
                    <a:cubicBezTo>
                      <a:pt x="7806" y="3109"/>
                      <a:pt x="7272" y="3977"/>
                      <a:pt x="6705" y="4911"/>
                    </a:cubicBezTo>
                    <a:cubicBezTo>
                      <a:pt x="5671" y="6645"/>
                      <a:pt x="4670" y="8480"/>
                      <a:pt x="3837" y="10314"/>
                    </a:cubicBezTo>
                    <a:cubicBezTo>
                      <a:pt x="2169" y="13917"/>
                      <a:pt x="568" y="17820"/>
                      <a:pt x="0" y="21756"/>
                    </a:cubicBezTo>
                    <a:cubicBezTo>
                      <a:pt x="0" y="21823"/>
                      <a:pt x="34" y="21823"/>
                      <a:pt x="34" y="21823"/>
                    </a:cubicBezTo>
                    <a:cubicBezTo>
                      <a:pt x="734" y="19955"/>
                      <a:pt x="1301" y="18053"/>
                      <a:pt x="2002" y="16119"/>
                    </a:cubicBezTo>
                    <a:cubicBezTo>
                      <a:pt x="2702" y="14151"/>
                      <a:pt x="3603" y="12283"/>
                      <a:pt x="4470" y="10381"/>
                    </a:cubicBezTo>
                    <a:cubicBezTo>
                      <a:pt x="5304" y="8613"/>
                      <a:pt x="6205" y="6879"/>
                      <a:pt x="7206" y="5211"/>
                    </a:cubicBezTo>
                    <a:cubicBezTo>
                      <a:pt x="7706" y="4310"/>
                      <a:pt x="8240" y="3476"/>
                      <a:pt x="8807" y="2642"/>
                    </a:cubicBezTo>
                    <a:cubicBezTo>
                      <a:pt x="9307" y="1875"/>
                      <a:pt x="10008" y="1108"/>
                      <a:pt x="10341" y="207"/>
                    </a:cubicBezTo>
                    <a:cubicBezTo>
                      <a:pt x="10390" y="86"/>
                      <a:pt x="10280" y="0"/>
                      <a:pt x="101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58"/>
              <p:cNvSpPr/>
              <p:nvPr/>
            </p:nvSpPr>
            <p:spPr>
              <a:xfrm>
                <a:off x="3033275" y="2171850"/>
                <a:ext cx="465125" cy="511625"/>
              </a:xfrm>
              <a:custGeom>
                <a:avLst/>
                <a:gdLst/>
                <a:ahLst/>
                <a:cxnLst/>
                <a:rect l="l" t="t" r="r" b="b"/>
                <a:pathLst>
                  <a:path w="18605" h="20465" extrusionOk="0">
                    <a:moveTo>
                      <a:pt x="18318" y="0"/>
                    </a:moveTo>
                    <a:cubicBezTo>
                      <a:pt x="18306" y="0"/>
                      <a:pt x="18293" y="1"/>
                      <a:pt x="18280" y="3"/>
                    </a:cubicBezTo>
                    <a:cubicBezTo>
                      <a:pt x="17179" y="337"/>
                      <a:pt x="16145" y="1171"/>
                      <a:pt x="15178" y="1838"/>
                    </a:cubicBezTo>
                    <a:cubicBezTo>
                      <a:pt x="14177" y="2505"/>
                      <a:pt x="13243" y="3206"/>
                      <a:pt x="12309" y="3973"/>
                    </a:cubicBezTo>
                    <a:cubicBezTo>
                      <a:pt x="10508" y="5441"/>
                      <a:pt x="8907" y="7109"/>
                      <a:pt x="7472" y="8877"/>
                    </a:cubicBezTo>
                    <a:cubicBezTo>
                      <a:pt x="4603" y="12479"/>
                      <a:pt x="2168" y="16349"/>
                      <a:pt x="0" y="20385"/>
                    </a:cubicBezTo>
                    <a:cubicBezTo>
                      <a:pt x="25" y="20434"/>
                      <a:pt x="49" y="20465"/>
                      <a:pt x="60" y="20465"/>
                    </a:cubicBezTo>
                    <a:cubicBezTo>
                      <a:pt x="64" y="20465"/>
                      <a:pt x="67" y="20460"/>
                      <a:pt x="67" y="20451"/>
                    </a:cubicBezTo>
                    <a:cubicBezTo>
                      <a:pt x="2602" y="16682"/>
                      <a:pt x="4904" y="12746"/>
                      <a:pt x="7872" y="9277"/>
                    </a:cubicBezTo>
                    <a:cubicBezTo>
                      <a:pt x="9273" y="7609"/>
                      <a:pt x="10841" y="5974"/>
                      <a:pt x="12509" y="4607"/>
                    </a:cubicBezTo>
                    <a:cubicBezTo>
                      <a:pt x="13476" y="3806"/>
                      <a:pt x="14477" y="3106"/>
                      <a:pt x="15511" y="2372"/>
                    </a:cubicBezTo>
                    <a:cubicBezTo>
                      <a:pt x="16479" y="1771"/>
                      <a:pt x="17679" y="1204"/>
                      <a:pt x="18480" y="337"/>
                    </a:cubicBezTo>
                    <a:cubicBezTo>
                      <a:pt x="18605" y="212"/>
                      <a:pt x="18496" y="0"/>
                      <a:pt x="183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58"/>
              <p:cNvSpPr/>
              <p:nvPr/>
            </p:nvSpPr>
            <p:spPr>
              <a:xfrm>
                <a:off x="2913400" y="2183600"/>
                <a:ext cx="536025" cy="369775"/>
              </a:xfrm>
              <a:custGeom>
                <a:avLst/>
                <a:gdLst/>
                <a:ahLst/>
                <a:cxnLst/>
                <a:rect l="l" t="t" r="r" b="b"/>
                <a:pathLst>
                  <a:path w="21441" h="14791" extrusionOk="0">
                    <a:moveTo>
                      <a:pt x="21307" y="0"/>
                    </a:moveTo>
                    <a:cubicBezTo>
                      <a:pt x="20306" y="67"/>
                      <a:pt x="19406" y="601"/>
                      <a:pt x="18472" y="1001"/>
                    </a:cubicBezTo>
                    <a:cubicBezTo>
                      <a:pt x="17471" y="1502"/>
                      <a:pt x="16470" y="2002"/>
                      <a:pt x="15536" y="2536"/>
                    </a:cubicBezTo>
                    <a:cubicBezTo>
                      <a:pt x="13535" y="3636"/>
                      <a:pt x="11567" y="4771"/>
                      <a:pt x="9632" y="6005"/>
                    </a:cubicBezTo>
                    <a:cubicBezTo>
                      <a:pt x="7864" y="7172"/>
                      <a:pt x="6129" y="8473"/>
                      <a:pt x="4562" y="9841"/>
                    </a:cubicBezTo>
                    <a:cubicBezTo>
                      <a:pt x="2927" y="11242"/>
                      <a:pt x="1193" y="12843"/>
                      <a:pt x="25" y="14678"/>
                    </a:cubicBezTo>
                    <a:cubicBezTo>
                      <a:pt x="0" y="14753"/>
                      <a:pt x="31" y="14790"/>
                      <a:pt x="63" y="14790"/>
                    </a:cubicBezTo>
                    <a:cubicBezTo>
                      <a:pt x="73" y="14790"/>
                      <a:pt x="83" y="14786"/>
                      <a:pt x="92" y="14778"/>
                    </a:cubicBezTo>
                    <a:cubicBezTo>
                      <a:pt x="1593" y="13243"/>
                      <a:pt x="2927" y="11676"/>
                      <a:pt x="4562" y="10241"/>
                    </a:cubicBezTo>
                    <a:cubicBezTo>
                      <a:pt x="6230" y="8807"/>
                      <a:pt x="7964" y="7506"/>
                      <a:pt x="9799" y="6272"/>
                    </a:cubicBezTo>
                    <a:cubicBezTo>
                      <a:pt x="13435" y="3837"/>
                      <a:pt x="17304" y="1802"/>
                      <a:pt x="21374" y="167"/>
                    </a:cubicBezTo>
                    <a:cubicBezTo>
                      <a:pt x="21440" y="134"/>
                      <a:pt x="21440" y="0"/>
                      <a:pt x="213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58"/>
              <p:cNvSpPr/>
              <p:nvPr/>
            </p:nvSpPr>
            <p:spPr>
              <a:xfrm>
                <a:off x="2833050" y="2140225"/>
                <a:ext cx="630550" cy="268275"/>
              </a:xfrm>
              <a:custGeom>
                <a:avLst/>
                <a:gdLst/>
                <a:ahLst/>
                <a:cxnLst/>
                <a:rect l="l" t="t" r="r" b="b"/>
                <a:pathLst>
                  <a:path w="25222" h="10731" extrusionOk="0">
                    <a:moveTo>
                      <a:pt x="25055" y="1"/>
                    </a:moveTo>
                    <a:cubicBezTo>
                      <a:pt x="22753" y="334"/>
                      <a:pt x="20485" y="1168"/>
                      <a:pt x="18283" y="1902"/>
                    </a:cubicBezTo>
                    <a:cubicBezTo>
                      <a:pt x="16082" y="2669"/>
                      <a:pt x="13880" y="3503"/>
                      <a:pt x="11712" y="4404"/>
                    </a:cubicBezTo>
                    <a:cubicBezTo>
                      <a:pt x="9610" y="5271"/>
                      <a:pt x="7542" y="6205"/>
                      <a:pt x="5507" y="7206"/>
                    </a:cubicBezTo>
                    <a:cubicBezTo>
                      <a:pt x="3639" y="8173"/>
                      <a:pt x="1605" y="9041"/>
                      <a:pt x="104" y="10575"/>
                    </a:cubicBezTo>
                    <a:cubicBezTo>
                      <a:pt x="0" y="10653"/>
                      <a:pt x="57" y="10730"/>
                      <a:pt x="119" y="10730"/>
                    </a:cubicBezTo>
                    <a:cubicBezTo>
                      <a:pt x="137" y="10730"/>
                      <a:pt x="155" y="10724"/>
                      <a:pt x="170" y="10709"/>
                    </a:cubicBezTo>
                    <a:cubicBezTo>
                      <a:pt x="1838" y="9241"/>
                      <a:pt x="4006" y="8374"/>
                      <a:pt x="6041" y="7440"/>
                    </a:cubicBezTo>
                    <a:cubicBezTo>
                      <a:pt x="8109" y="6439"/>
                      <a:pt x="10244" y="5505"/>
                      <a:pt x="12412" y="4604"/>
                    </a:cubicBezTo>
                    <a:cubicBezTo>
                      <a:pt x="14447" y="3770"/>
                      <a:pt x="16482" y="3036"/>
                      <a:pt x="18550" y="2336"/>
                    </a:cubicBezTo>
                    <a:cubicBezTo>
                      <a:pt x="20685" y="1569"/>
                      <a:pt x="22953" y="1035"/>
                      <a:pt x="25088" y="201"/>
                    </a:cubicBezTo>
                    <a:cubicBezTo>
                      <a:pt x="25221" y="168"/>
                      <a:pt x="25155" y="1"/>
                      <a:pt x="250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58"/>
              <p:cNvSpPr/>
              <p:nvPr/>
            </p:nvSpPr>
            <p:spPr>
              <a:xfrm>
                <a:off x="3068300" y="2160325"/>
                <a:ext cx="391250" cy="345200"/>
              </a:xfrm>
              <a:custGeom>
                <a:avLst/>
                <a:gdLst/>
                <a:ahLst/>
                <a:cxnLst/>
                <a:rect l="l" t="t" r="r" b="b"/>
                <a:pathLst>
                  <a:path w="15650" h="13808" extrusionOk="0">
                    <a:moveTo>
                      <a:pt x="15464" y="0"/>
                    </a:moveTo>
                    <a:cubicBezTo>
                      <a:pt x="15436" y="0"/>
                      <a:pt x="15406" y="10"/>
                      <a:pt x="15378" y="31"/>
                    </a:cubicBezTo>
                    <a:cubicBezTo>
                      <a:pt x="13843" y="765"/>
                      <a:pt x="12409" y="1899"/>
                      <a:pt x="11041" y="2933"/>
                    </a:cubicBezTo>
                    <a:cubicBezTo>
                      <a:pt x="9674" y="3967"/>
                      <a:pt x="8339" y="5101"/>
                      <a:pt x="7039" y="6235"/>
                    </a:cubicBezTo>
                    <a:cubicBezTo>
                      <a:pt x="4403" y="8537"/>
                      <a:pt x="2068" y="10972"/>
                      <a:pt x="0" y="13807"/>
                    </a:cubicBezTo>
                    <a:cubicBezTo>
                      <a:pt x="2369" y="11372"/>
                      <a:pt x="4837" y="8904"/>
                      <a:pt x="7405" y="6602"/>
                    </a:cubicBezTo>
                    <a:cubicBezTo>
                      <a:pt x="8740" y="5435"/>
                      <a:pt x="10141" y="4301"/>
                      <a:pt x="11542" y="3233"/>
                    </a:cubicBezTo>
                    <a:cubicBezTo>
                      <a:pt x="12876" y="2232"/>
                      <a:pt x="14310" y="1298"/>
                      <a:pt x="15545" y="231"/>
                    </a:cubicBezTo>
                    <a:cubicBezTo>
                      <a:pt x="15650" y="126"/>
                      <a:pt x="15569" y="0"/>
                      <a:pt x="154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4601;p58"/>
              <p:cNvSpPr/>
              <p:nvPr/>
            </p:nvSpPr>
            <p:spPr>
              <a:xfrm>
                <a:off x="3202550" y="2187100"/>
                <a:ext cx="245800" cy="369525"/>
              </a:xfrm>
              <a:custGeom>
                <a:avLst/>
                <a:gdLst/>
                <a:ahLst/>
                <a:cxnLst/>
                <a:rect l="l" t="t" r="r" b="b"/>
                <a:pathLst>
                  <a:path w="9832" h="14781" extrusionOk="0">
                    <a:moveTo>
                      <a:pt x="9720" y="0"/>
                    </a:moveTo>
                    <a:cubicBezTo>
                      <a:pt x="9701" y="0"/>
                      <a:pt x="9684" y="9"/>
                      <a:pt x="9674" y="27"/>
                    </a:cubicBezTo>
                    <a:cubicBezTo>
                      <a:pt x="7940" y="2329"/>
                      <a:pt x="6205" y="4631"/>
                      <a:pt x="4637" y="7032"/>
                    </a:cubicBezTo>
                    <a:cubicBezTo>
                      <a:pt x="3003" y="9501"/>
                      <a:pt x="1335" y="12003"/>
                      <a:pt x="1" y="14671"/>
                    </a:cubicBezTo>
                    <a:cubicBezTo>
                      <a:pt x="1" y="14718"/>
                      <a:pt x="49" y="14780"/>
                      <a:pt x="101" y="14780"/>
                    </a:cubicBezTo>
                    <a:cubicBezTo>
                      <a:pt x="124" y="14780"/>
                      <a:pt x="147" y="14768"/>
                      <a:pt x="167" y="14738"/>
                    </a:cubicBezTo>
                    <a:cubicBezTo>
                      <a:pt x="1935" y="12403"/>
                      <a:pt x="3436" y="9868"/>
                      <a:pt x="5004" y="7466"/>
                    </a:cubicBezTo>
                    <a:cubicBezTo>
                      <a:pt x="6639" y="5031"/>
                      <a:pt x="8207" y="2562"/>
                      <a:pt x="9808" y="127"/>
                    </a:cubicBezTo>
                    <a:cubicBezTo>
                      <a:pt x="9832" y="55"/>
                      <a:pt x="9769" y="0"/>
                      <a:pt x="97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58"/>
              <p:cNvSpPr/>
              <p:nvPr/>
            </p:nvSpPr>
            <p:spPr>
              <a:xfrm>
                <a:off x="2943200" y="2141800"/>
                <a:ext cx="522700" cy="282000"/>
              </a:xfrm>
              <a:custGeom>
                <a:avLst/>
                <a:gdLst/>
                <a:ahLst/>
                <a:cxnLst/>
                <a:rect l="l" t="t" r="r" b="b"/>
                <a:pathLst>
                  <a:path w="20908" h="11280" extrusionOk="0">
                    <a:moveTo>
                      <a:pt x="20744" y="1"/>
                    </a:moveTo>
                    <a:cubicBezTo>
                      <a:pt x="20735" y="1"/>
                      <a:pt x="20725" y="2"/>
                      <a:pt x="20715" y="5"/>
                    </a:cubicBezTo>
                    <a:cubicBezTo>
                      <a:pt x="18847" y="605"/>
                      <a:pt x="17046" y="1606"/>
                      <a:pt x="15312" y="2473"/>
                    </a:cubicBezTo>
                    <a:lnTo>
                      <a:pt x="9541" y="5342"/>
                    </a:lnTo>
                    <a:cubicBezTo>
                      <a:pt x="7806" y="6209"/>
                      <a:pt x="6038" y="7110"/>
                      <a:pt x="4337" y="8044"/>
                    </a:cubicBezTo>
                    <a:cubicBezTo>
                      <a:pt x="3536" y="8511"/>
                      <a:pt x="2703" y="8978"/>
                      <a:pt x="1969" y="9511"/>
                    </a:cubicBezTo>
                    <a:cubicBezTo>
                      <a:pt x="1302" y="9978"/>
                      <a:pt x="501" y="10479"/>
                      <a:pt x="34" y="11179"/>
                    </a:cubicBezTo>
                    <a:cubicBezTo>
                      <a:pt x="1" y="11213"/>
                      <a:pt x="34" y="11279"/>
                      <a:pt x="67" y="11279"/>
                    </a:cubicBezTo>
                    <a:cubicBezTo>
                      <a:pt x="835" y="10979"/>
                      <a:pt x="1502" y="10445"/>
                      <a:pt x="2202" y="10012"/>
                    </a:cubicBezTo>
                    <a:cubicBezTo>
                      <a:pt x="3003" y="9545"/>
                      <a:pt x="3803" y="9044"/>
                      <a:pt x="4637" y="8644"/>
                    </a:cubicBezTo>
                    <a:cubicBezTo>
                      <a:pt x="6338" y="7710"/>
                      <a:pt x="8140" y="6843"/>
                      <a:pt x="9874" y="5976"/>
                    </a:cubicBezTo>
                    <a:cubicBezTo>
                      <a:pt x="11709" y="5042"/>
                      <a:pt x="13510" y="4174"/>
                      <a:pt x="15345" y="3274"/>
                    </a:cubicBezTo>
                    <a:cubicBezTo>
                      <a:pt x="17180" y="2340"/>
                      <a:pt x="19181" y="1506"/>
                      <a:pt x="20815" y="271"/>
                    </a:cubicBezTo>
                    <a:cubicBezTo>
                      <a:pt x="20908" y="179"/>
                      <a:pt x="20858" y="1"/>
                      <a:pt x="207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58"/>
              <p:cNvSpPr/>
              <p:nvPr/>
            </p:nvSpPr>
            <p:spPr>
              <a:xfrm>
                <a:off x="3285950" y="2188350"/>
                <a:ext cx="177650" cy="475625"/>
              </a:xfrm>
              <a:custGeom>
                <a:avLst/>
                <a:gdLst/>
                <a:ahLst/>
                <a:cxnLst/>
                <a:rect l="l" t="t" r="r" b="b"/>
                <a:pathLst>
                  <a:path w="7106" h="19025" extrusionOk="0">
                    <a:moveTo>
                      <a:pt x="6987" y="0"/>
                    </a:moveTo>
                    <a:cubicBezTo>
                      <a:pt x="6944" y="0"/>
                      <a:pt x="6900" y="16"/>
                      <a:pt x="6872" y="44"/>
                    </a:cubicBezTo>
                    <a:cubicBezTo>
                      <a:pt x="6372" y="1678"/>
                      <a:pt x="6005" y="3313"/>
                      <a:pt x="5438" y="4881"/>
                    </a:cubicBezTo>
                    <a:cubicBezTo>
                      <a:pt x="4871" y="6449"/>
                      <a:pt x="4303" y="7983"/>
                      <a:pt x="3670" y="9484"/>
                    </a:cubicBezTo>
                    <a:cubicBezTo>
                      <a:pt x="3036" y="11052"/>
                      <a:pt x="2369" y="12653"/>
                      <a:pt x="1768" y="14221"/>
                    </a:cubicBezTo>
                    <a:lnTo>
                      <a:pt x="768" y="16723"/>
                    </a:lnTo>
                    <a:cubicBezTo>
                      <a:pt x="434" y="17523"/>
                      <a:pt x="34" y="18290"/>
                      <a:pt x="0" y="19024"/>
                    </a:cubicBezTo>
                    <a:cubicBezTo>
                      <a:pt x="434" y="18491"/>
                      <a:pt x="668" y="17823"/>
                      <a:pt x="901" y="17190"/>
                    </a:cubicBezTo>
                    <a:cubicBezTo>
                      <a:pt x="1268" y="16356"/>
                      <a:pt x="1635" y="15522"/>
                      <a:pt x="1968" y="14688"/>
                    </a:cubicBezTo>
                    <a:cubicBezTo>
                      <a:pt x="2669" y="13020"/>
                      <a:pt x="3369" y="11319"/>
                      <a:pt x="4070" y="9651"/>
                    </a:cubicBezTo>
                    <a:cubicBezTo>
                      <a:pt x="4737" y="8050"/>
                      <a:pt x="5371" y="6515"/>
                      <a:pt x="5905" y="4881"/>
                    </a:cubicBezTo>
                    <a:cubicBezTo>
                      <a:pt x="6405" y="3346"/>
                      <a:pt x="6972" y="1712"/>
                      <a:pt x="7105" y="111"/>
                    </a:cubicBezTo>
                    <a:cubicBezTo>
                      <a:pt x="7105" y="33"/>
                      <a:pt x="7048" y="0"/>
                      <a:pt x="69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58"/>
              <p:cNvSpPr/>
              <p:nvPr/>
            </p:nvSpPr>
            <p:spPr>
              <a:xfrm>
                <a:off x="2890675" y="2070075"/>
                <a:ext cx="614325" cy="267825"/>
              </a:xfrm>
              <a:custGeom>
                <a:avLst/>
                <a:gdLst/>
                <a:ahLst/>
                <a:cxnLst/>
                <a:rect l="l" t="t" r="r" b="b"/>
                <a:pathLst>
                  <a:path w="24573" h="10713" extrusionOk="0">
                    <a:moveTo>
                      <a:pt x="24386" y="1"/>
                    </a:moveTo>
                    <a:cubicBezTo>
                      <a:pt x="24374" y="1"/>
                      <a:pt x="24363" y="2"/>
                      <a:pt x="24351" y="5"/>
                    </a:cubicBezTo>
                    <a:cubicBezTo>
                      <a:pt x="22283" y="539"/>
                      <a:pt x="20281" y="1639"/>
                      <a:pt x="18313" y="2507"/>
                    </a:cubicBezTo>
                    <a:cubicBezTo>
                      <a:pt x="16312" y="3407"/>
                      <a:pt x="14277" y="4308"/>
                      <a:pt x="12242" y="5209"/>
                    </a:cubicBezTo>
                    <a:cubicBezTo>
                      <a:pt x="8173" y="7043"/>
                      <a:pt x="4103" y="8878"/>
                      <a:pt x="0" y="10713"/>
                    </a:cubicBezTo>
                    <a:cubicBezTo>
                      <a:pt x="4136" y="9011"/>
                      <a:pt x="8306" y="7343"/>
                      <a:pt x="12442" y="5576"/>
                    </a:cubicBezTo>
                    <a:cubicBezTo>
                      <a:pt x="14410" y="4742"/>
                      <a:pt x="16345" y="3908"/>
                      <a:pt x="18280" y="3074"/>
                    </a:cubicBezTo>
                    <a:cubicBezTo>
                      <a:pt x="20315" y="2206"/>
                      <a:pt x="22583" y="1439"/>
                      <a:pt x="24451" y="205"/>
                    </a:cubicBezTo>
                    <a:cubicBezTo>
                      <a:pt x="24572" y="144"/>
                      <a:pt x="24500" y="1"/>
                      <a:pt x="243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4605;p58"/>
              <p:cNvSpPr/>
              <p:nvPr/>
            </p:nvSpPr>
            <p:spPr>
              <a:xfrm>
                <a:off x="3934750" y="1466300"/>
                <a:ext cx="485375" cy="362200"/>
              </a:xfrm>
              <a:custGeom>
                <a:avLst/>
                <a:gdLst/>
                <a:ahLst/>
                <a:cxnLst/>
                <a:rect l="l" t="t" r="r" b="b"/>
                <a:pathLst>
                  <a:path w="19415" h="14488" extrusionOk="0">
                    <a:moveTo>
                      <a:pt x="2902" y="0"/>
                    </a:moveTo>
                    <a:cubicBezTo>
                      <a:pt x="2802" y="0"/>
                      <a:pt x="2669" y="116"/>
                      <a:pt x="2669" y="205"/>
                    </a:cubicBezTo>
                    <a:cubicBezTo>
                      <a:pt x="2702" y="939"/>
                      <a:pt x="2902" y="1506"/>
                      <a:pt x="3236" y="2040"/>
                    </a:cubicBezTo>
                    <a:cubicBezTo>
                      <a:pt x="2769" y="2007"/>
                      <a:pt x="2369" y="1873"/>
                      <a:pt x="1902" y="1673"/>
                    </a:cubicBezTo>
                    <a:cubicBezTo>
                      <a:pt x="1872" y="1666"/>
                      <a:pt x="1838" y="1662"/>
                      <a:pt x="1805" y="1662"/>
                    </a:cubicBezTo>
                    <a:cubicBezTo>
                      <a:pt x="1688" y="1662"/>
                      <a:pt x="1568" y="1711"/>
                      <a:pt x="1568" y="1840"/>
                    </a:cubicBezTo>
                    <a:cubicBezTo>
                      <a:pt x="1601" y="2540"/>
                      <a:pt x="1835" y="3141"/>
                      <a:pt x="2235" y="3641"/>
                    </a:cubicBezTo>
                    <a:cubicBezTo>
                      <a:pt x="1568" y="3541"/>
                      <a:pt x="934" y="3508"/>
                      <a:pt x="267" y="3441"/>
                    </a:cubicBezTo>
                    <a:cubicBezTo>
                      <a:pt x="67" y="3441"/>
                      <a:pt x="0" y="3675"/>
                      <a:pt x="100" y="3808"/>
                    </a:cubicBezTo>
                    <a:cubicBezTo>
                      <a:pt x="534" y="4208"/>
                      <a:pt x="1001" y="4609"/>
                      <a:pt x="1401" y="5009"/>
                    </a:cubicBezTo>
                    <a:cubicBezTo>
                      <a:pt x="1304" y="4999"/>
                      <a:pt x="1206" y="4995"/>
                      <a:pt x="1107" y="4995"/>
                    </a:cubicBezTo>
                    <a:cubicBezTo>
                      <a:pt x="869" y="4995"/>
                      <a:pt x="627" y="5019"/>
                      <a:pt x="367" y="5042"/>
                    </a:cubicBezTo>
                    <a:cubicBezTo>
                      <a:pt x="200" y="5109"/>
                      <a:pt x="167" y="5309"/>
                      <a:pt x="267" y="5443"/>
                    </a:cubicBezTo>
                    <a:cubicBezTo>
                      <a:pt x="667" y="5809"/>
                      <a:pt x="1034" y="6176"/>
                      <a:pt x="1401" y="6510"/>
                    </a:cubicBezTo>
                    <a:cubicBezTo>
                      <a:pt x="1001" y="6510"/>
                      <a:pt x="601" y="6610"/>
                      <a:pt x="200" y="6777"/>
                    </a:cubicBezTo>
                    <a:cubicBezTo>
                      <a:pt x="34" y="6810"/>
                      <a:pt x="0" y="7010"/>
                      <a:pt x="100" y="7144"/>
                    </a:cubicBezTo>
                    <a:cubicBezTo>
                      <a:pt x="567" y="7644"/>
                      <a:pt x="1068" y="8044"/>
                      <a:pt x="1601" y="8445"/>
                    </a:cubicBezTo>
                    <a:cubicBezTo>
                      <a:pt x="1201" y="8511"/>
                      <a:pt x="734" y="8645"/>
                      <a:pt x="334" y="8712"/>
                    </a:cubicBezTo>
                    <a:cubicBezTo>
                      <a:pt x="167" y="8778"/>
                      <a:pt x="100" y="9045"/>
                      <a:pt x="267" y="9145"/>
                    </a:cubicBezTo>
                    <a:cubicBezTo>
                      <a:pt x="1068" y="9545"/>
                      <a:pt x="1902" y="9846"/>
                      <a:pt x="2736" y="10046"/>
                    </a:cubicBezTo>
                    <a:cubicBezTo>
                      <a:pt x="2535" y="10179"/>
                      <a:pt x="2602" y="10513"/>
                      <a:pt x="2836" y="10546"/>
                    </a:cubicBezTo>
                    <a:cubicBezTo>
                      <a:pt x="3169" y="10680"/>
                      <a:pt x="3436" y="10780"/>
                      <a:pt x="3770" y="10880"/>
                    </a:cubicBezTo>
                    <a:cubicBezTo>
                      <a:pt x="3569" y="10980"/>
                      <a:pt x="3336" y="11047"/>
                      <a:pt x="3102" y="11180"/>
                    </a:cubicBezTo>
                    <a:cubicBezTo>
                      <a:pt x="2902" y="11313"/>
                      <a:pt x="2936" y="11647"/>
                      <a:pt x="3203" y="11680"/>
                    </a:cubicBezTo>
                    <a:cubicBezTo>
                      <a:pt x="3903" y="11847"/>
                      <a:pt x="4604" y="12014"/>
                      <a:pt x="5337" y="12214"/>
                    </a:cubicBezTo>
                    <a:cubicBezTo>
                      <a:pt x="4870" y="12448"/>
                      <a:pt x="4403" y="12614"/>
                      <a:pt x="3903" y="12814"/>
                    </a:cubicBezTo>
                    <a:cubicBezTo>
                      <a:pt x="3703" y="12881"/>
                      <a:pt x="3670" y="13148"/>
                      <a:pt x="3870" y="13281"/>
                    </a:cubicBezTo>
                    <a:cubicBezTo>
                      <a:pt x="5305" y="14133"/>
                      <a:pt x="7079" y="14488"/>
                      <a:pt x="8800" y="14488"/>
                    </a:cubicBezTo>
                    <a:cubicBezTo>
                      <a:pt x="9439" y="14488"/>
                      <a:pt x="10070" y="14439"/>
                      <a:pt x="10675" y="14349"/>
                    </a:cubicBezTo>
                    <a:cubicBezTo>
                      <a:pt x="11709" y="14182"/>
                      <a:pt x="12709" y="13849"/>
                      <a:pt x="13410" y="13015"/>
                    </a:cubicBezTo>
                    <a:cubicBezTo>
                      <a:pt x="13843" y="12548"/>
                      <a:pt x="14044" y="11981"/>
                      <a:pt x="14444" y="11547"/>
                    </a:cubicBezTo>
                    <a:cubicBezTo>
                      <a:pt x="15011" y="11013"/>
                      <a:pt x="15711" y="10680"/>
                      <a:pt x="16279" y="10213"/>
                    </a:cubicBezTo>
                    <a:cubicBezTo>
                      <a:pt x="17913" y="9112"/>
                      <a:pt x="19414" y="7010"/>
                      <a:pt x="18614" y="4842"/>
                    </a:cubicBezTo>
                    <a:cubicBezTo>
                      <a:pt x="17846" y="2641"/>
                      <a:pt x="15011" y="2007"/>
                      <a:pt x="12943" y="1673"/>
                    </a:cubicBezTo>
                    <a:cubicBezTo>
                      <a:pt x="11442" y="1440"/>
                      <a:pt x="9907" y="1473"/>
                      <a:pt x="8406" y="1340"/>
                    </a:cubicBezTo>
                    <a:cubicBezTo>
                      <a:pt x="6572" y="1206"/>
                      <a:pt x="4704" y="506"/>
                      <a:pt x="2936" y="5"/>
                    </a:cubicBezTo>
                    <a:cubicBezTo>
                      <a:pt x="2925" y="2"/>
                      <a:pt x="2914" y="0"/>
                      <a:pt x="2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58"/>
              <p:cNvSpPr/>
              <p:nvPr/>
            </p:nvSpPr>
            <p:spPr>
              <a:xfrm>
                <a:off x="4008125" y="1478925"/>
                <a:ext cx="379300" cy="134525"/>
              </a:xfrm>
              <a:custGeom>
                <a:avLst/>
                <a:gdLst/>
                <a:ahLst/>
                <a:cxnLst/>
                <a:rect l="l" t="t" r="r" b="b"/>
                <a:pathLst>
                  <a:path w="15172" h="5381" extrusionOk="0">
                    <a:moveTo>
                      <a:pt x="1" y="1"/>
                    </a:moveTo>
                    <a:lnTo>
                      <a:pt x="1" y="1"/>
                    </a:lnTo>
                    <a:cubicBezTo>
                      <a:pt x="801" y="768"/>
                      <a:pt x="1769" y="1302"/>
                      <a:pt x="2803" y="1535"/>
                    </a:cubicBezTo>
                    <a:cubicBezTo>
                      <a:pt x="3259" y="1646"/>
                      <a:pt x="3722" y="1683"/>
                      <a:pt x="4188" y="1683"/>
                    </a:cubicBezTo>
                    <a:cubicBezTo>
                      <a:pt x="5119" y="1683"/>
                      <a:pt x="6061" y="1535"/>
                      <a:pt x="6972" y="1535"/>
                    </a:cubicBezTo>
                    <a:cubicBezTo>
                      <a:pt x="8573" y="1535"/>
                      <a:pt x="10008" y="2002"/>
                      <a:pt x="11409" y="2803"/>
                    </a:cubicBezTo>
                    <a:cubicBezTo>
                      <a:pt x="12743" y="3537"/>
                      <a:pt x="13777" y="4604"/>
                      <a:pt x="15078" y="5371"/>
                    </a:cubicBezTo>
                    <a:cubicBezTo>
                      <a:pt x="15084" y="5378"/>
                      <a:pt x="15092" y="5380"/>
                      <a:pt x="15100" y="5380"/>
                    </a:cubicBezTo>
                    <a:cubicBezTo>
                      <a:pt x="15133" y="5380"/>
                      <a:pt x="15172" y="5331"/>
                      <a:pt x="15145" y="5304"/>
                    </a:cubicBezTo>
                    <a:cubicBezTo>
                      <a:pt x="13410" y="3537"/>
                      <a:pt x="10842" y="1935"/>
                      <a:pt x="8407" y="1502"/>
                    </a:cubicBezTo>
                    <a:cubicBezTo>
                      <a:pt x="8083" y="1456"/>
                      <a:pt x="7764" y="1438"/>
                      <a:pt x="7446" y="1438"/>
                    </a:cubicBezTo>
                    <a:cubicBezTo>
                      <a:pt x="6388" y="1438"/>
                      <a:pt x="5356" y="1635"/>
                      <a:pt x="4304" y="1635"/>
                    </a:cubicBezTo>
                    <a:cubicBezTo>
                      <a:pt x="2669" y="1635"/>
                      <a:pt x="1202" y="1035"/>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58"/>
              <p:cNvSpPr/>
              <p:nvPr/>
            </p:nvSpPr>
            <p:spPr>
              <a:xfrm>
                <a:off x="3980600" y="1512150"/>
                <a:ext cx="426175" cy="118700"/>
              </a:xfrm>
              <a:custGeom>
                <a:avLst/>
                <a:gdLst/>
                <a:ahLst/>
                <a:cxnLst/>
                <a:rect l="l" t="t" r="r" b="b"/>
                <a:pathLst>
                  <a:path w="17047" h="4748" extrusionOk="0">
                    <a:moveTo>
                      <a:pt x="15" y="1"/>
                    </a:moveTo>
                    <a:lnTo>
                      <a:pt x="15" y="1"/>
                    </a:lnTo>
                    <a:cubicBezTo>
                      <a:pt x="12" y="1"/>
                      <a:pt x="1" y="20"/>
                      <a:pt x="1" y="39"/>
                    </a:cubicBezTo>
                    <a:cubicBezTo>
                      <a:pt x="15" y="11"/>
                      <a:pt x="17" y="1"/>
                      <a:pt x="15" y="1"/>
                    </a:cubicBezTo>
                    <a:close/>
                    <a:moveTo>
                      <a:pt x="1" y="39"/>
                    </a:moveTo>
                    <a:lnTo>
                      <a:pt x="1" y="39"/>
                    </a:lnTo>
                    <a:cubicBezTo>
                      <a:pt x="735" y="1107"/>
                      <a:pt x="1836" y="1707"/>
                      <a:pt x="2903" y="2341"/>
                    </a:cubicBezTo>
                    <a:cubicBezTo>
                      <a:pt x="4237" y="3108"/>
                      <a:pt x="5605" y="3809"/>
                      <a:pt x="7106" y="4209"/>
                    </a:cubicBezTo>
                    <a:cubicBezTo>
                      <a:pt x="8596" y="4648"/>
                      <a:pt x="10152" y="4748"/>
                      <a:pt x="11722" y="4748"/>
                    </a:cubicBezTo>
                    <a:cubicBezTo>
                      <a:pt x="13035" y="4748"/>
                      <a:pt x="14359" y="4678"/>
                      <a:pt x="15662" y="4678"/>
                    </a:cubicBezTo>
                    <a:cubicBezTo>
                      <a:pt x="16115" y="4678"/>
                      <a:pt x="16566" y="4686"/>
                      <a:pt x="17013" y="4709"/>
                    </a:cubicBezTo>
                    <a:cubicBezTo>
                      <a:pt x="17046" y="4709"/>
                      <a:pt x="17046" y="4676"/>
                      <a:pt x="17013" y="4676"/>
                    </a:cubicBezTo>
                    <a:cubicBezTo>
                      <a:pt x="16138" y="4495"/>
                      <a:pt x="15260" y="4442"/>
                      <a:pt x="14380" y="4442"/>
                    </a:cubicBezTo>
                    <a:cubicBezTo>
                      <a:pt x="13119" y="4442"/>
                      <a:pt x="11854" y="4551"/>
                      <a:pt x="10587" y="4551"/>
                    </a:cubicBezTo>
                    <a:cubicBezTo>
                      <a:pt x="9638" y="4551"/>
                      <a:pt x="8689" y="4490"/>
                      <a:pt x="7740" y="4276"/>
                    </a:cubicBezTo>
                    <a:cubicBezTo>
                      <a:pt x="6239" y="3942"/>
                      <a:pt x="4871" y="3275"/>
                      <a:pt x="3503" y="2541"/>
                    </a:cubicBezTo>
                    <a:cubicBezTo>
                      <a:pt x="2236" y="1874"/>
                      <a:pt x="902" y="1207"/>
                      <a:pt x="1" y="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58"/>
              <p:cNvSpPr/>
              <p:nvPr/>
            </p:nvSpPr>
            <p:spPr>
              <a:xfrm>
                <a:off x="3940575" y="1557325"/>
                <a:ext cx="438550" cy="103425"/>
              </a:xfrm>
              <a:custGeom>
                <a:avLst/>
                <a:gdLst/>
                <a:ahLst/>
                <a:cxnLst/>
                <a:rect l="l" t="t" r="r" b="b"/>
                <a:pathLst>
                  <a:path w="17542" h="4137" extrusionOk="0">
                    <a:moveTo>
                      <a:pt x="1" y="0"/>
                    </a:moveTo>
                    <a:lnTo>
                      <a:pt x="1" y="0"/>
                    </a:lnTo>
                    <a:cubicBezTo>
                      <a:pt x="1302" y="868"/>
                      <a:pt x="2769" y="1401"/>
                      <a:pt x="4204" y="1935"/>
                    </a:cubicBezTo>
                    <a:cubicBezTo>
                      <a:pt x="5772" y="2535"/>
                      <a:pt x="7306" y="3136"/>
                      <a:pt x="8874" y="3536"/>
                    </a:cubicBezTo>
                    <a:cubicBezTo>
                      <a:pt x="10166" y="3894"/>
                      <a:pt x="11582" y="4136"/>
                      <a:pt x="12983" y="4136"/>
                    </a:cubicBezTo>
                    <a:cubicBezTo>
                      <a:pt x="14582" y="4136"/>
                      <a:pt x="16162" y="3821"/>
                      <a:pt x="17513" y="3002"/>
                    </a:cubicBezTo>
                    <a:cubicBezTo>
                      <a:pt x="17542" y="2974"/>
                      <a:pt x="17521" y="2896"/>
                      <a:pt x="17494" y="2896"/>
                    </a:cubicBezTo>
                    <a:cubicBezTo>
                      <a:pt x="17489" y="2896"/>
                      <a:pt x="17485" y="2898"/>
                      <a:pt x="17480" y="2902"/>
                    </a:cubicBezTo>
                    <a:cubicBezTo>
                      <a:pt x="16012" y="3403"/>
                      <a:pt x="14645" y="3903"/>
                      <a:pt x="13077" y="3970"/>
                    </a:cubicBezTo>
                    <a:cubicBezTo>
                      <a:pt x="12997" y="3971"/>
                      <a:pt x="12918" y="3972"/>
                      <a:pt x="12839" y="3972"/>
                    </a:cubicBezTo>
                    <a:cubicBezTo>
                      <a:pt x="11354" y="3972"/>
                      <a:pt x="9899" y="3679"/>
                      <a:pt x="8473" y="3236"/>
                    </a:cubicBezTo>
                    <a:cubicBezTo>
                      <a:pt x="7039" y="2836"/>
                      <a:pt x="5671" y="2302"/>
                      <a:pt x="4237" y="1835"/>
                    </a:cubicBezTo>
                    <a:cubicBezTo>
                      <a:pt x="2803" y="1301"/>
                      <a:pt x="1335" y="80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58"/>
              <p:cNvSpPr/>
              <p:nvPr/>
            </p:nvSpPr>
            <p:spPr>
              <a:xfrm>
                <a:off x="3951625" y="1601775"/>
                <a:ext cx="427450" cy="69650"/>
              </a:xfrm>
              <a:custGeom>
                <a:avLst/>
                <a:gdLst/>
                <a:ahLst/>
                <a:cxnLst/>
                <a:rect l="l" t="t" r="r" b="b"/>
                <a:pathLst>
                  <a:path w="17098" h="2786" extrusionOk="0">
                    <a:moveTo>
                      <a:pt x="49" y="1"/>
                    </a:moveTo>
                    <a:cubicBezTo>
                      <a:pt x="13" y="1"/>
                      <a:pt x="1" y="57"/>
                      <a:pt x="26" y="57"/>
                    </a:cubicBezTo>
                    <a:cubicBezTo>
                      <a:pt x="2921" y="1942"/>
                      <a:pt x="6359" y="2785"/>
                      <a:pt x="9807" y="2785"/>
                    </a:cubicBezTo>
                    <a:cubicBezTo>
                      <a:pt x="12278" y="2785"/>
                      <a:pt x="14754" y="2352"/>
                      <a:pt x="17038" y="1558"/>
                    </a:cubicBezTo>
                    <a:cubicBezTo>
                      <a:pt x="17097" y="1528"/>
                      <a:pt x="17077" y="1419"/>
                      <a:pt x="17025" y="1419"/>
                    </a:cubicBezTo>
                    <a:cubicBezTo>
                      <a:pt x="17019" y="1419"/>
                      <a:pt x="17012" y="1421"/>
                      <a:pt x="17005" y="1425"/>
                    </a:cubicBezTo>
                    <a:cubicBezTo>
                      <a:pt x="14549" y="2122"/>
                      <a:pt x="12071" y="2656"/>
                      <a:pt x="9550" y="2656"/>
                    </a:cubicBezTo>
                    <a:cubicBezTo>
                      <a:pt x="9056" y="2656"/>
                      <a:pt x="8562" y="2636"/>
                      <a:pt x="8065" y="2592"/>
                    </a:cubicBezTo>
                    <a:cubicBezTo>
                      <a:pt x="5229" y="2359"/>
                      <a:pt x="2528" y="1458"/>
                      <a:pt x="92" y="24"/>
                    </a:cubicBezTo>
                    <a:cubicBezTo>
                      <a:pt x="76" y="7"/>
                      <a:pt x="61" y="1"/>
                      <a:pt x="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58"/>
              <p:cNvSpPr/>
              <p:nvPr/>
            </p:nvSpPr>
            <p:spPr>
              <a:xfrm>
                <a:off x="3952675" y="1644875"/>
                <a:ext cx="417400" cy="56950"/>
              </a:xfrm>
              <a:custGeom>
                <a:avLst/>
                <a:gdLst/>
                <a:ahLst/>
                <a:cxnLst/>
                <a:rect l="l" t="t" r="r" b="b"/>
                <a:pathLst>
                  <a:path w="16696" h="2278" extrusionOk="0">
                    <a:moveTo>
                      <a:pt x="5" y="9"/>
                    </a:moveTo>
                    <a:cubicBezTo>
                      <a:pt x="0" y="9"/>
                      <a:pt x="0" y="17"/>
                      <a:pt x="17" y="34"/>
                    </a:cubicBezTo>
                    <a:cubicBezTo>
                      <a:pt x="17" y="17"/>
                      <a:pt x="9" y="9"/>
                      <a:pt x="5" y="9"/>
                    </a:cubicBezTo>
                    <a:close/>
                    <a:moveTo>
                      <a:pt x="16596" y="1"/>
                    </a:moveTo>
                    <a:cubicBezTo>
                      <a:pt x="13894" y="1168"/>
                      <a:pt x="11192" y="2069"/>
                      <a:pt x="8156" y="2069"/>
                    </a:cubicBezTo>
                    <a:cubicBezTo>
                      <a:pt x="8041" y="2072"/>
                      <a:pt x="7925" y="2073"/>
                      <a:pt x="7810" y="2073"/>
                    </a:cubicBezTo>
                    <a:cubicBezTo>
                      <a:pt x="5065" y="2073"/>
                      <a:pt x="2418" y="1315"/>
                      <a:pt x="17" y="34"/>
                    </a:cubicBezTo>
                    <a:lnTo>
                      <a:pt x="17" y="34"/>
                    </a:lnTo>
                    <a:cubicBezTo>
                      <a:pt x="2411" y="1559"/>
                      <a:pt x="5273" y="2278"/>
                      <a:pt x="8154" y="2278"/>
                    </a:cubicBezTo>
                    <a:cubicBezTo>
                      <a:pt x="11134" y="2278"/>
                      <a:pt x="14135" y="1509"/>
                      <a:pt x="16662" y="67"/>
                    </a:cubicBezTo>
                    <a:cubicBezTo>
                      <a:pt x="16696" y="34"/>
                      <a:pt x="16662" y="1"/>
                      <a:pt x="16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58"/>
              <p:cNvSpPr/>
              <p:nvPr/>
            </p:nvSpPr>
            <p:spPr>
              <a:xfrm>
                <a:off x="4043150" y="1649550"/>
                <a:ext cx="308100" cy="110350"/>
              </a:xfrm>
              <a:custGeom>
                <a:avLst/>
                <a:gdLst/>
                <a:ahLst/>
                <a:cxnLst/>
                <a:rect l="l" t="t" r="r" b="b"/>
                <a:pathLst>
                  <a:path w="12324" h="4414" extrusionOk="0">
                    <a:moveTo>
                      <a:pt x="12276" y="0"/>
                    </a:moveTo>
                    <a:cubicBezTo>
                      <a:pt x="12265" y="0"/>
                      <a:pt x="12253" y="4"/>
                      <a:pt x="12243" y="14"/>
                    </a:cubicBezTo>
                    <a:cubicBezTo>
                      <a:pt x="11375" y="481"/>
                      <a:pt x="10842" y="1448"/>
                      <a:pt x="9941" y="1949"/>
                    </a:cubicBezTo>
                    <a:cubicBezTo>
                      <a:pt x="8940" y="2549"/>
                      <a:pt x="7873" y="3016"/>
                      <a:pt x="6739" y="3383"/>
                    </a:cubicBezTo>
                    <a:cubicBezTo>
                      <a:pt x="4708" y="4091"/>
                      <a:pt x="2619" y="4288"/>
                      <a:pt x="527" y="4288"/>
                    </a:cubicBezTo>
                    <a:cubicBezTo>
                      <a:pt x="352" y="4288"/>
                      <a:pt x="176" y="4286"/>
                      <a:pt x="1" y="4284"/>
                    </a:cubicBezTo>
                    <a:lnTo>
                      <a:pt x="1" y="4284"/>
                    </a:lnTo>
                    <a:cubicBezTo>
                      <a:pt x="591" y="4372"/>
                      <a:pt x="1190" y="4413"/>
                      <a:pt x="1792" y="4413"/>
                    </a:cubicBezTo>
                    <a:cubicBezTo>
                      <a:pt x="3472" y="4413"/>
                      <a:pt x="5176" y="4090"/>
                      <a:pt x="6772" y="3550"/>
                    </a:cubicBezTo>
                    <a:cubicBezTo>
                      <a:pt x="7840" y="3216"/>
                      <a:pt x="8840" y="2783"/>
                      <a:pt x="9774" y="2215"/>
                    </a:cubicBezTo>
                    <a:cubicBezTo>
                      <a:pt x="10775" y="1648"/>
                      <a:pt x="11442" y="848"/>
                      <a:pt x="12276" y="47"/>
                    </a:cubicBezTo>
                    <a:cubicBezTo>
                      <a:pt x="12323" y="24"/>
                      <a:pt x="12304" y="0"/>
                      <a:pt x="122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58"/>
              <p:cNvSpPr/>
              <p:nvPr/>
            </p:nvSpPr>
            <p:spPr>
              <a:xfrm>
                <a:off x="4066500" y="1644525"/>
                <a:ext cx="298075" cy="151325"/>
              </a:xfrm>
              <a:custGeom>
                <a:avLst/>
                <a:gdLst/>
                <a:ahLst/>
                <a:cxnLst/>
                <a:rect l="l" t="t" r="r" b="b"/>
                <a:pathLst>
                  <a:path w="11923" h="6053" extrusionOk="0">
                    <a:moveTo>
                      <a:pt x="11850" y="1"/>
                    </a:moveTo>
                    <a:cubicBezTo>
                      <a:pt x="11834" y="1"/>
                      <a:pt x="11819" y="5"/>
                      <a:pt x="11809" y="15"/>
                    </a:cubicBezTo>
                    <a:cubicBezTo>
                      <a:pt x="11142" y="915"/>
                      <a:pt x="10341" y="1716"/>
                      <a:pt x="9474" y="2483"/>
                    </a:cubicBezTo>
                    <a:cubicBezTo>
                      <a:pt x="8640" y="3184"/>
                      <a:pt x="7840" y="4051"/>
                      <a:pt x="6939" y="4651"/>
                    </a:cubicBezTo>
                    <a:cubicBezTo>
                      <a:pt x="6005" y="5218"/>
                      <a:pt x="4871" y="5385"/>
                      <a:pt x="3837" y="5585"/>
                    </a:cubicBezTo>
                    <a:cubicBezTo>
                      <a:pt x="2796" y="5799"/>
                      <a:pt x="1798" y="5948"/>
                      <a:pt x="774" y="5948"/>
                    </a:cubicBezTo>
                    <a:cubicBezTo>
                      <a:pt x="518" y="5948"/>
                      <a:pt x="261" y="5939"/>
                      <a:pt x="1" y="5919"/>
                    </a:cubicBezTo>
                    <a:lnTo>
                      <a:pt x="1" y="5919"/>
                    </a:lnTo>
                    <a:cubicBezTo>
                      <a:pt x="1" y="5919"/>
                      <a:pt x="1" y="5986"/>
                      <a:pt x="67" y="5986"/>
                    </a:cubicBezTo>
                    <a:cubicBezTo>
                      <a:pt x="409" y="6032"/>
                      <a:pt x="753" y="6052"/>
                      <a:pt x="1098" y="6052"/>
                    </a:cubicBezTo>
                    <a:cubicBezTo>
                      <a:pt x="1998" y="6052"/>
                      <a:pt x="2902" y="5912"/>
                      <a:pt x="3770" y="5719"/>
                    </a:cubicBezTo>
                    <a:cubicBezTo>
                      <a:pt x="4871" y="5519"/>
                      <a:pt x="6038" y="5352"/>
                      <a:pt x="7039" y="4751"/>
                    </a:cubicBezTo>
                    <a:cubicBezTo>
                      <a:pt x="7973" y="4218"/>
                      <a:pt x="8707" y="3384"/>
                      <a:pt x="9507" y="2683"/>
                    </a:cubicBezTo>
                    <a:cubicBezTo>
                      <a:pt x="10375" y="1883"/>
                      <a:pt x="11309" y="1082"/>
                      <a:pt x="11876" y="48"/>
                    </a:cubicBezTo>
                    <a:cubicBezTo>
                      <a:pt x="11923" y="24"/>
                      <a:pt x="11887" y="1"/>
                      <a:pt x="118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58"/>
              <p:cNvSpPr/>
              <p:nvPr/>
            </p:nvSpPr>
            <p:spPr>
              <a:xfrm>
                <a:off x="4133225" y="1571500"/>
                <a:ext cx="2525" cy="1700"/>
              </a:xfrm>
              <a:custGeom>
                <a:avLst/>
                <a:gdLst/>
                <a:ahLst/>
                <a:cxnLst/>
                <a:rect l="l" t="t" r="r" b="b"/>
                <a:pathLst>
                  <a:path w="101" h="68" extrusionOk="0">
                    <a:moveTo>
                      <a:pt x="0" y="0"/>
                    </a:moveTo>
                    <a:lnTo>
                      <a:pt x="67" y="67"/>
                    </a:lnTo>
                    <a:cubicBezTo>
                      <a:pt x="67" y="67"/>
                      <a:pt x="100" y="67"/>
                      <a:pt x="100" y="0"/>
                    </a:cubicBezTo>
                    <a:close/>
                  </a:path>
                </a:pathLst>
              </a:custGeom>
              <a:solidFill>
                <a:srgbClr val="D6B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58"/>
              <p:cNvSpPr/>
              <p:nvPr/>
            </p:nvSpPr>
            <p:spPr>
              <a:xfrm>
                <a:off x="4069000" y="1537100"/>
                <a:ext cx="35050" cy="20250"/>
              </a:xfrm>
              <a:custGeom>
                <a:avLst/>
                <a:gdLst/>
                <a:ahLst/>
                <a:cxnLst/>
                <a:rect l="l" t="t" r="r" b="b"/>
                <a:pathLst>
                  <a:path w="1402" h="810" extrusionOk="0">
                    <a:moveTo>
                      <a:pt x="981" y="0"/>
                    </a:moveTo>
                    <a:cubicBezTo>
                      <a:pt x="843" y="0"/>
                      <a:pt x="701" y="9"/>
                      <a:pt x="568" y="9"/>
                    </a:cubicBezTo>
                    <a:cubicBezTo>
                      <a:pt x="534" y="9"/>
                      <a:pt x="486" y="5"/>
                      <a:pt x="434" y="5"/>
                    </a:cubicBezTo>
                    <a:cubicBezTo>
                      <a:pt x="331" y="5"/>
                      <a:pt x="212" y="20"/>
                      <a:pt x="168" y="109"/>
                    </a:cubicBezTo>
                    <a:cubicBezTo>
                      <a:pt x="1" y="342"/>
                      <a:pt x="635" y="709"/>
                      <a:pt x="801" y="809"/>
                    </a:cubicBezTo>
                    <a:cubicBezTo>
                      <a:pt x="835" y="809"/>
                      <a:pt x="835" y="776"/>
                      <a:pt x="835" y="776"/>
                    </a:cubicBezTo>
                    <a:cubicBezTo>
                      <a:pt x="801" y="709"/>
                      <a:pt x="735" y="676"/>
                      <a:pt x="668" y="642"/>
                    </a:cubicBezTo>
                    <a:lnTo>
                      <a:pt x="668" y="642"/>
                    </a:lnTo>
                    <a:cubicBezTo>
                      <a:pt x="682" y="657"/>
                      <a:pt x="697" y="672"/>
                      <a:pt x="714" y="692"/>
                    </a:cubicBezTo>
                    <a:lnTo>
                      <a:pt x="714" y="692"/>
                    </a:lnTo>
                    <a:cubicBezTo>
                      <a:pt x="626" y="632"/>
                      <a:pt x="547" y="578"/>
                      <a:pt x="501" y="509"/>
                    </a:cubicBezTo>
                    <a:lnTo>
                      <a:pt x="334" y="342"/>
                    </a:lnTo>
                    <a:cubicBezTo>
                      <a:pt x="334" y="276"/>
                      <a:pt x="334" y="209"/>
                      <a:pt x="368" y="142"/>
                    </a:cubicBezTo>
                    <a:lnTo>
                      <a:pt x="501" y="142"/>
                    </a:lnTo>
                    <a:cubicBezTo>
                      <a:pt x="651" y="142"/>
                      <a:pt x="793" y="150"/>
                      <a:pt x="935" y="150"/>
                    </a:cubicBezTo>
                    <a:cubicBezTo>
                      <a:pt x="1077" y="150"/>
                      <a:pt x="1218" y="142"/>
                      <a:pt x="1368" y="109"/>
                    </a:cubicBezTo>
                    <a:cubicBezTo>
                      <a:pt x="1402" y="109"/>
                      <a:pt x="1402" y="42"/>
                      <a:pt x="1368" y="42"/>
                    </a:cubicBezTo>
                    <a:cubicBezTo>
                      <a:pt x="1252" y="9"/>
                      <a:pt x="1118" y="0"/>
                      <a:pt x="9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58"/>
              <p:cNvSpPr/>
              <p:nvPr/>
            </p:nvSpPr>
            <p:spPr>
              <a:xfrm>
                <a:off x="4163250" y="1543475"/>
                <a:ext cx="40050" cy="31175"/>
              </a:xfrm>
              <a:custGeom>
                <a:avLst/>
                <a:gdLst/>
                <a:ahLst/>
                <a:cxnLst/>
                <a:rect l="l" t="t" r="r" b="b"/>
                <a:pathLst>
                  <a:path w="1602" h="1247" extrusionOk="0">
                    <a:moveTo>
                      <a:pt x="791" y="1"/>
                    </a:moveTo>
                    <a:cubicBezTo>
                      <a:pt x="570" y="1"/>
                      <a:pt x="370" y="59"/>
                      <a:pt x="267" y="221"/>
                    </a:cubicBezTo>
                    <a:cubicBezTo>
                      <a:pt x="167" y="354"/>
                      <a:pt x="167" y="454"/>
                      <a:pt x="234" y="588"/>
                    </a:cubicBezTo>
                    <a:cubicBezTo>
                      <a:pt x="400" y="854"/>
                      <a:pt x="634" y="1055"/>
                      <a:pt x="834" y="1221"/>
                    </a:cubicBezTo>
                    <a:cubicBezTo>
                      <a:pt x="634" y="955"/>
                      <a:pt x="0" y="354"/>
                      <a:pt x="567" y="121"/>
                    </a:cubicBezTo>
                    <a:cubicBezTo>
                      <a:pt x="634" y="101"/>
                      <a:pt x="701" y="93"/>
                      <a:pt x="767" y="93"/>
                    </a:cubicBezTo>
                    <a:cubicBezTo>
                      <a:pt x="1034" y="93"/>
                      <a:pt x="1301" y="221"/>
                      <a:pt x="1568" y="221"/>
                    </a:cubicBezTo>
                    <a:cubicBezTo>
                      <a:pt x="1601" y="221"/>
                      <a:pt x="1601" y="187"/>
                      <a:pt x="1568" y="187"/>
                    </a:cubicBezTo>
                    <a:cubicBezTo>
                      <a:pt x="1381" y="94"/>
                      <a:pt x="1070" y="1"/>
                      <a:pt x="791" y="1"/>
                    </a:cubicBezTo>
                    <a:close/>
                    <a:moveTo>
                      <a:pt x="834" y="1221"/>
                    </a:moveTo>
                    <a:cubicBezTo>
                      <a:pt x="834" y="1238"/>
                      <a:pt x="851" y="1246"/>
                      <a:pt x="859" y="1246"/>
                    </a:cubicBezTo>
                    <a:cubicBezTo>
                      <a:pt x="867" y="1246"/>
                      <a:pt x="867" y="1238"/>
                      <a:pt x="834"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58"/>
              <p:cNvSpPr/>
              <p:nvPr/>
            </p:nvSpPr>
            <p:spPr>
              <a:xfrm>
                <a:off x="4262475" y="1565425"/>
                <a:ext cx="33375" cy="19350"/>
              </a:xfrm>
              <a:custGeom>
                <a:avLst/>
                <a:gdLst/>
                <a:ahLst/>
                <a:cxnLst/>
                <a:rect l="l" t="t" r="r" b="b"/>
                <a:pathLst>
                  <a:path w="1335" h="774" extrusionOk="0">
                    <a:moveTo>
                      <a:pt x="779" y="0"/>
                    </a:moveTo>
                    <a:cubicBezTo>
                      <a:pt x="620" y="0"/>
                      <a:pt x="460" y="46"/>
                      <a:pt x="334" y="143"/>
                    </a:cubicBezTo>
                    <a:cubicBezTo>
                      <a:pt x="134" y="243"/>
                      <a:pt x="67" y="644"/>
                      <a:pt x="334" y="744"/>
                    </a:cubicBezTo>
                    <a:cubicBezTo>
                      <a:pt x="1" y="510"/>
                      <a:pt x="401" y="77"/>
                      <a:pt x="668" y="77"/>
                    </a:cubicBezTo>
                    <a:cubicBezTo>
                      <a:pt x="935" y="77"/>
                      <a:pt x="1101" y="210"/>
                      <a:pt x="1302" y="310"/>
                    </a:cubicBezTo>
                    <a:cubicBezTo>
                      <a:pt x="1302" y="310"/>
                      <a:pt x="1335" y="310"/>
                      <a:pt x="1335" y="243"/>
                    </a:cubicBezTo>
                    <a:cubicBezTo>
                      <a:pt x="1218" y="88"/>
                      <a:pt x="1000" y="0"/>
                      <a:pt x="779" y="0"/>
                    </a:cubicBezTo>
                    <a:close/>
                    <a:moveTo>
                      <a:pt x="334" y="744"/>
                    </a:moveTo>
                    <a:cubicBezTo>
                      <a:pt x="334" y="766"/>
                      <a:pt x="342" y="773"/>
                      <a:pt x="349" y="773"/>
                    </a:cubicBezTo>
                    <a:cubicBezTo>
                      <a:pt x="364" y="773"/>
                      <a:pt x="379" y="744"/>
                      <a:pt x="334" y="7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58"/>
              <p:cNvSpPr/>
              <p:nvPr/>
            </p:nvSpPr>
            <p:spPr>
              <a:xfrm>
                <a:off x="4343375" y="1549900"/>
                <a:ext cx="27550" cy="24125"/>
              </a:xfrm>
              <a:custGeom>
                <a:avLst/>
                <a:gdLst/>
                <a:ahLst/>
                <a:cxnLst/>
                <a:rect l="l" t="t" r="r" b="b"/>
                <a:pathLst>
                  <a:path w="1102" h="965" extrusionOk="0">
                    <a:moveTo>
                      <a:pt x="400" y="1"/>
                    </a:moveTo>
                    <a:cubicBezTo>
                      <a:pt x="315" y="1"/>
                      <a:pt x="237" y="23"/>
                      <a:pt x="200" y="97"/>
                    </a:cubicBezTo>
                    <a:cubicBezTo>
                      <a:pt x="0" y="331"/>
                      <a:pt x="300" y="798"/>
                      <a:pt x="534" y="964"/>
                    </a:cubicBezTo>
                    <a:cubicBezTo>
                      <a:pt x="401" y="831"/>
                      <a:pt x="100" y="331"/>
                      <a:pt x="300" y="197"/>
                    </a:cubicBezTo>
                    <a:cubicBezTo>
                      <a:pt x="340" y="180"/>
                      <a:pt x="383" y="173"/>
                      <a:pt x="427" y="173"/>
                    </a:cubicBezTo>
                    <a:cubicBezTo>
                      <a:pt x="643" y="173"/>
                      <a:pt x="896" y="348"/>
                      <a:pt x="1034" y="431"/>
                    </a:cubicBezTo>
                    <a:cubicBezTo>
                      <a:pt x="1068" y="431"/>
                      <a:pt x="1101" y="364"/>
                      <a:pt x="1068" y="331"/>
                    </a:cubicBezTo>
                    <a:cubicBezTo>
                      <a:pt x="934" y="197"/>
                      <a:pt x="767" y="130"/>
                      <a:pt x="601" y="30"/>
                    </a:cubicBezTo>
                    <a:cubicBezTo>
                      <a:pt x="541" y="15"/>
                      <a:pt x="468" y="1"/>
                      <a:pt x="4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58"/>
              <p:cNvSpPr/>
              <p:nvPr/>
            </p:nvSpPr>
            <p:spPr>
              <a:xfrm>
                <a:off x="4058675" y="1489400"/>
                <a:ext cx="20375" cy="15125"/>
              </a:xfrm>
              <a:custGeom>
                <a:avLst/>
                <a:gdLst/>
                <a:ahLst/>
                <a:cxnLst/>
                <a:rect l="l" t="t" r="r" b="b"/>
                <a:pathLst>
                  <a:path w="815" h="605" extrusionOk="0">
                    <a:moveTo>
                      <a:pt x="480" y="1"/>
                    </a:moveTo>
                    <a:cubicBezTo>
                      <a:pt x="335" y="1"/>
                      <a:pt x="188" y="66"/>
                      <a:pt x="114" y="215"/>
                    </a:cubicBezTo>
                    <a:cubicBezTo>
                      <a:pt x="0" y="386"/>
                      <a:pt x="176" y="604"/>
                      <a:pt x="354" y="604"/>
                    </a:cubicBezTo>
                    <a:cubicBezTo>
                      <a:pt x="386" y="604"/>
                      <a:pt x="417" y="597"/>
                      <a:pt x="447" y="582"/>
                    </a:cubicBezTo>
                    <a:cubicBezTo>
                      <a:pt x="547" y="582"/>
                      <a:pt x="581" y="516"/>
                      <a:pt x="480" y="449"/>
                    </a:cubicBezTo>
                    <a:cubicBezTo>
                      <a:pt x="414" y="416"/>
                      <a:pt x="214" y="416"/>
                      <a:pt x="314" y="249"/>
                    </a:cubicBezTo>
                    <a:cubicBezTo>
                      <a:pt x="367" y="195"/>
                      <a:pt x="426" y="179"/>
                      <a:pt x="486" y="179"/>
                    </a:cubicBezTo>
                    <a:cubicBezTo>
                      <a:pt x="575" y="179"/>
                      <a:pt x="667" y="215"/>
                      <a:pt x="747" y="215"/>
                    </a:cubicBezTo>
                    <a:cubicBezTo>
                      <a:pt x="781" y="215"/>
                      <a:pt x="814" y="182"/>
                      <a:pt x="781" y="115"/>
                    </a:cubicBezTo>
                    <a:cubicBezTo>
                      <a:pt x="707" y="42"/>
                      <a:pt x="594" y="1"/>
                      <a:pt x="4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58"/>
              <p:cNvSpPr/>
              <p:nvPr/>
            </p:nvSpPr>
            <p:spPr>
              <a:xfrm>
                <a:off x="3977275" y="1548850"/>
                <a:ext cx="18375" cy="19750"/>
              </a:xfrm>
              <a:custGeom>
                <a:avLst/>
                <a:gdLst/>
                <a:ahLst/>
                <a:cxnLst/>
                <a:rect l="l" t="t" r="r" b="b"/>
                <a:pathLst>
                  <a:path w="735" h="790" extrusionOk="0">
                    <a:moveTo>
                      <a:pt x="195" y="0"/>
                    </a:moveTo>
                    <a:cubicBezTo>
                      <a:pt x="122" y="0"/>
                      <a:pt x="54" y="12"/>
                      <a:pt x="34" y="72"/>
                    </a:cubicBezTo>
                    <a:cubicBezTo>
                      <a:pt x="0" y="206"/>
                      <a:pt x="134" y="373"/>
                      <a:pt x="167" y="473"/>
                    </a:cubicBezTo>
                    <a:cubicBezTo>
                      <a:pt x="201" y="639"/>
                      <a:pt x="334" y="740"/>
                      <a:pt x="501" y="740"/>
                    </a:cubicBezTo>
                    <a:cubicBezTo>
                      <a:pt x="367" y="573"/>
                      <a:pt x="167" y="473"/>
                      <a:pt x="134" y="206"/>
                    </a:cubicBezTo>
                    <a:cubicBezTo>
                      <a:pt x="67" y="139"/>
                      <a:pt x="134" y="139"/>
                      <a:pt x="201" y="139"/>
                    </a:cubicBezTo>
                    <a:lnTo>
                      <a:pt x="367" y="139"/>
                    </a:lnTo>
                    <a:cubicBezTo>
                      <a:pt x="501" y="172"/>
                      <a:pt x="568" y="206"/>
                      <a:pt x="701" y="239"/>
                    </a:cubicBezTo>
                    <a:cubicBezTo>
                      <a:pt x="734" y="239"/>
                      <a:pt x="734" y="206"/>
                      <a:pt x="734" y="172"/>
                    </a:cubicBezTo>
                    <a:cubicBezTo>
                      <a:pt x="668" y="39"/>
                      <a:pt x="501" y="6"/>
                      <a:pt x="334" y="6"/>
                    </a:cubicBezTo>
                    <a:cubicBezTo>
                      <a:pt x="294" y="6"/>
                      <a:pt x="243" y="0"/>
                      <a:pt x="195" y="0"/>
                    </a:cubicBezTo>
                    <a:close/>
                    <a:moveTo>
                      <a:pt x="501" y="740"/>
                    </a:moveTo>
                    <a:cubicBezTo>
                      <a:pt x="484" y="773"/>
                      <a:pt x="484" y="790"/>
                      <a:pt x="488" y="790"/>
                    </a:cubicBezTo>
                    <a:cubicBezTo>
                      <a:pt x="492" y="790"/>
                      <a:pt x="501" y="773"/>
                      <a:pt x="501" y="74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58"/>
              <p:cNvSpPr/>
              <p:nvPr/>
            </p:nvSpPr>
            <p:spPr>
              <a:xfrm>
                <a:off x="4095700" y="1605800"/>
                <a:ext cx="19200" cy="10850"/>
              </a:xfrm>
              <a:custGeom>
                <a:avLst/>
                <a:gdLst/>
                <a:ahLst/>
                <a:cxnLst/>
                <a:rect l="l" t="t" r="r" b="b"/>
                <a:pathLst>
                  <a:path w="768" h="434" extrusionOk="0">
                    <a:moveTo>
                      <a:pt x="518" y="1"/>
                    </a:moveTo>
                    <a:cubicBezTo>
                      <a:pt x="359" y="1"/>
                      <a:pt x="205" y="40"/>
                      <a:pt x="67" y="63"/>
                    </a:cubicBezTo>
                    <a:cubicBezTo>
                      <a:pt x="0" y="63"/>
                      <a:pt x="0" y="96"/>
                      <a:pt x="0" y="129"/>
                    </a:cubicBezTo>
                    <a:cubicBezTo>
                      <a:pt x="124" y="253"/>
                      <a:pt x="304" y="433"/>
                      <a:pt x="542" y="433"/>
                    </a:cubicBezTo>
                    <a:cubicBezTo>
                      <a:pt x="561" y="433"/>
                      <a:pt x="581" y="432"/>
                      <a:pt x="601" y="430"/>
                    </a:cubicBezTo>
                    <a:cubicBezTo>
                      <a:pt x="420" y="369"/>
                      <a:pt x="267" y="282"/>
                      <a:pt x="140" y="119"/>
                    </a:cubicBezTo>
                    <a:lnTo>
                      <a:pt x="140" y="119"/>
                    </a:lnTo>
                    <a:cubicBezTo>
                      <a:pt x="317" y="96"/>
                      <a:pt x="500" y="96"/>
                      <a:pt x="734" y="96"/>
                    </a:cubicBezTo>
                    <a:cubicBezTo>
                      <a:pt x="767" y="96"/>
                      <a:pt x="767" y="29"/>
                      <a:pt x="734" y="29"/>
                    </a:cubicBezTo>
                    <a:cubicBezTo>
                      <a:pt x="662" y="9"/>
                      <a:pt x="589" y="1"/>
                      <a:pt x="518" y="1"/>
                    </a:cubicBezTo>
                    <a:close/>
                  </a:path>
                </a:pathLst>
              </a:custGeom>
              <a:solidFill>
                <a:srgbClr val="D6B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58"/>
              <p:cNvSpPr/>
              <p:nvPr/>
            </p:nvSpPr>
            <p:spPr>
              <a:xfrm>
                <a:off x="4214950" y="1633200"/>
                <a:ext cx="20875" cy="12550"/>
              </a:xfrm>
              <a:custGeom>
                <a:avLst/>
                <a:gdLst/>
                <a:ahLst/>
                <a:cxnLst/>
                <a:rect l="l" t="t" r="r" b="b"/>
                <a:pathLst>
                  <a:path w="835" h="502" extrusionOk="0">
                    <a:moveTo>
                      <a:pt x="801" y="1"/>
                    </a:moveTo>
                    <a:cubicBezTo>
                      <a:pt x="667" y="1"/>
                      <a:pt x="501" y="1"/>
                      <a:pt x="367" y="34"/>
                    </a:cubicBezTo>
                    <a:cubicBezTo>
                      <a:pt x="300" y="101"/>
                      <a:pt x="167" y="101"/>
                      <a:pt x="134" y="168"/>
                    </a:cubicBezTo>
                    <a:cubicBezTo>
                      <a:pt x="0" y="334"/>
                      <a:pt x="234" y="501"/>
                      <a:pt x="367" y="501"/>
                    </a:cubicBezTo>
                    <a:cubicBezTo>
                      <a:pt x="401" y="501"/>
                      <a:pt x="401" y="501"/>
                      <a:pt x="401" y="468"/>
                    </a:cubicBezTo>
                    <a:cubicBezTo>
                      <a:pt x="434" y="368"/>
                      <a:pt x="401" y="334"/>
                      <a:pt x="334" y="334"/>
                    </a:cubicBezTo>
                    <a:cubicBezTo>
                      <a:pt x="334" y="361"/>
                      <a:pt x="355" y="409"/>
                      <a:pt x="364" y="445"/>
                    </a:cubicBezTo>
                    <a:lnTo>
                      <a:pt x="364" y="445"/>
                    </a:lnTo>
                    <a:cubicBezTo>
                      <a:pt x="328" y="429"/>
                      <a:pt x="281" y="415"/>
                      <a:pt x="234" y="368"/>
                    </a:cubicBezTo>
                    <a:cubicBezTo>
                      <a:pt x="134" y="268"/>
                      <a:pt x="300" y="168"/>
                      <a:pt x="367" y="134"/>
                    </a:cubicBezTo>
                    <a:cubicBezTo>
                      <a:pt x="501" y="101"/>
                      <a:pt x="667" y="101"/>
                      <a:pt x="801" y="34"/>
                    </a:cubicBezTo>
                    <a:cubicBezTo>
                      <a:pt x="834" y="34"/>
                      <a:pt x="801" y="1"/>
                      <a:pt x="801" y="1"/>
                    </a:cubicBezTo>
                    <a:close/>
                  </a:path>
                </a:pathLst>
              </a:custGeom>
              <a:solidFill>
                <a:srgbClr val="D6B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58"/>
              <p:cNvSpPr/>
              <p:nvPr/>
            </p:nvSpPr>
            <p:spPr>
              <a:xfrm>
                <a:off x="4002300" y="1610700"/>
                <a:ext cx="20025" cy="15025"/>
              </a:xfrm>
              <a:custGeom>
                <a:avLst/>
                <a:gdLst/>
                <a:ahLst/>
                <a:cxnLst/>
                <a:rect l="l" t="t" r="r" b="b"/>
                <a:pathLst>
                  <a:path w="801" h="601" extrusionOk="0">
                    <a:moveTo>
                      <a:pt x="267" y="0"/>
                    </a:moveTo>
                    <a:cubicBezTo>
                      <a:pt x="167" y="0"/>
                      <a:pt x="67" y="33"/>
                      <a:pt x="34" y="167"/>
                    </a:cubicBezTo>
                    <a:cubicBezTo>
                      <a:pt x="0" y="267"/>
                      <a:pt x="34" y="400"/>
                      <a:pt x="100" y="500"/>
                    </a:cubicBezTo>
                    <a:cubicBezTo>
                      <a:pt x="234" y="534"/>
                      <a:pt x="400" y="601"/>
                      <a:pt x="501" y="601"/>
                    </a:cubicBezTo>
                    <a:cubicBezTo>
                      <a:pt x="467" y="500"/>
                      <a:pt x="300" y="500"/>
                      <a:pt x="200" y="400"/>
                    </a:cubicBezTo>
                    <a:cubicBezTo>
                      <a:pt x="134" y="334"/>
                      <a:pt x="34" y="167"/>
                      <a:pt x="167" y="67"/>
                    </a:cubicBezTo>
                    <a:cubicBezTo>
                      <a:pt x="198" y="42"/>
                      <a:pt x="230" y="32"/>
                      <a:pt x="263" y="32"/>
                    </a:cubicBezTo>
                    <a:cubicBezTo>
                      <a:pt x="390" y="32"/>
                      <a:pt x="530" y="177"/>
                      <a:pt x="673" y="177"/>
                    </a:cubicBezTo>
                    <a:cubicBezTo>
                      <a:pt x="693" y="177"/>
                      <a:pt x="714" y="174"/>
                      <a:pt x="734" y="167"/>
                    </a:cubicBezTo>
                    <a:cubicBezTo>
                      <a:pt x="801" y="167"/>
                      <a:pt x="734" y="100"/>
                      <a:pt x="734" y="100"/>
                    </a:cubicBezTo>
                    <a:cubicBezTo>
                      <a:pt x="567" y="100"/>
                      <a:pt x="467" y="0"/>
                      <a:pt x="267" y="0"/>
                    </a:cubicBezTo>
                    <a:close/>
                    <a:moveTo>
                      <a:pt x="513" y="575"/>
                    </a:moveTo>
                    <a:cubicBezTo>
                      <a:pt x="509" y="575"/>
                      <a:pt x="501" y="584"/>
                      <a:pt x="501" y="601"/>
                    </a:cubicBezTo>
                    <a:cubicBezTo>
                      <a:pt x="517" y="584"/>
                      <a:pt x="517" y="575"/>
                      <a:pt x="513" y="575"/>
                    </a:cubicBezTo>
                    <a:close/>
                    <a:moveTo>
                      <a:pt x="538" y="586"/>
                    </a:moveTo>
                    <a:cubicBezTo>
                      <a:pt x="534" y="586"/>
                      <a:pt x="523" y="589"/>
                      <a:pt x="501" y="601"/>
                    </a:cubicBezTo>
                    <a:cubicBezTo>
                      <a:pt x="523" y="601"/>
                      <a:pt x="545" y="586"/>
                      <a:pt x="538" y="5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58"/>
              <p:cNvSpPr/>
              <p:nvPr/>
            </p:nvSpPr>
            <p:spPr>
              <a:xfrm>
                <a:off x="4098200" y="1637175"/>
                <a:ext cx="25025" cy="15225"/>
              </a:xfrm>
              <a:custGeom>
                <a:avLst/>
                <a:gdLst/>
                <a:ahLst/>
                <a:cxnLst/>
                <a:rect l="l" t="t" r="r" b="b"/>
                <a:pathLst>
                  <a:path w="1001" h="609" extrusionOk="0">
                    <a:moveTo>
                      <a:pt x="711" y="495"/>
                    </a:moveTo>
                    <a:lnTo>
                      <a:pt x="711" y="495"/>
                    </a:lnTo>
                    <a:cubicBezTo>
                      <a:pt x="714" y="499"/>
                      <a:pt x="715" y="500"/>
                      <a:pt x="715" y="500"/>
                    </a:cubicBezTo>
                    <a:cubicBezTo>
                      <a:pt x="716" y="500"/>
                      <a:pt x="714" y="496"/>
                      <a:pt x="711" y="495"/>
                    </a:cubicBezTo>
                    <a:close/>
                    <a:moveTo>
                      <a:pt x="634" y="0"/>
                    </a:moveTo>
                    <a:cubicBezTo>
                      <a:pt x="534" y="0"/>
                      <a:pt x="434" y="9"/>
                      <a:pt x="334" y="9"/>
                    </a:cubicBezTo>
                    <a:cubicBezTo>
                      <a:pt x="234" y="9"/>
                      <a:pt x="34" y="9"/>
                      <a:pt x="34" y="142"/>
                    </a:cubicBezTo>
                    <a:cubicBezTo>
                      <a:pt x="0" y="275"/>
                      <a:pt x="167" y="342"/>
                      <a:pt x="200" y="375"/>
                    </a:cubicBezTo>
                    <a:cubicBezTo>
                      <a:pt x="334" y="509"/>
                      <a:pt x="501" y="542"/>
                      <a:pt x="667" y="609"/>
                    </a:cubicBezTo>
                    <a:cubicBezTo>
                      <a:pt x="701" y="609"/>
                      <a:pt x="701" y="609"/>
                      <a:pt x="701" y="542"/>
                    </a:cubicBezTo>
                    <a:cubicBezTo>
                      <a:pt x="701" y="503"/>
                      <a:pt x="706" y="495"/>
                      <a:pt x="710" y="495"/>
                    </a:cubicBezTo>
                    <a:cubicBezTo>
                      <a:pt x="710" y="495"/>
                      <a:pt x="711" y="495"/>
                      <a:pt x="711" y="495"/>
                    </a:cubicBezTo>
                    <a:lnTo>
                      <a:pt x="711" y="495"/>
                    </a:lnTo>
                    <a:cubicBezTo>
                      <a:pt x="709" y="491"/>
                      <a:pt x="706" y="485"/>
                      <a:pt x="701" y="476"/>
                    </a:cubicBezTo>
                    <a:cubicBezTo>
                      <a:pt x="701" y="492"/>
                      <a:pt x="686" y="498"/>
                      <a:pt x="663" y="498"/>
                    </a:cubicBezTo>
                    <a:cubicBezTo>
                      <a:pt x="594" y="498"/>
                      <a:pt x="451" y="442"/>
                      <a:pt x="401" y="442"/>
                    </a:cubicBezTo>
                    <a:cubicBezTo>
                      <a:pt x="367" y="375"/>
                      <a:pt x="34" y="209"/>
                      <a:pt x="167" y="142"/>
                    </a:cubicBezTo>
                    <a:cubicBezTo>
                      <a:pt x="200" y="109"/>
                      <a:pt x="467" y="109"/>
                      <a:pt x="534" y="109"/>
                    </a:cubicBezTo>
                    <a:cubicBezTo>
                      <a:pt x="623" y="109"/>
                      <a:pt x="727" y="123"/>
                      <a:pt x="816" y="123"/>
                    </a:cubicBezTo>
                    <a:cubicBezTo>
                      <a:pt x="860" y="123"/>
                      <a:pt x="901" y="120"/>
                      <a:pt x="934" y="109"/>
                    </a:cubicBezTo>
                    <a:cubicBezTo>
                      <a:pt x="1001" y="109"/>
                      <a:pt x="1001" y="42"/>
                      <a:pt x="934" y="42"/>
                    </a:cubicBezTo>
                    <a:cubicBezTo>
                      <a:pt x="834" y="9"/>
                      <a:pt x="734" y="0"/>
                      <a:pt x="634" y="0"/>
                    </a:cubicBezTo>
                    <a:close/>
                  </a:path>
                </a:pathLst>
              </a:custGeom>
              <a:solidFill>
                <a:srgbClr val="D6B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58"/>
              <p:cNvSpPr/>
              <p:nvPr/>
            </p:nvSpPr>
            <p:spPr>
              <a:xfrm>
                <a:off x="3992275" y="1644050"/>
                <a:ext cx="25050" cy="18600"/>
              </a:xfrm>
              <a:custGeom>
                <a:avLst/>
                <a:gdLst/>
                <a:ahLst/>
                <a:cxnLst/>
                <a:rect l="l" t="t" r="r" b="b"/>
                <a:pathLst>
                  <a:path w="1002" h="744" extrusionOk="0">
                    <a:moveTo>
                      <a:pt x="301" y="0"/>
                    </a:moveTo>
                    <a:cubicBezTo>
                      <a:pt x="234" y="0"/>
                      <a:pt x="101" y="34"/>
                      <a:pt x="68" y="100"/>
                    </a:cubicBezTo>
                    <a:cubicBezTo>
                      <a:pt x="1" y="234"/>
                      <a:pt x="101" y="334"/>
                      <a:pt x="168" y="401"/>
                    </a:cubicBezTo>
                    <a:cubicBezTo>
                      <a:pt x="301" y="534"/>
                      <a:pt x="535" y="668"/>
                      <a:pt x="668" y="734"/>
                    </a:cubicBezTo>
                    <a:cubicBezTo>
                      <a:pt x="675" y="741"/>
                      <a:pt x="681" y="744"/>
                      <a:pt x="688" y="744"/>
                    </a:cubicBezTo>
                    <a:cubicBezTo>
                      <a:pt x="712" y="744"/>
                      <a:pt x="728" y="701"/>
                      <a:pt x="701" y="701"/>
                    </a:cubicBezTo>
                    <a:cubicBezTo>
                      <a:pt x="601" y="668"/>
                      <a:pt x="535" y="567"/>
                      <a:pt x="435" y="534"/>
                    </a:cubicBezTo>
                    <a:cubicBezTo>
                      <a:pt x="401" y="501"/>
                      <a:pt x="368" y="434"/>
                      <a:pt x="268" y="434"/>
                    </a:cubicBezTo>
                    <a:cubicBezTo>
                      <a:pt x="201" y="367"/>
                      <a:pt x="134" y="367"/>
                      <a:pt x="201" y="234"/>
                    </a:cubicBezTo>
                    <a:cubicBezTo>
                      <a:pt x="234" y="100"/>
                      <a:pt x="234" y="100"/>
                      <a:pt x="368" y="100"/>
                    </a:cubicBezTo>
                    <a:lnTo>
                      <a:pt x="535" y="100"/>
                    </a:lnTo>
                    <a:cubicBezTo>
                      <a:pt x="635" y="100"/>
                      <a:pt x="801" y="134"/>
                      <a:pt x="935" y="134"/>
                    </a:cubicBezTo>
                    <a:cubicBezTo>
                      <a:pt x="968" y="134"/>
                      <a:pt x="1002" y="67"/>
                      <a:pt x="968" y="67"/>
                    </a:cubicBezTo>
                    <a:cubicBezTo>
                      <a:pt x="768" y="34"/>
                      <a:pt x="535" y="0"/>
                      <a:pt x="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58"/>
              <p:cNvSpPr/>
              <p:nvPr/>
            </p:nvSpPr>
            <p:spPr>
              <a:xfrm>
                <a:off x="4003950" y="1705875"/>
                <a:ext cx="22550" cy="14075"/>
              </a:xfrm>
              <a:custGeom>
                <a:avLst/>
                <a:gdLst/>
                <a:ahLst/>
                <a:cxnLst/>
                <a:rect l="l" t="t" r="r" b="b"/>
                <a:pathLst>
                  <a:path w="902" h="563" extrusionOk="0">
                    <a:moveTo>
                      <a:pt x="602" y="1"/>
                    </a:moveTo>
                    <a:cubicBezTo>
                      <a:pt x="422" y="1"/>
                      <a:pt x="229" y="40"/>
                      <a:pt x="68" y="63"/>
                    </a:cubicBezTo>
                    <a:cubicBezTo>
                      <a:pt x="1" y="63"/>
                      <a:pt x="1" y="96"/>
                      <a:pt x="68" y="96"/>
                    </a:cubicBezTo>
                    <a:cubicBezTo>
                      <a:pt x="268" y="263"/>
                      <a:pt x="501" y="463"/>
                      <a:pt x="768" y="563"/>
                    </a:cubicBezTo>
                    <a:cubicBezTo>
                      <a:pt x="514" y="404"/>
                      <a:pt x="321" y="276"/>
                      <a:pt x="131" y="92"/>
                    </a:cubicBezTo>
                    <a:lnTo>
                      <a:pt x="131" y="92"/>
                    </a:lnTo>
                    <a:cubicBezTo>
                      <a:pt x="357" y="63"/>
                      <a:pt x="611" y="63"/>
                      <a:pt x="835" y="63"/>
                    </a:cubicBezTo>
                    <a:cubicBezTo>
                      <a:pt x="902" y="63"/>
                      <a:pt x="902" y="29"/>
                      <a:pt x="835" y="29"/>
                    </a:cubicBezTo>
                    <a:cubicBezTo>
                      <a:pt x="762" y="8"/>
                      <a:pt x="684" y="1"/>
                      <a:pt x="602" y="1"/>
                    </a:cubicBezTo>
                    <a:close/>
                  </a:path>
                </a:pathLst>
              </a:custGeom>
              <a:solidFill>
                <a:srgbClr val="D6B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58"/>
              <p:cNvSpPr/>
              <p:nvPr/>
            </p:nvSpPr>
            <p:spPr>
              <a:xfrm>
                <a:off x="4083175" y="1715775"/>
                <a:ext cx="22550" cy="16775"/>
              </a:xfrm>
              <a:custGeom>
                <a:avLst/>
                <a:gdLst/>
                <a:ahLst/>
                <a:cxnLst/>
                <a:rect l="l" t="t" r="r" b="b"/>
                <a:pathLst>
                  <a:path w="902" h="671" extrusionOk="0">
                    <a:moveTo>
                      <a:pt x="835" y="0"/>
                    </a:moveTo>
                    <a:cubicBezTo>
                      <a:pt x="668" y="0"/>
                      <a:pt x="501" y="33"/>
                      <a:pt x="334" y="67"/>
                    </a:cubicBezTo>
                    <a:cubicBezTo>
                      <a:pt x="268" y="134"/>
                      <a:pt x="134" y="167"/>
                      <a:pt x="101" y="300"/>
                    </a:cubicBezTo>
                    <a:cubicBezTo>
                      <a:pt x="70" y="456"/>
                      <a:pt x="388" y="670"/>
                      <a:pt x="594" y="670"/>
                    </a:cubicBezTo>
                    <a:cubicBezTo>
                      <a:pt x="608" y="670"/>
                      <a:pt x="622" y="669"/>
                      <a:pt x="635" y="667"/>
                    </a:cubicBezTo>
                    <a:cubicBezTo>
                      <a:pt x="501" y="567"/>
                      <a:pt x="1" y="367"/>
                      <a:pt x="268" y="200"/>
                    </a:cubicBezTo>
                    <a:cubicBezTo>
                      <a:pt x="434" y="67"/>
                      <a:pt x="668" y="67"/>
                      <a:pt x="835" y="33"/>
                    </a:cubicBezTo>
                    <a:cubicBezTo>
                      <a:pt x="901" y="33"/>
                      <a:pt x="901" y="0"/>
                      <a:pt x="8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58"/>
              <p:cNvSpPr/>
              <p:nvPr/>
            </p:nvSpPr>
            <p:spPr>
              <a:xfrm>
                <a:off x="4211600" y="1704475"/>
                <a:ext cx="25050" cy="18925"/>
              </a:xfrm>
              <a:custGeom>
                <a:avLst/>
                <a:gdLst/>
                <a:ahLst/>
                <a:cxnLst/>
                <a:rect l="l" t="t" r="r" b="b"/>
                <a:pathLst>
                  <a:path w="1002" h="757" extrusionOk="0">
                    <a:moveTo>
                      <a:pt x="903" y="0"/>
                    </a:moveTo>
                    <a:cubicBezTo>
                      <a:pt x="761" y="0"/>
                      <a:pt x="609" y="98"/>
                      <a:pt x="501" y="152"/>
                    </a:cubicBezTo>
                    <a:cubicBezTo>
                      <a:pt x="434" y="185"/>
                      <a:pt x="334" y="285"/>
                      <a:pt x="234" y="319"/>
                    </a:cubicBezTo>
                    <a:cubicBezTo>
                      <a:pt x="168" y="352"/>
                      <a:pt x="101" y="452"/>
                      <a:pt x="34" y="519"/>
                    </a:cubicBezTo>
                    <a:cubicBezTo>
                      <a:pt x="1" y="652"/>
                      <a:pt x="101" y="752"/>
                      <a:pt x="168" y="752"/>
                    </a:cubicBezTo>
                    <a:cubicBezTo>
                      <a:pt x="185" y="755"/>
                      <a:pt x="203" y="757"/>
                      <a:pt x="221" y="757"/>
                    </a:cubicBezTo>
                    <a:cubicBezTo>
                      <a:pt x="403" y="757"/>
                      <a:pt x="580" y="610"/>
                      <a:pt x="701" y="519"/>
                    </a:cubicBezTo>
                    <a:cubicBezTo>
                      <a:pt x="768" y="519"/>
                      <a:pt x="701" y="485"/>
                      <a:pt x="701" y="485"/>
                    </a:cubicBezTo>
                    <a:lnTo>
                      <a:pt x="334" y="619"/>
                    </a:lnTo>
                    <a:cubicBezTo>
                      <a:pt x="315" y="619"/>
                      <a:pt x="291" y="622"/>
                      <a:pt x="267" y="622"/>
                    </a:cubicBezTo>
                    <a:cubicBezTo>
                      <a:pt x="208" y="622"/>
                      <a:pt x="153" y="605"/>
                      <a:pt x="201" y="485"/>
                    </a:cubicBezTo>
                    <a:lnTo>
                      <a:pt x="334" y="352"/>
                    </a:lnTo>
                    <a:cubicBezTo>
                      <a:pt x="434" y="285"/>
                      <a:pt x="535" y="185"/>
                      <a:pt x="668" y="119"/>
                    </a:cubicBezTo>
                    <a:cubicBezTo>
                      <a:pt x="768" y="119"/>
                      <a:pt x="868" y="119"/>
                      <a:pt x="1002" y="18"/>
                    </a:cubicBezTo>
                    <a:cubicBezTo>
                      <a:pt x="970" y="6"/>
                      <a:pt x="937" y="0"/>
                      <a:pt x="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58"/>
              <p:cNvSpPr/>
              <p:nvPr/>
            </p:nvSpPr>
            <p:spPr>
              <a:xfrm>
                <a:off x="4168250" y="1748750"/>
                <a:ext cx="23375" cy="19625"/>
              </a:xfrm>
              <a:custGeom>
                <a:avLst/>
                <a:gdLst/>
                <a:ahLst/>
                <a:cxnLst/>
                <a:rect l="l" t="t" r="r" b="b"/>
                <a:pathLst>
                  <a:path w="935" h="785" extrusionOk="0">
                    <a:moveTo>
                      <a:pt x="842" y="1"/>
                    </a:moveTo>
                    <a:cubicBezTo>
                      <a:pt x="838" y="1"/>
                      <a:pt x="834" y="4"/>
                      <a:pt x="834" y="15"/>
                    </a:cubicBezTo>
                    <a:cubicBezTo>
                      <a:pt x="856" y="15"/>
                      <a:pt x="849" y="1"/>
                      <a:pt x="842" y="1"/>
                    </a:cubicBezTo>
                    <a:close/>
                    <a:moveTo>
                      <a:pt x="834" y="15"/>
                    </a:moveTo>
                    <a:cubicBezTo>
                      <a:pt x="601" y="216"/>
                      <a:pt x="0" y="182"/>
                      <a:pt x="67" y="582"/>
                    </a:cubicBezTo>
                    <a:cubicBezTo>
                      <a:pt x="80" y="733"/>
                      <a:pt x="178" y="785"/>
                      <a:pt x="304" y="785"/>
                    </a:cubicBezTo>
                    <a:cubicBezTo>
                      <a:pt x="512" y="785"/>
                      <a:pt x="797" y="645"/>
                      <a:pt x="901" y="582"/>
                    </a:cubicBezTo>
                    <a:cubicBezTo>
                      <a:pt x="934" y="582"/>
                      <a:pt x="901" y="549"/>
                      <a:pt x="901" y="549"/>
                    </a:cubicBezTo>
                    <a:cubicBezTo>
                      <a:pt x="734" y="582"/>
                      <a:pt x="601" y="649"/>
                      <a:pt x="434" y="683"/>
                    </a:cubicBezTo>
                    <a:cubicBezTo>
                      <a:pt x="401" y="699"/>
                      <a:pt x="351" y="716"/>
                      <a:pt x="305" y="716"/>
                    </a:cubicBezTo>
                    <a:cubicBezTo>
                      <a:pt x="259" y="716"/>
                      <a:pt x="217" y="699"/>
                      <a:pt x="200" y="649"/>
                    </a:cubicBezTo>
                    <a:cubicBezTo>
                      <a:pt x="134" y="549"/>
                      <a:pt x="200" y="482"/>
                      <a:pt x="234" y="382"/>
                    </a:cubicBezTo>
                    <a:cubicBezTo>
                      <a:pt x="367" y="216"/>
                      <a:pt x="701" y="216"/>
                      <a:pt x="834" y="1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58"/>
              <p:cNvSpPr/>
              <p:nvPr/>
            </p:nvSpPr>
            <p:spPr>
              <a:xfrm>
                <a:off x="4120700" y="1792125"/>
                <a:ext cx="28400" cy="21600"/>
              </a:xfrm>
              <a:custGeom>
                <a:avLst/>
                <a:gdLst/>
                <a:ahLst/>
                <a:cxnLst/>
                <a:rect l="l" t="t" r="r" b="b"/>
                <a:pathLst>
                  <a:path w="1136" h="864" extrusionOk="0">
                    <a:moveTo>
                      <a:pt x="1109" y="0"/>
                    </a:moveTo>
                    <a:cubicBezTo>
                      <a:pt x="1105" y="0"/>
                      <a:pt x="1102" y="4"/>
                      <a:pt x="1102" y="15"/>
                    </a:cubicBezTo>
                    <a:cubicBezTo>
                      <a:pt x="1124" y="15"/>
                      <a:pt x="1117" y="0"/>
                      <a:pt x="1109" y="0"/>
                    </a:cubicBezTo>
                    <a:close/>
                    <a:moveTo>
                      <a:pt x="1102" y="15"/>
                    </a:moveTo>
                    <a:lnTo>
                      <a:pt x="1102" y="15"/>
                    </a:lnTo>
                    <a:cubicBezTo>
                      <a:pt x="801" y="115"/>
                      <a:pt x="468" y="248"/>
                      <a:pt x="168" y="349"/>
                    </a:cubicBezTo>
                    <a:cubicBezTo>
                      <a:pt x="101" y="415"/>
                      <a:pt x="1" y="482"/>
                      <a:pt x="34" y="582"/>
                    </a:cubicBezTo>
                    <a:cubicBezTo>
                      <a:pt x="145" y="760"/>
                      <a:pt x="464" y="864"/>
                      <a:pt x="743" y="864"/>
                    </a:cubicBezTo>
                    <a:cubicBezTo>
                      <a:pt x="883" y="864"/>
                      <a:pt x="1013" y="838"/>
                      <a:pt x="1102" y="782"/>
                    </a:cubicBezTo>
                    <a:cubicBezTo>
                      <a:pt x="1135" y="782"/>
                      <a:pt x="1102" y="749"/>
                      <a:pt x="1102" y="749"/>
                    </a:cubicBezTo>
                    <a:cubicBezTo>
                      <a:pt x="986" y="763"/>
                      <a:pt x="840" y="784"/>
                      <a:pt x="692" y="784"/>
                    </a:cubicBezTo>
                    <a:cubicBezTo>
                      <a:pt x="498" y="784"/>
                      <a:pt x="300" y="748"/>
                      <a:pt x="168" y="615"/>
                    </a:cubicBezTo>
                    <a:cubicBezTo>
                      <a:pt x="101" y="582"/>
                      <a:pt x="134" y="482"/>
                      <a:pt x="268" y="449"/>
                    </a:cubicBezTo>
                    <a:cubicBezTo>
                      <a:pt x="301" y="415"/>
                      <a:pt x="334" y="415"/>
                      <a:pt x="435" y="349"/>
                    </a:cubicBezTo>
                    <a:cubicBezTo>
                      <a:pt x="501" y="315"/>
                      <a:pt x="601" y="282"/>
                      <a:pt x="635" y="282"/>
                    </a:cubicBezTo>
                    <a:cubicBezTo>
                      <a:pt x="801" y="182"/>
                      <a:pt x="968" y="115"/>
                      <a:pt x="1102" y="1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58"/>
              <p:cNvSpPr/>
              <p:nvPr/>
            </p:nvSpPr>
            <p:spPr>
              <a:xfrm>
                <a:off x="4305850" y="1713275"/>
                <a:ext cx="18375" cy="17775"/>
              </a:xfrm>
              <a:custGeom>
                <a:avLst/>
                <a:gdLst/>
                <a:ahLst/>
                <a:cxnLst/>
                <a:rect l="l" t="t" r="r" b="b"/>
                <a:pathLst>
                  <a:path w="735" h="711" extrusionOk="0">
                    <a:moveTo>
                      <a:pt x="367" y="0"/>
                    </a:moveTo>
                    <a:cubicBezTo>
                      <a:pt x="300" y="67"/>
                      <a:pt x="234" y="100"/>
                      <a:pt x="200" y="133"/>
                    </a:cubicBezTo>
                    <a:lnTo>
                      <a:pt x="67" y="267"/>
                    </a:lnTo>
                    <a:cubicBezTo>
                      <a:pt x="0" y="334"/>
                      <a:pt x="0" y="500"/>
                      <a:pt x="67" y="600"/>
                    </a:cubicBezTo>
                    <a:cubicBezTo>
                      <a:pt x="106" y="679"/>
                      <a:pt x="191" y="711"/>
                      <a:pt x="275" y="711"/>
                    </a:cubicBezTo>
                    <a:cubicBezTo>
                      <a:pt x="334" y="711"/>
                      <a:pt x="392" y="695"/>
                      <a:pt x="434" y="667"/>
                    </a:cubicBezTo>
                    <a:cubicBezTo>
                      <a:pt x="567" y="634"/>
                      <a:pt x="734" y="467"/>
                      <a:pt x="701" y="334"/>
                    </a:cubicBezTo>
                    <a:cubicBezTo>
                      <a:pt x="701" y="300"/>
                      <a:pt x="634" y="300"/>
                      <a:pt x="601" y="300"/>
                    </a:cubicBezTo>
                    <a:cubicBezTo>
                      <a:pt x="534" y="300"/>
                      <a:pt x="434" y="400"/>
                      <a:pt x="400" y="434"/>
                    </a:cubicBezTo>
                    <a:cubicBezTo>
                      <a:pt x="381" y="453"/>
                      <a:pt x="317" y="472"/>
                      <a:pt x="267" y="472"/>
                    </a:cubicBezTo>
                    <a:cubicBezTo>
                      <a:pt x="230" y="472"/>
                      <a:pt x="200" y="462"/>
                      <a:pt x="200" y="434"/>
                    </a:cubicBezTo>
                    <a:cubicBezTo>
                      <a:pt x="200" y="400"/>
                      <a:pt x="267" y="300"/>
                      <a:pt x="267" y="234"/>
                    </a:cubicBezTo>
                    <a:cubicBezTo>
                      <a:pt x="367" y="133"/>
                      <a:pt x="367" y="100"/>
                      <a:pt x="3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58"/>
              <p:cNvSpPr/>
              <p:nvPr/>
            </p:nvSpPr>
            <p:spPr>
              <a:xfrm>
                <a:off x="4235800" y="1773300"/>
                <a:ext cx="22300" cy="21250"/>
              </a:xfrm>
              <a:custGeom>
                <a:avLst/>
                <a:gdLst/>
                <a:ahLst/>
                <a:cxnLst/>
                <a:rect l="l" t="t" r="r" b="b"/>
                <a:pathLst>
                  <a:path w="892" h="850" extrusionOk="0">
                    <a:moveTo>
                      <a:pt x="634" y="1"/>
                    </a:moveTo>
                    <a:lnTo>
                      <a:pt x="634" y="1"/>
                    </a:lnTo>
                    <a:cubicBezTo>
                      <a:pt x="334" y="67"/>
                      <a:pt x="0" y="368"/>
                      <a:pt x="134" y="701"/>
                    </a:cubicBezTo>
                    <a:cubicBezTo>
                      <a:pt x="182" y="808"/>
                      <a:pt x="253" y="850"/>
                      <a:pt x="333" y="850"/>
                    </a:cubicBezTo>
                    <a:cubicBezTo>
                      <a:pt x="527" y="850"/>
                      <a:pt x="773" y="600"/>
                      <a:pt x="867" y="434"/>
                    </a:cubicBezTo>
                    <a:cubicBezTo>
                      <a:pt x="892" y="386"/>
                      <a:pt x="863" y="355"/>
                      <a:pt x="806" y="355"/>
                    </a:cubicBezTo>
                    <a:cubicBezTo>
                      <a:pt x="785" y="355"/>
                      <a:pt x="761" y="359"/>
                      <a:pt x="734" y="368"/>
                    </a:cubicBezTo>
                    <a:cubicBezTo>
                      <a:pt x="667" y="434"/>
                      <a:pt x="567" y="501"/>
                      <a:pt x="501" y="534"/>
                    </a:cubicBezTo>
                    <a:cubicBezTo>
                      <a:pt x="447" y="570"/>
                      <a:pt x="394" y="606"/>
                      <a:pt x="345" y="606"/>
                    </a:cubicBezTo>
                    <a:cubicBezTo>
                      <a:pt x="303" y="606"/>
                      <a:pt x="265" y="579"/>
                      <a:pt x="234" y="501"/>
                    </a:cubicBezTo>
                    <a:cubicBezTo>
                      <a:pt x="300" y="268"/>
                      <a:pt x="501" y="168"/>
                      <a:pt x="6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58"/>
              <p:cNvSpPr/>
              <p:nvPr/>
            </p:nvSpPr>
            <p:spPr>
              <a:xfrm>
                <a:off x="4023375" y="1540975"/>
                <a:ext cx="315850" cy="189825"/>
              </a:xfrm>
              <a:custGeom>
                <a:avLst/>
                <a:gdLst/>
                <a:ahLst/>
                <a:cxnLst/>
                <a:rect l="l" t="t" r="r" b="b"/>
                <a:pathLst>
                  <a:path w="12634" h="7593" extrusionOk="0">
                    <a:moveTo>
                      <a:pt x="1005" y="0"/>
                    </a:moveTo>
                    <a:cubicBezTo>
                      <a:pt x="917" y="0"/>
                      <a:pt x="834" y="24"/>
                      <a:pt x="792" y="87"/>
                    </a:cubicBezTo>
                    <a:cubicBezTo>
                      <a:pt x="291" y="988"/>
                      <a:pt x="1025" y="1555"/>
                      <a:pt x="1526" y="2222"/>
                    </a:cubicBezTo>
                    <a:cubicBezTo>
                      <a:pt x="1159" y="2155"/>
                      <a:pt x="792" y="2022"/>
                      <a:pt x="391" y="1855"/>
                    </a:cubicBezTo>
                    <a:cubicBezTo>
                      <a:pt x="347" y="1828"/>
                      <a:pt x="297" y="1816"/>
                      <a:pt x="249" y="1816"/>
                    </a:cubicBezTo>
                    <a:cubicBezTo>
                      <a:pt x="119" y="1816"/>
                      <a:pt x="0" y="1909"/>
                      <a:pt x="24" y="2055"/>
                    </a:cubicBezTo>
                    <a:cubicBezTo>
                      <a:pt x="125" y="3089"/>
                      <a:pt x="725" y="3823"/>
                      <a:pt x="1492" y="4390"/>
                    </a:cubicBezTo>
                    <a:cubicBezTo>
                      <a:pt x="1225" y="4390"/>
                      <a:pt x="958" y="4424"/>
                      <a:pt x="692" y="4424"/>
                    </a:cubicBezTo>
                    <a:cubicBezTo>
                      <a:pt x="458" y="4424"/>
                      <a:pt x="358" y="4724"/>
                      <a:pt x="491" y="4891"/>
                    </a:cubicBezTo>
                    <a:cubicBezTo>
                      <a:pt x="1125" y="5591"/>
                      <a:pt x="1993" y="5658"/>
                      <a:pt x="2860" y="5825"/>
                    </a:cubicBezTo>
                    <a:cubicBezTo>
                      <a:pt x="2826" y="5825"/>
                      <a:pt x="2793" y="5858"/>
                      <a:pt x="2726" y="5858"/>
                    </a:cubicBezTo>
                    <a:cubicBezTo>
                      <a:pt x="2493" y="5925"/>
                      <a:pt x="2460" y="6358"/>
                      <a:pt x="2726" y="6392"/>
                    </a:cubicBezTo>
                    <a:cubicBezTo>
                      <a:pt x="3460" y="6558"/>
                      <a:pt x="4194" y="6659"/>
                      <a:pt x="4895" y="6692"/>
                    </a:cubicBezTo>
                    <a:cubicBezTo>
                      <a:pt x="4861" y="6725"/>
                      <a:pt x="4828" y="6725"/>
                      <a:pt x="4795" y="6759"/>
                    </a:cubicBezTo>
                    <a:cubicBezTo>
                      <a:pt x="4661" y="6859"/>
                      <a:pt x="4628" y="7025"/>
                      <a:pt x="4728" y="7159"/>
                    </a:cubicBezTo>
                    <a:cubicBezTo>
                      <a:pt x="5049" y="7471"/>
                      <a:pt x="5402" y="7592"/>
                      <a:pt x="5767" y="7592"/>
                    </a:cubicBezTo>
                    <a:cubicBezTo>
                      <a:pt x="6688" y="7592"/>
                      <a:pt x="7680" y="6813"/>
                      <a:pt x="8397" y="6358"/>
                    </a:cubicBezTo>
                    <a:cubicBezTo>
                      <a:pt x="9865" y="5491"/>
                      <a:pt x="11699" y="4590"/>
                      <a:pt x="12633" y="3089"/>
                    </a:cubicBezTo>
                    <a:cubicBezTo>
                      <a:pt x="12633" y="3016"/>
                      <a:pt x="12507" y="2906"/>
                      <a:pt x="12388" y="2906"/>
                    </a:cubicBezTo>
                    <a:cubicBezTo>
                      <a:pt x="12344" y="2906"/>
                      <a:pt x="12302" y="2920"/>
                      <a:pt x="12267" y="2956"/>
                    </a:cubicBezTo>
                    <a:lnTo>
                      <a:pt x="12200" y="3023"/>
                    </a:lnTo>
                    <a:cubicBezTo>
                      <a:pt x="12200" y="2956"/>
                      <a:pt x="12166" y="2889"/>
                      <a:pt x="12066" y="2889"/>
                    </a:cubicBezTo>
                    <a:cubicBezTo>
                      <a:pt x="11581" y="2903"/>
                      <a:pt x="11060" y="2940"/>
                      <a:pt x="10541" y="2940"/>
                    </a:cubicBezTo>
                    <a:cubicBezTo>
                      <a:pt x="9813" y="2940"/>
                      <a:pt x="9087" y="2867"/>
                      <a:pt x="8464" y="2556"/>
                    </a:cubicBezTo>
                    <a:cubicBezTo>
                      <a:pt x="7396" y="2022"/>
                      <a:pt x="6496" y="1088"/>
                      <a:pt x="5595" y="387"/>
                    </a:cubicBezTo>
                    <a:cubicBezTo>
                      <a:pt x="5551" y="343"/>
                      <a:pt x="5484" y="321"/>
                      <a:pt x="5415" y="321"/>
                    </a:cubicBezTo>
                    <a:cubicBezTo>
                      <a:pt x="5276" y="321"/>
                      <a:pt x="5128" y="410"/>
                      <a:pt x="5128" y="588"/>
                    </a:cubicBezTo>
                    <a:cubicBezTo>
                      <a:pt x="5128" y="721"/>
                      <a:pt x="5161" y="854"/>
                      <a:pt x="5161" y="988"/>
                    </a:cubicBezTo>
                    <a:cubicBezTo>
                      <a:pt x="4661" y="688"/>
                      <a:pt x="4194" y="421"/>
                      <a:pt x="3694" y="187"/>
                    </a:cubicBezTo>
                    <a:cubicBezTo>
                      <a:pt x="3647" y="164"/>
                      <a:pt x="3600" y="153"/>
                      <a:pt x="3556" y="153"/>
                    </a:cubicBezTo>
                    <a:cubicBezTo>
                      <a:pt x="3411" y="153"/>
                      <a:pt x="3293" y="267"/>
                      <a:pt x="3293" y="421"/>
                    </a:cubicBezTo>
                    <a:lnTo>
                      <a:pt x="3293" y="988"/>
                    </a:lnTo>
                    <a:cubicBezTo>
                      <a:pt x="2560" y="654"/>
                      <a:pt x="1859" y="321"/>
                      <a:pt x="1159" y="20"/>
                    </a:cubicBezTo>
                    <a:cubicBezTo>
                      <a:pt x="1110" y="8"/>
                      <a:pt x="1056" y="0"/>
                      <a:pt x="10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58"/>
              <p:cNvSpPr/>
              <p:nvPr/>
            </p:nvSpPr>
            <p:spPr>
              <a:xfrm>
                <a:off x="4315025" y="1589150"/>
                <a:ext cx="189325" cy="106400"/>
              </a:xfrm>
              <a:custGeom>
                <a:avLst/>
                <a:gdLst/>
                <a:ahLst/>
                <a:cxnLst/>
                <a:rect l="l" t="t" r="r" b="b"/>
                <a:pathLst>
                  <a:path w="7573" h="4256" extrusionOk="0">
                    <a:moveTo>
                      <a:pt x="4853" y="0"/>
                    </a:moveTo>
                    <a:cubicBezTo>
                      <a:pt x="4228" y="0"/>
                      <a:pt x="3621" y="94"/>
                      <a:pt x="3169" y="228"/>
                    </a:cubicBezTo>
                    <a:cubicBezTo>
                      <a:pt x="2402" y="462"/>
                      <a:pt x="1835" y="962"/>
                      <a:pt x="1434" y="1629"/>
                    </a:cubicBezTo>
                    <a:cubicBezTo>
                      <a:pt x="1234" y="1963"/>
                      <a:pt x="1068" y="2363"/>
                      <a:pt x="901" y="2730"/>
                    </a:cubicBezTo>
                    <a:cubicBezTo>
                      <a:pt x="667" y="3230"/>
                      <a:pt x="367" y="3564"/>
                      <a:pt x="0" y="3964"/>
                    </a:cubicBezTo>
                    <a:cubicBezTo>
                      <a:pt x="0" y="4064"/>
                      <a:pt x="33" y="4131"/>
                      <a:pt x="134" y="4198"/>
                    </a:cubicBezTo>
                    <a:cubicBezTo>
                      <a:pt x="295" y="4238"/>
                      <a:pt x="450" y="4255"/>
                      <a:pt x="600" y="4255"/>
                    </a:cubicBezTo>
                    <a:cubicBezTo>
                      <a:pt x="1068" y="4255"/>
                      <a:pt x="1496" y="4091"/>
                      <a:pt x="2002" y="3964"/>
                    </a:cubicBezTo>
                    <a:cubicBezTo>
                      <a:pt x="2669" y="3764"/>
                      <a:pt x="3369" y="3597"/>
                      <a:pt x="4036" y="3364"/>
                    </a:cubicBezTo>
                    <a:cubicBezTo>
                      <a:pt x="5271" y="2897"/>
                      <a:pt x="6438" y="2363"/>
                      <a:pt x="7505" y="1529"/>
                    </a:cubicBezTo>
                    <a:cubicBezTo>
                      <a:pt x="7572" y="1396"/>
                      <a:pt x="7572" y="1229"/>
                      <a:pt x="7539" y="1129"/>
                    </a:cubicBezTo>
                    <a:cubicBezTo>
                      <a:pt x="7073" y="283"/>
                      <a:pt x="5937" y="0"/>
                      <a:pt x="48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58"/>
              <p:cNvSpPr/>
              <p:nvPr/>
            </p:nvSpPr>
            <p:spPr>
              <a:xfrm>
                <a:off x="4344200" y="1620700"/>
                <a:ext cx="145975" cy="52550"/>
              </a:xfrm>
              <a:custGeom>
                <a:avLst/>
                <a:gdLst/>
                <a:ahLst/>
                <a:cxnLst/>
                <a:rect l="l" t="t" r="r" b="b"/>
                <a:pathLst>
                  <a:path w="5839" h="2102" extrusionOk="0">
                    <a:moveTo>
                      <a:pt x="5771" y="0"/>
                    </a:moveTo>
                    <a:cubicBezTo>
                      <a:pt x="4965" y="199"/>
                      <a:pt x="4195" y="481"/>
                      <a:pt x="3439" y="785"/>
                    </a:cubicBezTo>
                    <a:lnTo>
                      <a:pt x="3439" y="785"/>
                    </a:lnTo>
                    <a:cubicBezTo>
                      <a:pt x="4198" y="497"/>
                      <a:pt x="4960" y="265"/>
                      <a:pt x="5771" y="34"/>
                    </a:cubicBezTo>
                    <a:cubicBezTo>
                      <a:pt x="5838" y="34"/>
                      <a:pt x="5771" y="0"/>
                      <a:pt x="5771" y="0"/>
                    </a:cubicBezTo>
                    <a:close/>
                    <a:moveTo>
                      <a:pt x="3439" y="785"/>
                    </a:moveTo>
                    <a:cubicBezTo>
                      <a:pt x="3141" y="898"/>
                      <a:pt x="2844" y="1019"/>
                      <a:pt x="2544" y="1152"/>
                    </a:cubicBezTo>
                    <a:lnTo>
                      <a:pt x="2544" y="1152"/>
                    </a:lnTo>
                    <a:cubicBezTo>
                      <a:pt x="2841" y="1029"/>
                      <a:pt x="3139" y="905"/>
                      <a:pt x="3439" y="785"/>
                    </a:cubicBezTo>
                    <a:close/>
                    <a:moveTo>
                      <a:pt x="2544" y="1152"/>
                    </a:moveTo>
                    <a:cubicBezTo>
                      <a:pt x="1701" y="1503"/>
                      <a:pt x="864" y="1849"/>
                      <a:pt x="1" y="2102"/>
                    </a:cubicBezTo>
                    <a:cubicBezTo>
                      <a:pt x="868" y="1968"/>
                      <a:pt x="1668" y="1602"/>
                      <a:pt x="2436" y="1201"/>
                    </a:cubicBezTo>
                    <a:cubicBezTo>
                      <a:pt x="2472" y="1185"/>
                      <a:pt x="2508" y="1169"/>
                      <a:pt x="2544" y="11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58"/>
              <p:cNvSpPr/>
              <p:nvPr/>
            </p:nvSpPr>
            <p:spPr>
              <a:xfrm>
                <a:off x="4379225" y="1605275"/>
                <a:ext cx="30050" cy="14250"/>
              </a:xfrm>
              <a:custGeom>
                <a:avLst/>
                <a:gdLst/>
                <a:ahLst/>
                <a:cxnLst/>
                <a:rect l="l" t="t" r="r" b="b"/>
                <a:pathLst>
                  <a:path w="1202" h="570" extrusionOk="0">
                    <a:moveTo>
                      <a:pt x="1085" y="0"/>
                    </a:moveTo>
                    <a:cubicBezTo>
                      <a:pt x="1060" y="0"/>
                      <a:pt x="1035" y="17"/>
                      <a:pt x="1035" y="50"/>
                    </a:cubicBezTo>
                    <a:cubicBezTo>
                      <a:pt x="1101" y="317"/>
                      <a:pt x="835" y="417"/>
                      <a:pt x="534" y="417"/>
                    </a:cubicBezTo>
                    <a:cubicBezTo>
                      <a:pt x="495" y="430"/>
                      <a:pt x="449" y="437"/>
                      <a:pt x="403" y="437"/>
                    </a:cubicBezTo>
                    <a:cubicBezTo>
                      <a:pt x="212" y="437"/>
                      <a:pt x="7" y="325"/>
                      <a:pt x="167" y="84"/>
                    </a:cubicBezTo>
                    <a:cubicBezTo>
                      <a:pt x="67" y="84"/>
                      <a:pt x="1" y="250"/>
                      <a:pt x="67" y="317"/>
                    </a:cubicBezTo>
                    <a:cubicBezTo>
                      <a:pt x="101" y="484"/>
                      <a:pt x="267" y="551"/>
                      <a:pt x="434" y="551"/>
                    </a:cubicBezTo>
                    <a:cubicBezTo>
                      <a:pt x="490" y="562"/>
                      <a:pt x="553" y="569"/>
                      <a:pt x="618" y="569"/>
                    </a:cubicBezTo>
                    <a:cubicBezTo>
                      <a:pt x="749" y="569"/>
                      <a:pt x="890" y="540"/>
                      <a:pt x="1001" y="451"/>
                    </a:cubicBezTo>
                    <a:cubicBezTo>
                      <a:pt x="1135" y="384"/>
                      <a:pt x="1201" y="217"/>
                      <a:pt x="1135" y="50"/>
                    </a:cubicBezTo>
                    <a:cubicBezTo>
                      <a:pt x="1135" y="17"/>
                      <a:pt x="1110" y="0"/>
                      <a:pt x="10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58"/>
              <p:cNvSpPr/>
              <p:nvPr/>
            </p:nvSpPr>
            <p:spPr>
              <a:xfrm>
                <a:off x="3595325" y="1189550"/>
                <a:ext cx="256875" cy="330275"/>
              </a:xfrm>
              <a:custGeom>
                <a:avLst/>
                <a:gdLst/>
                <a:ahLst/>
                <a:cxnLst/>
                <a:rect l="l" t="t" r="r" b="b"/>
                <a:pathLst>
                  <a:path w="10275" h="13211" extrusionOk="0">
                    <a:moveTo>
                      <a:pt x="1" y="1"/>
                    </a:moveTo>
                    <a:cubicBezTo>
                      <a:pt x="1335" y="2536"/>
                      <a:pt x="3770" y="4337"/>
                      <a:pt x="5405" y="6672"/>
                    </a:cubicBezTo>
                    <a:cubicBezTo>
                      <a:pt x="6939" y="8874"/>
                      <a:pt x="8173" y="11409"/>
                      <a:pt x="10242" y="13210"/>
                    </a:cubicBezTo>
                    <a:cubicBezTo>
                      <a:pt x="10242" y="13210"/>
                      <a:pt x="10275" y="13210"/>
                      <a:pt x="10275" y="13177"/>
                    </a:cubicBezTo>
                    <a:cubicBezTo>
                      <a:pt x="8173" y="11209"/>
                      <a:pt x="6939" y="8707"/>
                      <a:pt x="5305" y="6372"/>
                    </a:cubicBezTo>
                    <a:cubicBezTo>
                      <a:pt x="3670" y="4104"/>
                      <a:pt x="1402" y="240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58"/>
              <p:cNvSpPr/>
              <p:nvPr/>
            </p:nvSpPr>
            <p:spPr>
              <a:xfrm>
                <a:off x="3386850" y="1041125"/>
                <a:ext cx="416675" cy="517275"/>
              </a:xfrm>
              <a:custGeom>
                <a:avLst/>
                <a:gdLst/>
                <a:ahLst/>
                <a:cxnLst/>
                <a:rect l="l" t="t" r="r" b="b"/>
                <a:pathLst>
                  <a:path w="16667" h="20691" extrusionOk="0">
                    <a:moveTo>
                      <a:pt x="1" y="0"/>
                    </a:moveTo>
                    <a:lnTo>
                      <a:pt x="1" y="0"/>
                    </a:lnTo>
                    <a:cubicBezTo>
                      <a:pt x="2769" y="4136"/>
                      <a:pt x="5471" y="8273"/>
                      <a:pt x="8273" y="12342"/>
                    </a:cubicBezTo>
                    <a:cubicBezTo>
                      <a:pt x="10475" y="15545"/>
                      <a:pt x="12977" y="18880"/>
                      <a:pt x="16579" y="20682"/>
                    </a:cubicBezTo>
                    <a:cubicBezTo>
                      <a:pt x="16585" y="20688"/>
                      <a:pt x="16593" y="20691"/>
                      <a:pt x="16601" y="20691"/>
                    </a:cubicBezTo>
                    <a:cubicBezTo>
                      <a:pt x="16633" y="20691"/>
                      <a:pt x="16666" y="20642"/>
                      <a:pt x="16612" y="20615"/>
                    </a:cubicBezTo>
                    <a:cubicBezTo>
                      <a:pt x="12943" y="18547"/>
                      <a:pt x="10408" y="15278"/>
                      <a:pt x="8073" y="11842"/>
                    </a:cubicBezTo>
                    <a:cubicBezTo>
                      <a:pt x="5404" y="7906"/>
                      <a:pt x="2736" y="397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58"/>
              <p:cNvSpPr/>
              <p:nvPr/>
            </p:nvSpPr>
            <p:spPr>
              <a:xfrm>
                <a:off x="3599500" y="977725"/>
                <a:ext cx="76250" cy="193025"/>
              </a:xfrm>
              <a:custGeom>
                <a:avLst/>
                <a:gdLst/>
                <a:ahLst/>
                <a:cxnLst/>
                <a:rect l="l" t="t" r="r" b="b"/>
                <a:pathLst>
                  <a:path w="3050" h="7721" extrusionOk="0">
                    <a:moveTo>
                      <a:pt x="301" y="1"/>
                    </a:moveTo>
                    <a:lnTo>
                      <a:pt x="301" y="1"/>
                    </a:lnTo>
                    <a:cubicBezTo>
                      <a:pt x="1" y="301"/>
                      <a:pt x="167" y="568"/>
                      <a:pt x="334" y="968"/>
                    </a:cubicBezTo>
                    <a:cubicBezTo>
                      <a:pt x="601" y="1702"/>
                      <a:pt x="935" y="2436"/>
                      <a:pt x="1168" y="3203"/>
                    </a:cubicBezTo>
                    <a:cubicBezTo>
                      <a:pt x="1769" y="4704"/>
                      <a:pt x="2302" y="6205"/>
                      <a:pt x="2936" y="7706"/>
                    </a:cubicBezTo>
                    <a:cubicBezTo>
                      <a:pt x="2946" y="7716"/>
                      <a:pt x="2961" y="7720"/>
                      <a:pt x="2977" y="7720"/>
                    </a:cubicBezTo>
                    <a:cubicBezTo>
                      <a:pt x="3014" y="7720"/>
                      <a:pt x="3050" y="7697"/>
                      <a:pt x="3003" y="7673"/>
                    </a:cubicBezTo>
                    <a:cubicBezTo>
                      <a:pt x="2603" y="6406"/>
                      <a:pt x="2102" y="5205"/>
                      <a:pt x="1635" y="3970"/>
                    </a:cubicBezTo>
                    <a:cubicBezTo>
                      <a:pt x="1435" y="3370"/>
                      <a:pt x="1168" y="2803"/>
                      <a:pt x="968" y="2203"/>
                    </a:cubicBezTo>
                    <a:cubicBezTo>
                      <a:pt x="768" y="1669"/>
                      <a:pt x="134" y="635"/>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58"/>
              <p:cNvSpPr/>
              <p:nvPr/>
            </p:nvSpPr>
            <p:spPr>
              <a:xfrm>
                <a:off x="3480475" y="1371025"/>
                <a:ext cx="260000" cy="175475"/>
              </a:xfrm>
              <a:custGeom>
                <a:avLst/>
                <a:gdLst/>
                <a:ahLst/>
                <a:cxnLst/>
                <a:rect l="l" t="t" r="r" b="b"/>
                <a:pathLst>
                  <a:path w="10400" h="7019" extrusionOk="0">
                    <a:moveTo>
                      <a:pt x="60" y="0"/>
                    </a:moveTo>
                    <a:cubicBezTo>
                      <a:pt x="30" y="0"/>
                      <a:pt x="1" y="31"/>
                      <a:pt x="25" y="80"/>
                    </a:cubicBezTo>
                    <a:cubicBezTo>
                      <a:pt x="2527" y="3483"/>
                      <a:pt x="5996" y="6585"/>
                      <a:pt x="10366" y="7019"/>
                    </a:cubicBezTo>
                    <a:cubicBezTo>
                      <a:pt x="10399" y="7019"/>
                      <a:pt x="10399" y="6985"/>
                      <a:pt x="10366" y="6985"/>
                    </a:cubicBezTo>
                    <a:cubicBezTo>
                      <a:pt x="5996" y="6285"/>
                      <a:pt x="2694" y="3449"/>
                      <a:pt x="92" y="14"/>
                    </a:cubicBezTo>
                    <a:cubicBezTo>
                      <a:pt x="83" y="5"/>
                      <a:pt x="71" y="0"/>
                      <a:pt x="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58"/>
              <p:cNvSpPr/>
              <p:nvPr/>
            </p:nvSpPr>
            <p:spPr>
              <a:xfrm>
                <a:off x="3501100" y="1587350"/>
                <a:ext cx="199775" cy="41275"/>
              </a:xfrm>
              <a:custGeom>
                <a:avLst/>
                <a:gdLst/>
                <a:ahLst/>
                <a:cxnLst/>
                <a:rect l="l" t="t" r="r" b="b"/>
                <a:pathLst>
                  <a:path w="7991" h="1651" extrusionOk="0">
                    <a:moveTo>
                      <a:pt x="34" y="0"/>
                    </a:moveTo>
                    <a:cubicBezTo>
                      <a:pt x="34" y="0"/>
                      <a:pt x="1" y="0"/>
                      <a:pt x="34" y="33"/>
                    </a:cubicBezTo>
                    <a:cubicBezTo>
                      <a:pt x="201" y="267"/>
                      <a:pt x="668" y="334"/>
                      <a:pt x="901" y="434"/>
                    </a:cubicBezTo>
                    <a:cubicBezTo>
                      <a:pt x="1335" y="601"/>
                      <a:pt x="1702" y="767"/>
                      <a:pt x="2102" y="934"/>
                    </a:cubicBezTo>
                    <a:cubicBezTo>
                      <a:pt x="2836" y="1201"/>
                      <a:pt x="3536" y="1468"/>
                      <a:pt x="4270" y="1568"/>
                    </a:cubicBezTo>
                    <a:cubicBezTo>
                      <a:pt x="4581" y="1624"/>
                      <a:pt x="4892" y="1651"/>
                      <a:pt x="5200" y="1651"/>
                    </a:cubicBezTo>
                    <a:cubicBezTo>
                      <a:pt x="6180" y="1651"/>
                      <a:pt x="7127" y="1375"/>
                      <a:pt x="7940" y="867"/>
                    </a:cubicBezTo>
                    <a:cubicBezTo>
                      <a:pt x="7990" y="842"/>
                      <a:pt x="7964" y="778"/>
                      <a:pt x="7934" y="778"/>
                    </a:cubicBezTo>
                    <a:cubicBezTo>
                      <a:pt x="7924" y="778"/>
                      <a:pt x="7914" y="785"/>
                      <a:pt x="7906" y="801"/>
                    </a:cubicBezTo>
                    <a:cubicBezTo>
                      <a:pt x="7013" y="1237"/>
                      <a:pt x="6091" y="1473"/>
                      <a:pt x="5140" y="1473"/>
                    </a:cubicBezTo>
                    <a:cubicBezTo>
                      <a:pt x="4636" y="1473"/>
                      <a:pt x="4124" y="1406"/>
                      <a:pt x="3603" y="1268"/>
                    </a:cubicBezTo>
                    <a:cubicBezTo>
                      <a:pt x="2369" y="934"/>
                      <a:pt x="1235" y="334"/>
                      <a:pt x="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58"/>
              <p:cNvSpPr/>
              <p:nvPr/>
            </p:nvSpPr>
            <p:spPr>
              <a:xfrm>
                <a:off x="3563650" y="1392000"/>
                <a:ext cx="38475" cy="60275"/>
              </a:xfrm>
              <a:custGeom>
                <a:avLst/>
                <a:gdLst/>
                <a:ahLst/>
                <a:cxnLst/>
                <a:rect l="l" t="t" r="r" b="b"/>
                <a:pathLst>
                  <a:path w="1539" h="2411" extrusionOk="0">
                    <a:moveTo>
                      <a:pt x="1401" y="2177"/>
                    </a:moveTo>
                    <a:lnTo>
                      <a:pt x="1401" y="2177"/>
                    </a:lnTo>
                    <a:cubicBezTo>
                      <a:pt x="1421" y="2192"/>
                      <a:pt x="1437" y="2205"/>
                      <a:pt x="1452" y="2217"/>
                    </a:cubicBezTo>
                    <a:lnTo>
                      <a:pt x="1452" y="2217"/>
                    </a:lnTo>
                    <a:cubicBezTo>
                      <a:pt x="1459" y="2201"/>
                      <a:pt x="1450" y="2193"/>
                      <a:pt x="1401" y="2177"/>
                    </a:cubicBezTo>
                    <a:close/>
                    <a:moveTo>
                      <a:pt x="313" y="0"/>
                    </a:moveTo>
                    <a:cubicBezTo>
                      <a:pt x="284" y="0"/>
                      <a:pt x="251" y="25"/>
                      <a:pt x="234" y="75"/>
                    </a:cubicBezTo>
                    <a:cubicBezTo>
                      <a:pt x="0" y="842"/>
                      <a:pt x="434" y="2077"/>
                      <a:pt x="1268" y="2410"/>
                    </a:cubicBezTo>
                    <a:cubicBezTo>
                      <a:pt x="1301" y="2410"/>
                      <a:pt x="1368" y="2343"/>
                      <a:pt x="1401" y="2310"/>
                    </a:cubicBezTo>
                    <a:cubicBezTo>
                      <a:pt x="1408" y="2290"/>
                      <a:pt x="1416" y="2274"/>
                      <a:pt x="1424" y="2261"/>
                    </a:cubicBezTo>
                    <a:lnTo>
                      <a:pt x="1424" y="2261"/>
                    </a:lnTo>
                    <a:cubicBezTo>
                      <a:pt x="1452" y="2287"/>
                      <a:pt x="1497" y="2309"/>
                      <a:pt x="1518" y="2309"/>
                    </a:cubicBezTo>
                    <a:cubicBezTo>
                      <a:pt x="1538" y="2309"/>
                      <a:pt x="1532" y="2285"/>
                      <a:pt x="1452" y="2217"/>
                    </a:cubicBezTo>
                    <a:lnTo>
                      <a:pt x="1452" y="2217"/>
                    </a:lnTo>
                    <a:cubicBezTo>
                      <a:pt x="1447" y="2228"/>
                      <a:pt x="1436" y="2241"/>
                      <a:pt x="1424" y="2261"/>
                    </a:cubicBezTo>
                    <a:lnTo>
                      <a:pt x="1424" y="2261"/>
                    </a:lnTo>
                    <a:cubicBezTo>
                      <a:pt x="1405" y="2244"/>
                      <a:pt x="1394" y="2225"/>
                      <a:pt x="1401" y="2210"/>
                    </a:cubicBezTo>
                    <a:lnTo>
                      <a:pt x="1335" y="2143"/>
                    </a:lnTo>
                    <a:cubicBezTo>
                      <a:pt x="1068" y="2010"/>
                      <a:pt x="868" y="1743"/>
                      <a:pt x="734" y="1510"/>
                    </a:cubicBezTo>
                    <a:cubicBezTo>
                      <a:pt x="434" y="1076"/>
                      <a:pt x="401" y="542"/>
                      <a:pt x="367" y="75"/>
                    </a:cubicBezTo>
                    <a:cubicBezTo>
                      <a:pt x="367" y="25"/>
                      <a:pt x="342" y="0"/>
                      <a:pt x="3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58"/>
              <p:cNvSpPr/>
              <p:nvPr/>
            </p:nvSpPr>
            <p:spPr>
              <a:xfrm>
                <a:off x="3610350" y="1301975"/>
                <a:ext cx="30050" cy="54400"/>
              </a:xfrm>
              <a:custGeom>
                <a:avLst/>
                <a:gdLst/>
                <a:ahLst/>
                <a:cxnLst/>
                <a:rect l="l" t="t" r="r" b="b"/>
                <a:pathLst>
                  <a:path w="1202" h="2176" extrusionOk="0">
                    <a:moveTo>
                      <a:pt x="887" y="0"/>
                    </a:moveTo>
                    <a:cubicBezTo>
                      <a:pt x="559" y="0"/>
                      <a:pt x="271" y="287"/>
                      <a:pt x="167" y="574"/>
                    </a:cubicBezTo>
                    <a:cubicBezTo>
                      <a:pt x="0" y="1108"/>
                      <a:pt x="367" y="1908"/>
                      <a:pt x="834" y="2175"/>
                    </a:cubicBezTo>
                    <a:cubicBezTo>
                      <a:pt x="701" y="1775"/>
                      <a:pt x="367" y="1541"/>
                      <a:pt x="301" y="1174"/>
                    </a:cubicBezTo>
                    <a:cubicBezTo>
                      <a:pt x="184" y="680"/>
                      <a:pt x="422" y="136"/>
                      <a:pt x="905" y="136"/>
                    </a:cubicBezTo>
                    <a:cubicBezTo>
                      <a:pt x="976" y="136"/>
                      <a:pt x="1053" y="148"/>
                      <a:pt x="1134" y="174"/>
                    </a:cubicBezTo>
                    <a:cubicBezTo>
                      <a:pt x="1168" y="174"/>
                      <a:pt x="1201" y="107"/>
                      <a:pt x="1168" y="74"/>
                    </a:cubicBezTo>
                    <a:cubicBezTo>
                      <a:pt x="1073" y="23"/>
                      <a:pt x="979" y="0"/>
                      <a:pt x="8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58"/>
              <p:cNvSpPr/>
              <p:nvPr/>
            </p:nvSpPr>
            <p:spPr>
              <a:xfrm>
                <a:off x="3431875" y="1177050"/>
                <a:ext cx="45075" cy="37675"/>
              </a:xfrm>
              <a:custGeom>
                <a:avLst/>
                <a:gdLst/>
                <a:ahLst/>
                <a:cxnLst/>
                <a:rect l="l" t="t" r="r" b="b"/>
                <a:pathLst>
                  <a:path w="1803" h="1507" extrusionOk="0">
                    <a:moveTo>
                      <a:pt x="268" y="0"/>
                    </a:moveTo>
                    <a:cubicBezTo>
                      <a:pt x="201" y="0"/>
                      <a:pt x="168" y="0"/>
                      <a:pt x="168" y="34"/>
                    </a:cubicBezTo>
                    <a:cubicBezTo>
                      <a:pt x="1" y="601"/>
                      <a:pt x="301" y="1268"/>
                      <a:pt x="868" y="1501"/>
                    </a:cubicBezTo>
                    <a:cubicBezTo>
                      <a:pt x="868" y="1505"/>
                      <a:pt x="869" y="1507"/>
                      <a:pt x="871" y="1507"/>
                    </a:cubicBezTo>
                    <a:cubicBezTo>
                      <a:pt x="888" y="1507"/>
                      <a:pt x="957" y="1401"/>
                      <a:pt x="868" y="1401"/>
                    </a:cubicBezTo>
                    <a:cubicBezTo>
                      <a:pt x="404" y="1185"/>
                      <a:pt x="169" y="681"/>
                      <a:pt x="271" y="210"/>
                    </a:cubicBezTo>
                    <a:lnTo>
                      <a:pt x="271" y="210"/>
                    </a:lnTo>
                    <a:cubicBezTo>
                      <a:pt x="815" y="444"/>
                      <a:pt x="1200" y="787"/>
                      <a:pt x="1702" y="1101"/>
                    </a:cubicBezTo>
                    <a:cubicBezTo>
                      <a:pt x="1710" y="1117"/>
                      <a:pt x="1720" y="1124"/>
                      <a:pt x="1731" y="1124"/>
                    </a:cubicBezTo>
                    <a:cubicBezTo>
                      <a:pt x="1764" y="1124"/>
                      <a:pt x="1802" y="1060"/>
                      <a:pt x="1802" y="1034"/>
                    </a:cubicBezTo>
                    <a:cubicBezTo>
                      <a:pt x="1402" y="534"/>
                      <a:pt x="835" y="234"/>
                      <a:pt x="2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58"/>
              <p:cNvSpPr/>
              <p:nvPr/>
            </p:nvSpPr>
            <p:spPr>
              <a:xfrm>
                <a:off x="3676725" y="1243725"/>
                <a:ext cx="42050" cy="35725"/>
              </a:xfrm>
              <a:custGeom>
                <a:avLst/>
                <a:gdLst/>
                <a:ahLst/>
                <a:cxnLst/>
                <a:rect l="l" t="t" r="r" b="b"/>
                <a:pathLst>
                  <a:path w="1682" h="1429" extrusionOk="0">
                    <a:moveTo>
                      <a:pt x="485" y="0"/>
                    </a:moveTo>
                    <a:cubicBezTo>
                      <a:pt x="380" y="0"/>
                      <a:pt x="283" y="45"/>
                      <a:pt x="214" y="169"/>
                    </a:cubicBezTo>
                    <a:cubicBezTo>
                      <a:pt x="1" y="534"/>
                      <a:pt x="205" y="1428"/>
                      <a:pt x="750" y="1428"/>
                    </a:cubicBezTo>
                    <a:cubicBezTo>
                      <a:pt x="802" y="1428"/>
                      <a:pt x="857" y="1420"/>
                      <a:pt x="915" y="1403"/>
                    </a:cubicBezTo>
                    <a:cubicBezTo>
                      <a:pt x="648" y="1370"/>
                      <a:pt x="414" y="1169"/>
                      <a:pt x="347" y="869"/>
                    </a:cubicBezTo>
                    <a:cubicBezTo>
                      <a:pt x="317" y="654"/>
                      <a:pt x="258" y="157"/>
                      <a:pt x="509" y="157"/>
                    </a:cubicBezTo>
                    <a:cubicBezTo>
                      <a:pt x="530" y="157"/>
                      <a:pt x="554" y="161"/>
                      <a:pt x="581" y="169"/>
                    </a:cubicBezTo>
                    <a:cubicBezTo>
                      <a:pt x="748" y="202"/>
                      <a:pt x="981" y="402"/>
                      <a:pt x="1148" y="536"/>
                    </a:cubicBezTo>
                    <a:cubicBezTo>
                      <a:pt x="1315" y="669"/>
                      <a:pt x="1482" y="836"/>
                      <a:pt x="1582" y="1036"/>
                    </a:cubicBezTo>
                    <a:cubicBezTo>
                      <a:pt x="1601" y="1046"/>
                      <a:pt x="1618" y="1050"/>
                      <a:pt x="1632" y="1050"/>
                    </a:cubicBezTo>
                    <a:cubicBezTo>
                      <a:pt x="1665" y="1050"/>
                      <a:pt x="1682" y="1026"/>
                      <a:pt x="1682" y="1003"/>
                    </a:cubicBezTo>
                    <a:cubicBezTo>
                      <a:pt x="1515" y="602"/>
                      <a:pt x="1248" y="369"/>
                      <a:pt x="915" y="169"/>
                    </a:cubicBezTo>
                    <a:cubicBezTo>
                      <a:pt x="797" y="90"/>
                      <a:pt x="633" y="0"/>
                      <a:pt x="4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58"/>
              <p:cNvSpPr/>
              <p:nvPr/>
            </p:nvSpPr>
            <p:spPr>
              <a:xfrm>
                <a:off x="3638700" y="1637025"/>
                <a:ext cx="55075" cy="35100"/>
              </a:xfrm>
              <a:custGeom>
                <a:avLst/>
                <a:gdLst/>
                <a:ahLst/>
                <a:cxnLst/>
                <a:rect l="l" t="t" r="r" b="b"/>
                <a:pathLst>
                  <a:path w="2203" h="1404" extrusionOk="0">
                    <a:moveTo>
                      <a:pt x="1604" y="1"/>
                    </a:moveTo>
                    <a:cubicBezTo>
                      <a:pt x="1591" y="1"/>
                      <a:pt x="1578" y="5"/>
                      <a:pt x="1568" y="15"/>
                    </a:cubicBezTo>
                    <a:cubicBezTo>
                      <a:pt x="1235" y="448"/>
                      <a:pt x="0" y="181"/>
                      <a:pt x="67" y="982"/>
                    </a:cubicBezTo>
                    <a:cubicBezTo>
                      <a:pt x="67" y="1282"/>
                      <a:pt x="367" y="1349"/>
                      <a:pt x="601" y="1382"/>
                    </a:cubicBezTo>
                    <a:cubicBezTo>
                      <a:pt x="708" y="1396"/>
                      <a:pt x="818" y="1403"/>
                      <a:pt x="929" y="1403"/>
                    </a:cubicBezTo>
                    <a:cubicBezTo>
                      <a:pt x="1338" y="1403"/>
                      <a:pt x="1761" y="1313"/>
                      <a:pt x="2102" y="1182"/>
                    </a:cubicBezTo>
                    <a:cubicBezTo>
                      <a:pt x="2169" y="1182"/>
                      <a:pt x="2202" y="1149"/>
                      <a:pt x="2202" y="1115"/>
                    </a:cubicBezTo>
                    <a:cubicBezTo>
                      <a:pt x="2202" y="815"/>
                      <a:pt x="2102" y="482"/>
                      <a:pt x="1868" y="215"/>
                    </a:cubicBezTo>
                    <a:lnTo>
                      <a:pt x="1868" y="215"/>
                    </a:lnTo>
                    <a:cubicBezTo>
                      <a:pt x="2002" y="381"/>
                      <a:pt x="2069" y="682"/>
                      <a:pt x="2002" y="882"/>
                    </a:cubicBezTo>
                    <a:cubicBezTo>
                      <a:pt x="1902" y="1115"/>
                      <a:pt x="1668" y="1049"/>
                      <a:pt x="1502" y="1115"/>
                    </a:cubicBezTo>
                    <a:cubicBezTo>
                      <a:pt x="1268" y="1149"/>
                      <a:pt x="1068" y="1149"/>
                      <a:pt x="901" y="1149"/>
                    </a:cubicBezTo>
                    <a:cubicBezTo>
                      <a:pt x="857" y="1149"/>
                      <a:pt x="783" y="1163"/>
                      <a:pt x="728" y="1163"/>
                    </a:cubicBezTo>
                    <a:cubicBezTo>
                      <a:pt x="701" y="1163"/>
                      <a:pt x="679" y="1160"/>
                      <a:pt x="668" y="1149"/>
                    </a:cubicBezTo>
                    <a:cubicBezTo>
                      <a:pt x="568" y="1149"/>
                      <a:pt x="501" y="1115"/>
                      <a:pt x="501" y="949"/>
                    </a:cubicBezTo>
                    <a:cubicBezTo>
                      <a:pt x="367" y="815"/>
                      <a:pt x="367" y="715"/>
                      <a:pt x="534" y="648"/>
                    </a:cubicBezTo>
                    <a:cubicBezTo>
                      <a:pt x="901" y="448"/>
                      <a:pt x="1502" y="615"/>
                      <a:pt x="1668" y="48"/>
                    </a:cubicBezTo>
                    <a:cubicBezTo>
                      <a:pt x="1668" y="24"/>
                      <a:pt x="1635" y="1"/>
                      <a:pt x="16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58"/>
              <p:cNvSpPr/>
              <p:nvPr/>
            </p:nvSpPr>
            <p:spPr>
              <a:xfrm>
                <a:off x="3614850" y="1543850"/>
                <a:ext cx="44725" cy="29500"/>
              </a:xfrm>
              <a:custGeom>
                <a:avLst/>
                <a:gdLst/>
                <a:ahLst/>
                <a:cxnLst/>
                <a:rect l="l" t="t" r="r" b="b"/>
                <a:pathLst>
                  <a:path w="1789" h="1180" extrusionOk="0">
                    <a:moveTo>
                      <a:pt x="991" y="1"/>
                    </a:moveTo>
                    <a:cubicBezTo>
                      <a:pt x="665" y="1"/>
                      <a:pt x="357" y="119"/>
                      <a:pt x="187" y="439"/>
                    </a:cubicBezTo>
                    <a:cubicBezTo>
                      <a:pt x="0" y="751"/>
                      <a:pt x="279" y="1179"/>
                      <a:pt x="698" y="1179"/>
                    </a:cubicBezTo>
                    <a:cubicBezTo>
                      <a:pt x="727" y="1179"/>
                      <a:pt x="757" y="1177"/>
                      <a:pt x="788" y="1173"/>
                    </a:cubicBezTo>
                    <a:lnTo>
                      <a:pt x="788" y="1173"/>
                    </a:lnTo>
                    <a:cubicBezTo>
                      <a:pt x="768" y="1175"/>
                      <a:pt x="748" y="1177"/>
                      <a:pt x="729" y="1177"/>
                    </a:cubicBezTo>
                    <a:cubicBezTo>
                      <a:pt x="478" y="1177"/>
                      <a:pt x="218" y="987"/>
                      <a:pt x="187" y="739"/>
                    </a:cubicBezTo>
                    <a:cubicBezTo>
                      <a:pt x="154" y="506"/>
                      <a:pt x="321" y="272"/>
                      <a:pt x="521" y="172"/>
                    </a:cubicBezTo>
                    <a:cubicBezTo>
                      <a:pt x="658" y="85"/>
                      <a:pt x="808" y="54"/>
                      <a:pt x="962" y="54"/>
                    </a:cubicBezTo>
                    <a:cubicBezTo>
                      <a:pt x="1222" y="54"/>
                      <a:pt x="1492" y="143"/>
                      <a:pt x="1722" y="206"/>
                    </a:cubicBezTo>
                    <a:cubicBezTo>
                      <a:pt x="1788" y="206"/>
                      <a:pt x="1788" y="172"/>
                      <a:pt x="1722" y="172"/>
                    </a:cubicBezTo>
                    <a:cubicBezTo>
                      <a:pt x="1504" y="71"/>
                      <a:pt x="1242" y="1"/>
                      <a:pt x="9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58"/>
              <p:cNvSpPr/>
              <p:nvPr/>
            </p:nvSpPr>
            <p:spPr>
              <a:xfrm>
                <a:off x="3710425" y="1416275"/>
                <a:ext cx="43375" cy="48225"/>
              </a:xfrm>
              <a:custGeom>
                <a:avLst/>
                <a:gdLst/>
                <a:ahLst/>
                <a:cxnLst/>
                <a:rect l="l" t="t" r="r" b="b"/>
                <a:pathLst>
                  <a:path w="1735" h="1929" extrusionOk="0">
                    <a:moveTo>
                      <a:pt x="362" y="0"/>
                    </a:moveTo>
                    <a:cubicBezTo>
                      <a:pt x="194" y="0"/>
                      <a:pt x="69" y="103"/>
                      <a:pt x="34" y="372"/>
                    </a:cubicBezTo>
                    <a:cubicBezTo>
                      <a:pt x="0" y="772"/>
                      <a:pt x="267" y="1139"/>
                      <a:pt x="501" y="1439"/>
                    </a:cubicBezTo>
                    <a:cubicBezTo>
                      <a:pt x="528" y="1522"/>
                      <a:pt x="856" y="1929"/>
                      <a:pt x="1004" y="1929"/>
                    </a:cubicBezTo>
                    <a:cubicBezTo>
                      <a:pt x="1034" y="1929"/>
                      <a:pt x="1056" y="1912"/>
                      <a:pt x="1068" y="1873"/>
                    </a:cubicBezTo>
                    <a:lnTo>
                      <a:pt x="1068" y="1873"/>
                    </a:lnTo>
                    <a:cubicBezTo>
                      <a:pt x="1065" y="1880"/>
                      <a:pt x="1061" y="1883"/>
                      <a:pt x="1054" y="1883"/>
                    </a:cubicBezTo>
                    <a:cubicBezTo>
                      <a:pt x="962" y="1883"/>
                      <a:pt x="498" y="1301"/>
                      <a:pt x="467" y="1239"/>
                    </a:cubicBezTo>
                    <a:cubicBezTo>
                      <a:pt x="300" y="1039"/>
                      <a:pt x="134" y="805"/>
                      <a:pt x="134" y="505"/>
                    </a:cubicBezTo>
                    <a:cubicBezTo>
                      <a:pt x="67" y="372"/>
                      <a:pt x="167" y="305"/>
                      <a:pt x="334" y="238"/>
                    </a:cubicBezTo>
                    <a:cubicBezTo>
                      <a:pt x="400" y="188"/>
                      <a:pt x="459" y="163"/>
                      <a:pt x="521" y="163"/>
                    </a:cubicBezTo>
                    <a:cubicBezTo>
                      <a:pt x="584" y="163"/>
                      <a:pt x="651" y="188"/>
                      <a:pt x="734" y="238"/>
                    </a:cubicBezTo>
                    <a:cubicBezTo>
                      <a:pt x="834" y="305"/>
                      <a:pt x="968" y="372"/>
                      <a:pt x="1034" y="405"/>
                    </a:cubicBezTo>
                    <a:cubicBezTo>
                      <a:pt x="1268" y="605"/>
                      <a:pt x="1435" y="839"/>
                      <a:pt x="1668" y="1039"/>
                    </a:cubicBezTo>
                    <a:cubicBezTo>
                      <a:pt x="1678" y="1049"/>
                      <a:pt x="1688" y="1053"/>
                      <a:pt x="1697" y="1053"/>
                    </a:cubicBezTo>
                    <a:cubicBezTo>
                      <a:pt x="1718" y="1053"/>
                      <a:pt x="1735" y="1029"/>
                      <a:pt x="1735" y="1006"/>
                    </a:cubicBezTo>
                    <a:cubicBezTo>
                      <a:pt x="1588" y="762"/>
                      <a:pt x="818" y="0"/>
                      <a:pt x="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58"/>
              <p:cNvSpPr/>
              <p:nvPr/>
            </p:nvSpPr>
            <p:spPr>
              <a:xfrm>
                <a:off x="3810500" y="1447200"/>
                <a:ext cx="41700" cy="37475"/>
              </a:xfrm>
              <a:custGeom>
                <a:avLst/>
                <a:gdLst/>
                <a:ahLst/>
                <a:cxnLst/>
                <a:rect l="l" t="t" r="r" b="b"/>
                <a:pathLst>
                  <a:path w="1668" h="1499" extrusionOk="0">
                    <a:moveTo>
                      <a:pt x="808" y="0"/>
                    </a:moveTo>
                    <a:cubicBezTo>
                      <a:pt x="763" y="0"/>
                      <a:pt x="716" y="11"/>
                      <a:pt x="667" y="35"/>
                    </a:cubicBezTo>
                    <a:cubicBezTo>
                      <a:pt x="0" y="269"/>
                      <a:pt x="634" y="1136"/>
                      <a:pt x="801" y="1470"/>
                    </a:cubicBezTo>
                    <a:cubicBezTo>
                      <a:pt x="811" y="1490"/>
                      <a:pt x="821" y="1498"/>
                      <a:pt x="831" y="1498"/>
                    </a:cubicBezTo>
                    <a:cubicBezTo>
                      <a:pt x="843" y="1498"/>
                      <a:pt x="853" y="1485"/>
                      <a:pt x="860" y="1470"/>
                    </a:cubicBezTo>
                    <a:lnTo>
                      <a:pt x="867" y="1470"/>
                    </a:lnTo>
                    <a:cubicBezTo>
                      <a:pt x="867" y="1461"/>
                      <a:pt x="867" y="1453"/>
                      <a:pt x="867" y="1445"/>
                    </a:cubicBezTo>
                    <a:lnTo>
                      <a:pt x="867" y="1445"/>
                    </a:lnTo>
                    <a:cubicBezTo>
                      <a:pt x="867" y="1442"/>
                      <a:pt x="867" y="1439"/>
                      <a:pt x="867" y="1436"/>
                    </a:cubicBezTo>
                    <a:cubicBezTo>
                      <a:pt x="867" y="1436"/>
                      <a:pt x="867" y="1436"/>
                      <a:pt x="866" y="1435"/>
                    </a:cubicBezTo>
                    <a:lnTo>
                      <a:pt x="866" y="1435"/>
                    </a:lnTo>
                    <a:cubicBezTo>
                      <a:pt x="863" y="1381"/>
                      <a:pt x="851" y="1328"/>
                      <a:pt x="835" y="1277"/>
                    </a:cubicBezTo>
                    <a:lnTo>
                      <a:pt x="835" y="1277"/>
                    </a:lnTo>
                    <a:cubicBezTo>
                      <a:pt x="834" y="1249"/>
                      <a:pt x="834" y="1223"/>
                      <a:pt x="834" y="1203"/>
                    </a:cubicBezTo>
                    <a:cubicBezTo>
                      <a:pt x="834" y="1222"/>
                      <a:pt x="834" y="1245"/>
                      <a:pt x="833" y="1272"/>
                    </a:cubicBezTo>
                    <a:lnTo>
                      <a:pt x="833" y="1272"/>
                    </a:lnTo>
                    <a:cubicBezTo>
                      <a:pt x="772" y="1084"/>
                      <a:pt x="642" y="910"/>
                      <a:pt x="567" y="736"/>
                    </a:cubicBezTo>
                    <a:cubicBezTo>
                      <a:pt x="514" y="525"/>
                      <a:pt x="607" y="189"/>
                      <a:pt x="797" y="189"/>
                    </a:cubicBezTo>
                    <a:cubicBezTo>
                      <a:pt x="847" y="189"/>
                      <a:pt x="904" y="213"/>
                      <a:pt x="967" y="269"/>
                    </a:cubicBezTo>
                    <a:cubicBezTo>
                      <a:pt x="1161" y="430"/>
                      <a:pt x="1292" y="871"/>
                      <a:pt x="1601" y="871"/>
                    </a:cubicBezTo>
                    <a:cubicBezTo>
                      <a:pt x="1612" y="871"/>
                      <a:pt x="1623" y="871"/>
                      <a:pt x="1635" y="869"/>
                    </a:cubicBezTo>
                    <a:cubicBezTo>
                      <a:pt x="1668" y="869"/>
                      <a:pt x="1668" y="803"/>
                      <a:pt x="1668" y="769"/>
                    </a:cubicBezTo>
                    <a:cubicBezTo>
                      <a:pt x="1568" y="703"/>
                      <a:pt x="1468" y="603"/>
                      <a:pt x="1368" y="469"/>
                    </a:cubicBezTo>
                    <a:cubicBezTo>
                      <a:pt x="1301" y="402"/>
                      <a:pt x="1234" y="269"/>
                      <a:pt x="1168" y="202"/>
                    </a:cubicBezTo>
                    <a:cubicBezTo>
                      <a:pt x="1067" y="101"/>
                      <a:pt x="947" y="0"/>
                      <a:pt x="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58"/>
              <p:cNvSpPr/>
              <p:nvPr/>
            </p:nvSpPr>
            <p:spPr>
              <a:xfrm>
                <a:off x="3789650" y="1580200"/>
                <a:ext cx="83100" cy="88725"/>
              </a:xfrm>
              <a:custGeom>
                <a:avLst/>
                <a:gdLst/>
                <a:ahLst/>
                <a:cxnLst/>
                <a:rect l="l" t="t" r="r" b="b"/>
                <a:pathLst>
                  <a:path w="3324" h="3549" extrusionOk="0">
                    <a:moveTo>
                      <a:pt x="1970" y="1"/>
                    </a:moveTo>
                    <a:cubicBezTo>
                      <a:pt x="1733" y="1"/>
                      <a:pt x="1509" y="91"/>
                      <a:pt x="1334" y="319"/>
                    </a:cubicBezTo>
                    <a:cubicBezTo>
                      <a:pt x="836" y="956"/>
                      <a:pt x="1302" y="1638"/>
                      <a:pt x="1780" y="2118"/>
                    </a:cubicBezTo>
                    <a:lnTo>
                      <a:pt x="1780" y="2118"/>
                    </a:lnTo>
                    <a:cubicBezTo>
                      <a:pt x="1465" y="2034"/>
                      <a:pt x="1074" y="1938"/>
                      <a:pt x="746" y="1938"/>
                    </a:cubicBezTo>
                    <a:cubicBezTo>
                      <a:pt x="557" y="1938"/>
                      <a:pt x="388" y="1970"/>
                      <a:pt x="267" y="2054"/>
                    </a:cubicBezTo>
                    <a:cubicBezTo>
                      <a:pt x="0" y="2254"/>
                      <a:pt x="100" y="2621"/>
                      <a:pt x="334" y="2888"/>
                    </a:cubicBezTo>
                    <a:cubicBezTo>
                      <a:pt x="595" y="3170"/>
                      <a:pt x="1270" y="3548"/>
                      <a:pt x="1778" y="3548"/>
                    </a:cubicBezTo>
                    <a:cubicBezTo>
                      <a:pt x="2113" y="3548"/>
                      <a:pt x="2375" y="3385"/>
                      <a:pt x="2402" y="2921"/>
                    </a:cubicBezTo>
                    <a:cubicBezTo>
                      <a:pt x="2402" y="2821"/>
                      <a:pt x="2368" y="2821"/>
                      <a:pt x="2368" y="2821"/>
                    </a:cubicBezTo>
                    <a:cubicBezTo>
                      <a:pt x="2273" y="3205"/>
                      <a:pt x="2012" y="3346"/>
                      <a:pt x="1731" y="3346"/>
                    </a:cubicBezTo>
                    <a:cubicBezTo>
                      <a:pt x="1523" y="3346"/>
                      <a:pt x="1305" y="3268"/>
                      <a:pt x="1134" y="3155"/>
                    </a:cubicBezTo>
                    <a:cubicBezTo>
                      <a:pt x="1001" y="3088"/>
                      <a:pt x="567" y="2888"/>
                      <a:pt x="534" y="2755"/>
                    </a:cubicBezTo>
                    <a:cubicBezTo>
                      <a:pt x="567" y="2554"/>
                      <a:pt x="667" y="2321"/>
                      <a:pt x="701" y="2121"/>
                    </a:cubicBezTo>
                    <a:cubicBezTo>
                      <a:pt x="967" y="2154"/>
                      <a:pt x="1168" y="2154"/>
                      <a:pt x="1401" y="2221"/>
                    </a:cubicBezTo>
                    <a:cubicBezTo>
                      <a:pt x="1638" y="2250"/>
                      <a:pt x="1848" y="2280"/>
                      <a:pt x="2033" y="2356"/>
                    </a:cubicBezTo>
                    <a:lnTo>
                      <a:pt x="2033" y="2356"/>
                    </a:lnTo>
                    <a:cubicBezTo>
                      <a:pt x="2045" y="2367"/>
                      <a:pt x="2056" y="2377"/>
                      <a:pt x="2068" y="2388"/>
                    </a:cubicBezTo>
                    <a:cubicBezTo>
                      <a:pt x="2070" y="2383"/>
                      <a:pt x="2073" y="2379"/>
                      <a:pt x="2075" y="2375"/>
                    </a:cubicBezTo>
                    <a:lnTo>
                      <a:pt x="2075" y="2375"/>
                    </a:lnTo>
                    <a:cubicBezTo>
                      <a:pt x="2084" y="2379"/>
                      <a:pt x="2093" y="2383"/>
                      <a:pt x="2102" y="2388"/>
                    </a:cubicBezTo>
                    <a:cubicBezTo>
                      <a:pt x="2202" y="2388"/>
                      <a:pt x="2268" y="2288"/>
                      <a:pt x="2202" y="2221"/>
                    </a:cubicBezTo>
                    <a:cubicBezTo>
                      <a:pt x="1868" y="1921"/>
                      <a:pt x="1201" y="1387"/>
                      <a:pt x="1334" y="820"/>
                    </a:cubicBezTo>
                    <a:cubicBezTo>
                      <a:pt x="1568" y="620"/>
                      <a:pt x="1835" y="386"/>
                      <a:pt x="2068" y="153"/>
                    </a:cubicBezTo>
                    <a:cubicBezTo>
                      <a:pt x="2335" y="186"/>
                      <a:pt x="2569" y="286"/>
                      <a:pt x="2769" y="420"/>
                    </a:cubicBezTo>
                    <a:cubicBezTo>
                      <a:pt x="2936" y="486"/>
                      <a:pt x="3069" y="653"/>
                      <a:pt x="3236" y="786"/>
                    </a:cubicBezTo>
                    <a:cubicBezTo>
                      <a:pt x="3242" y="793"/>
                      <a:pt x="3250" y="796"/>
                      <a:pt x="3257" y="796"/>
                    </a:cubicBezTo>
                    <a:cubicBezTo>
                      <a:pt x="3290" y="796"/>
                      <a:pt x="3323" y="747"/>
                      <a:pt x="3269" y="720"/>
                    </a:cubicBezTo>
                    <a:cubicBezTo>
                      <a:pt x="3000" y="383"/>
                      <a:pt x="2458" y="1"/>
                      <a:pt x="19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58"/>
              <p:cNvSpPr/>
              <p:nvPr/>
            </p:nvSpPr>
            <p:spPr>
              <a:xfrm>
                <a:off x="3864700" y="1547475"/>
                <a:ext cx="52700" cy="45475"/>
              </a:xfrm>
              <a:custGeom>
                <a:avLst/>
                <a:gdLst/>
                <a:ahLst/>
                <a:cxnLst/>
                <a:rect l="l" t="t" r="r" b="b"/>
                <a:pathLst>
                  <a:path w="2108" h="1819" extrusionOk="0">
                    <a:moveTo>
                      <a:pt x="1073" y="1"/>
                    </a:moveTo>
                    <a:cubicBezTo>
                      <a:pt x="927" y="1"/>
                      <a:pt x="778" y="58"/>
                      <a:pt x="634" y="194"/>
                    </a:cubicBezTo>
                    <a:cubicBezTo>
                      <a:pt x="0" y="728"/>
                      <a:pt x="1068" y="1695"/>
                      <a:pt x="1568" y="1795"/>
                    </a:cubicBezTo>
                    <a:cubicBezTo>
                      <a:pt x="1585" y="1812"/>
                      <a:pt x="1599" y="1818"/>
                      <a:pt x="1611" y="1818"/>
                    </a:cubicBezTo>
                    <a:cubicBezTo>
                      <a:pt x="1647" y="1818"/>
                      <a:pt x="1660" y="1762"/>
                      <a:pt x="1635" y="1762"/>
                    </a:cubicBezTo>
                    <a:cubicBezTo>
                      <a:pt x="1335" y="1528"/>
                      <a:pt x="367" y="795"/>
                      <a:pt x="801" y="394"/>
                    </a:cubicBezTo>
                    <a:cubicBezTo>
                      <a:pt x="913" y="267"/>
                      <a:pt x="1025" y="215"/>
                      <a:pt x="1134" y="215"/>
                    </a:cubicBezTo>
                    <a:cubicBezTo>
                      <a:pt x="1510" y="215"/>
                      <a:pt x="1846" y="836"/>
                      <a:pt x="2002" y="1095"/>
                    </a:cubicBezTo>
                    <a:cubicBezTo>
                      <a:pt x="2016" y="1109"/>
                      <a:pt x="2041" y="1117"/>
                      <a:pt x="2061" y="1117"/>
                    </a:cubicBezTo>
                    <a:cubicBezTo>
                      <a:pt x="2089" y="1117"/>
                      <a:pt x="2107" y="1100"/>
                      <a:pt x="2068" y="1061"/>
                    </a:cubicBezTo>
                    <a:cubicBezTo>
                      <a:pt x="1967" y="579"/>
                      <a:pt x="1537" y="1"/>
                      <a:pt x="10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58"/>
              <p:cNvSpPr/>
              <p:nvPr/>
            </p:nvSpPr>
            <p:spPr>
              <a:xfrm>
                <a:off x="3726250" y="1664900"/>
                <a:ext cx="69050" cy="38475"/>
              </a:xfrm>
              <a:custGeom>
                <a:avLst/>
                <a:gdLst/>
                <a:ahLst/>
                <a:cxnLst/>
                <a:rect l="l" t="t" r="r" b="b"/>
                <a:pathLst>
                  <a:path w="2762" h="1539" extrusionOk="0">
                    <a:moveTo>
                      <a:pt x="2102" y="0"/>
                    </a:moveTo>
                    <a:cubicBezTo>
                      <a:pt x="1736" y="0"/>
                      <a:pt x="1" y="501"/>
                      <a:pt x="568" y="1101"/>
                    </a:cubicBezTo>
                    <a:cubicBezTo>
                      <a:pt x="831" y="1397"/>
                      <a:pt x="1232" y="1539"/>
                      <a:pt x="1635" y="1539"/>
                    </a:cubicBezTo>
                    <a:cubicBezTo>
                      <a:pt x="2049" y="1539"/>
                      <a:pt x="2466" y="1389"/>
                      <a:pt x="2736" y="1101"/>
                    </a:cubicBezTo>
                    <a:cubicBezTo>
                      <a:pt x="2762" y="1076"/>
                      <a:pt x="2748" y="1012"/>
                      <a:pt x="2711" y="1012"/>
                    </a:cubicBezTo>
                    <a:cubicBezTo>
                      <a:pt x="2700" y="1012"/>
                      <a:pt x="2686" y="1018"/>
                      <a:pt x="2670" y="1034"/>
                    </a:cubicBezTo>
                    <a:cubicBezTo>
                      <a:pt x="2373" y="1212"/>
                      <a:pt x="2041" y="1308"/>
                      <a:pt x="1709" y="1308"/>
                    </a:cubicBezTo>
                    <a:cubicBezTo>
                      <a:pt x="1481" y="1308"/>
                      <a:pt x="1252" y="1263"/>
                      <a:pt x="1035" y="1168"/>
                    </a:cubicBezTo>
                    <a:cubicBezTo>
                      <a:pt x="835" y="1068"/>
                      <a:pt x="701" y="868"/>
                      <a:pt x="768" y="667"/>
                    </a:cubicBezTo>
                    <a:cubicBezTo>
                      <a:pt x="835" y="567"/>
                      <a:pt x="1102" y="401"/>
                      <a:pt x="1235" y="367"/>
                    </a:cubicBezTo>
                    <a:cubicBezTo>
                      <a:pt x="1535" y="200"/>
                      <a:pt x="1836" y="100"/>
                      <a:pt x="2169" y="67"/>
                    </a:cubicBezTo>
                    <a:cubicBezTo>
                      <a:pt x="2203" y="34"/>
                      <a:pt x="2203" y="0"/>
                      <a:pt x="21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58"/>
              <p:cNvSpPr/>
              <p:nvPr/>
            </p:nvSpPr>
            <p:spPr>
              <a:xfrm>
                <a:off x="3782125" y="1767875"/>
                <a:ext cx="59050" cy="75625"/>
              </a:xfrm>
              <a:custGeom>
                <a:avLst/>
                <a:gdLst/>
                <a:ahLst/>
                <a:cxnLst/>
                <a:rect l="l" t="t" r="r" b="b"/>
                <a:pathLst>
                  <a:path w="2362" h="3025" extrusionOk="0">
                    <a:moveTo>
                      <a:pt x="1279" y="0"/>
                    </a:moveTo>
                    <a:cubicBezTo>
                      <a:pt x="1097" y="0"/>
                      <a:pt x="880" y="172"/>
                      <a:pt x="768" y="284"/>
                    </a:cubicBezTo>
                    <a:cubicBezTo>
                      <a:pt x="368" y="718"/>
                      <a:pt x="1" y="1285"/>
                      <a:pt x="34" y="1886"/>
                    </a:cubicBezTo>
                    <a:cubicBezTo>
                      <a:pt x="34" y="2286"/>
                      <a:pt x="268" y="2753"/>
                      <a:pt x="635" y="2920"/>
                    </a:cubicBezTo>
                    <a:cubicBezTo>
                      <a:pt x="774" y="2994"/>
                      <a:pt x="924" y="3025"/>
                      <a:pt x="1076" y="3025"/>
                    </a:cubicBezTo>
                    <a:cubicBezTo>
                      <a:pt x="1543" y="3025"/>
                      <a:pt x="2034" y="2729"/>
                      <a:pt x="2336" y="2453"/>
                    </a:cubicBezTo>
                    <a:cubicBezTo>
                      <a:pt x="2361" y="2427"/>
                      <a:pt x="2348" y="2364"/>
                      <a:pt x="2311" y="2364"/>
                    </a:cubicBezTo>
                    <a:cubicBezTo>
                      <a:pt x="2299" y="2364"/>
                      <a:pt x="2285" y="2370"/>
                      <a:pt x="2269" y="2386"/>
                    </a:cubicBezTo>
                    <a:cubicBezTo>
                      <a:pt x="1969" y="2486"/>
                      <a:pt x="1635" y="2753"/>
                      <a:pt x="1268" y="2786"/>
                    </a:cubicBezTo>
                    <a:cubicBezTo>
                      <a:pt x="1207" y="2796"/>
                      <a:pt x="1148" y="2801"/>
                      <a:pt x="1091" y="2801"/>
                    </a:cubicBezTo>
                    <a:cubicBezTo>
                      <a:pt x="566" y="2801"/>
                      <a:pt x="261" y="2397"/>
                      <a:pt x="201" y="1886"/>
                    </a:cubicBezTo>
                    <a:cubicBezTo>
                      <a:pt x="201" y="1587"/>
                      <a:pt x="816" y="85"/>
                      <a:pt x="1328" y="85"/>
                    </a:cubicBezTo>
                    <a:cubicBezTo>
                      <a:pt x="1388" y="85"/>
                      <a:pt x="1446" y="106"/>
                      <a:pt x="1502" y="151"/>
                    </a:cubicBezTo>
                    <a:cubicBezTo>
                      <a:pt x="1447" y="41"/>
                      <a:pt x="1367" y="0"/>
                      <a:pt x="12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58"/>
              <p:cNvSpPr/>
              <p:nvPr/>
            </p:nvSpPr>
            <p:spPr>
              <a:xfrm>
                <a:off x="3769875" y="1981725"/>
                <a:ext cx="49500" cy="57850"/>
              </a:xfrm>
              <a:custGeom>
                <a:avLst/>
                <a:gdLst/>
                <a:ahLst/>
                <a:cxnLst/>
                <a:rect l="l" t="t" r="r" b="b"/>
                <a:pathLst>
                  <a:path w="1980" h="2314" extrusionOk="0">
                    <a:moveTo>
                      <a:pt x="1091" y="3"/>
                    </a:moveTo>
                    <a:cubicBezTo>
                      <a:pt x="1102" y="14"/>
                      <a:pt x="1110" y="18"/>
                      <a:pt x="1114" y="18"/>
                    </a:cubicBezTo>
                    <a:cubicBezTo>
                      <a:pt x="1121" y="18"/>
                      <a:pt x="1114" y="3"/>
                      <a:pt x="1091" y="3"/>
                    </a:cubicBezTo>
                    <a:close/>
                    <a:moveTo>
                      <a:pt x="1032" y="1"/>
                    </a:moveTo>
                    <a:cubicBezTo>
                      <a:pt x="150" y="1"/>
                      <a:pt x="1" y="1450"/>
                      <a:pt x="458" y="2004"/>
                    </a:cubicBezTo>
                    <a:cubicBezTo>
                      <a:pt x="613" y="2212"/>
                      <a:pt x="879" y="2313"/>
                      <a:pt x="1144" y="2313"/>
                    </a:cubicBezTo>
                    <a:cubicBezTo>
                      <a:pt x="1562" y="2313"/>
                      <a:pt x="1979" y="2061"/>
                      <a:pt x="1959" y="1571"/>
                    </a:cubicBezTo>
                    <a:cubicBezTo>
                      <a:pt x="1959" y="1537"/>
                      <a:pt x="1925" y="1521"/>
                      <a:pt x="1892" y="1521"/>
                    </a:cubicBezTo>
                    <a:cubicBezTo>
                      <a:pt x="1859" y="1521"/>
                      <a:pt x="1825" y="1537"/>
                      <a:pt x="1825" y="1571"/>
                    </a:cubicBezTo>
                    <a:cubicBezTo>
                      <a:pt x="1759" y="1917"/>
                      <a:pt x="1507" y="2075"/>
                      <a:pt x="1235" y="2075"/>
                    </a:cubicBezTo>
                    <a:cubicBezTo>
                      <a:pt x="957" y="2075"/>
                      <a:pt x="659" y="1908"/>
                      <a:pt x="524" y="1604"/>
                    </a:cubicBezTo>
                    <a:cubicBezTo>
                      <a:pt x="291" y="1070"/>
                      <a:pt x="524" y="337"/>
                      <a:pt x="1091" y="3"/>
                    </a:cubicBezTo>
                    <a:cubicBezTo>
                      <a:pt x="1071" y="2"/>
                      <a:pt x="1051" y="1"/>
                      <a:pt x="10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58"/>
              <p:cNvSpPr/>
              <p:nvPr/>
            </p:nvSpPr>
            <p:spPr>
              <a:xfrm>
                <a:off x="3666225" y="1888875"/>
                <a:ext cx="53150" cy="52300"/>
              </a:xfrm>
              <a:custGeom>
                <a:avLst/>
                <a:gdLst/>
                <a:ahLst/>
                <a:cxnLst/>
                <a:rect l="l" t="t" r="r" b="b"/>
                <a:pathLst>
                  <a:path w="2126" h="2092" extrusionOk="0">
                    <a:moveTo>
                      <a:pt x="1182" y="1"/>
                    </a:moveTo>
                    <a:cubicBezTo>
                      <a:pt x="668" y="1"/>
                      <a:pt x="92" y="753"/>
                      <a:pt x="67" y="1249"/>
                    </a:cubicBezTo>
                    <a:cubicBezTo>
                      <a:pt x="0" y="1716"/>
                      <a:pt x="334" y="1982"/>
                      <a:pt x="801" y="2083"/>
                    </a:cubicBezTo>
                    <a:cubicBezTo>
                      <a:pt x="847" y="2088"/>
                      <a:pt x="892" y="2091"/>
                      <a:pt x="937" y="2091"/>
                    </a:cubicBezTo>
                    <a:cubicBezTo>
                      <a:pt x="1404" y="2091"/>
                      <a:pt x="1764" y="1784"/>
                      <a:pt x="2068" y="1449"/>
                    </a:cubicBezTo>
                    <a:cubicBezTo>
                      <a:pt x="2126" y="1391"/>
                      <a:pt x="2084" y="1309"/>
                      <a:pt x="2007" y="1309"/>
                    </a:cubicBezTo>
                    <a:cubicBezTo>
                      <a:pt x="1995" y="1309"/>
                      <a:pt x="1982" y="1311"/>
                      <a:pt x="1968" y="1315"/>
                    </a:cubicBezTo>
                    <a:cubicBezTo>
                      <a:pt x="1725" y="1470"/>
                      <a:pt x="1275" y="1758"/>
                      <a:pt x="903" y="1758"/>
                    </a:cubicBezTo>
                    <a:cubicBezTo>
                      <a:pt x="715" y="1758"/>
                      <a:pt x="546" y="1684"/>
                      <a:pt x="434" y="1482"/>
                    </a:cubicBezTo>
                    <a:cubicBezTo>
                      <a:pt x="168" y="1003"/>
                      <a:pt x="750" y="122"/>
                      <a:pt x="1284" y="122"/>
                    </a:cubicBezTo>
                    <a:cubicBezTo>
                      <a:pt x="1420" y="122"/>
                      <a:pt x="1553" y="179"/>
                      <a:pt x="1668" y="315"/>
                    </a:cubicBezTo>
                    <a:cubicBezTo>
                      <a:pt x="1531" y="91"/>
                      <a:pt x="1360" y="1"/>
                      <a:pt x="1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58"/>
              <p:cNvSpPr/>
              <p:nvPr/>
            </p:nvSpPr>
            <p:spPr>
              <a:xfrm>
                <a:off x="3477125" y="1950925"/>
                <a:ext cx="77250" cy="60000"/>
              </a:xfrm>
              <a:custGeom>
                <a:avLst/>
                <a:gdLst/>
                <a:ahLst/>
                <a:cxnLst/>
                <a:rect l="l" t="t" r="r" b="b"/>
                <a:pathLst>
                  <a:path w="3090" h="2400" extrusionOk="0">
                    <a:moveTo>
                      <a:pt x="2083" y="0"/>
                    </a:moveTo>
                    <a:cubicBezTo>
                      <a:pt x="1187" y="0"/>
                      <a:pt x="0" y="984"/>
                      <a:pt x="493" y="1969"/>
                    </a:cubicBezTo>
                    <a:cubicBezTo>
                      <a:pt x="649" y="2282"/>
                      <a:pt x="872" y="2400"/>
                      <a:pt x="1125" y="2400"/>
                    </a:cubicBezTo>
                    <a:cubicBezTo>
                      <a:pt x="1786" y="2400"/>
                      <a:pt x="2651" y="1595"/>
                      <a:pt x="3061" y="1402"/>
                    </a:cubicBezTo>
                    <a:cubicBezTo>
                      <a:pt x="3090" y="1402"/>
                      <a:pt x="3069" y="1328"/>
                      <a:pt x="3042" y="1328"/>
                    </a:cubicBezTo>
                    <a:cubicBezTo>
                      <a:pt x="3037" y="1328"/>
                      <a:pt x="3032" y="1330"/>
                      <a:pt x="3028" y="1335"/>
                    </a:cubicBezTo>
                    <a:cubicBezTo>
                      <a:pt x="2411" y="1489"/>
                      <a:pt x="1909" y="2184"/>
                      <a:pt x="1284" y="2184"/>
                    </a:cubicBezTo>
                    <a:cubicBezTo>
                      <a:pt x="1232" y="2184"/>
                      <a:pt x="1180" y="2179"/>
                      <a:pt x="1126" y="2169"/>
                    </a:cubicBezTo>
                    <a:cubicBezTo>
                      <a:pt x="326" y="2002"/>
                      <a:pt x="559" y="1068"/>
                      <a:pt x="960" y="635"/>
                    </a:cubicBezTo>
                    <a:cubicBezTo>
                      <a:pt x="1226" y="268"/>
                      <a:pt x="1693" y="68"/>
                      <a:pt x="2127" y="1"/>
                    </a:cubicBezTo>
                    <a:cubicBezTo>
                      <a:pt x="2112" y="0"/>
                      <a:pt x="2098" y="0"/>
                      <a:pt x="20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58"/>
              <p:cNvSpPr/>
              <p:nvPr/>
            </p:nvSpPr>
            <p:spPr>
              <a:xfrm>
                <a:off x="3644525" y="2033575"/>
                <a:ext cx="47300" cy="55650"/>
              </a:xfrm>
              <a:custGeom>
                <a:avLst/>
                <a:gdLst/>
                <a:ahLst/>
                <a:cxnLst/>
                <a:rect l="l" t="t" r="r" b="b"/>
                <a:pathLst>
                  <a:path w="1892" h="2226" extrusionOk="0">
                    <a:moveTo>
                      <a:pt x="894" y="1"/>
                    </a:moveTo>
                    <a:cubicBezTo>
                      <a:pt x="824" y="1"/>
                      <a:pt x="757" y="8"/>
                      <a:pt x="701" y="31"/>
                    </a:cubicBezTo>
                    <a:cubicBezTo>
                      <a:pt x="535" y="131"/>
                      <a:pt x="435" y="464"/>
                      <a:pt x="335" y="598"/>
                    </a:cubicBezTo>
                    <a:cubicBezTo>
                      <a:pt x="168" y="965"/>
                      <a:pt x="1" y="1532"/>
                      <a:pt x="168" y="1932"/>
                    </a:cubicBezTo>
                    <a:cubicBezTo>
                      <a:pt x="246" y="2148"/>
                      <a:pt x="417" y="2225"/>
                      <a:pt x="612" y="2225"/>
                    </a:cubicBezTo>
                    <a:cubicBezTo>
                      <a:pt x="749" y="2225"/>
                      <a:pt x="898" y="2187"/>
                      <a:pt x="1035" y="2132"/>
                    </a:cubicBezTo>
                    <a:cubicBezTo>
                      <a:pt x="1469" y="1932"/>
                      <a:pt x="1802" y="1532"/>
                      <a:pt x="1869" y="1098"/>
                    </a:cubicBezTo>
                    <a:cubicBezTo>
                      <a:pt x="1891" y="1009"/>
                      <a:pt x="1824" y="965"/>
                      <a:pt x="1768" y="965"/>
                    </a:cubicBezTo>
                    <a:cubicBezTo>
                      <a:pt x="1739" y="965"/>
                      <a:pt x="1713" y="976"/>
                      <a:pt x="1702" y="998"/>
                    </a:cubicBezTo>
                    <a:cubicBezTo>
                      <a:pt x="1535" y="1265"/>
                      <a:pt x="1369" y="1498"/>
                      <a:pt x="1135" y="1665"/>
                    </a:cubicBezTo>
                    <a:cubicBezTo>
                      <a:pt x="1035" y="1765"/>
                      <a:pt x="868" y="1865"/>
                      <a:pt x="735" y="1865"/>
                    </a:cubicBezTo>
                    <a:cubicBezTo>
                      <a:pt x="707" y="1870"/>
                      <a:pt x="682" y="1873"/>
                      <a:pt x="659" y="1873"/>
                    </a:cubicBezTo>
                    <a:cubicBezTo>
                      <a:pt x="373" y="1873"/>
                      <a:pt x="401" y="1514"/>
                      <a:pt x="401" y="1298"/>
                    </a:cubicBezTo>
                    <a:cubicBezTo>
                      <a:pt x="401" y="965"/>
                      <a:pt x="501" y="631"/>
                      <a:pt x="668" y="331"/>
                    </a:cubicBezTo>
                    <a:cubicBezTo>
                      <a:pt x="768" y="131"/>
                      <a:pt x="1002" y="131"/>
                      <a:pt x="1302" y="31"/>
                    </a:cubicBezTo>
                    <a:cubicBezTo>
                      <a:pt x="1191" y="31"/>
                      <a:pt x="1035" y="1"/>
                      <a:pt x="8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58"/>
              <p:cNvSpPr/>
              <p:nvPr/>
            </p:nvSpPr>
            <p:spPr>
              <a:xfrm>
                <a:off x="3495850" y="2076475"/>
                <a:ext cx="70125" cy="56275"/>
              </a:xfrm>
              <a:custGeom>
                <a:avLst/>
                <a:gdLst/>
                <a:ahLst/>
                <a:cxnLst/>
                <a:rect l="l" t="t" r="r" b="b"/>
                <a:pathLst>
                  <a:path w="2805" h="2251" extrusionOk="0">
                    <a:moveTo>
                      <a:pt x="1220" y="0"/>
                    </a:moveTo>
                    <a:cubicBezTo>
                      <a:pt x="526" y="0"/>
                      <a:pt x="0" y="778"/>
                      <a:pt x="311" y="1483"/>
                    </a:cubicBezTo>
                    <a:cubicBezTo>
                      <a:pt x="561" y="2017"/>
                      <a:pt x="1019" y="2251"/>
                      <a:pt x="1495" y="2251"/>
                    </a:cubicBezTo>
                    <a:cubicBezTo>
                      <a:pt x="1970" y="2251"/>
                      <a:pt x="2462" y="2017"/>
                      <a:pt x="2779" y="1617"/>
                    </a:cubicBezTo>
                    <a:cubicBezTo>
                      <a:pt x="2804" y="1592"/>
                      <a:pt x="2772" y="1528"/>
                      <a:pt x="2740" y="1528"/>
                    </a:cubicBezTo>
                    <a:cubicBezTo>
                      <a:pt x="2730" y="1528"/>
                      <a:pt x="2720" y="1534"/>
                      <a:pt x="2712" y="1550"/>
                    </a:cubicBezTo>
                    <a:cubicBezTo>
                      <a:pt x="2356" y="1788"/>
                      <a:pt x="1930" y="1990"/>
                      <a:pt x="1523" y="1990"/>
                    </a:cubicBezTo>
                    <a:cubicBezTo>
                      <a:pt x="1244" y="1990"/>
                      <a:pt x="975" y="1895"/>
                      <a:pt x="744" y="1650"/>
                    </a:cubicBezTo>
                    <a:cubicBezTo>
                      <a:pt x="156" y="1062"/>
                      <a:pt x="502" y="58"/>
                      <a:pt x="1255" y="58"/>
                    </a:cubicBezTo>
                    <a:cubicBezTo>
                      <a:pt x="1356" y="58"/>
                      <a:pt x="1464" y="76"/>
                      <a:pt x="1578" y="116"/>
                    </a:cubicBezTo>
                    <a:cubicBezTo>
                      <a:pt x="1612" y="116"/>
                      <a:pt x="1645" y="82"/>
                      <a:pt x="1612" y="82"/>
                    </a:cubicBezTo>
                    <a:cubicBezTo>
                      <a:pt x="1478" y="26"/>
                      <a:pt x="1346" y="0"/>
                      <a:pt x="12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58"/>
              <p:cNvSpPr/>
              <p:nvPr/>
            </p:nvSpPr>
            <p:spPr>
              <a:xfrm>
                <a:off x="3722100" y="2119375"/>
                <a:ext cx="72425" cy="60400"/>
              </a:xfrm>
              <a:custGeom>
                <a:avLst/>
                <a:gdLst/>
                <a:ahLst/>
                <a:cxnLst/>
                <a:rect l="l" t="t" r="r" b="b"/>
                <a:pathLst>
                  <a:path w="2897" h="2416" extrusionOk="0">
                    <a:moveTo>
                      <a:pt x="2402" y="1"/>
                    </a:moveTo>
                    <a:lnTo>
                      <a:pt x="2402" y="1"/>
                    </a:lnTo>
                    <a:cubicBezTo>
                      <a:pt x="1835" y="101"/>
                      <a:pt x="1268" y="401"/>
                      <a:pt x="834" y="768"/>
                    </a:cubicBezTo>
                    <a:cubicBezTo>
                      <a:pt x="501" y="1068"/>
                      <a:pt x="0" y="1535"/>
                      <a:pt x="167" y="2002"/>
                    </a:cubicBezTo>
                    <a:cubicBezTo>
                      <a:pt x="298" y="2342"/>
                      <a:pt x="694" y="2416"/>
                      <a:pt x="1068" y="2416"/>
                    </a:cubicBezTo>
                    <a:cubicBezTo>
                      <a:pt x="1172" y="2416"/>
                      <a:pt x="1274" y="2410"/>
                      <a:pt x="1368" y="2403"/>
                    </a:cubicBezTo>
                    <a:cubicBezTo>
                      <a:pt x="1935" y="2369"/>
                      <a:pt x="2535" y="2102"/>
                      <a:pt x="2869" y="1669"/>
                    </a:cubicBezTo>
                    <a:cubicBezTo>
                      <a:pt x="2896" y="1614"/>
                      <a:pt x="2879" y="1560"/>
                      <a:pt x="2817" y="1560"/>
                    </a:cubicBezTo>
                    <a:cubicBezTo>
                      <a:pt x="2803" y="1560"/>
                      <a:pt x="2787" y="1563"/>
                      <a:pt x="2769" y="1569"/>
                    </a:cubicBezTo>
                    <a:cubicBezTo>
                      <a:pt x="2435" y="1769"/>
                      <a:pt x="2068" y="1936"/>
                      <a:pt x="1701" y="2036"/>
                    </a:cubicBezTo>
                    <a:cubicBezTo>
                      <a:pt x="1566" y="2060"/>
                      <a:pt x="1327" y="2099"/>
                      <a:pt x="1093" y="2099"/>
                    </a:cubicBezTo>
                    <a:cubicBezTo>
                      <a:pt x="693" y="2099"/>
                      <a:pt x="311" y="1986"/>
                      <a:pt x="501" y="1502"/>
                    </a:cubicBezTo>
                    <a:cubicBezTo>
                      <a:pt x="734" y="735"/>
                      <a:pt x="1701" y="234"/>
                      <a:pt x="2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58"/>
              <p:cNvSpPr/>
              <p:nvPr/>
            </p:nvSpPr>
            <p:spPr>
              <a:xfrm>
                <a:off x="3590100" y="2177850"/>
                <a:ext cx="50175" cy="42750"/>
              </a:xfrm>
              <a:custGeom>
                <a:avLst/>
                <a:gdLst/>
                <a:ahLst/>
                <a:cxnLst/>
                <a:rect l="l" t="t" r="r" b="b"/>
                <a:pathLst>
                  <a:path w="2007" h="1710" extrusionOk="0">
                    <a:moveTo>
                      <a:pt x="1267" y="1"/>
                    </a:moveTo>
                    <a:cubicBezTo>
                      <a:pt x="672" y="1"/>
                      <a:pt x="1" y="410"/>
                      <a:pt x="110" y="1064"/>
                    </a:cubicBezTo>
                    <a:cubicBezTo>
                      <a:pt x="143" y="1398"/>
                      <a:pt x="443" y="1665"/>
                      <a:pt x="777" y="1698"/>
                    </a:cubicBezTo>
                    <a:cubicBezTo>
                      <a:pt x="827" y="1706"/>
                      <a:pt x="877" y="1710"/>
                      <a:pt x="927" y="1710"/>
                    </a:cubicBezTo>
                    <a:cubicBezTo>
                      <a:pt x="1310" y="1710"/>
                      <a:pt x="1683" y="1493"/>
                      <a:pt x="1978" y="1198"/>
                    </a:cubicBezTo>
                    <a:cubicBezTo>
                      <a:pt x="2007" y="1169"/>
                      <a:pt x="1986" y="1091"/>
                      <a:pt x="1958" y="1091"/>
                    </a:cubicBezTo>
                    <a:cubicBezTo>
                      <a:pt x="1954" y="1091"/>
                      <a:pt x="1949" y="1093"/>
                      <a:pt x="1944" y="1098"/>
                    </a:cubicBezTo>
                    <a:cubicBezTo>
                      <a:pt x="1677" y="1201"/>
                      <a:pt x="1206" y="1456"/>
                      <a:pt x="837" y="1456"/>
                    </a:cubicBezTo>
                    <a:cubicBezTo>
                      <a:pt x="609" y="1456"/>
                      <a:pt x="420" y="1358"/>
                      <a:pt x="343" y="1064"/>
                    </a:cubicBezTo>
                    <a:cubicBezTo>
                      <a:pt x="172" y="436"/>
                      <a:pt x="856" y="28"/>
                      <a:pt x="1391" y="28"/>
                    </a:cubicBezTo>
                    <a:cubicBezTo>
                      <a:pt x="1481" y="28"/>
                      <a:pt x="1567" y="40"/>
                      <a:pt x="1644" y="64"/>
                    </a:cubicBezTo>
                    <a:cubicBezTo>
                      <a:pt x="1529" y="21"/>
                      <a:pt x="1400" y="1"/>
                      <a:pt x="12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58"/>
              <p:cNvSpPr/>
              <p:nvPr/>
            </p:nvSpPr>
            <p:spPr>
              <a:xfrm>
                <a:off x="3382475" y="2144050"/>
                <a:ext cx="60625" cy="51500"/>
              </a:xfrm>
              <a:custGeom>
                <a:avLst/>
                <a:gdLst/>
                <a:ahLst/>
                <a:cxnLst/>
                <a:rect l="l" t="t" r="r" b="b"/>
                <a:pathLst>
                  <a:path w="2425" h="2060" extrusionOk="0">
                    <a:moveTo>
                      <a:pt x="1017" y="1"/>
                    </a:moveTo>
                    <a:cubicBezTo>
                      <a:pt x="465" y="1"/>
                      <a:pt x="0" y="589"/>
                      <a:pt x="176" y="1216"/>
                    </a:cubicBezTo>
                    <a:cubicBezTo>
                      <a:pt x="309" y="1616"/>
                      <a:pt x="676" y="1949"/>
                      <a:pt x="1110" y="2049"/>
                    </a:cubicBezTo>
                    <a:cubicBezTo>
                      <a:pt x="1164" y="2056"/>
                      <a:pt x="1218" y="2060"/>
                      <a:pt x="1272" y="2060"/>
                    </a:cubicBezTo>
                    <a:cubicBezTo>
                      <a:pt x="1737" y="2060"/>
                      <a:pt x="2138" y="1805"/>
                      <a:pt x="2377" y="1416"/>
                    </a:cubicBezTo>
                    <a:cubicBezTo>
                      <a:pt x="2424" y="1392"/>
                      <a:pt x="2388" y="1369"/>
                      <a:pt x="2363" y="1369"/>
                    </a:cubicBezTo>
                    <a:cubicBezTo>
                      <a:pt x="2352" y="1369"/>
                      <a:pt x="2344" y="1373"/>
                      <a:pt x="2344" y="1382"/>
                    </a:cubicBezTo>
                    <a:cubicBezTo>
                      <a:pt x="2100" y="1643"/>
                      <a:pt x="1730" y="1804"/>
                      <a:pt x="1375" y="1804"/>
                    </a:cubicBezTo>
                    <a:cubicBezTo>
                      <a:pt x="1048" y="1804"/>
                      <a:pt x="734" y="1668"/>
                      <a:pt x="543" y="1349"/>
                    </a:cubicBezTo>
                    <a:cubicBezTo>
                      <a:pt x="192" y="755"/>
                      <a:pt x="605" y="96"/>
                      <a:pt x="1165" y="96"/>
                    </a:cubicBezTo>
                    <a:cubicBezTo>
                      <a:pt x="1297" y="96"/>
                      <a:pt x="1437" y="132"/>
                      <a:pt x="1577" y="215"/>
                    </a:cubicBezTo>
                    <a:cubicBezTo>
                      <a:pt x="1394" y="65"/>
                      <a:pt x="1201" y="1"/>
                      <a:pt x="10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58"/>
              <p:cNvSpPr/>
              <p:nvPr/>
            </p:nvSpPr>
            <p:spPr>
              <a:xfrm>
                <a:off x="3632850" y="1749950"/>
                <a:ext cx="58250" cy="64075"/>
              </a:xfrm>
              <a:custGeom>
                <a:avLst/>
                <a:gdLst/>
                <a:ahLst/>
                <a:cxnLst/>
                <a:rect l="l" t="t" r="r" b="b"/>
                <a:pathLst>
                  <a:path w="2330" h="2563" extrusionOk="0">
                    <a:moveTo>
                      <a:pt x="835" y="1"/>
                    </a:moveTo>
                    <a:cubicBezTo>
                      <a:pt x="802" y="1"/>
                      <a:pt x="768" y="34"/>
                      <a:pt x="768" y="34"/>
                    </a:cubicBezTo>
                    <a:cubicBezTo>
                      <a:pt x="401" y="635"/>
                      <a:pt x="1" y="1802"/>
                      <a:pt x="601" y="2336"/>
                    </a:cubicBezTo>
                    <a:cubicBezTo>
                      <a:pt x="770" y="2496"/>
                      <a:pt x="943" y="2562"/>
                      <a:pt x="1112" y="2562"/>
                    </a:cubicBezTo>
                    <a:cubicBezTo>
                      <a:pt x="1612" y="2562"/>
                      <a:pt x="2078" y="1984"/>
                      <a:pt x="2303" y="1535"/>
                    </a:cubicBezTo>
                    <a:cubicBezTo>
                      <a:pt x="2330" y="1508"/>
                      <a:pt x="2291" y="1459"/>
                      <a:pt x="2258" y="1459"/>
                    </a:cubicBezTo>
                    <a:cubicBezTo>
                      <a:pt x="2250" y="1459"/>
                      <a:pt x="2242" y="1462"/>
                      <a:pt x="2236" y="1468"/>
                    </a:cubicBezTo>
                    <a:cubicBezTo>
                      <a:pt x="2002" y="1669"/>
                      <a:pt x="1836" y="1969"/>
                      <a:pt x="1602" y="2102"/>
                    </a:cubicBezTo>
                    <a:cubicBezTo>
                      <a:pt x="1469" y="2178"/>
                      <a:pt x="1335" y="2214"/>
                      <a:pt x="1211" y="2214"/>
                    </a:cubicBezTo>
                    <a:cubicBezTo>
                      <a:pt x="901" y="2214"/>
                      <a:pt x="649" y="1993"/>
                      <a:pt x="601" y="1635"/>
                    </a:cubicBezTo>
                    <a:cubicBezTo>
                      <a:pt x="568" y="1302"/>
                      <a:pt x="601" y="968"/>
                      <a:pt x="735" y="668"/>
                    </a:cubicBezTo>
                    <a:cubicBezTo>
                      <a:pt x="835" y="268"/>
                      <a:pt x="968" y="201"/>
                      <a:pt x="1402" y="101"/>
                    </a:cubicBezTo>
                    <a:cubicBezTo>
                      <a:pt x="1235" y="34"/>
                      <a:pt x="1002" y="34"/>
                      <a:pt x="8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58"/>
              <p:cNvSpPr/>
              <p:nvPr/>
            </p:nvSpPr>
            <p:spPr>
              <a:xfrm>
                <a:off x="3927250" y="2079575"/>
                <a:ext cx="27525" cy="243725"/>
              </a:xfrm>
              <a:custGeom>
                <a:avLst/>
                <a:gdLst/>
                <a:ahLst/>
                <a:cxnLst/>
                <a:rect l="l" t="t" r="r" b="b"/>
                <a:pathLst>
                  <a:path w="1101" h="9749" extrusionOk="0">
                    <a:moveTo>
                      <a:pt x="1067" y="0"/>
                    </a:moveTo>
                    <a:cubicBezTo>
                      <a:pt x="1051" y="0"/>
                      <a:pt x="1034" y="9"/>
                      <a:pt x="1034" y="25"/>
                    </a:cubicBezTo>
                    <a:cubicBezTo>
                      <a:pt x="767" y="1660"/>
                      <a:pt x="667" y="3328"/>
                      <a:pt x="500" y="4962"/>
                    </a:cubicBezTo>
                    <a:cubicBezTo>
                      <a:pt x="400" y="5796"/>
                      <a:pt x="334" y="6663"/>
                      <a:pt x="234" y="7497"/>
                    </a:cubicBezTo>
                    <a:cubicBezTo>
                      <a:pt x="200" y="7931"/>
                      <a:pt x="167" y="8364"/>
                      <a:pt x="100" y="8798"/>
                    </a:cubicBezTo>
                    <a:cubicBezTo>
                      <a:pt x="38" y="9265"/>
                      <a:pt x="21" y="9432"/>
                      <a:pt x="28" y="9432"/>
                    </a:cubicBezTo>
                    <a:cubicBezTo>
                      <a:pt x="29" y="9432"/>
                      <a:pt x="29" y="9430"/>
                      <a:pt x="31" y="9427"/>
                    </a:cubicBezTo>
                    <a:lnTo>
                      <a:pt x="31" y="9427"/>
                    </a:lnTo>
                    <a:cubicBezTo>
                      <a:pt x="18" y="9520"/>
                      <a:pt x="7" y="9611"/>
                      <a:pt x="0" y="9699"/>
                    </a:cubicBezTo>
                    <a:cubicBezTo>
                      <a:pt x="0" y="9732"/>
                      <a:pt x="8" y="9749"/>
                      <a:pt x="17" y="9749"/>
                    </a:cubicBezTo>
                    <a:cubicBezTo>
                      <a:pt x="25" y="9749"/>
                      <a:pt x="33" y="9732"/>
                      <a:pt x="33" y="9699"/>
                    </a:cubicBezTo>
                    <a:cubicBezTo>
                      <a:pt x="400" y="8264"/>
                      <a:pt x="467" y="6630"/>
                      <a:pt x="634" y="5129"/>
                    </a:cubicBezTo>
                    <a:cubicBezTo>
                      <a:pt x="767" y="3428"/>
                      <a:pt x="1034" y="1760"/>
                      <a:pt x="1101" y="25"/>
                    </a:cubicBezTo>
                    <a:cubicBezTo>
                      <a:pt x="1101" y="9"/>
                      <a:pt x="1084"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58"/>
              <p:cNvSpPr/>
              <p:nvPr/>
            </p:nvSpPr>
            <p:spPr>
              <a:xfrm>
                <a:off x="4018975" y="2054550"/>
                <a:ext cx="59825" cy="470350"/>
              </a:xfrm>
              <a:custGeom>
                <a:avLst/>
                <a:gdLst/>
                <a:ahLst/>
                <a:cxnLst/>
                <a:rect l="l" t="t" r="r" b="b"/>
                <a:pathLst>
                  <a:path w="2393" h="18814" extrusionOk="0">
                    <a:moveTo>
                      <a:pt x="467" y="0"/>
                    </a:moveTo>
                    <a:cubicBezTo>
                      <a:pt x="451" y="0"/>
                      <a:pt x="434" y="9"/>
                      <a:pt x="434" y="25"/>
                    </a:cubicBezTo>
                    <a:cubicBezTo>
                      <a:pt x="0" y="3094"/>
                      <a:pt x="267" y="6430"/>
                      <a:pt x="601" y="9466"/>
                    </a:cubicBezTo>
                    <a:cubicBezTo>
                      <a:pt x="768" y="10967"/>
                      <a:pt x="1001" y="12434"/>
                      <a:pt x="1235" y="13935"/>
                    </a:cubicBezTo>
                    <a:cubicBezTo>
                      <a:pt x="1368" y="14669"/>
                      <a:pt x="1535" y="15403"/>
                      <a:pt x="1702" y="16170"/>
                    </a:cubicBezTo>
                    <a:cubicBezTo>
                      <a:pt x="1768" y="16604"/>
                      <a:pt x="1902" y="17038"/>
                      <a:pt x="2002" y="17471"/>
                    </a:cubicBezTo>
                    <a:cubicBezTo>
                      <a:pt x="2035" y="17671"/>
                      <a:pt x="2102" y="17872"/>
                      <a:pt x="2169" y="18105"/>
                    </a:cubicBezTo>
                    <a:cubicBezTo>
                      <a:pt x="2335" y="18305"/>
                      <a:pt x="2302" y="18505"/>
                      <a:pt x="2035" y="18639"/>
                    </a:cubicBezTo>
                    <a:cubicBezTo>
                      <a:pt x="2035" y="18772"/>
                      <a:pt x="2035" y="18772"/>
                      <a:pt x="2169" y="18806"/>
                    </a:cubicBezTo>
                    <a:cubicBezTo>
                      <a:pt x="2186" y="18811"/>
                      <a:pt x="2202" y="18813"/>
                      <a:pt x="2217" y="18813"/>
                    </a:cubicBezTo>
                    <a:cubicBezTo>
                      <a:pt x="2392" y="18813"/>
                      <a:pt x="2335" y="18464"/>
                      <a:pt x="2335" y="18372"/>
                    </a:cubicBezTo>
                    <a:cubicBezTo>
                      <a:pt x="2269" y="17471"/>
                      <a:pt x="1868" y="16371"/>
                      <a:pt x="1702" y="15470"/>
                    </a:cubicBezTo>
                    <a:cubicBezTo>
                      <a:pt x="1501" y="14436"/>
                      <a:pt x="1335" y="13435"/>
                      <a:pt x="1168" y="12368"/>
                    </a:cubicBezTo>
                    <a:cubicBezTo>
                      <a:pt x="868" y="10333"/>
                      <a:pt x="667" y="8265"/>
                      <a:pt x="534" y="6163"/>
                    </a:cubicBezTo>
                    <a:cubicBezTo>
                      <a:pt x="434" y="4128"/>
                      <a:pt x="567" y="2060"/>
                      <a:pt x="501" y="25"/>
                    </a:cubicBezTo>
                    <a:cubicBezTo>
                      <a:pt x="501" y="9"/>
                      <a:pt x="484" y="0"/>
                      <a:pt x="4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58"/>
              <p:cNvSpPr/>
              <p:nvPr/>
            </p:nvSpPr>
            <p:spPr>
              <a:xfrm>
                <a:off x="4055675" y="2057050"/>
                <a:ext cx="251850" cy="704400"/>
              </a:xfrm>
              <a:custGeom>
                <a:avLst/>
                <a:gdLst/>
                <a:ahLst/>
                <a:cxnLst/>
                <a:rect l="l" t="t" r="r" b="b"/>
                <a:pathLst>
                  <a:path w="10074" h="28176" extrusionOk="0">
                    <a:moveTo>
                      <a:pt x="33" y="1"/>
                    </a:moveTo>
                    <a:cubicBezTo>
                      <a:pt x="17" y="1"/>
                      <a:pt x="0" y="9"/>
                      <a:pt x="0" y="26"/>
                    </a:cubicBezTo>
                    <a:cubicBezTo>
                      <a:pt x="33" y="2427"/>
                      <a:pt x="600" y="4896"/>
                      <a:pt x="1168" y="7231"/>
                    </a:cubicBezTo>
                    <a:cubicBezTo>
                      <a:pt x="1735" y="9732"/>
                      <a:pt x="2435" y="12234"/>
                      <a:pt x="3336" y="14669"/>
                    </a:cubicBezTo>
                    <a:cubicBezTo>
                      <a:pt x="5004" y="19373"/>
                      <a:pt x="7172" y="24009"/>
                      <a:pt x="10007" y="28112"/>
                    </a:cubicBezTo>
                    <a:cubicBezTo>
                      <a:pt x="10007" y="28157"/>
                      <a:pt x="10021" y="28175"/>
                      <a:pt x="10036" y="28175"/>
                    </a:cubicBezTo>
                    <a:cubicBezTo>
                      <a:pt x="10054" y="28175"/>
                      <a:pt x="10074" y="28149"/>
                      <a:pt x="10074" y="28112"/>
                    </a:cubicBezTo>
                    <a:cubicBezTo>
                      <a:pt x="7505" y="23743"/>
                      <a:pt x="5204" y="19273"/>
                      <a:pt x="3469" y="14503"/>
                    </a:cubicBezTo>
                    <a:cubicBezTo>
                      <a:pt x="2702" y="12201"/>
                      <a:pt x="1968" y="9866"/>
                      <a:pt x="1434" y="7498"/>
                    </a:cubicBezTo>
                    <a:cubicBezTo>
                      <a:pt x="867" y="5029"/>
                      <a:pt x="600" y="2494"/>
                      <a:pt x="67" y="26"/>
                    </a:cubicBezTo>
                    <a:cubicBezTo>
                      <a:pt x="67" y="9"/>
                      <a:pt x="50" y="1"/>
                      <a:pt x="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58"/>
              <p:cNvSpPr/>
              <p:nvPr/>
            </p:nvSpPr>
            <p:spPr>
              <a:xfrm>
                <a:off x="4083175" y="2018875"/>
                <a:ext cx="503725" cy="790825"/>
              </a:xfrm>
              <a:custGeom>
                <a:avLst/>
                <a:gdLst/>
                <a:ahLst/>
                <a:cxnLst/>
                <a:rect l="l" t="t" r="r" b="b"/>
                <a:pathLst>
                  <a:path w="20149" h="31633" extrusionOk="0">
                    <a:moveTo>
                      <a:pt x="367" y="0"/>
                    </a:moveTo>
                    <a:cubicBezTo>
                      <a:pt x="339" y="0"/>
                      <a:pt x="313" y="15"/>
                      <a:pt x="301" y="51"/>
                    </a:cubicBezTo>
                    <a:cubicBezTo>
                      <a:pt x="1" y="1519"/>
                      <a:pt x="334" y="3120"/>
                      <a:pt x="701" y="4521"/>
                    </a:cubicBezTo>
                    <a:cubicBezTo>
                      <a:pt x="1135" y="6089"/>
                      <a:pt x="1702" y="7590"/>
                      <a:pt x="2302" y="9091"/>
                    </a:cubicBezTo>
                    <a:cubicBezTo>
                      <a:pt x="2836" y="10526"/>
                      <a:pt x="3403" y="11893"/>
                      <a:pt x="4137" y="13194"/>
                    </a:cubicBezTo>
                    <a:cubicBezTo>
                      <a:pt x="4838" y="14428"/>
                      <a:pt x="5772" y="15596"/>
                      <a:pt x="6672" y="16697"/>
                    </a:cubicBezTo>
                    <a:cubicBezTo>
                      <a:pt x="8774" y="19199"/>
                      <a:pt x="10942" y="21634"/>
                      <a:pt x="13110" y="24102"/>
                    </a:cubicBezTo>
                    <a:cubicBezTo>
                      <a:pt x="15312" y="26737"/>
                      <a:pt x="17580" y="29306"/>
                      <a:pt x="20149" y="31607"/>
                    </a:cubicBezTo>
                    <a:cubicBezTo>
                      <a:pt x="15979" y="26871"/>
                      <a:pt x="11642" y="22201"/>
                      <a:pt x="7506" y="17364"/>
                    </a:cubicBezTo>
                    <a:cubicBezTo>
                      <a:pt x="6472" y="16130"/>
                      <a:pt x="5471" y="14929"/>
                      <a:pt x="4637" y="13595"/>
                    </a:cubicBezTo>
                    <a:cubicBezTo>
                      <a:pt x="3804" y="12260"/>
                      <a:pt x="3170" y="10792"/>
                      <a:pt x="2636" y="9358"/>
                    </a:cubicBezTo>
                    <a:cubicBezTo>
                      <a:pt x="2102" y="7924"/>
                      <a:pt x="1535" y="6556"/>
                      <a:pt x="1135" y="5088"/>
                    </a:cubicBezTo>
                    <a:cubicBezTo>
                      <a:pt x="635" y="3421"/>
                      <a:pt x="568" y="1786"/>
                      <a:pt x="468" y="85"/>
                    </a:cubicBezTo>
                    <a:cubicBezTo>
                      <a:pt x="468" y="43"/>
                      <a:pt x="414" y="0"/>
                      <a:pt x="367" y="0"/>
                    </a:cubicBezTo>
                    <a:close/>
                    <a:moveTo>
                      <a:pt x="20149" y="31607"/>
                    </a:moveTo>
                    <a:lnTo>
                      <a:pt x="20149" y="31607"/>
                    </a:lnTo>
                    <a:cubicBezTo>
                      <a:pt x="20132" y="31624"/>
                      <a:pt x="20132" y="31632"/>
                      <a:pt x="20136" y="31632"/>
                    </a:cubicBezTo>
                    <a:cubicBezTo>
                      <a:pt x="20140" y="31632"/>
                      <a:pt x="20149" y="31624"/>
                      <a:pt x="20149" y="3160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58"/>
              <p:cNvSpPr/>
              <p:nvPr/>
            </p:nvSpPr>
            <p:spPr>
              <a:xfrm>
                <a:off x="4173250" y="2253025"/>
                <a:ext cx="42550" cy="54450"/>
              </a:xfrm>
              <a:custGeom>
                <a:avLst/>
                <a:gdLst/>
                <a:ahLst/>
                <a:cxnLst/>
                <a:rect l="l" t="t" r="r" b="b"/>
                <a:pathLst>
                  <a:path w="1702" h="2178" extrusionOk="0">
                    <a:moveTo>
                      <a:pt x="38" y="0"/>
                    </a:moveTo>
                    <a:cubicBezTo>
                      <a:pt x="17" y="0"/>
                      <a:pt x="0" y="9"/>
                      <a:pt x="0" y="25"/>
                    </a:cubicBezTo>
                    <a:cubicBezTo>
                      <a:pt x="0" y="426"/>
                      <a:pt x="134" y="859"/>
                      <a:pt x="301" y="1226"/>
                    </a:cubicBezTo>
                    <a:cubicBezTo>
                      <a:pt x="401" y="1527"/>
                      <a:pt x="634" y="2027"/>
                      <a:pt x="968" y="2160"/>
                    </a:cubicBezTo>
                    <a:cubicBezTo>
                      <a:pt x="1009" y="2172"/>
                      <a:pt x="1049" y="2178"/>
                      <a:pt x="1089" y="2178"/>
                    </a:cubicBezTo>
                    <a:cubicBezTo>
                      <a:pt x="1270" y="2178"/>
                      <a:pt x="1425" y="2058"/>
                      <a:pt x="1535" y="1893"/>
                    </a:cubicBezTo>
                    <a:cubicBezTo>
                      <a:pt x="1702" y="1560"/>
                      <a:pt x="1501" y="1226"/>
                      <a:pt x="1335" y="993"/>
                    </a:cubicBezTo>
                    <a:cubicBezTo>
                      <a:pt x="1314" y="972"/>
                      <a:pt x="1293" y="964"/>
                      <a:pt x="1276" y="964"/>
                    </a:cubicBezTo>
                    <a:cubicBezTo>
                      <a:pt x="1236" y="964"/>
                      <a:pt x="1212" y="1003"/>
                      <a:pt x="1235" y="1026"/>
                    </a:cubicBezTo>
                    <a:cubicBezTo>
                      <a:pt x="1301" y="1160"/>
                      <a:pt x="1368" y="1260"/>
                      <a:pt x="1401" y="1426"/>
                    </a:cubicBezTo>
                    <a:cubicBezTo>
                      <a:pt x="1468" y="1527"/>
                      <a:pt x="1468" y="1660"/>
                      <a:pt x="1368" y="1727"/>
                    </a:cubicBezTo>
                    <a:cubicBezTo>
                      <a:pt x="1392" y="1873"/>
                      <a:pt x="1363" y="1966"/>
                      <a:pt x="1254" y="1966"/>
                    </a:cubicBezTo>
                    <a:cubicBezTo>
                      <a:pt x="1214" y="1966"/>
                      <a:pt x="1164" y="1954"/>
                      <a:pt x="1101" y="1927"/>
                    </a:cubicBezTo>
                    <a:cubicBezTo>
                      <a:pt x="868" y="1927"/>
                      <a:pt x="834" y="1860"/>
                      <a:pt x="701" y="1660"/>
                    </a:cubicBezTo>
                    <a:cubicBezTo>
                      <a:pt x="668" y="1560"/>
                      <a:pt x="567" y="1426"/>
                      <a:pt x="534" y="1360"/>
                    </a:cubicBezTo>
                    <a:cubicBezTo>
                      <a:pt x="334" y="926"/>
                      <a:pt x="201" y="492"/>
                      <a:pt x="100" y="25"/>
                    </a:cubicBezTo>
                    <a:cubicBezTo>
                      <a:pt x="84" y="9"/>
                      <a:pt x="59" y="0"/>
                      <a:pt x="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58"/>
              <p:cNvSpPr/>
              <p:nvPr/>
            </p:nvSpPr>
            <p:spPr>
              <a:xfrm>
                <a:off x="4264150" y="2561375"/>
                <a:ext cx="50900" cy="50150"/>
              </a:xfrm>
              <a:custGeom>
                <a:avLst/>
                <a:gdLst/>
                <a:ahLst/>
                <a:cxnLst/>
                <a:rect l="l" t="t" r="r" b="b"/>
                <a:pathLst>
                  <a:path w="2036" h="2006" extrusionOk="0">
                    <a:moveTo>
                      <a:pt x="667" y="34"/>
                    </a:moveTo>
                    <a:cubicBezTo>
                      <a:pt x="679" y="45"/>
                      <a:pt x="686" y="48"/>
                      <a:pt x="690" y="48"/>
                    </a:cubicBezTo>
                    <a:cubicBezTo>
                      <a:pt x="697" y="48"/>
                      <a:pt x="690" y="34"/>
                      <a:pt x="667" y="34"/>
                    </a:cubicBezTo>
                    <a:close/>
                    <a:moveTo>
                      <a:pt x="200" y="0"/>
                    </a:moveTo>
                    <a:cubicBezTo>
                      <a:pt x="134" y="0"/>
                      <a:pt x="134" y="34"/>
                      <a:pt x="100" y="34"/>
                    </a:cubicBezTo>
                    <a:cubicBezTo>
                      <a:pt x="0" y="734"/>
                      <a:pt x="401" y="1868"/>
                      <a:pt x="1235" y="2002"/>
                    </a:cubicBezTo>
                    <a:cubicBezTo>
                      <a:pt x="1259" y="2004"/>
                      <a:pt x="1283" y="2005"/>
                      <a:pt x="1306" y="2005"/>
                    </a:cubicBezTo>
                    <a:cubicBezTo>
                      <a:pt x="1601" y="2005"/>
                      <a:pt x="1809" y="1813"/>
                      <a:pt x="1902" y="1535"/>
                    </a:cubicBezTo>
                    <a:cubicBezTo>
                      <a:pt x="2035" y="1101"/>
                      <a:pt x="1702" y="734"/>
                      <a:pt x="1401" y="434"/>
                    </a:cubicBezTo>
                    <a:cubicBezTo>
                      <a:pt x="1393" y="426"/>
                      <a:pt x="1378" y="421"/>
                      <a:pt x="1362" y="421"/>
                    </a:cubicBezTo>
                    <a:cubicBezTo>
                      <a:pt x="1312" y="421"/>
                      <a:pt x="1243" y="459"/>
                      <a:pt x="1268" y="534"/>
                    </a:cubicBezTo>
                    <a:cubicBezTo>
                      <a:pt x="1435" y="768"/>
                      <a:pt x="1735" y="1101"/>
                      <a:pt x="1668" y="1435"/>
                    </a:cubicBezTo>
                    <a:cubicBezTo>
                      <a:pt x="1619" y="1670"/>
                      <a:pt x="1500" y="1754"/>
                      <a:pt x="1358" y="1754"/>
                    </a:cubicBezTo>
                    <a:cubicBezTo>
                      <a:pt x="1119" y="1754"/>
                      <a:pt x="814" y="1515"/>
                      <a:pt x="667" y="1368"/>
                    </a:cubicBezTo>
                    <a:cubicBezTo>
                      <a:pt x="434" y="1134"/>
                      <a:pt x="334" y="868"/>
                      <a:pt x="267" y="567"/>
                    </a:cubicBezTo>
                    <a:cubicBezTo>
                      <a:pt x="267" y="501"/>
                      <a:pt x="200" y="234"/>
                      <a:pt x="234" y="134"/>
                    </a:cubicBezTo>
                    <a:cubicBezTo>
                      <a:pt x="367" y="67"/>
                      <a:pt x="567" y="67"/>
                      <a:pt x="667" y="34"/>
                    </a:cubicBezTo>
                    <a:cubicBezTo>
                      <a:pt x="501" y="34"/>
                      <a:pt x="367" y="0"/>
                      <a:pt x="2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58"/>
              <p:cNvSpPr/>
              <p:nvPr/>
            </p:nvSpPr>
            <p:spPr>
              <a:xfrm>
                <a:off x="4057325" y="2324525"/>
                <a:ext cx="29225" cy="50700"/>
              </a:xfrm>
              <a:custGeom>
                <a:avLst/>
                <a:gdLst/>
                <a:ahLst/>
                <a:cxnLst/>
                <a:rect l="l" t="t" r="r" b="b"/>
                <a:pathLst>
                  <a:path w="1169" h="2028" extrusionOk="0">
                    <a:moveTo>
                      <a:pt x="301" y="1"/>
                    </a:moveTo>
                    <a:lnTo>
                      <a:pt x="301" y="1"/>
                    </a:lnTo>
                    <a:cubicBezTo>
                      <a:pt x="1" y="668"/>
                      <a:pt x="368" y="1535"/>
                      <a:pt x="868" y="2002"/>
                    </a:cubicBezTo>
                    <a:cubicBezTo>
                      <a:pt x="885" y="2019"/>
                      <a:pt x="918" y="2027"/>
                      <a:pt x="947" y="2027"/>
                    </a:cubicBezTo>
                    <a:cubicBezTo>
                      <a:pt x="976" y="2027"/>
                      <a:pt x="1001" y="2019"/>
                      <a:pt x="1001" y="2002"/>
                    </a:cubicBezTo>
                    <a:cubicBezTo>
                      <a:pt x="1168" y="1635"/>
                      <a:pt x="1168" y="1235"/>
                      <a:pt x="968" y="902"/>
                    </a:cubicBezTo>
                    <a:cubicBezTo>
                      <a:pt x="950" y="893"/>
                      <a:pt x="935" y="888"/>
                      <a:pt x="922" y="888"/>
                    </a:cubicBezTo>
                    <a:cubicBezTo>
                      <a:pt x="886" y="888"/>
                      <a:pt x="868" y="919"/>
                      <a:pt x="868" y="968"/>
                    </a:cubicBezTo>
                    <a:cubicBezTo>
                      <a:pt x="957" y="1265"/>
                      <a:pt x="993" y="1562"/>
                      <a:pt x="883" y="1812"/>
                    </a:cubicBezTo>
                    <a:lnTo>
                      <a:pt x="883" y="1812"/>
                    </a:lnTo>
                    <a:cubicBezTo>
                      <a:pt x="420" y="1298"/>
                      <a:pt x="301" y="694"/>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58"/>
              <p:cNvSpPr/>
              <p:nvPr/>
            </p:nvSpPr>
            <p:spPr>
              <a:xfrm>
                <a:off x="3960600" y="2149900"/>
                <a:ext cx="50100" cy="37600"/>
              </a:xfrm>
              <a:custGeom>
                <a:avLst/>
                <a:gdLst/>
                <a:ahLst/>
                <a:cxnLst/>
                <a:rect l="l" t="t" r="r" b="b"/>
                <a:pathLst>
                  <a:path w="2004" h="1504" extrusionOk="0">
                    <a:moveTo>
                      <a:pt x="494" y="0"/>
                    </a:moveTo>
                    <a:cubicBezTo>
                      <a:pt x="487" y="0"/>
                      <a:pt x="477" y="4"/>
                      <a:pt x="467" y="14"/>
                    </a:cubicBezTo>
                    <a:cubicBezTo>
                      <a:pt x="0" y="381"/>
                      <a:pt x="167" y="1215"/>
                      <a:pt x="667" y="1449"/>
                    </a:cubicBezTo>
                    <a:cubicBezTo>
                      <a:pt x="755" y="1486"/>
                      <a:pt x="857" y="1504"/>
                      <a:pt x="965" y="1504"/>
                    </a:cubicBezTo>
                    <a:cubicBezTo>
                      <a:pt x="1434" y="1504"/>
                      <a:pt x="2004" y="1170"/>
                      <a:pt x="1868" y="681"/>
                    </a:cubicBezTo>
                    <a:cubicBezTo>
                      <a:pt x="1868" y="665"/>
                      <a:pt x="1852" y="656"/>
                      <a:pt x="1835" y="656"/>
                    </a:cubicBezTo>
                    <a:cubicBezTo>
                      <a:pt x="1818" y="656"/>
                      <a:pt x="1802" y="665"/>
                      <a:pt x="1802" y="681"/>
                    </a:cubicBezTo>
                    <a:cubicBezTo>
                      <a:pt x="1668" y="848"/>
                      <a:pt x="1635" y="1048"/>
                      <a:pt x="1401" y="1182"/>
                    </a:cubicBezTo>
                    <a:cubicBezTo>
                      <a:pt x="1278" y="1264"/>
                      <a:pt x="1141" y="1321"/>
                      <a:pt x="992" y="1321"/>
                    </a:cubicBezTo>
                    <a:cubicBezTo>
                      <a:pt x="900" y="1321"/>
                      <a:pt x="803" y="1299"/>
                      <a:pt x="701" y="1248"/>
                    </a:cubicBezTo>
                    <a:cubicBezTo>
                      <a:pt x="234" y="1048"/>
                      <a:pt x="200" y="414"/>
                      <a:pt x="467" y="48"/>
                    </a:cubicBezTo>
                    <a:cubicBezTo>
                      <a:pt x="515" y="24"/>
                      <a:pt x="512" y="0"/>
                      <a:pt x="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58"/>
              <p:cNvSpPr/>
              <p:nvPr/>
            </p:nvSpPr>
            <p:spPr>
              <a:xfrm>
                <a:off x="4190750" y="1867550"/>
                <a:ext cx="25875" cy="48175"/>
              </a:xfrm>
              <a:custGeom>
                <a:avLst/>
                <a:gdLst/>
                <a:ahLst/>
                <a:cxnLst/>
                <a:rect l="l" t="t" r="r" b="b"/>
                <a:pathLst>
                  <a:path w="1035" h="1927" extrusionOk="0">
                    <a:moveTo>
                      <a:pt x="435" y="0"/>
                    </a:moveTo>
                    <a:lnTo>
                      <a:pt x="435" y="0"/>
                    </a:lnTo>
                    <a:cubicBezTo>
                      <a:pt x="201" y="267"/>
                      <a:pt x="101" y="567"/>
                      <a:pt x="34" y="901"/>
                    </a:cubicBezTo>
                    <a:cubicBezTo>
                      <a:pt x="1" y="1134"/>
                      <a:pt x="1" y="1601"/>
                      <a:pt x="168" y="1801"/>
                    </a:cubicBezTo>
                    <a:cubicBezTo>
                      <a:pt x="237" y="1890"/>
                      <a:pt x="311" y="1927"/>
                      <a:pt x="386" y="1927"/>
                    </a:cubicBezTo>
                    <a:cubicBezTo>
                      <a:pt x="706" y="1927"/>
                      <a:pt x="1035" y="1244"/>
                      <a:pt x="1035" y="1001"/>
                    </a:cubicBezTo>
                    <a:cubicBezTo>
                      <a:pt x="1035" y="962"/>
                      <a:pt x="1012" y="946"/>
                      <a:pt x="986" y="946"/>
                    </a:cubicBezTo>
                    <a:cubicBezTo>
                      <a:pt x="968" y="946"/>
                      <a:pt x="949" y="954"/>
                      <a:pt x="935" y="967"/>
                    </a:cubicBezTo>
                    <a:cubicBezTo>
                      <a:pt x="835" y="1134"/>
                      <a:pt x="768" y="1301"/>
                      <a:pt x="635" y="1434"/>
                    </a:cubicBezTo>
                    <a:cubicBezTo>
                      <a:pt x="557" y="1486"/>
                      <a:pt x="499" y="1599"/>
                      <a:pt x="399" y="1599"/>
                    </a:cubicBezTo>
                    <a:cubicBezTo>
                      <a:pt x="370" y="1599"/>
                      <a:pt x="338" y="1590"/>
                      <a:pt x="301" y="1568"/>
                    </a:cubicBezTo>
                    <a:cubicBezTo>
                      <a:pt x="268" y="1501"/>
                      <a:pt x="268" y="1301"/>
                      <a:pt x="201" y="1201"/>
                    </a:cubicBezTo>
                    <a:cubicBezTo>
                      <a:pt x="201" y="801"/>
                      <a:pt x="301" y="434"/>
                      <a:pt x="4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1" name="Google Shape;4671;p58"/>
              <p:cNvSpPr/>
              <p:nvPr/>
            </p:nvSpPr>
            <p:spPr>
              <a:xfrm>
                <a:off x="4287500" y="2237575"/>
                <a:ext cx="49225" cy="42100"/>
              </a:xfrm>
              <a:custGeom>
                <a:avLst/>
                <a:gdLst/>
                <a:ahLst/>
                <a:cxnLst/>
                <a:rect l="l" t="t" r="r" b="b"/>
                <a:pathLst>
                  <a:path w="1969" h="1684" extrusionOk="0">
                    <a:moveTo>
                      <a:pt x="1013" y="1"/>
                    </a:moveTo>
                    <a:cubicBezTo>
                      <a:pt x="979" y="1"/>
                      <a:pt x="941" y="49"/>
                      <a:pt x="968" y="76"/>
                    </a:cubicBezTo>
                    <a:cubicBezTo>
                      <a:pt x="1134" y="310"/>
                      <a:pt x="1301" y="510"/>
                      <a:pt x="1435" y="744"/>
                    </a:cubicBezTo>
                    <a:cubicBezTo>
                      <a:pt x="1546" y="939"/>
                      <a:pt x="1705" y="1439"/>
                      <a:pt x="1459" y="1439"/>
                    </a:cubicBezTo>
                    <a:cubicBezTo>
                      <a:pt x="1412" y="1439"/>
                      <a:pt x="1349" y="1421"/>
                      <a:pt x="1268" y="1377"/>
                    </a:cubicBezTo>
                    <a:cubicBezTo>
                      <a:pt x="1068" y="1244"/>
                      <a:pt x="801" y="1044"/>
                      <a:pt x="634" y="877"/>
                    </a:cubicBezTo>
                    <a:lnTo>
                      <a:pt x="401" y="643"/>
                    </a:lnTo>
                    <a:cubicBezTo>
                      <a:pt x="334" y="577"/>
                      <a:pt x="301" y="510"/>
                      <a:pt x="234" y="477"/>
                    </a:cubicBezTo>
                    <a:cubicBezTo>
                      <a:pt x="189" y="388"/>
                      <a:pt x="175" y="358"/>
                      <a:pt x="209" y="358"/>
                    </a:cubicBezTo>
                    <a:cubicBezTo>
                      <a:pt x="226" y="358"/>
                      <a:pt x="256" y="366"/>
                      <a:pt x="301" y="377"/>
                    </a:cubicBezTo>
                    <a:cubicBezTo>
                      <a:pt x="328" y="238"/>
                      <a:pt x="217" y="168"/>
                      <a:pt x="102" y="168"/>
                    </a:cubicBezTo>
                    <a:cubicBezTo>
                      <a:pt x="79" y="168"/>
                      <a:pt x="56" y="171"/>
                      <a:pt x="34" y="176"/>
                    </a:cubicBezTo>
                    <a:cubicBezTo>
                      <a:pt x="0" y="176"/>
                      <a:pt x="0" y="210"/>
                      <a:pt x="0" y="277"/>
                    </a:cubicBezTo>
                    <a:cubicBezTo>
                      <a:pt x="267" y="677"/>
                      <a:pt x="534" y="1110"/>
                      <a:pt x="968" y="1377"/>
                    </a:cubicBezTo>
                    <a:cubicBezTo>
                      <a:pt x="1100" y="1510"/>
                      <a:pt x="1316" y="1684"/>
                      <a:pt x="1533" y="1684"/>
                    </a:cubicBezTo>
                    <a:cubicBezTo>
                      <a:pt x="1590" y="1684"/>
                      <a:pt x="1646" y="1672"/>
                      <a:pt x="1702" y="1644"/>
                    </a:cubicBezTo>
                    <a:cubicBezTo>
                      <a:pt x="1968" y="1511"/>
                      <a:pt x="1868" y="1177"/>
                      <a:pt x="1802" y="977"/>
                    </a:cubicBezTo>
                    <a:cubicBezTo>
                      <a:pt x="1668" y="543"/>
                      <a:pt x="1435" y="277"/>
                      <a:pt x="1034" y="10"/>
                    </a:cubicBezTo>
                    <a:cubicBezTo>
                      <a:pt x="1028" y="3"/>
                      <a:pt x="1020" y="1"/>
                      <a:pt x="101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58"/>
              <p:cNvSpPr/>
              <p:nvPr/>
            </p:nvSpPr>
            <p:spPr>
              <a:xfrm>
                <a:off x="3955600" y="1730800"/>
                <a:ext cx="33375" cy="28700"/>
              </a:xfrm>
              <a:custGeom>
                <a:avLst/>
                <a:gdLst/>
                <a:ahLst/>
                <a:cxnLst/>
                <a:rect l="l" t="t" r="r" b="b"/>
                <a:pathLst>
                  <a:path w="1335" h="1148" extrusionOk="0">
                    <a:moveTo>
                      <a:pt x="862" y="0"/>
                    </a:moveTo>
                    <a:cubicBezTo>
                      <a:pt x="685" y="0"/>
                      <a:pt x="508" y="92"/>
                      <a:pt x="367" y="233"/>
                    </a:cubicBezTo>
                    <a:cubicBezTo>
                      <a:pt x="167" y="400"/>
                      <a:pt x="0" y="733"/>
                      <a:pt x="167" y="967"/>
                    </a:cubicBezTo>
                    <a:cubicBezTo>
                      <a:pt x="212" y="1080"/>
                      <a:pt x="304" y="1147"/>
                      <a:pt x="410" y="1147"/>
                    </a:cubicBezTo>
                    <a:cubicBezTo>
                      <a:pt x="460" y="1147"/>
                      <a:pt x="514" y="1132"/>
                      <a:pt x="567" y="1100"/>
                    </a:cubicBezTo>
                    <a:cubicBezTo>
                      <a:pt x="601" y="1067"/>
                      <a:pt x="701" y="1034"/>
                      <a:pt x="734" y="967"/>
                    </a:cubicBezTo>
                    <a:cubicBezTo>
                      <a:pt x="734" y="967"/>
                      <a:pt x="755" y="925"/>
                      <a:pt x="767" y="900"/>
                    </a:cubicBezTo>
                    <a:lnTo>
                      <a:pt x="834" y="867"/>
                    </a:lnTo>
                    <a:lnTo>
                      <a:pt x="867" y="800"/>
                    </a:lnTo>
                    <a:cubicBezTo>
                      <a:pt x="901" y="767"/>
                      <a:pt x="934" y="767"/>
                      <a:pt x="1001" y="733"/>
                    </a:cubicBezTo>
                    <a:cubicBezTo>
                      <a:pt x="1101" y="633"/>
                      <a:pt x="1201" y="533"/>
                      <a:pt x="1234" y="400"/>
                    </a:cubicBezTo>
                    <a:cubicBezTo>
                      <a:pt x="1334" y="366"/>
                      <a:pt x="1234" y="233"/>
                      <a:pt x="1201" y="133"/>
                    </a:cubicBezTo>
                    <a:cubicBezTo>
                      <a:pt x="1095" y="40"/>
                      <a:pt x="978" y="0"/>
                      <a:pt x="8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58"/>
              <p:cNvSpPr/>
              <p:nvPr/>
            </p:nvSpPr>
            <p:spPr>
              <a:xfrm>
                <a:off x="4009925" y="1843750"/>
                <a:ext cx="27425" cy="26950"/>
              </a:xfrm>
              <a:custGeom>
                <a:avLst/>
                <a:gdLst/>
                <a:ahLst/>
                <a:cxnLst/>
                <a:rect l="l" t="t" r="r" b="b"/>
                <a:pathLst>
                  <a:path w="1097" h="1078" extrusionOk="0">
                    <a:moveTo>
                      <a:pt x="803" y="0"/>
                    </a:moveTo>
                    <a:cubicBezTo>
                      <a:pt x="668" y="0"/>
                      <a:pt x="538" y="104"/>
                      <a:pt x="429" y="185"/>
                    </a:cubicBezTo>
                    <a:cubicBezTo>
                      <a:pt x="296" y="285"/>
                      <a:pt x="229" y="418"/>
                      <a:pt x="162" y="585"/>
                    </a:cubicBezTo>
                    <a:cubicBezTo>
                      <a:pt x="0" y="840"/>
                      <a:pt x="239" y="1078"/>
                      <a:pt x="468" y="1078"/>
                    </a:cubicBezTo>
                    <a:cubicBezTo>
                      <a:pt x="569" y="1078"/>
                      <a:pt x="668" y="1031"/>
                      <a:pt x="729" y="919"/>
                    </a:cubicBezTo>
                    <a:cubicBezTo>
                      <a:pt x="796" y="752"/>
                      <a:pt x="896" y="585"/>
                      <a:pt x="929" y="418"/>
                    </a:cubicBezTo>
                    <a:cubicBezTo>
                      <a:pt x="1029" y="285"/>
                      <a:pt x="1096" y="51"/>
                      <a:pt x="896" y="18"/>
                    </a:cubicBezTo>
                    <a:cubicBezTo>
                      <a:pt x="865" y="6"/>
                      <a:pt x="834" y="0"/>
                      <a:pt x="8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58"/>
              <p:cNvSpPr/>
              <p:nvPr/>
            </p:nvSpPr>
            <p:spPr>
              <a:xfrm>
                <a:off x="4117425" y="1847275"/>
                <a:ext cx="20000" cy="35350"/>
              </a:xfrm>
              <a:custGeom>
                <a:avLst/>
                <a:gdLst/>
                <a:ahLst/>
                <a:cxnLst/>
                <a:rect l="l" t="t" r="r" b="b"/>
                <a:pathLst>
                  <a:path w="800" h="1414" extrusionOk="0">
                    <a:moveTo>
                      <a:pt x="593" y="1"/>
                    </a:moveTo>
                    <a:cubicBezTo>
                      <a:pt x="506" y="1"/>
                      <a:pt x="417" y="52"/>
                      <a:pt x="399" y="144"/>
                    </a:cubicBezTo>
                    <a:cubicBezTo>
                      <a:pt x="265" y="478"/>
                      <a:pt x="165" y="778"/>
                      <a:pt x="65" y="1111"/>
                    </a:cubicBezTo>
                    <a:cubicBezTo>
                      <a:pt x="1" y="1283"/>
                      <a:pt x="130" y="1413"/>
                      <a:pt x="283" y="1413"/>
                    </a:cubicBezTo>
                    <a:cubicBezTo>
                      <a:pt x="368" y="1413"/>
                      <a:pt x="461" y="1373"/>
                      <a:pt x="532" y="1278"/>
                    </a:cubicBezTo>
                    <a:cubicBezTo>
                      <a:pt x="732" y="911"/>
                      <a:pt x="799" y="544"/>
                      <a:pt x="766" y="111"/>
                    </a:cubicBezTo>
                    <a:cubicBezTo>
                      <a:pt x="736" y="35"/>
                      <a:pt x="665" y="1"/>
                      <a:pt x="5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58"/>
              <p:cNvSpPr/>
              <p:nvPr/>
            </p:nvSpPr>
            <p:spPr>
              <a:xfrm>
                <a:off x="4023975" y="1932475"/>
                <a:ext cx="32325" cy="31525"/>
              </a:xfrm>
              <a:custGeom>
                <a:avLst/>
                <a:gdLst/>
                <a:ahLst/>
                <a:cxnLst/>
                <a:rect l="l" t="t" r="r" b="b"/>
                <a:pathLst>
                  <a:path w="1293" h="1261" extrusionOk="0">
                    <a:moveTo>
                      <a:pt x="985" y="1"/>
                    </a:moveTo>
                    <a:cubicBezTo>
                      <a:pt x="969" y="1"/>
                      <a:pt x="952" y="2"/>
                      <a:pt x="934" y="5"/>
                    </a:cubicBezTo>
                    <a:cubicBezTo>
                      <a:pt x="668" y="38"/>
                      <a:pt x="501" y="205"/>
                      <a:pt x="367" y="405"/>
                    </a:cubicBezTo>
                    <a:cubicBezTo>
                      <a:pt x="201" y="572"/>
                      <a:pt x="0" y="839"/>
                      <a:pt x="101" y="1072"/>
                    </a:cubicBezTo>
                    <a:cubicBezTo>
                      <a:pt x="127" y="1177"/>
                      <a:pt x="193" y="1260"/>
                      <a:pt x="317" y="1260"/>
                    </a:cubicBezTo>
                    <a:cubicBezTo>
                      <a:pt x="351" y="1260"/>
                      <a:pt x="390" y="1254"/>
                      <a:pt x="434" y="1239"/>
                    </a:cubicBezTo>
                    <a:cubicBezTo>
                      <a:pt x="634" y="1206"/>
                      <a:pt x="701" y="1006"/>
                      <a:pt x="834" y="839"/>
                    </a:cubicBezTo>
                    <a:cubicBezTo>
                      <a:pt x="968" y="672"/>
                      <a:pt x="1135" y="539"/>
                      <a:pt x="1201" y="372"/>
                    </a:cubicBezTo>
                    <a:cubicBezTo>
                      <a:pt x="1293" y="158"/>
                      <a:pt x="1161" y="1"/>
                      <a:pt x="98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58"/>
              <p:cNvSpPr/>
              <p:nvPr/>
            </p:nvSpPr>
            <p:spPr>
              <a:xfrm>
                <a:off x="3934200" y="1915100"/>
                <a:ext cx="25250" cy="21900"/>
              </a:xfrm>
              <a:custGeom>
                <a:avLst/>
                <a:gdLst/>
                <a:ahLst/>
                <a:cxnLst/>
                <a:rect l="l" t="t" r="r" b="b"/>
                <a:pathLst>
                  <a:path w="1010" h="876" extrusionOk="0">
                    <a:moveTo>
                      <a:pt x="704" y="0"/>
                    </a:moveTo>
                    <a:cubicBezTo>
                      <a:pt x="654" y="0"/>
                      <a:pt x="602" y="20"/>
                      <a:pt x="556" y="66"/>
                    </a:cubicBezTo>
                    <a:cubicBezTo>
                      <a:pt x="456" y="133"/>
                      <a:pt x="356" y="233"/>
                      <a:pt x="256" y="333"/>
                    </a:cubicBezTo>
                    <a:cubicBezTo>
                      <a:pt x="189" y="400"/>
                      <a:pt x="56" y="500"/>
                      <a:pt x="56" y="667"/>
                    </a:cubicBezTo>
                    <a:cubicBezTo>
                      <a:pt x="0" y="806"/>
                      <a:pt x="83" y="875"/>
                      <a:pt x="190" y="875"/>
                    </a:cubicBezTo>
                    <a:cubicBezTo>
                      <a:pt x="211" y="875"/>
                      <a:pt x="234" y="872"/>
                      <a:pt x="256" y="867"/>
                    </a:cubicBezTo>
                    <a:cubicBezTo>
                      <a:pt x="389" y="833"/>
                      <a:pt x="523" y="733"/>
                      <a:pt x="589" y="667"/>
                    </a:cubicBezTo>
                    <a:cubicBezTo>
                      <a:pt x="689" y="567"/>
                      <a:pt x="756" y="433"/>
                      <a:pt x="856" y="366"/>
                    </a:cubicBezTo>
                    <a:cubicBezTo>
                      <a:pt x="1010" y="213"/>
                      <a:pt x="869" y="0"/>
                      <a:pt x="7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58"/>
              <p:cNvSpPr/>
              <p:nvPr/>
            </p:nvSpPr>
            <p:spPr>
              <a:xfrm>
                <a:off x="3948925" y="2001800"/>
                <a:ext cx="30050" cy="36725"/>
              </a:xfrm>
              <a:custGeom>
                <a:avLst/>
                <a:gdLst/>
                <a:ahLst/>
                <a:cxnLst/>
                <a:rect l="l" t="t" r="r" b="b"/>
                <a:pathLst>
                  <a:path w="1202" h="1469" extrusionOk="0">
                    <a:moveTo>
                      <a:pt x="868" y="1"/>
                    </a:moveTo>
                    <a:cubicBezTo>
                      <a:pt x="768" y="1"/>
                      <a:pt x="667" y="1"/>
                      <a:pt x="634" y="101"/>
                    </a:cubicBezTo>
                    <a:cubicBezTo>
                      <a:pt x="434" y="401"/>
                      <a:pt x="267" y="668"/>
                      <a:pt x="100" y="968"/>
                    </a:cubicBezTo>
                    <a:cubicBezTo>
                      <a:pt x="34" y="1068"/>
                      <a:pt x="0" y="1235"/>
                      <a:pt x="100" y="1302"/>
                    </a:cubicBezTo>
                    <a:cubicBezTo>
                      <a:pt x="167" y="1402"/>
                      <a:pt x="200" y="1468"/>
                      <a:pt x="367" y="1468"/>
                    </a:cubicBezTo>
                    <a:cubicBezTo>
                      <a:pt x="467" y="1468"/>
                      <a:pt x="634" y="1435"/>
                      <a:pt x="667" y="1302"/>
                    </a:cubicBezTo>
                    <a:cubicBezTo>
                      <a:pt x="816" y="1005"/>
                      <a:pt x="938" y="708"/>
                      <a:pt x="1010" y="387"/>
                    </a:cubicBezTo>
                    <a:lnTo>
                      <a:pt x="1010" y="387"/>
                    </a:lnTo>
                    <a:cubicBezTo>
                      <a:pt x="1069" y="361"/>
                      <a:pt x="1124" y="326"/>
                      <a:pt x="1201" y="267"/>
                    </a:cubicBezTo>
                    <a:cubicBezTo>
                      <a:pt x="1201" y="234"/>
                      <a:pt x="1201" y="134"/>
                      <a:pt x="1168" y="134"/>
                    </a:cubicBezTo>
                    <a:cubicBezTo>
                      <a:pt x="1101" y="67"/>
                      <a:pt x="968" y="1"/>
                      <a:pt x="86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58"/>
              <p:cNvSpPr/>
              <p:nvPr/>
            </p:nvSpPr>
            <p:spPr>
              <a:xfrm>
                <a:off x="3881375" y="2066025"/>
                <a:ext cx="30425" cy="26075"/>
              </a:xfrm>
              <a:custGeom>
                <a:avLst/>
                <a:gdLst/>
                <a:ahLst/>
                <a:cxnLst/>
                <a:rect l="l" t="t" r="r" b="b"/>
                <a:pathLst>
                  <a:path w="1217" h="1043" extrusionOk="0">
                    <a:moveTo>
                      <a:pt x="1001" y="0"/>
                    </a:moveTo>
                    <a:cubicBezTo>
                      <a:pt x="901" y="0"/>
                      <a:pt x="801" y="67"/>
                      <a:pt x="701" y="134"/>
                    </a:cubicBezTo>
                    <a:cubicBezTo>
                      <a:pt x="501" y="234"/>
                      <a:pt x="334" y="367"/>
                      <a:pt x="134" y="500"/>
                    </a:cubicBezTo>
                    <a:cubicBezTo>
                      <a:pt x="0" y="634"/>
                      <a:pt x="0" y="867"/>
                      <a:pt x="134" y="967"/>
                    </a:cubicBezTo>
                    <a:cubicBezTo>
                      <a:pt x="184" y="1018"/>
                      <a:pt x="267" y="1043"/>
                      <a:pt x="351" y="1043"/>
                    </a:cubicBezTo>
                    <a:cubicBezTo>
                      <a:pt x="434" y="1043"/>
                      <a:pt x="517" y="1018"/>
                      <a:pt x="567" y="967"/>
                    </a:cubicBezTo>
                    <a:cubicBezTo>
                      <a:pt x="801" y="801"/>
                      <a:pt x="1034" y="567"/>
                      <a:pt x="1168" y="334"/>
                    </a:cubicBezTo>
                    <a:cubicBezTo>
                      <a:pt x="1201" y="234"/>
                      <a:pt x="1201" y="167"/>
                      <a:pt x="1168" y="67"/>
                    </a:cubicBezTo>
                    <a:lnTo>
                      <a:pt x="1168" y="67"/>
                    </a:lnTo>
                    <a:cubicBezTo>
                      <a:pt x="1189" y="99"/>
                      <a:pt x="1200" y="110"/>
                      <a:pt x="1205" y="110"/>
                    </a:cubicBezTo>
                    <a:cubicBezTo>
                      <a:pt x="1217" y="110"/>
                      <a:pt x="1201" y="56"/>
                      <a:pt x="1201" y="33"/>
                    </a:cubicBezTo>
                    <a:cubicBezTo>
                      <a:pt x="1167" y="33"/>
                      <a:pt x="1151" y="36"/>
                      <a:pt x="1144" y="38"/>
                    </a:cubicBezTo>
                    <a:lnTo>
                      <a:pt x="1144" y="38"/>
                    </a:lnTo>
                    <a:cubicBezTo>
                      <a:pt x="1141" y="37"/>
                      <a:pt x="1138" y="35"/>
                      <a:pt x="1135" y="33"/>
                    </a:cubicBezTo>
                    <a:cubicBezTo>
                      <a:pt x="1068" y="33"/>
                      <a:pt x="1034" y="0"/>
                      <a:pt x="100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4679;p58"/>
              <p:cNvSpPr/>
              <p:nvPr/>
            </p:nvSpPr>
            <p:spPr>
              <a:xfrm>
                <a:off x="4058375" y="1970250"/>
                <a:ext cx="36500" cy="35675"/>
              </a:xfrm>
              <a:custGeom>
                <a:avLst/>
                <a:gdLst/>
                <a:ahLst/>
                <a:cxnLst/>
                <a:rect l="l" t="t" r="r" b="b"/>
                <a:pathLst>
                  <a:path w="1460" h="1427" extrusionOk="0">
                    <a:moveTo>
                      <a:pt x="1310" y="1"/>
                    </a:moveTo>
                    <a:cubicBezTo>
                      <a:pt x="1288" y="1"/>
                      <a:pt x="1269" y="9"/>
                      <a:pt x="1260" y="28"/>
                    </a:cubicBezTo>
                    <a:cubicBezTo>
                      <a:pt x="1093" y="195"/>
                      <a:pt x="926" y="329"/>
                      <a:pt x="759" y="495"/>
                    </a:cubicBezTo>
                    <a:cubicBezTo>
                      <a:pt x="593" y="662"/>
                      <a:pt x="392" y="796"/>
                      <a:pt x="226" y="962"/>
                    </a:cubicBezTo>
                    <a:cubicBezTo>
                      <a:pt x="1" y="1159"/>
                      <a:pt x="202" y="1427"/>
                      <a:pt x="450" y="1427"/>
                    </a:cubicBezTo>
                    <a:cubicBezTo>
                      <a:pt x="497" y="1427"/>
                      <a:pt x="545" y="1417"/>
                      <a:pt x="593" y="1396"/>
                    </a:cubicBezTo>
                    <a:cubicBezTo>
                      <a:pt x="826" y="1263"/>
                      <a:pt x="1060" y="1062"/>
                      <a:pt x="1226" y="862"/>
                    </a:cubicBezTo>
                    <a:cubicBezTo>
                      <a:pt x="1360" y="662"/>
                      <a:pt x="1426" y="362"/>
                      <a:pt x="1460" y="95"/>
                    </a:cubicBezTo>
                    <a:cubicBezTo>
                      <a:pt x="1436" y="48"/>
                      <a:pt x="1363" y="1"/>
                      <a:pt x="13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4680;p58"/>
              <p:cNvSpPr/>
              <p:nvPr/>
            </p:nvSpPr>
            <p:spPr>
              <a:xfrm>
                <a:off x="4071200" y="1587950"/>
                <a:ext cx="24275" cy="20100"/>
              </a:xfrm>
              <a:custGeom>
                <a:avLst/>
                <a:gdLst/>
                <a:ahLst/>
                <a:cxnLst/>
                <a:rect l="l" t="t" r="r" b="b"/>
                <a:pathLst>
                  <a:path w="971" h="804" extrusionOk="0">
                    <a:moveTo>
                      <a:pt x="228" y="1"/>
                    </a:moveTo>
                    <a:cubicBezTo>
                      <a:pt x="64" y="1"/>
                      <a:pt x="1" y="279"/>
                      <a:pt x="213" y="310"/>
                    </a:cubicBezTo>
                    <a:cubicBezTo>
                      <a:pt x="313" y="343"/>
                      <a:pt x="413" y="443"/>
                      <a:pt x="480" y="510"/>
                    </a:cubicBezTo>
                    <a:cubicBezTo>
                      <a:pt x="580" y="610"/>
                      <a:pt x="647" y="677"/>
                      <a:pt x="780" y="777"/>
                    </a:cubicBezTo>
                    <a:cubicBezTo>
                      <a:pt x="799" y="795"/>
                      <a:pt x="823" y="804"/>
                      <a:pt x="846" y="804"/>
                    </a:cubicBezTo>
                    <a:cubicBezTo>
                      <a:pt x="908" y="804"/>
                      <a:pt x="971" y="749"/>
                      <a:pt x="947" y="677"/>
                    </a:cubicBezTo>
                    <a:cubicBezTo>
                      <a:pt x="913" y="510"/>
                      <a:pt x="813" y="410"/>
                      <a:pt x="680" y="276"/>
                    </a:cubicBezTo>
                    <a:cubicBezTo>
                      <a:pt x="580" y="143"/>
                      <a:pt x="446" y="76"/>
                      <a:pt x="280" y="9"/>
                    </a:cubicBezTo>
                    <a:cubicBezTo>
                      <a:pt x="262" y="3"/>
                      <a:pt x="244" y="1"/>
                      <a:pt x="2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58"/>
              <p:cNvSpPr/>
              <p:nvPr/>
            </p:nvSpPr>
            <p:spPr>
              <a:xfrm>
                <a:off x="4074850" y="1645925"/>
                <a:ext cx="29200" cy="9700"/>
              </a:xfrm>
              <a:custGeom>
                <a:avLst/>
                <a:gdLst/>
                <a:ahLst/>
                <a:cxnLst/>
                <a:rect l="l" t="t" r="r" b="b"/>
                <a:pathLst>
                  <a:path w="1168" h="388" extrusionOk="0">
                    <a:moveTo>
                      <a:pt x="351" y="0"/>
                    </a:moveTo>
                    <a:cubicBezTo>
                      <a:pt x="267" y="0"/>
                      <a:pt x="184" y="9"/>
                      <a:pt x="100" y="25"/>
                    </a:cubicBezTo>
                    <a:cubicBezTo>
                      <a:pt x="0" y="25"/>
                      <a:pt x="0" y="126"/>
                      <a:pt x="67" y="159"/>
                    </a:cubicBezTo>
                    <a:cubicBezTo>
                      <a:pt x="200" y="259"/>
                      <a:pt x="401" y="292"/>
                      <a:pt x="567" y="326"/>
                    </a:cubicBezTo>
                    <a:cubicBezTo>
                      <a:pt x="659" y="349"/>
                      <a:pt x="783" y="388"/>
                      <a:pt x="895" y="388"/>
                    </a:cubicBezTo>
                    <a:cubicBezTo>
                      <a:pt x="945" y="388"/>
                      <a:pt x="993" y="380"/>
                      <a:pt x="1034" y="359"/>
                    </a:cubicBezTo>
                    <a:cubicBezTo>
                      <a:pt x="1168" y="359"/>
                      <a:pt x="1168" y="192"/>
                      <a:pt x="1101" y="126"/>
                    </a:cubicBezTo>
                    <a:cubicBezTo>
                      <a:pt x="934" y="25"/>
                      <a:pt x="767" y="25"/>
                      <a:pt x="601" y="25"/>
                    </a:cubicBezTo>
                    <a:cubicBezTo>
                      <a:pt x="517" y="9"/>
                      <a:pt x="434" y="0"/>
                      <a:pt x="3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58"/>
              <p:cNvSpPr/>
              <p:nvPr/>
            </p:nvSpPr>
            <p:spPr>
              <a:xfrm>
                <a:off x="4136350" y="1591875"/>
                <a:ext cx="32750" cy="19900"/>
              </a:xfrm>
              <a:custGeom>
                <a:avLst/>
                <a:gdLst/>
                <a:ahLst/>
                <a:cxnLst/>
                <a:rect l="l" t="t" r="r" b="b"/>
                <a:pathLst>
                  <a:path w="1310" h="796" extrusionOk="0">
                    <a:moveTo>
                      <a:pt x="322" y="1"/>
                    </a:moveTo>
                    <a:cubicBezTo>
                      <a:pt x="131" y="1"/>
                      <a:pt x="1" y="266"/>
                      <a:pt x="175" y="353"/>
                    </a:cubicBezTo>
                    <a:cubicBezTo>
                      <a:pt x="342" y="453"/>
                      <a:pt x="542" y="586"/>
                      <a:pt x="709" y="653"/>
                    </a:cubicBezTo>
                    <a:cubicBezTo>
                      <a:pt x="846" y="735"/>
                      <a:pt x="961" y="795"/>
                      <a:pt x="1109" y="795"/>
                    </a:cubicBezTo>
                    <a:cubicBezTo>
                      <a:pt x="1141" y="795"/>
                      <a:pt x="1174" y="792"/>
                      <a:pt x="1210" y="786"/>
                    </a:cubicBezTo>
                    <a:cubicBezTo>
                      <a:pt x="1276" y="786"/>
                      <a:pt x="1310" y="686"/>
                      <a:pt x="1310" y="653"/>
                    </a:cubicBezTo>
                    <a:cubicBezTo>
                      <a:pt x="1176" y="319"/>
                      <a:pt x="709" y="186"/>
                      <a:pt x="409" y="19"/>
                    </a:cubicBezTo>
                    <a:cubicBezTo>
                      <a:pt x="379" y="6"/>
                      <a:pt x="350" y="1"/>
                      <a:pt x="3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58"/>
              <p:cNvSpPr/>
              <p:nvPr/>
            </p:nvSpPr>
            <p:spPr>
              <a:xfrm>
                <a:off x="4140125" y="1641425"/>
                <a:ext cx="38150" cy="19775"/>
              </a:xfrm>
              <a:custGeom>
                <a:avLst/>
                <a:gdLst/>
                <a:ahLst/>
                <a:cxnLst/>
                <a:rect l="l" t="t" r="r" b="b"/>
                <a:pathLst>
                  <a:path w="1526" h="791" extrusionOk="0">
                    <a:moveTo>
                      <a:pt x="205" y="1"/>
                    </a:moveTo>
                    <a:cubicBezTo>
                      <a:pt x="130" y="1"/>
                      <a:pt x="0" y="145"/>
                      <a:pt x="91" y="205"/>
                    </a:cubicBezTo>
                    <a:cubicBezTo>
                      <a:pt x="325" y="372"/>
                      <a:pt x="525" y="506"/>
                      <a:pt x="725" y="639"/>
                    </a:cubicBezTo>
                    <a:cubicBezTo>
                      <a:pt x="887" y="693"/>
                      <a:pt x="1092" y="791"/>
                      <a:pt x="1271" y="791"/>
                    </a:cubicBezTo>
                    <a:cubicBezTo>
                      <a:pt x="1313" y="791"/>
                      <a:pt x="1354" y="785"/>
                      <a:pt x="1392" y="773"/>
                    </a:cubicBezTo>
                    <a:cubicBezTo>
                      <a:pt x="1492" y="706"/>
                      <a:pt x="1526" y="639"/>
                      <a:pt x="1459" y="539"/>
                    </a:cubicBezTo>
                    <a:cubicBezTo>
                      <a:pt x="1325" y="372"/>
                      <a:pt x="1059" y="372"/>
                      <a:pt x="892" y="306"/>
                    </a:cubicBezTo>
                    <a:cubicBezTo>
                      <a:pt x="692" y="205"/>
                      <a:pt x="458" y="139"/>
                      <a:pt x="225" y="5"/>
                    </a:cubicBezTo>
                    <a:cubicBezTo>
                      <a:pt x="219" y="2"/>
                      <a:pt x="212" y="1"/>
                      <a:pt x="20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58"/>
              <p:cNvSpPr/>
              <p:nvPr/>
            </p:nvSpPr>
            <p:spPr>
              <a:xfrm>
                <a:off x="4152625" y="1687650"/>
                <a:ext cx="41775" cy="17500"/>
              </a:xfrm>
              <a:custGeom>
                <a:avLst/>
                <a:gdLst/>
                <a:ahLst/>
                <a:cxnLst/>
                <a:rect l="l" t="t" r="r" b="b"/>
                <a:pathLst>
                  <a:path w="1671" h="700" extrusionOk="0">
                    <a:moveTo>
                      <a:pt x="1442" y="0"/>
                    </a:moveTo>
                    <a:cubicBezTo>
                      <a:pt x="1415" y="0"/>
                      <a:pt x="1387" y="7"/>
                      <a:pt x="1359" y="24"/>
                    </a:cubicBezTo>
                    <a:cubicBezTo>
                      <a:pt x="992" y="291"/>
                      <a:pt x="525" y="425"/>
                      <a:pt x="58" y="458"/>
                    </a:cubicBezTo>
                    <a:cubicBezTo>
                      <a:pt x="54" y="453"/>
                      <a:pt x="49" y="451"/>
                      <a:pt x="45" y="451"/>
                    </a:cubicBezTo>
                    <a:cubicBezTo>
                      <a:pt x="18" y="451"/>
                      <a:pt x="1" y="534"/>
                      <a:pt x="58" y="591"/>
                    </a:cubicBezTo>
                    <a:cubicBezTo>
                      <a:pt x="238" y="665"/>
                      <a:pt x="417" y="699"/>
                      <a:pt x="591" y="699"/>
                    </a:cubicBezTo>
                    <a:cubicBezTo>
                      <a:pt x="964" y="699"/>
                      <a:pt x="1309" y="542"/>
                      <a:pt x="1559" y="291"/>
                    </a:cubicBezTo>
                    <a:cubicBezTo>
                      <a:pt x="1670" y="180"/>
                      <a:pt x="1574" y="0"/>
                      <a:pt x="144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5" name="Google Shape;4685;p58"/>
              <p:cNvSpPr/>
              <p:nvPr/>
            </p:nvSpPr>
            <p:spPr>
              <a:xfrm>
                <a:off x="4196225" y="1610425"/>
                <a:ext cx="29225" cy="19400"/>
              </a:xfrm>
              <a:custGeom>
                <a:avLst/>
                <a:gdLst/>
                <a:ahLst/>
                <a:cxnLst/>
                <a:rect l="l" t="t" r="r" b="b"/>
                <a:pathLst>
                  <a:path w="1169" h="776" extrusionOk="0">
                    <a:moveTo>
                      <a:pt x="188" y="0"/>
                    </a:moveTo>
                    <a:cubicBezTo>
                      <a:pt x="37" y="0"/>
                      <a:pt x="0" y="215"/>
                      <a:pt x="149" y="245"/>
                    </a:cubicBezTo>
                    <a:cubicBezTo>
                      <a:pt x="449" y="378"/>
                      <a:pt x="649" y="545"/>
                      <a:pt x="916" y="745"/>
                    </a:cubicBezTo>
                    <a:cubicBezTo>
                      <a:pt x="944" y="766"/>
                      <a:pt x="973" y="775"/>
                      <a:pt x="999" y="775"/>
                    </a:cubicBezTo>
                    <a:cubicBezTo>
                      <a:pt x="1097" y="775"/>
                      <a:pt x="1169" y="650"/>
                      <a:pt x="1116" y="545"/>
                    </a:cubicBezTo>
                    <a:cubicBezTo>
                      <a:pt x="916" y="245"/>
                      <a:pt x="582" y="78"/>
                      <a:pt x="249" y="11"/>
                    </a:cubicBezTo>
                    <a:cubicBezTo>
                      <a:pt x="227" y="4"/>
                      <a:pt x="206" y="0"/>
                      <a:pt x="1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6" name="Google Shape;4686;p58"/>
              <p:cNvSpPr/>
              <p:nvPr/>
            </p:nvSpPr>
            <p:spPr>
              <a:xfrm>
                <a:off x="4210775" y="1651825"/>
                <a:ext cx="37550" cy="11625"/>
              </a:xfrm>
              <a:custGeom>
                <a:avLst/>
                <a:gdLst/>
                <a:ahLst/>
                <a:cxnLst/>
                <a:rect l="l" t="t" r="r" b="b"/>
                <a:pathLst>
                  <a:path w="1502" h="465" extrusionOk="0">
                    <a:moveTo>
                      <a:pt x="875" y="0"/>
                    </a:moveTo>
                    <a:cubicBezTo>
                      <a:pt x="621" y="0"/>
                      <a:pt x="359" y="62"/>
                      <a:pt x="134" y="123"/>
                    </a:cubicBezTo>
                    <a:cubicBezTo>
                      <a:pt x="0" y="123"/>
                      <a:pt x="0" y="290"/>
                      <a:pt x="134" y="357"/>
                    </a:cubicBezTo>
                    <a:cubicBezTo>
                      <a:pt x="354" y="417"/>
                      <a:pt x="610" y="465"/>
                      <a:pt x="859" y="465"/>
                    </a:cubicBezTo>
                    <a:cubicBezTo>
                      <a:pt x="1025" y="465"/>
                      <a:pt x="1188" y="443"/>
                      <a:pt x="1335" y="390"/>
                    </a:cubicBezTo>
                    <a:cubicBezTo>
                      <a:pt x="1502" y="357"/>
                      <a:pt x="1502" y="123"/>
                      <a:pt x="1335" y="90"/>
                    </a:cubicBezTo>
                    <a:cubicBezTo>
                      <a:pt x="1193" y="25"/>
                      <a:pt x="1035" y="0"/>
                      <a:pt x="8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58"/>
              <p:cNvSpPr/>
              <p:nvPr/>
            </p:nvSpPr>
            <p:spPr>
              <a:xfrm>
                <a:off x="4269150" y="1637175"/>
                <a:ext cx="22550" cy="6675"/>
              </a:xfrm>
              <a:custGeom>
                <a:avLst/>
                <a:gdLst/>
                <a:ahLst/>
                <a:cxnLst/>
                <a:rect l="l" t="t" r="r" b="b"/>
                <a:pathLst>
                  <a:path w="902" h="267" extrusionOk="0">
                    <a:moveTo>
                      <a:pt x="504" y="0"/>
                    </a:moveTo>
                    <a:cubicBezTo>
                      <a:pt x="324" y="0"/>
                      <a:pt x="144" y="40"/>
                      <a:pt x="0" y="142"/>
                    </a:cubicBezTo>
                    <a:cubicBezTo>
                      <a:pt x="142" y="223"/>
                      <a:pt x="320" y="267"/>
                      <a:pt x="498" y="267"/>
                    </a:cubicBezTo>
                    <a:cubicBezTo>
                      <a:pt x="614" y="267"/>
                      <a:pt x="729" y="248"/>
                      <a:pt x="834" y="209"/>
                    </a:cubicBezTo>
                    <a:cubicBezTo>
                      <a:pt x="901" y="175"/>
                      <a:pt x="901" y="75"/>
                      <a:pt x="834" y="42"/>
                    </a:cubicBezTo>
                    <a:cubicBezTo>
                      <a:pt x="731" y="16"/>
                      <a:pt x="618" y="0"/>
                      <a:pt x="5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88" name="Google Shape;4688;p58"/>
            <p:cNvSpPr/>
            <p:nvPr/>
          </p:nvSpPr>
          <p:spPr>
            <a:xfrm>
              <a:off x="1556700" y="1121150"/>
              <a:ext cx="102550" cy="54350"/>
            </a:xfrm>
            <a:custGeom>
              <a:avLst/>
              <a:gdLst/>
              <a:ahLst/>
              <a:cxnLst/>
              <a:rect l="l" t="t" r="r" b="b"/>
              <a:pathLst>
                <a:path w="4102" h="2174" extrusionOk="0">
                  <a:moveTo>
                    <a:pt x="3726" y="0"/>
                  </a:moveTo>
                  <a:cubicBezTo>
                    <a:pt x="3573" y="0"/>
                    <a:pt x="3449" y="97"/>
                    <a:pt x="3432" y="239"/>
                  </a:cubicBezTo>
                  <a:cubicBezTo>
                    <a:pt x="3369" y="428"/>
                    <a:pt x="3264" y="616"/>
                    <a:pt x="3097" y="804"/>
                  </a:cubicBezTo>
                  <a:cubicBezTo>
                    <a:pt x="2908" y="1034"/>
                    <a:pt x="2574" y="1265"/>
                    <a:pt x="2239" y="1390"/>
                  </a:cubicBezTo>
                  <a:cubicBezTo>
                    <a:pt x="2033" y="1480"/>
                    <a:pt x="1811" y="1523"/>
                    <a:pt x="1593" y="1523"/>
                  </a:cubicBezTo>
                  <a:cubicBezTo>
                    <a:pt x="1457" y="1523"/>
                    <a:pt x="1322" y="1506"/>
                    <a:pt x="1193" y="1474"/>
                  </a:cubicBezTo>
                  <a:cubicBezTo>
                    <a:pt x="984" y="1411"/>
                    <a:pt x="774" y="1307"/>
                    <a:pt x="607" y="1139"/>
                  </a:cubicBezTo>
                  <a:cubicBezTo>
                    <a:pt x="540" y="1082"/>
                    <a:pt x="459" y="1055"/>
                    <a:pt x="380" y="1055"/>
                  </a:cubicBezTo>
                  <a:cubicBezTo>
                    <a:pt x="286" y="1055"/>
                    <a:pt x="194" y="1092"/>
                    <a:pt x="126" y="1160"/>
                  </a:cubicBezTo>
                  <a:cubicBezTo>
                    <a:pt x="0" y="1286"/>
                    <a:pt x="21" y="1495"/>
                    <a:pt x="147" y="1620"/>
                  </a:cubicBezTo>
                  <a:cubicBezTo>
                    <a:pt x="419" y="1871"/>
                    <a:pt x="732" y="2018"/>
                    <a:pt x="1046" y="2102"/>
                  </a:cubicBezTo>
                  <a:cubicBezTo>
                    <a:pt x="1223" y="2150"/>
                    <a:pt x="1409" y="2173"/>
                    <a:pt x="1598" y="2173"/>
                  </a:cubicBezTo>
                  <a:cubicBezTo>
                    <a:pt x="1899" y="2173"/>
                    <a:pt x="2207" y="2113"/>
                    <a:pt x="2490" y="1997"/>
                  </a:cubicBezTo>
                  <a:cubicBezTo>
                    <a:pt x="2929" y="1830"/>
                    <a:pt x="3327" y="1558"/>
                    <a:pt x="3599" y="1244"/>
                  </a:cubicBezTo>
                  <a:cubicBezTo>
                    <a:pt x="3850" y="972"/>
                    <a:pt x="3997" y="700"/>
                    <a:pt x="4059" y="407"/>
                  </a:cubicBezTo>
                  <a:cubicBezTo>
                    <a:pt x="4101" y="218"/>
                    <a:pt x="3997" y="30"/>
                    <a:pt x="3808" y="9"/>
                  </a:cubicBezTo>
                  <a:cubicBezTo>
                    <a:pt x="3780" y="3"/>
                    <a:pt x="3752" y="0"/>
                    <a:pt x="3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66"/>
        <p:cNvGrpSpPr/>
        <p:nvPr/>
      </p:nvGrpSpPr>
      <p:grpSpPr>
        <a:xfrm>
          <a:off x="0" y="0"/>
          <a:ext cx="0" cy="0"/>
          <a:chOff x="0" y="0"/>
          <a:chExt cx="0" cy="0"/>
        </a:xfrm>
      </p:grpSpPr>
      <p:sp>
        <p:nvSpPr>
          <p:cNvPr id="3277" name="Google Shape;3277;p45"/>
          <p:cNvSpPr txBox="1">
            <a:spLocks noGrp="1"/>
          </p:cNvSpPr>
          <p:nvPr>
            <p:ph type="title"/>
          </p:nvPr>
        </p:nvSpPr>
        <p:spPr>
          <a:xfrm>
            <a:off x="2687343" y="659658"/>
            <a:ext cx="4872900" cy="90939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t>INTRODUCTION</a:t>
            </a:r>
            <a:endParaRPr sz="4000" dirty="0"/>
          </a:p>
        </p:txBody>
      </p:sp>
      <p:sp>
        <p:nvSpPr>
          <p:cNvPr id="3278" name="Google Shape;3278;p45"/>
          <p:cNvSpPr txBox="1">
            <a:spLocks noGrp="1"/>
          </p:cNvSpPr>
          <p:nvPr>
            <p:ph type="subTitle" idx="1"/>
          </p:nvPr>
        </p:nvSpPr>
        <p:spPr>
          <a:xfrm>
            <a:off x="2159198" y="1569056"/>
            <a:ext cx="6740436" cy="90939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solidFill>
                  <a:srgbClr val="542C18"/>
                </a:solidFill>
              </a:rPr>
              <a:t>BirdZ is an AI-powered bird species identification system designed for bird enthusiasts, researchers, and conservationists. It leverages deep learning models to detect and classify Indian bird species through both a mobile application and a web platform. The system offers a user-friendly interface, allowing users to upload or capture bird images for instant recognition and species information. BirdZ bridges the gap between technology and biodiversity by promoting awareness, aiding research, and encouraging environmental conservation through accessible digital tools.</a:t>
            </a:r>
          </a:p>
        </p:txBody>
      </p:sp>
      <p:grpSp>
        <p:nvGrpSpPr>
          <p:cNvPr id="3340" name="Google Shape;3340;p45"/>
          <p:cNvGrpSpPr/>
          <p:nvPr/>
        </p:nvGrpSpPr>
        <p:grpSpPr>
          <a:xfrm>
            <a:off x="-41661" y="3310710"/>
            <a:ext cx="2055669" cy="3500982"/>
            <a:chOff x="589750" y="2748800"/>
            <a:chExt cx="1717925" cy="2925775"/>
          </a:xfrm>
        </p:grpSpPr>
        <p:sp>
          <p:nvSpPr>
            <p:cNvPr id="3341" name="Google Shape;3341;p45"/>
            <p:cNvSpPr/>
            <p:nvPr/>
          </p:nvSpPr>
          <p:spPr>
            <a:xfrm>
              <a:off x="677050" y="2847325"/>
              <a:ext cx="289450" cy="316150"/>
            </a:xfrm>
            <a:custGeom>
              <a:avLst/>
              <a:gdLst/>
              <a:ahLst/>
              <a:cxnLst/>
              <a:rect l="l" t="t" r="r" b="b"/>
              <a:pathLst>
                <a:path w="11578" h="12646" extrusionOk="0">
                  <a:moveTo>
                    <a:pt x="11533" y="0"/>
                  </a:moveTo>
                  <a:cubicBezTo>
                    <a:pt x="11529" y="0"/>
                    <a:pt x="11524" y="2"/>
                    <a:pt x="11520" y="7"/>
                  </a:cubicBezTo>
                  <a:cubicBezTo>
                    <a:pt x="8818" y="474"/>
                    <a:pt x="6483" y="3142"/>
                    <a:pt x="4781" y="5077"/>
                  </a:cubicBezTo>
                  <a:cubicBezTo>
                    <a:pt x="2847" y="7245"/>
                    <a:pt x="1045" y="9747"/>
                    <a:pt x="45" y="12482"/>
                  </a:cubicBezTo>
                  <a:cubicBezTo>
                    <a:pt x="0" y="12571"/>
                    <a:pt x="119" y="12645"/>
                    <a:pt x="223" y="12645"/>
                  </a:cubicBezTo>
                  <a:cubicBezTo>
                    <a:pt x="275" y="12645"/>
                    <a:pt x="323" y="12627"/>
                    <a:pt x="345" y="12582"/>
                  </a:cubicBezTo>
                  <a:cubicBezTo>
                    <a:pt x="1846" y="10314"/>
                    <a:pt x="3214" y="7912"/>
                    <a:pt x="4982" y="5811"/>
                  </a:cubicBezTo>
                  <a:cubicBezTo>
                    <a:pt x="6683" y="3709"/>
                    <a:pt x="8884" y="1007"/>
                    <a:pt x="11520" y="140"/>
                  </a:cubicBezTo>
                  <a:cubicBezTo>
                    <a:pt x="11577" y="83"/>
                    <a:pt x="11560" y="0"/>
                    <a:pt x="11533"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45"/>
            <p:cNvSpPr/>
            <p:nvPr/>
          </p:nvSpPr>
          <p:spPr>
            <a:xfrm>
              <a:off x="603925" y="3337000"/>
              <a:ext cx="839800" cy="2321675"/>
            </a:xfrm>
            <a:custGeom>
              <a:avLst/>
              <a:gdLst/>
              <a:ahLst/>
              <a:cxnLst/>
              <a:rect l="l" t="t" r="r" b="b"/>
              <a:pathLst>
                <a:path w="33592" h="92867" extrusionOk="0">
                  <a:moveTo>
                    <a:pt x="25319" y="0"/>
                  </a:moveTo>
                  <a:lnTo>
                    <a:pt x="25319" y="0"/>
                  </a:lnTo>
                  <a:cubicBezTo>
                    <a:pt x="25152" y="3736"/>
                    <a:pt x="25886" y="7406"/>
                    <a:pt x="26487" y="11075"/>
                  </a:cubicBezTo>
                  <a:cubicBezTo>
                    <a:pt x="27821" y="19081"/>
                    <a:pt x="28755" y="27253"/>
                    <a:pt x="27654" y="35259"/>
                  </a:cubicBezTo>
                  <a:cubicBezTo>
                    <a:pt x="26587" y="43298"/>
                    <a:pt x="23318" y="51204"/>
                    <a:pt x="17347" y="56774"/>
                  </a:cubicBezTo>
                  <a:cubicBezTo>
                    <a:pt x="14311" y="59610"/>
                    <a:pt x="10608" y="61778"/>
                    <a:pt x="8007" y="65014"/>
                  </a:cubicBezTo>
                  <a:cubicBezTo>
                    <a:pt x="6272" y="67182"/>
                    <a:pt x="5071" y="69784"/>
                    <a:pt x="4070" y="72352"/>
                  </a:cubicBezTo>
                  <a:cubicBezTo>
                    <a:pt x="1569" y="78823"/>
                    <a:pt x="1" y="85995"/>
                    <a:pt x="1735" y="92700"/>
                  </a:cubicBezTo>
                  <a:cubicBezTo>
                    <a:pt x="2336" y="92733"/>
                    <a:pt x="2936" y="92834"/>
                    <a:pt x="3570" y="92867"/>
                  </a:cubicBezTo>
                  <a:cubicBezTo>
                    <a:pt x="4437" y="83727"/>
                    <a:pt x="5471" y="74153"/>
                    <a:pt x="10942" y="66815"/>
                  </a:cubicBezTo>
                  <a:cubicBezTo>
                    <a:pt x="13644" y="63179"/>
                    <a:pt x="17280" y="60344"/>
                    <a:pt x="20449" y="57141"/>
                  </a:cubicBezTo>
                  <a:cubicBezTo>
                    <a:pt x="28421" y="49036"/>
                    <a:pt x="33592" y="37794"/>
                    <a:pt x="32691" y="26486"/>
                  </a:cubicBezTo>
                  <a:cubicBezTo>
                    <a:pt x="32357" y="22116"/>
                    <a:pt x="31123" y="17847"/>
                    <a:pt x="29922" y="13644"/>
                  </a:cubicBezTo>
                  <a:cubicBezTo>
                    <a:pt x="28755" y="9507"/>
                    <a:pt x="27521" y="5438"/>
                    <a:pt x="26353" y="1301"/>
                  </a:cubicBezTo>
                  <a:lnTo>
                    <a:pt x="26987" y="167"/>
                  </a:lnTo>
                  <a:cubicBezTo>
                    <a:pt x="26453" y="134"/>
                    <a:pt x="25886" y="100"/>
                    <a:pt x="25319"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45"/>
            <p:cNvSpPr/>
            <p:nvPr/>
          </p:nvSpPr>
          <p:spPr>
            <a:xfrm>
              <a:off x="589750" y="3321775"/>
              <a:ext cx="881500" cy="2352800"/>
            </a:xfrm>
            <a:custGeom>
              <a:avLst/>
              <a:gdLst/>
              <a:ahLst/>
              <a:cxnLst/>
              <a:rect l="l" t="t" r="r" b="b"/>
              <a:pathLst>
                <a:path w="35260" h="94112" extrusionOk="0">
                  <a:moveTo>
                    <a:pt x="26507" y="1251"/>
                  </a:moveTo>
                  <a:cubicBezTo>
                    <a:pt x="26595" y="1258"/>
                    <a:pt x="26683" y="1265"/>
                    <a:pt x="26771" y="1273"/>
                  </a:cubicBezTo>
                  <a:lnTo>
                    <a:pt x="26771" y="1273"/>
                  </a:lnTo>
                  <a:cubicBezTo>
                    <a:pt x="26675" y="1297"/>
                    <a:pt x="26584" y="1341"/>
                    <a:pt x="26507" y="1403"/>
                  </a:cubicBezTo>
                  <a:lnTo>
                    <a:pt x="26507" y="1403"/>
                  </a:lnTo>
                  <a:cubicBezTo>
                    <a:pt x="26507" y="1352"/>
                    <a:pt x="26507" y="1302"/>
                    <a:pt x="26507" y="1251"/>
                  </a:cubicBezTo>
                  <a:close/>
                  <a:moveTo>
                    <a:pt x="26538" y="2793"/>
                  </a:moveTo>
                  <a:cubicBezTo>
                    <a:pt x="28491" y="9453"/>
                    <a:pt x="30739" y="16177"/>
                    <a:pt x="32057" y="23025"/>
                  </a:cubicBezTo>
                  <a:cubicBezTo>
                    <a:pt x="33325" y="29730"/>
                    <a:pt x="32624" y="36468"/>
                    <a:pt x="30089" y="42773"/>
                  </a:cubicBezTo>
                  <a:cubicBezTo>
                    <a:pt x="27654" y="49044"/>
                    <a:pt x="23584" y="54415"/>
                    <a:pt x="18748" y="58985"/>
                  </a:cubicBezTo>
                  <a:cubicBezTo>
                    <a:pt x="14244" y="63254"/>
                    <a:pt x="10008" y="67257"/>
                    <a:pt x="7540" y="73095"/>
                  </a:cubicBezTo>
                  <a:cubicBezTo>
                    <a:pt x="4927" y="79288"/>
                    <a:pt x="4185" y="86106"/>
                    <a:pt x="3566" y="92763"/>
                  </a:cubicBezTo>
                  <a:lnTo>
                    <a:pt x="3566" y="92763"/>
                  </a:lnTo>
                  <a:cubicBezTo>
                    <a:pt x="3298" y="92737"/>
                    <a:pt x="3034" y="92705"/>
                    <a:pt x="2771" y="92679"/>
                  </a:cubicBezTo>
                  <a:lnTo>
                    <a:pt x="2771" y="92679"/>
                  </a:lnTo>
                  <a:cubicBezTo>
                    <a:pt x="1298" y="85943"/>
                    <a:pt x="2790" y="79032"/>
                    <a:pt x="5338" y="72761"/>
                  </a:cubicBezTo>
                  <a:cubicBezTo>
                    <a:pt x="6639" y="69459"/>
                    <a:pt x="8307" y="66457"/>
                    <a:pt x="10875" y="63988"/>
                  </a:cubicBezTo>
                  <a:cubicBezTo>
                    <a:pt x="13144" y="61820"/>
                    <a:pt x="15812" y="60119"/>
                    <a:pt x="18080" y="57984"/>
                  </a:cubicBezTo>
                  <a:cubicBezTo>
                    <a:pt x="27220" y="49711"/>
                    <a:pt x="29755" y="36769"/>
                    <a:pt x="29222" y="24927"/>
                  </a:cubicBezTo>
                  <a:cubicBezTo>
                    <a:pt x="29055" y="21091"/>
                    <a:pt x="28555" y="17255"/>
                    <a:pt x="27988" y="13452"/>
                  </a:cubicBezTo>
                  <a:cubicBezTo>
                    <a:pt x="27434" y="9912"/>
                    <a:pt x="26698" y="6372"/>
                    <a:pt x="26538" y="2793"/>
                  </a:cubicBezTo>
                  <a:close/>
                  <a:moveTo>
                    <a:pt x="25800" y="0"/>
                  </a:moveTo>
                  <a:cubicBezTo>
                    <a:pt x="25508" y="0"/>
                    <a:pt x="25286" y="305"/>
                    <a:pt x="25286" y="609"/>
                  </a:cubicBezTo>
                  <a:cubicBezTo>
                    <a:pt x="25119" y="7848"/>
                    <a:pt x="27220" y="14953"/>
                    <a:pt x="27821" y="22125"/>
                  </a:cubicBezTo>
                  <a:cubicBezTo>
                    <a:pt x="28388" y="29130"/>
                    <a:pt x="28088" y="36235"/>
                    <a:pt x="25986" y="42973"/>
                  </a:cubicBezTo>
                  <a:cubicBezTo>
                    <a:pt x="24018" y="49244"/>
                    <a:pt x="20482" y="54615"/>
                    <a:pt x="15378" y="58751"/>
                  </a:cubicBezTo>
                  <a:cubicBezTo>
                    <a:pt x="12977" y="60719"/>
                    <a:pt x="10375" y="62487"/>
                    <a:pt x="8373" y="64922"/>
                  </a:cubicBezTo>
                  <a:cubicBezTo>
                    <a:pt x="6572" y="67057"/>
                    <a:pt x="5338" y="69559"/>
                    <a:pt x="4304" y="72127"/>
                  </a:cubicBezTo>
                  <a:cubicBezTo>
                    <a:pt x="1569" y="78899"/>
                    <a:pt x="1" y="86271"/>
                    <a:pt x="1702" y="93476"/>
                  </a:cubicBezTo>
                  <a:cubicBezTo>
                    <a:pt x="1802" y="93776"/>
                    <a:pt x="2036" y="93910"/>
                    <a:pt x="2302" y="93943"/>
                  </a:cubicBezTo>
                  <a:cubicBezTo>
                    <a:pt x="2903" y="93976"/>
                    <a:pt x="3503" y="94076"/>
                    <a:pt x="4137" y="94110"/>
                  </a:cubicBezTo>
                  <a:cubicBezTo>
                    <a:pt x="4153" y="94111"/>
                    <a:pt x="4168" y="94112"/>
                    <a:pt x="4183" y="94112"/>
                  </a:cubicBezTo>
                  <a:cubicBezTo>
                    <a:pt x="4521" y="94112"/>
                    <a:pt x="4706" y="93763"/>
                    <a:pt x="4738" y="93476"/>
                  </a:cubicBezTo>
                  <a:cubicBezTo>
                    <a:pt x="5371" y="86938"/>
                    <a:pt x="6038" y="80233"/>
                    <a:pt x="8507" y="74095"/>
                  </a:cubicBezTo>
                  <a:cubicBezTo>
                    <a:pt x="11175" y="67457"/>
                    <a:pt x="16312" y="63321"/>
                    <a:pt x="21183" y="58417"/>
                  </a:cubicBezTo>
                  <a:cubicBezTo>
                    <a:pt x="29822" y="49745"/>
                    <a:pt x="35259" y="37469"/>
                    <a:pt x="33658" y="25127"/>
                  </a:cubicBezTo>
                  <a:cubicBezTo>
                    <a:pt x="32591" y="17188"/>
                    <a:pt x="29722" y="9382"/>
                    <a:pt x="27521" y="1710"/>
                  </a:cubicBezTo>
                  <a:cubicBezTo>
                    <a:pt x="27474" y="1523"/>
                    <a:pt x="27371" y="1398"/>
                    <a:pt x="27243" y="1326"/>
                  </a:cubicBezTo>
                  <a:lnTo>
                    <a:pt x="27243" y="1326"/>
                  </a:lnTo>
                  <a:cubicBezTo>
                    <a:pt x="27348" y="1341"/>
                    <a:pt x="27452" y="1358"/>
                    <a:pt x="27554" y="1377"/>
                  </a:cubicBezTo>
                  <a:cubicBezTo>
                    <a:pt x="27575" y="1378"/>
                    <a:pt x="27595" y="1379"/>
                    <a:pt x="27615" y="1379"/>
                  </a:cubicBezTo>
                  <a:cubicBezTo>
                    <a:pt x="28354" y="1379"/>
                    <a:pt x="28333" y="208"/>
                    <a:pt x="27554" y="176"/>
                  </a:cubicBezTo>
                  <a:cubicBezTo>
                    <a:pt x="27020" y="109"/>
                    <a:pt x="26453" y="76"/>
                    <a:pt x="25886" y="9"/>
                  </a:cubicBezTo>
                  <a:cubicBezTo>
                    <a:pt x="25857" y="3"/>
                    <a:pt x="25828" y="0"/>
                    <a:pt x="25800"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45"/>
            <p:cNvSpPr/>
            <p:nvPr/>
          </p:nvSpPr>
          <p:spPr>
            <a:xfrm>
              <a:off x="1362800" y="3623025"/>
              <a:ext cx="230200" cy="325275"/>
            </a:xfrm>
            <a:custGeom>
              <a:avLst/>
              <a:gdLst/>
              <a:ahLst/>
              <a:cxnLst/>
              <a:rect l="l" t="t" r="r" b="b"/>
              <a:pathLst>
                <a:path w="9208" h="13011" extrusionOk="0">
                  <a:moveTo>
                    <a:pt x="9208" y="1"/>
                  </a:moveTo>
                  <a:lnTo>
                    <a:pt x="9208" y="1"/>
                  </a:lnTo>
                  <a:cubicBezTo>
                    <a:pt x="7773" y="2069"/>
                    <a:pt x="6072" y="4004"/>
                    <a:pt x="4137" y="5605"/>
                  </a:cubicBezTo>
                  <a:cubicBezTo>
                    <a:pt x="3370" y="6272"/>
                    <a:pt x="2469" y="6973"/>
                    <a:pt x="1802" y="7740"/>
                  </a:cubicBezTo>
                  <a:cubicBezTo>
                    <a:pt x="601" y="9174"/>
                    <a:pt x="1" y="11142"/>
                    <a:pt x="268" y="13010"/>
                  </a:cubicBezTo>
                  <a:lnTo>
                    <a:pt x="1135" y="9274"/>
                  </a:lnTo>
                  <a:cubicBezTo>
                    <a:pt x="3203" y="8774"/>
                    <a:pt x="4938" y="7373"/>
                    <a:pt x="6239" y="5672"/>
                  </a:cubicBezTo>
                  <a:cubicBezTo>
                    <a:pt x="7540" y="3937"/>
                    <a:pt x="8374" y="1936"/>
                    <a:pt x="9208"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45"/>
            <p:cNvSpPr/>
            <p:nvPr/>
          </p:nvSpPr>
          <p:spPr>
            <a:xfrm>
              <a:off x="1348625" y="3606450"/>
              <a:ext cx="263500" cy="356550"/>
            </a:xfrm>
            <a:custGeom>
              <a:avLst/>
              <a:gdLst/>
              <a:ahLst/>
              <a:cxnLst/>
              <a:rect l="l" t="t" r="r" b="b"/>
              <a:pathLst>
                <a:path w="10540" h="14262" extrusionOk="0">
                  <a:moveTo>
                    <a:pt x="6642" y="5328"/>
                  </a:moveTo>
                  <a:cubicBezTo>
                    <a:pt x="5723" y="6669"/>
                    <a:pt x="4606" y="7829"/>
                    <a:pt x="3159" y="8617"/>
                  </a:cubicBezTo>
                  <a:lnTo>
                    <a:pt x="3159" y="8617"/>
                  </a:lnTo>
                  <a:cubicBezTo>
                    <a:pt x="3790" y="7892"/>
                    <a:pt x="4552" y="7215"/>
                    <a:pt x="5371" y="6501"/>
                  </a:cubicBezTo>
                  <a:cubicBezTo>
                    <a:pt x="5812" y="6123"/>
                    <a:pt x="6235" y="5731"/>
                    <a:pt x="6642" y="5328"/>
                  </a:cubicBezTo>
                  <a:close/>
                  <a:moveTo>
                    <a:pt x="9746" y="0"/>
                  </a:moveTo>
                  <a:cubicBezTo>
                    <a:pt x="9539" y="0"/>
                    <a:pt x="9333" y="81"/>
                    <a:pt x="9207" y="264"/>
                  </a:cubicBezTo>
                  <a:cubicBezTo>
                    <a:pt x="7306" y="3032"/>
                    <a:pt x="4971" y="4900"/>
                    <a:pt x="2569" y="7202"/>
                  </a:cubicBezTo>
                  <a:cubicBezTo>
                    <a:pt x="835" y="8903"/>
                    <a:pt x="1" y="11171"/>
                    <a:pt x="201" y="13573"/>
                  </a:cubicBezTo>
                  <a:cubicBezTo>
                    <a:pt x="235" y="14037"/>
                    <a:pt x="579" y="14262"/>
                    <a:pt x="900" y="14262"/>
                  </a:cubicBezTo>
                  <a:cubicBezTo>
                    <a:pt x="1202" y="14262"/>
                    <a:pt x="1485" y="14062"/>
                    <a:pt x="1469" y="13673"/>
                  </a:cubicBezTo>
                  <a:cubicBezTo>
                    <a:pt x="1357" y="12410"/>
                    <a:pt x="1545" y="11377"/>
                    <a:pt x="1944" y="10472"/>
                  </a:cubicBezTo>
                  <a:lnTo>
                    <a:pt x="1944" y="10472"/>
                  </a:lnTo>
                  <a:cubicBezTo>
                    <a:pt x="6505" y="9103"/>
                    <a:pt x="8587" y="4868"/>
                    <a:pt x="10342" y="764"/>
                  </a:cubicBezTo>
                  <a:cubicBezTo>
                    <a:pt x="10539" y="303"/>
                    <a:pt x="10144" y="0"/>
                    <a:pt x="9746"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45"/>
            <p:cNvSpPr/>
            <p:nvPr/>
          </p:nvSpPr>
          <p:spPr>
            <a:xfrm>
              <a:off x="981700" y="3406225"/>
              <a:ext cx="308575" cy="394050"/>
            </a:xfrm>
            <a:custGeom>
              <a:avLst/>
              <a:gdLst/>
              <a:ahLst/>
              <a:cxnLst/>
              <a:rect l="l" t="t" r="r" b="b"/>
              <a:pathLst>
                <a:path w="12343" h="15762" extrusionOk="0">
                  <a:moveTo>
                    <a:pt x="634" y="0"/>
                  </a:moveTo>
                  <a:cubicBezTo>
                    <a:pt x="468" y="0"/>
                    <a:pt x="301" y="0"/>
                    <a:pt x="167" y="67"/>
                  </a:cubicBezTo>
                  <a:cubicBezTo>
                    <a:pt x="1" y="200"/>
                    <a:pt x="1" y="500"/>
                    <a:pt x="1" y="701"/>
                  </a:cubicBezTo>
                  <a:cubicBezTo>
                    <a:pt x="167" y="4136"/>
                    <a:pt x="1235" y="7505"/>
                    <a:pt x="3003" y="10408"/>
                  </a:cubicBezTo>
                  <a:cubicBezTo>
                    <a:pt x="3970" y="12042"/>
                    <a:pt x="5204" y="13576"/>
                    <a:pt x="6839" y="14577"/>
                  </a:cubicBezTo>
                  <a:cubicBezTo>
                    <a:pt x="7983" y="15325"/>
                    <a:pt x="9324" y="15761"/>
                    <a:pt x="10655" y="15761"/>
                  </a:cubicBezTo>
                  <a:cubicBezTo>
                    <a:pt x="11225" y="15761"/>
                    <a:pt x="11793" y="15681"/>
                    <a:pt x="12343" y="15511"/>
                  </a:cubicBezTo>
                  <a:lnTo>
                    <a:pt x="12209" y="14043"/>
                  </a:lnTo>
                  <a:cubicBezTo>
                    <a:pt x="11759" y="14134"/>
                    <a:pt x="11299" y="14178"/>
                    <a:pt x="10840" y="14178"/>
                  </a:cubicBezTo>
                  <a:cubicBezTo>
                    <a:pt x="9087" y="14178"/>
                    <a:pt x="7326" y="13538"/>
                    <a:pt x="6005" y="12376"/>
                  </a:cubicBezTo>
                  <a:cubicBezTo>
                    <a:pt x="3803" y="10408"/>
                    <a:pt x="2970" y="7339"/>
                    <a:pt x="2803" y="4370"/>
                  </a:cubicBezTo>
                  <a:cubicBezTo>
                    <a:pt x="2703" y="3503"/>
                    <a:pt x="2703" y="2569"/>
                    <a:pt x="2402" y="1735"/>
                  </a:cubicBezTo>
                  <a:cubicBezTo>
                    <a:pt x="2136" y="901"/>
                    <a:pt x="1502" y="167"/>
                    <a:pt x="634"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45"/>
            <p:cNvSpPr/>
            <p:nvPr/>
          </p:nvSpPr>
          <p:spPr>
            <a:xfrm>
              <a:off x="955850" y="3390875"/>
              <a:ext cx="356450" cy="423100"/>
            </a:xfrm>
            <a:custGeom>
              <a:avLst/>
              <a:gdLst/>
              <a:ahLst/>
              <a:cxnLst/>
              <a:rect l="l" t="t" r="r" b="b"/>
              <a:pathLst>
                <a:path w="14258" h="16924" extrusionOk="0">
                  <a:moveTo>
                    <a:pt x="1612" y="0"/>
                  </a:moveTo>
                  <a:cubicBezTo>
                    <a:pt x="1105" y="0"/>
                    <a:pt x="670" y="257"/>
                    <a:pt x="501" y="848"/>
                  </a:cubicBezTo>
                  <a:cubicBezTo>
                    <a:pt x="1" y="2449"/>
                    <a:pt x="1035" y="5351"/>
                    <a:pt x="1535" y="6852"/>
                  </a:cubicBezTo>
                  <a:cubicBezTo>
                    <a:pt x="2202" y="8920"/>
                    <a:pt x="3170" y="10921"/>
                    <a:pt x="4437" y="12656"/>
                  </a:cubicBezTo>
                  <a:cubicBezTo>
                    <a:pt x="6240" y="15124"/>
                    <a:pt x="8803" y="16924"/>
                    <a:pt x="11763" y="16924"/>
                  </a:cubicBezTo>
                  <a:cubicBezTo>
                    <a:pt x="12364" y="16924"/>
                    <a:pt x="12980" y="16850"/>
                    <a:pt x="13610" y="16692"/>
                  </a:cubicBezTo>
                  <a:cubicBezTo>
                    <a:pt x="14257" y="16538"/>
                    <a:pt x="14051" y="15502"/>
                    <a:pt x="13385" y="15502"/>
                  </a:cubicBezTo>
                  <a:cubicBezTo>
                    <a:pt x="13330" y="15502"/>
                    <a:pt x="13271" y="15509"/>
                    <a:pt x="13210" y="15525"/>
                  </a:cubicBezTo>
                  <a:cubicBezTo>
                    <a:pt x="12672" y="15660"/>
                    <a:pt x="12151" y="15724"/>
                    <a:pt x="11649" y="15724"/>
                  </a:cubicBezTo>
                  <a:cubicBezTo>
                    <a:pt x="8080" y="15724"/>
                    <a:pt x="5449" y="12525"/>
                    <a:pt x="3870" y="9454"/>
                  </a:cubicBezTo>
                  <a:cubicBezTo>
                    <a:pt x="2903" y="7519"/>
                    <a:pt x="2202" y="5451"/>
                    <a:pt x="1869" y="3316"/>
                  </a:cubicBezTo>
                  <a:cubicBezTo>
                    <a:pt x="1735" y="2649"/>
                    <a:pt x="1702" y="1982"/>
                    <a:pt x="1668" y="1281"/>
                  </a:cubicBezTo>
                  <a:lnTo>
                    <a:pt x="1668" y="1281"/>
                  </a:lnTo>
                  <a:cubicBezTo>
                    <a:pt x="2502" y="1648"/>
                    <a:pt x="2936" y="2282"/>
                    <a:pt x="3036" y="3149"/>
                  </a:cubicBezTo>
                  <a:cubicBezTo>
                    <a:pt x="3236" y="4016"/>
                    <a:pt x="3203" y="5017"/>
                    <a:pt x="3270" y="5918"/>
                  </a:cubicBezTo>
                  <a:cubicBezTo>
                    <a:pt x="3820" y="10966"/>
                    <a:pt x="6840" y="15368"/>
                    <a:pt x="11995" y="15368"/>
                  </a:cubicBezTo>
                  <a:cubicBezTo>
                    <a:pt x="12460" y="15368"/>
                    <a:pt x="12943" y="15332"/>
                    <a:pt x="13444" y="15258"/>
                  </a:cubicBezTo>
                  <a:cubicBezTo>
                    <a:pt x="14212" y="15130"/>
                    <a:pt x="13935" y="14018"/>
                    <a:pt x="13204" y="14018"/>
                  </a:cubicBezTo>
                  <a:cubicBezTo>
                    <a:pt x="13173" y="14018"/>
                    <a:pt x="13142" y="14020"/>
                    <a:pt x="13110" y="14024"/>
                  </a:cubicBezTo>
                  <a:cubicBezTo>
                    <a:pt x="12714" y="14089"/>
                    <a:pt x="12319" y="14121"/>
                    <a:pt x="11929" y="14121"/>
                  </a:cubicBezTo>
                  <a:cubicBezTo>
                    <a:pt x="9526" y="14121"/>
                    <a:pt x="7301" y="12907"/>
                    <a:pt x="6038" y="10755"/>
                  </a:cubicBezTo>
                  <a:cubicBezTo>
                    <a:pt x="4704" y="8520"/>
                    <a:pt x="4704" y="6118"/>
                    <a:pt x="4404" y="3650"/>
                  </a:cubicBezTo>
                  <a:cubicBezTo>
                    <a:pt x="4237" y="2315"/>
                    <a:pt x="3770" y="848"/>
                    <a:pt x="2536" y="247"/>
                  </a:cubicBezTo>
                  <a:cubicBezTo>
                    <a:pt x="2229" y="87"/>
                    <a:pt x="1908" y="0"/>
                    <a:pt x="1612"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45"/>
            <p:cNvSpPr/>
            <p:nvPr/>
          </p:nvSpPr>
          <p:spPr>
            <a:xfrm>
              <a:off x="640900" y="2748800"/>
              <a:ext cx="1666775" cy="1071100"/>
            </a:xfrm>
            <a:custGeom>
              <a:avLst/>
              <a:gdLst/>
              <a:ahLst/>
              <a:cxnLst/>
              <a:rect l="l" t="t" r="r" b="b"/>
              <a:pathLst>
                <a:path w="66671" h="42844" extrusionOk="0">
                  <a:moveTo>
                    <a:pt x="56784" y="28775"/>
                  </a:moveTo>
                  <a:lnTo>
                    <a:pt x="56663" y="28866"/>
                  </a:lnTo>
                  <a:lnTo>
                    <a:pt x="56630" y="28832"/>
                  </a:lnTo>
                  <a:cubicBezTo>
                    <a:pt x="56660" y="28802"/>
                    <a:pt x="56743" y="28799"/>
                    <a:pt x="56784" y="28775"/>
                  </a:cubicBezTo>
                  <a:close/>
                  <a:moveTo>
                    <a:pt x="10648" y="1"/>
                  </a:moveTo>
                  <a:cubicBezTo>
                    <a:pt x="10149" y="1"/>
                    <a:pt x="9662" y="55"/>
                    <a:pt x="9196" y="178"/>
                  </a:cubicBezTo>
                  <a:cubicBezTo>
                    <a:pt x="4426" y="1579"/>
                    <a:pt x="5327" y="7317"/>
                    <a:pt x="6428" y="10986"/>
                  </a:cubicBezTo>
                  <a:cubicBezTo>
                    <a:pt x="6363" y="10984"/>
                    <a:pt x="6299" y="10983"/>
                    <a:pt x="6235" y="10983"/>
                  </a:cubicBezTo>
                  <a:cubicBezTo>
                    <a:pt x="2693" y="10983"/>
                    <a:pt x="1" y="14584"/>
                    <a:pt x="623" y="18024"/>
                  </a:cubicBezTo>
                  <a:cubicBezTo>
                    <a:pt x="1257" y="21627"/>
                    <a:pt x="4793" y="23562"/>
                    <a:pt x="8195" y="23729"/>
                  </a:cubicBezTo>
                  <a:cubicBezTo>
                    <a:pt x="5860" y="26464"/>
                    <a:pt x="6361" y="31134"/>
                    <a:pt x="9129" y="33502"/>
                  </a:cubicBezTo>
                  <a:cubicBezTo>
                    <a:pt x="10478" y="34687"/>
                    <a:pt x="12092" y="35195"/>
                    <a:pt x="13740" y="35195"/>
                  </a:cubicBezTo>
                  <a:cubicBezTo>
                    <a:pt x="16454" y="35195"/>
                    <a:pt x="19257" y="33815"/>
                    <a:pt x="21105" y="31801"/>
                  </a:cubicBezTo>
                  <a:cubicBezTo>
                    <a:pt x="21939" y="34403"/>
                    <a:pt x="23807" y="36905"/>
                    <a:pt x="26642" y="37405"/>
                  </a:cubicBezTo>
                  <a:cubicBezTo>
                    <a:pt x="26934" y="37451"/>
                    <a:pt x="27227" y="37474"/>
                    <a:pt x="27518" y="37474"/>
                  </a:cubicBezTo>
                  <a:cubicBezTo>
                    <a:pt x="29327" y="37474"/>
                    <a:pt x="31078" y="36606"/>
                    <a:pt x="32113" y="35170"/>
                  </a:cubicBezTo>
                  <a:cubicBezTo>
                    <a:pt x="32713" y="38639"/>
                    <a:pt x="34881" y="42042"/>
                    <a:pt x="38551" y="42742"/>
                  </a:cubicBezTo>
                  <a:cubicBezTo>
                    <a:pt x="38923" y="42811"/>
                    <a:pt x="39299" y="42844"/>
                    <a:pt x="39674" y="42844"/>
                  </a:cubicBezTo>
                  <a:cubicBezTo>
                    <a:pt x="42765" y="42844"/>
                    <a:pt x="45810" y="40606"/>
                    <a:pt x="46256" y="37572"/>
                  </a:cubicBezTo>
                  <a:cubicBezTo>
                    <a:pt x="47890" y="39323"/>
                    <a:pt x="50348" y="40460"/>
                    <a:pt x="52733" y="40460"/>
                  </a:cubicBezTo>
                  <a:cubicBezTo>
                    <a:pt x="54390" y="40460"/>
                    <a:pt x="56012" y="39911"/>
                    <a:pt x="57297" y="38639"/>
                  </a:cubicBezTo>
                  <a:cubicBezTo>
                    <a:pt x="58231" y="37672"/>
                    <a:pt x="58832" y="36371"/>
                    <a:pt x="59032" y="35070"/>
                  </a:cubicBezTo>
                  <a:cubicBezTo>
                    <a:pt x="60466" y="34903"/>
                    <a:pt x="61834" y="34336"/>
                    <a:pt x="62901" y="33235"/>
                  </a:cubicBezTo>
                  <a:cubicBezTo>
                    <a:pt x="65236" y="30867"/>
                    <a:pt x="65236" y="27131"/>
                    <a:pt x="63502" y="24496"/>
                  </a:cubicBezTo>
                  <a:cubicBezTo>
                    <a:pt x="65470" y="22194"/>
                    <a:pt x="66671" y="19392"/>
                    <a:pt x="65703" y="16056"/>
                  </a:cubicBezTo>
                  <a:cubicBezTo>
                    <a:pt x="64704" y="12550"/>
                    <a:pt x="61841" y="11345"/>
                    <a:pt x="58697" y="11345"/>
                  </a:cubicBezTo>
                  <a:cubicBezTo>
                    <a:pt x="56277" y="11345"/>
                    <a:pt x="53691" y="12059"/>
                    <a:pt x="51660" y="12988"/>
                  </a:cubicBezTo>
                  <a:cubicBezTo>
                    <a:pt x="51193" y="9518"/>
                    <a:pt x="48791" y="6450"/>
                    <a:pt x="45422" y="5449"/>
                  </a:cubicBezTo>
                  <a:cubicBezTo>
                    <a:pt x="44615" y="5207"/>
                    <a:pt x="43790" y="5091"/>
                    <a:pt x="42970" y="5091"/>
                  </a:cubicBezTo>
                  <a:cubicBezTo>
                    <a:pt x="40404" y="5091"/>
                    <a:pt x="37893" y="6221"/>
                    <a:pt x="36149" y="8117"/>
                  </a:cubicBezTo>
                  <a:cubicBezTo>
                    <a:pt x="34815" y="4815"/>
                    <a:pt x="32179" y="1579"/>
                    <a:pt x="28377" y="1246"/>
                  </a:cubicBezTo>
                  <a:cubicBezTo>
                    <a:pt x="28158" y="1224"/>
                    <a:pt x="27939" y="1213"/>
                    <a:pt x="27721" y="1213"/>
                  </a:cubicBezTo>
                  <a:cubicBezTo>
                    <a:pt x="24935" y="1213"/>
                    <a:pt x="22207" y="2955"/>
                    <a:pt x="21372" y="5616"/>
                  </a:cubicBezTo>
                  <a:cubicBezTo>
                    <a:pt x="19937" y="3948"/>
                    <a:pt x="18203" y="2580"/>
                    <a:pt x="16268" y="1613"/>
                  </a:cubicBezTo>
                  <a:cubicBezTo>
                    <a:pt x="14677" y="817"/>
                    <a:pt x="12580" y="1"/>
                    <a:pt x="106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45"/>
            <p:cNvSpPr/>
            <p:nvPr/>
          </p:nvSpPr>
          <p:spPr>
            <a:xfrm>
              <a:off x="1287750" y="3720150"/>
              <a:ext cx="51525" cy="88100"/>
            </a:xfrm>
            <a:custGeom>
              <a:avLst/>
              <a:gdLst/>
              <a:ahLst/>
              <a:cxnLst/>
              <a:rect l="l" t="t" r="r" b="b"/>
              <a:pathLst>
                <a:path w="2061" h="3524" extrusionOk="0">
                  <a:moveTo>
                    <a:pt x="410" y="0"/>
                  </a:moveTo>
                  <a:cubicBezTo>
                    <a:pt x="373" y="0"/>
                    <a:pt x="334" y="27"/>
                    <a:pt x="334" y="85"/>
                  </a:cubicBezTo>
                  <a:cubicBezTo>
                    <a:pt x="101" y="1019"/>
                    <a:pt x="1" y="2320"/>
                    <a:pt x="535" y="3254"/>
                  </a:cubicBezTo>
                  <a:cubicBezTo>
                    <a:pt x="643" y="3447"/>
                    <a:pt x="773" y="3524"/>
                    <a:pt x="911" y="3524"/>
                  </a:cubicBezTo>
                  <a:cubicBezTo>
                    <a:pt x="1324" y="3524"/>
                    <a:pt x="1811" y="2837"/>
                    <a:pt x="2036" y="2487"/>
                  </a:cubicBezTo>
                  <a:cubicBezTo>
                    <a:pt x="2061" y="2462"/>
                    <a:pt x="2009" y="2398"/>
                    <a:pt x="1968" y="2398"/>
                  </a:cubicBezTo>
                  <a:cubicBezTo>
                    <a:pt x="1955" y="2398"/>
                    <a:pt x="1944" y="2404"/>
                    <a:pt x="1936" y="2420"/>
                  </a:cubicBezTo>
                  <a:cubicBezTo>
                    <a:pt x="1702" y="2587"/>
                    <a:pt x="1469" y="2687"/>
                    <a:pt x="1268" y="2921"/>
                  </a:cubicBezTo>
                  <a:cubicBezTo>
                    <a:pt x="1141" y="3027"/>
                    <a:pt x="1108" y="3107"/>
                    <a:pt x="1040" y="3107"/>
                  </a:cubicBezTo>
                  <a:cubicBezTo>
                    <a:pt x="1002" y="3107"/>
                    <a:pt x="952" y="3081"/>
                    <a:pt x="868" y="3021"/>
                  </a:cubicBezTo>
                  <a:cubicBezTo>
                    <a:pt x="635" y="2921"/>
                    <a:pt x="601" y="2687"/>
                    <a:pt x="568" y="2487"/>
                  </a:cubicBezTo>
                  <a:cubicBezTo>
                    <a:pt x="368" y="1687"/>
                    <a:pt x="368" y="919"/>
                    <a:pt x="468" y="119"/>
                  </a:cubicBezTo>
                  <a:cubicBezTo>
                    <a:pt x="505" y="44"/>
                    <a:pt x="459" y="0"/>
                    <a:pt x="410"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45"/>
            <p:cNvSpPr/>
            <p:nvPr/>
          </p:nvSpPr>
          <p:spPr>
            <a:xfrm>
              <a:off x="1046575" y="3642575"/>
              <a:ext cx="64875" cy="55125"/>
            </a:xfrm>
            <a:custGeom>
              <a:avLst/>
              <a:gdLst/>
              <a:ahLst/>
              <a:cxnLst/>
              <a:rect l="l" t="t" r="r" b="b"/>
              <a:pathLst>
                <a:path w="2595" h="2205" extrusionOk="0">
                  <a:moveTo>
                    <a:pt x="59" y="0"/>
                  </a:moveTo>
                  <a:cubicBezTo>
                    <a:pt x="21" y="0"/>
                    <a:pt x="0" y="33"/>
                    <a:pt x="41" y="53"/>
                  </a:cubicBezTo>
                  <a:cubicBezTo>
                    <a:pt x="293" y="713"/>
                    <a:pt x="693" y="2205"/>
                    <a:pt x="1604" y="2205"/>
                  </a:cubicBezTo>
                  <a:cubicBezTo>
                    <a:pt x="1660" y="2205"/>
                    <a:pt x="1717" y="2199"/>
                    <a:pt x="1776" y="2188"/>
                  </a:cubicBezTo>
                  <a:cubicBezTo>
                    <a:pt x="2595" y="2041"/>
                    <a:pt x="2259" y="1022"/>
                    <a:pt x="1804" y="1022"/>
                  </a:cubicBezTo>
                  <a:cubicBezTo>
                    <a:pt x="1740" y="1022"/>
                    <a:pt x="1674" y="1042"/>
                    <a:pt x="1609" y="1087"/>
                  </a:cubicBezTo>
                  <a:cubicBezTo>
                    <a:pt x="1542" y="1120"/>
                    <a:pt x="1542" y="1287"/>
                    <a:pt x="1642" y="1354"/>
                  </a:cubicBezTo>
                  <a:cubicBezTo>
                    <a:pt x="2042" y="1421"/>
                    <a:pt x="2076" y="1888"/>
                    <a:pt x="1642" y="1921"/>
                  </a:cubicBezTo>
                  <a:cubicBezTo>
                    <a:pt x="1623" y="1923"/>
                    <a:pt x="1604" y="1924"/>
                    <a:pt x="1586" y="1924"/>
                  </a:cubicBezTo>
                  <a:cubicBezTo>
                    <a:pt x="1282" y="1924"/>
                    <a:pt x="1065" y="1672"/>
                    <a:pt x="908" y="1421"/>
                  </a:cubicBezTo>
                  <a:cubicBezTo>
                    <a:pt x="608" y="1020"/>
                    <a:pt x="408" y="520"/>
                    <a:pt x="141" y="53"/>
                  </a:cubicBezTo>
                  <a:cubicBezTo>
                    <a:pt x="115" y="14"/>
                    <a:pt x="84" y="0"/>
                    <a:pt x="59"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45"/>
            <p:cNvSpPr/>
            <p:nvPr/>
          </p:nvSpPr>
          <p:spPr>
            <a:xfrm>
              <a:off x="1131825" y="3718100"/>
              <a:ext cx="78400" cy="65925"/>
            </a:xfrm>
            <a:custGeom>
              <a:avLst/>
              <a:gdLst/>
              <a:ahLst/>
              <a:cxnLst/>
              <a:rect l="l" t="t" r="r" b="b"/>
              <a:pathLst>
                <a:path w="3136" h="2637" extrusionOk="0">
                  <a:moveTo>
                    <a:pt x="133" y="1"/>
                  </a:moveTo>
                  <a:cubicBezTo>
                    <a:pt x="33" y="1"/>
                    <a:pt x="0" y="1"/>
                    <a:pt x="33" y="34"/>
                  </a:cubicBezTo>
                  <a:cubicBezTo>
                    <a:pt x="534" y="701"/>
                    <a:pt x="634" y="1702"/>
                    <a:pt x="1334" y="2236"/>
                  </a:cubicBezTo>
                  <a:cubicBezTo>
                    <a:pt x="1591" y="2450"/>
                    <a:pt x="2014" y="2637"/>
                    <a:pt x="2416" y="2637"/>
                  </a:cubicBezTo>
                  <a:cubicBezTo>
                    <a:pt x="2639" y="2637"/>
                    <a:pt x="2857" y="2579"/>
                    <a:pt x="3036" y="2436"/>
                  </a:cubicBezTo>
                  <a:cubicBezTo>
                    <a:pt x="3136" y="2402"/>
                    <a:pt x="3036" y="2336"/>
                    <a:pt x="3002" y="2269"/>
                  </a:cubicBezTo>
                  <a:cubicBezTo>
                    <a:pt x="2235" y="2236"/>
                    <a:pt x="1568" y="2336"/>
                    <a:pt x="1134" y="1535"/>
                  </a:cubicBezTo>
                  <a:cubicBezTo>
                    <a:pt x="801" y="935"/>
                    <a:pt x="667" y="434"/>
                    <a:pt x="133"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45"/>
            <p:cNvSpPr/>
            <p:nvPr/>
          </p:nvSpPr>
          <p:spPr>
            <a:xfrm>
              <a:off x="1299425" y="3711025"/>
              <a:ext cx="56750" cy="389850"/>
            </a:xfrm>
            <a:custGeom>
              <a:avLst/>
              <a:gdLst/>
              <a:ahLst/>
              <a:cxnLst/>
              <a:rect l="l" t="t" r="r" b="b"/>
              <a:pathLst>
                <a:path w="2270" h="15594" extrusionOk="0">
                  <a:moveTo>
                    <a:pt x="1744" y="0"/>
                  </a:moveTo>
                  <a:cubicBezTo>
                    <a:pt x="1677" y="0"/>
                    <a:pt x="1602" y="50"/>
                    <a:pt x="1602" y="150"/>
                  </a:cubicBezTo>
                  <a:cubicBezTo>
                    <a:pt x="1635" y="3286"/>
                    <a:pt x="1669" y="6121"/>
                    <a:pt x="668" y="9057"/>
                  </a:cubicBezTo>
                  <a:cubicBezTo>
                    <a:pt x="1" y="11058"/>
                    <a:pt x="68" y="13593"/>
                    <a:pt x="835" y="15528"/>
                  </a:cubicBezTo>
                  <a:cubicBezTo>
                    <a:pt x="859" y="15576"/>
                    <a:pt x="900" y="15594"/>
                    <a:pt x="941" y="15594"/>
                  </a:cubicBezTo>
                  <a:cubicBezTo>
                    <a:pt x="1015" y="15594"/>
                    <a:pt x="1090" y="15537"/>
                    <a:pt x="1068" y="15495"/>
                  </a:cubicBezTo>
                  <a:cubicBezTo>
                    <a:pt x="968" y="14194"/>
                    <a:pt x="668" y="12926"/>
                    <a:pt x="735" y="11658"/>
                  </a:cubicBezTo>
                  <a:cubicBezTo>
                    <a:pt x="768" y="10191"/>
                    <a:pt x="1302" y="9023"/>
                    <a:pt x="1635" y="7656"/>
                  </a:cubicBezTo>
                  <a:cubicBezTo>
                    <a:pt x="2269" y="5321"/>
                    <a:pt x="2069" y="2519"/>
                    <a:pt x="1835" y="150"/>
                  </a:cubicBezTo>
                  <a:cubicBezTo>
                    <a:pt x="1869" y="50"/>
                    <a:pt x="1810" y="0"/>
                    <a:pt x="1744"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45"/>
            <p:cNvSpPr/>
            <p:nvPr/>
          </p:nvSpPr>
          <p:spPr>
            <a:xfrm>
              <a:off x="950025" y="3443750"/>
              <a:ext cx="85900" cy="125100"/>
            </a:xfrm>
            <a:custGeom>
              <a:avLst/>
              <a:gdLst/>
              <a:ahLst/>
              <a:cxnLst/>
              <a:rect l="l" t="t" r="r" b="b"/>
              <a:pathLst>
                <a:path w="3436" h="5004" fill="none" extrusionOk="0">
                  <a:moveTo>
                    <a:pt x="2402" y="3736"/>
                  </a:moveTo>
                  <a:cubicBezTo>
                    <a:pt x="1635" y="3836"/>
                    <a:pt x="1268" y="5004"/>
                    <a:pt x="567" y="4837"/>
                  </a:cubicBezTo>
                  <a:cubicBezTo>
                    <a:pt x="100" y="4703"/>
                    <a:pt x="0" y="4003"/>
                    <a:pt x="334" y="3636"/>
                  </a:cubicBezTo>
                  <a:cubicBezTo>
                    <a:pt x="667" y="3236"/>
                    <a:pt x="1168" y="3136"/>
                    <a:pt x="1668" y="3036"/>
                  </a:cubicBezTo>
                  <a:cubicBezTo>
                    <a:pt x="934" y="2735"/>
                    <a:pt x="467" y="1835"/>
                    <a:pt x="667" y="1034"/>
                  </a:cubicBezTo>
                  <a:cubicBezTo>
                    <a:pt x="734" y="901"/>
                    <a:pt x="767" y="801"/>
                    <a:pt x="901" y="734"/>
                  </a:cubicBezTo>
                  <a:cubicBezTo>
                    <a:pt x="1101" y="667"/>
                    <a:pt x="1268" y="901"/>
                    <a:pt x="1334" y="1068"/>
                  </a:cubicBezTo>
                  <a:cubicBezTo>
                    <a:pt x="1501" y="1368"/>
                    <a:pt x="1668" y="1635"/>
                    <a:pt x="1901" y="1835"/>
                  </a:cubicBezTo>
                  <a:cubicBezTo>
                    <a:pt x="1935" y="1868"/>
                    <a:pt x="1968" y="1901"/>
                    <a:pt x="2002" y="1901"/>
                  </a:cubicBezTo>
                  <a:cubicBezTo>
                    <a:pt x="2068" y="1901"/>
                    <a:pt x="2102" y="1868"/>
                    <a:pt x="2135" y="1835"/>
                  </a:cubicBezTo>
                  <a:cubicBezTo>
                    <a:pt x="2368" y="1535"/>
                    <a:pt x="2302" y="1168"/>
                    <a:pt x="2302" y="801"/>
                  </a:cubicBezTo>
                  <a:cubicBezTo>
                    <a:pt x="2368" y="467"/>
                    <a:pt x="2602" y="0"/>
                    <a:pt x="2936" y="134"/>
                  </a:cubicBezTo>
                  <a:cubicBezTo>
                    <a:pt x="3102" y="200"/>
                    <a:pt x="3169" y="367"/>
                    <a:pt x="3269" y="567"/>
                  </a:cubicBezTo>
                  <a:cubicBezTo>
                    <a:pt x="3436" y="1168"/>
                    <a:pt x="3302" y="1735"/>
                    <a:pt x="3002" y="2235"/>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45"/>
            <p:cNvSpPr/>
            <p:nvPr/>
          </p:nvSpPr>
          <p:spPr>
            <a:xfrm>
              <a:off x="970875" y="3141850"/>
              <a:ext cx="208500" cy="123450"/>
            </a:xfrm>
            <a:custGeom>
              <a:avLst/>
              <a:gdLst/>
              <a:ahLst/>
              <a:cxnLst/>
              <a:rect l="l" t="t" r="r" b="b"/>
              <a:pathLst>
                <a:path w="8340" h="4938" fill="none" extrusionOk="0">
                  <a:moveTo>
                    <a:pt x="3136" y="4938"/>
                  </a:moveTo>
                  <a:cubicBezTo>
                    <a:pt x="2168" y="4637"/>
                    <a:pt x="1268" y="4104"/>
                    <a:pt x="500" y="3337"/>
                  </a:cubicBezTo>
                  <a:cubicBezTo>
                    <a:pt x="300" y="3136"/>
                    <a:pt x="133" y="2936"/>
                    <a:pt x="67" y="2636"/>
                  </a:cubicBezTo>
                  <a:cubicBezTo>
                    <a:pt x="0" y="2369"/>
                    <a:pt x="167" y="2069"/>
                    <a:pt x="434" y="2002"/>
                  </a:cubicBezTo>
                  <a:cubicBezTo>
                    <a:pt x="567" y="2002"/>
                    <a:pt x="734" y="2069"/>
                    <a:pt x="834" y="2102"/>
                  </a:cubicBezTo>
                  <a:cubicBezTo>
                    <a:pt x="1468" y="2369"/>
                    <a:pt x="2068" y="2603"/>
                    <a:pt x="2669" y="2903"/>
                  </a:cubicBezTo>
                  <a:cubicBezTo>
                    <a:pt x="2402" y="2169"/>
                    <a:pt x="2335" y="1402"/>
                    <a:pt x="2602" y="668"/>
                  </a:cubicBezTo>
                  <a:cubicBezTo>
                    <a:pt x="2735" y="334"/>
                    <a:pt x="3002" y="1"/>
                    <a:pt x="3302" y="168"/>
                  </a:cubicBezTo>
                  <a:cubicBezTo>
                    <a:pt x="3436" y="268"/>
                    <a:pt x="3469" y="434"/>
                    <a:pt x="3503" y="568"/>
                  </a:cubicBezTo>
                  <a:cubicBezTo>
                    <a:pt x="3669" y="1235"/>
                    <a:pt x="3903" y="1835"/>
                    <a:pt x="4070" y="2503"/>
                  </a:cubicBezTo>
                  <a:cubicBezTo>
                    <a:pt x="4170" y="2069"/>
                    <a:pt x="4303" y="1602"/>
                    <a:pt x="4403" y="1135"/>
                  </a:cubicBezTo>
                  <a:cubicBezTo>
                    <a:pt x="4470" y="801"/>
                    <a:pt x="4570" y="468"/>
                    <a:pt x="4804" y="268"/>
                  </a:cubicBezTo>
                  <a:cubicBezTo>
                    <a:pt x="5070" y="68"/>
                    <a:pt x="5504" y="68"/>
                    <a:pt x="5671" y="334"/>
                  </a:cubicBezTo>
                  <a:cubicBezTo>
                    <a:pt x="5771" y="468"/>
                    <a:pt x="5738" y="668"/>
                    <a:pt x="5738" y="835"/>
                  </a:cubicBezTo>
                  <a:cubicBezTo>
                    <a:pt x="5637" y="1335"/>
                    <a:pt x="5604" y="1835"/>
                    <a:pt x="5504" y="2336"/>
                  </a:cubicBezTo>
                  <a:cubicBezTo>
                    <a:pt x="5671" y="1669"/>
                    <a:pt x="6138" y="1135"/>
                    <a:pt x="6772" y="835"/>
                  </a:cubicBezTo>
                  <a:cubicBezTo>
                    <a:pt x="7139" y="668"/>
                    <a:pt x="7639" y="635"/>
                    <a:pt x="7939" y="935"/>
                  </a:cubicBezTo>
                  <a:cubicBezTo>
                    <a:pt x="8339" y="1302"/>
                    <a:pt x="8139" y="2002"/>
                    <a:pt x="7806" y="2469"/>
                  </a:cubicBezTo>
                  <a:cubicBezTo>
                    <a:pt x="7239" y="3303"/>
                    <a:pt x="6338" y="3904"/>
                    <a:pt x="5404" y="4137"/>
                  </a:cubicBezTo>
                  <a:cubicBezTo>
                    <a:pt x="5271" y="4170"/>
                    <a:pt x="5137" y="4170"/>
                    <a:pt x="5070" y="4104"/>
                  </a:cubicBezTo>
                  <a:cubicBezTo>
                    <a:pt x="4970" y="4004"/>
                    <a:pt x="5137" y="3837"/>
                    <a:pt x="5170" y="3937"/>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45"/>
            <p:cNvSpPr/>
            <p:nvPr/>
          </p:nvSpPr>
          <p:spPr>
            <a:xfrm>
              <a:off x="1417850" y="3245275"/>
              <a:ext cx="214350" cy="112600"/>
            </a:xfrm>
            <a:custGeom>
              <a:avLst/>
              <a:gdLst/>
              <a:ahLst/>
              <a:cxnLst/>
              <a:rect l="l" t="t" r="r" b="b"/>
              <a:pathLst>
                <a:path w="8574" h="4504" fill="none" extrusionOk="0">
                  <a:moveTo>
                    <a:pt x="1735" y="4170"/>
                  </a:moveTo>
                  <a:cubicBezTo>
                    <a:pt x="1168" y="4270"/>
                    <a:pt x="701" y="3703"/>
                    <a:pt x="434" y="3169"/>
                  </a:cubicBezTo>
                  <a:cubicBezTo>
                    <a:pt x="267" y="2802"/>
                    <a:pt x="167" y="2435"/>
                    <a:pt x="67" y="2002"/>
                  </a:cubicBezTo>
                  <a:cubicBezTo>
                    <a:pt x="34" y="1735"/>
                    <a:pt x="1" y="1434"/>
                    <a:pt x="101" y="1168"/>
                  </a:cubicBezTo>
                  <a:cubicBezTo>
                    <a:pt x="234" y="934"/>
                    <a:pt x="568" y="767"/>
                    <a:pt x="834" y="901"/>
                  </a:cubicBezTo>
                  <a:cubicBezTo>
                    <a:pt x="935" y="967"/>
                    <a:pt x="1068" y="1101"/>
                    <a:pt x="1168" y="1234"/>
                  </a:cubicBezTo>
                  <a:cubicBezTo>
                    <a:pt x="1502" y="1801"/>
                    <a:pt x="1835" y="2335"/>
                    <a:pt x="2169" y="2936"/>
                  </a:cubicBezTo>
                  <a:cubicBezTo>
                    <a:pt x="2269" y="2068"/>
                    <a:pt x="2436" y="1101"/>
                    <a:pt x="3103" y="500"/>
                  </a:cubicBezTo>
                  <a:cubicBezTo>
                    <a:pt x="3236" y="434"/>
                    <a:pt x="3370" y="334"/>
                    <a:pt x="3503" y="300"/>
                  </a:cubicBezTo>
                  <a:cubicBezTo>
                    <a:pt x="3937" y="267"/>
                    <a:pt x="4170" y="834"/>
                    <a:pt x="4103" y="1301"/>
                  </a:cubicBezTo>
                  <a:cubicBezTo>
                    <a:pt x="4070" y="1768"/>
                    <a:pt x="3937" y="2268"/>
                    <a:pt x="4204" y="2635"/>
                  </a:cubicBezTo>
                  <a:cubicBezTo>
                    <a:pt x="4404" y="1801"/>
                    <a:pt x="4871" y="1001"/>
                    <a:pt x="5504" y="434"/>
                  </a:cubicBezTo>
                  <a:cubicBezTo>
                    <a:pt x="5671" y="267"/>
                    <a:pt x="5871" y="100"/>
                    <a:pt x="6105" y="67"/>
                  </a:cubicBezTo>
                  <a:cubicBezTo>
                    <a:pt x="6372" y="0"/>
                    <a:pt x="6605" y="67"/>
                    <a:pt x="6772" y="267"/>
                  </a:cubicBezTo>
                  <a:cubicBezTo>
                    <a:pt x="6939" y="500"/>
                    <a:pt x="6839" y="801"/>
                    <a:pt x="6739" y="1101"/>
                  </a:cubicBezTo>
                  <a:cubicBezTo>
                    <a:pt x="6405" y="1901"/>
                    <a:pt x="6072" y="2735"/>
                    <a:pt x="5771" y="3503"/>
                  </a:cubicBezTo>
                  <a:cubicBezTo>
                    <a:pt x="6005" y="2936"/>
                    <a:pt x="6372" y="2469"/>
                    <a:pt x="6905" y="2135"/>
                  </a:cubicBezTo>
                  <a:cubicBezTo>
                    <a:pt x="7206" y="1968"/>
                    <a:pt x="7539" y="1835"/>
                    <a:pt x="7839" y="1835"/>
                  </a:cubicBezTo>
                  <a:cubicBezTo>
                    <a:pt x="8173" y="1901"/>
                    <a:pt x="8507" y="2135"/>
                    <a:pt x="8540" y="2469"/>
                  </a:cubicBezTo>
                  <a:cubicBezTo>
                    <a:pt x="8573" y="2669"/>
                    <a:pt x="8440" y="2936"/>
                    <a:pt x="8373" y="3102"/>
                  </a:cubicBezTo>
                  <a:cubicBezTo>
                    <a:pt x="8073" y="3603"/>
                    <a:pt x="7606" y="4003"/>
                    <a:pt x="7106" y="4303"/>
                  </a:cubicBezTo>
                  <a:cubicBezTo>
                    <a:pt x="6905" y="4437"/>
                    <a:pt x="6705" y="4503"/>
                    <a:pt x="6505" y="4503"/>
                  </a:cubicBezTo>
                  <a:cubicBezTo>
                    <a:pt x="6272" y="4503"/>
                    <a:pt x="6038" y="4337"/>
                    <a:pt x="6038" y="4103"/>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45"/>
            <p:cNvSpPr/>
            <p:nvPr/>
          </p:nvSpPr>
          <p:spPr>
            <a:xfrm>
              <a:off x="1852325" y="3301975"/>
              <a:ext cx="248550" cy="141800"/>
            </a:xfrm>
            <a:custGeom>
              <a:avLst/>
              <a:gdLst/>
              <a:ahLst/>
              <a:cxnLst/>
              <a:rect l="l" t="t" r="r" b="b"/>
              <a:pathLst>
                <a:path w="9942" h="5672" fill="none" extrusionOk="0">
                  <a:moveTo>
                    <a:pt x="201" y="3103"/>
                  </a:moveTo>
                  <a:cubicBezTo>
                    <a:pt x="234" y="3236"/>
                    <a:pt x="67" y="3369"/>
                    <a:pt x="1" y="3269"/>
                  </a:cubicBezTo>
                  <a:cubicBezTo>
                    <a:pt x="1" y="2435"/>
                    <a:pt x="67" y="1568"/>
                    <a:pt x="234" y="734"/>
                  </a:cubicBezTo>
                  <a:cubicBezTo>
                    <a:pt x="267" y="534"/>
                    <a:pt x="401" y="267"/>
                    <a:pt x="634" y="267"/>
                  </a:cubicBezTo>
                  <a:cubicBezTo>
                    <a:pt x="801" y="267"/>
                    <a:pt x="901" y="434"/>
                    <a:pt x="968" y="567"/>
                  </a:cubicBezTo>
                  <a:cubicBezTo>
                    <a:pt x="1335" y="1201"/>
                    <a:pt x="1602" y="1868"/>
                    <a:pt x="1802" y="2536"/>
                  </a:cubicBezTo>
                  <a:cubicBezTo>
                    <a:pt x="1969" y="2002"/>
                    <a:pt x="2169" y="1501"/>
                    <a:pt x="2336" y="934"/>
                  </a:cubicBezTo>
                  <a:cubicBezTo>
                    <a:pt x="2436" y="534"/>
                    <a:pt x="2736" y="0"/>
                    <a:pt x="3203" y="34"/>
                  </a:cubicBezTo>
                  <a:cubicBezTo>
                    <a:pt x="3670" y="67"/>
                    <a:pt x="3837" y="668"/>
                    <a:pt x="3870" y="1068"/>
                  </a:cubicBezTo>
                  <a:cubicBezTo>
                    <a:pt x="3937" y="1835"/>
                    <a:pt x="4003" y="2536"/>
                    <a:pt x="4003" y="3269"/>
                  </a:cubicBezTo>
                  <a:lnTo>
                    <a:pt x="4871" y="1535"/>
                  </a:lnTo>
                  <a:cubicBezTo>
                    <a:pt x="4937" y="1335"/>
                    <a:pt x="5071" y="1101"/>
                    <a:pt x="5271" y="1001"/>
                  </a:cubicBezTo>
                  <a:cubicBezTo>
                    <a:pt x="5438" y="868"/>
                    <a:pt x="5738" y="834"/>
                    <a:pt x="5905" y="1001"/>
                  </a:cubicBezTo>
                  <a:cubicBezTo>
                    <a:pt x="6072" y="1168"/>
                    <a:pt x="6038" y="1401"/>
                    <a:pt x="6038" y="1602"/>
                  </a:cubicBezTo>
                  <a:cubicBezTo>
                    <a:pt x="5938" y="2169"/>
                    <a:pt x="5905" y="2736"/>
                    <a:pt x="5838" y="3269"/>
                  </a:cubicBezTo>
                  <a:cubicBezTo>
                    <a:pt x="5771" y="3503"/>
                    <a:pt x="5905" y="3836"/>
                    <a:pt x="6105" y="3736"/>
                  </a:cubicBezTo>
                  <a:cubicBezTo>
                    <a:pt x="6338" y="3036"/>
                    <a:pt x="6705" y="2369"/>
                    <a:pt x="7206" y="1835"/>
                  </a:cubicBezTo>
                  <a:cubicBezTo>
                    <a:pt x="7406" y="1568"/>
                    <a:pt x="7739" y="1335"/>
                    <a:pt x="8073" y="1435"/>
                  </a:cubicBezTo>
                  <a:cubicBezTo>
                    <a:pt x="8540" y="1602"/>
                    <a:pt x="8507" y="2235"/>
                    <a:pt x="8340" y="2702"/>
                  </a:cubicBezTo>
                  <a:cubicBezTo>
                    <a:pt x="8173" y="3203"/>
                    <a:pt x="8040" y="3703"/>
                    <a:pt x="7873" y="4203"/>
                  </a:cubicBezTo>
                  <a:cubicBezTo>
                    <a:pt x="8040" y="3870"/>
                    <a:pt x="8206" y="3536"/>
                    <a:pt x="8507" y="3336"/>
                  </a:cubicBezTo>
                  <a:cubicBezTo>
                    <a:pt x="8774" y="3069"/>
                    <a:pt x="9207" y="3003"/>
                    <a:pt x="9507" y="3203"/>
                  </a:cubicBezTo>
                  <a:cubicBezTo>
                    <a:pt x="9941" y="3503"/>
                    <a:pt x="9874" y="4203"/>
                    <a:pt x="9607" y="4604"/>
                  </a:cubicBezTo>
                  <a:cubicBezTo>
                    <a:pt x="9241" y="5237"/>
                    <a:pt x="8540" y="5604"/>
                    <a:pt x="7840" y="5671"/>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45"/>
            <p:cNvSpPr/>
            <p:nvPr/>
          </p:nvSpPr>
          <p:spPr>
            <a:xfrm>
              <a:off x="1595475" y="3539650"/>
              <a:ext cx="306925" cy="130950"/>
            </a:xfrm>
            <a:custGeom>
              <a:avLst/>
              <a:gdLst/>
              <a:ahLst/>
              <a:cxnLst/>
              <a:rect l="l" t="t" r="r" b="b"/>
              <a:pathLst>
                <a:path w="12277" h="5238" fill="none" extrusionOk="0">
                  <a:moveTo>
                    <a:pt x="2903" y="4904"/>
                  </a:moveTo>
                  <a:cubicBezTo>
                    <a:pt x="2135" y="5237"/>
                    <a:pt x="1335" y="4637"/>
                    <a:pt x="768" y="4036"/>
                  </a:cubicBezTo>
                  <a:cubicBezTo>
                    <a:pt x="368" y="3669"/>
                    <a:pt x="1" y="3136"/>
                    <a:pt x="301" y="2702"/>
                  </a:cubicBezTo>
                  <a:cubicBezTo>
                    <a:pt x="601" y="2335"/>
                    <a:pt x="1235" y="2435"/>
                    <a:pt x="1602" y="2735"/>
                  </a:cubicBezTo>
                  <a:cubicBezTo>
                    <a:pt x="1969" y="3036"/>
                    <a:pt x="2302" y="3469"/>
                    <a:pt x="2769" y="3536"/>
                  </a:cubicBezTo>
                  <a:cubicBezTo>
                    <a:pt x="2369" y="2902"/>
                    <a:pt x="2302" y="2135"/>
                    <a:pt x="2502" y="1401"/>
                  </a:cubicBezTo>
                  <a:cubicBezTo>
                    <a:pt x="2536" y="1234"/>
                    <a:pt x="2636" y="1101"/>
                    <a:pt x="2769" y="1034"/>
                  </a:cubicBezTo>
                  <a:cubicBezTo>
                    <a:pt x="3136" y="767"/>
                    <a:pt x="3603" y="1201"/>
                    <a:pt x="3903" y="1568"/>
                  </a:cubicBezTo>
                  <a:cubicBezTo>
                    <a:pt x="4204" y="2068"/>
                    <a:pt x="4571" y="2635"/>
                    <a:pt x="4837" y="3169"/>
                  </a:cubicBezTo>
                  <a:cubicBezTo>
                    <a:pt x="5138" y="2402"/>
                    <a:pt x="5371" y="1668"/>
                    <a:pt x="5671" y="901"/>
                  </a:cubicBezTo>
                  <a:cubicBezTo>
                    <a:pt x="5771" y="667"/>
                    <a:pt x="5838" y="400"/>
                    <a:pt x="6038" y="300"/>
                  </a:cubicBezTo>
                  <a:cubicBezTo>
                    <a:pt x="6472" y="0"/>
                    <a:pt x="7006" y="334"/>
                    <a:pt x="7206" y="801"/>
                  </a:cubicBezTo>
                  <a:cubicBezTo>
                    <a:pt x="7439" y="1234"/>
                    <a:pt x="7339" y="1735"/>
                    <a:pt x="7339" y="2202"/>
                  </a:cubicBezTo>
                  <a:cubicBezTo>
                    <a:pt x="7339" y="2702"/>
                    <a:pt x="7373" y="3202"/>
                    <a:pt x="7773" y="3536"/>
                  </a:cubicBezTo>
                  <a:cubicBezTo>
                    <a:pt x="7773" y="2202"/>
                    <a:pt x="8673" y="901"/>
                    <a:pt x="9974" y="467"/>
                  </a:cubicBezTo>
                  <a:cubicBezTo>
                    <a:pt x="10275" y="367"/>
                    <a:pt x="10642" y="334"/>
                    <a:pt x="10775" y="567"/>
                  </a:cubicBezTo>
                  <a:cubicBezTo>
                    <a:pt x="10842" y="734"/>
                    <a:pt x="10808" y="968"/>
                    <a:pt x="10775" y="1134"/>
                  </a:cubicBezTo>
                  <a:cubicBezTo>
                    <a:pt x="10508" y="1902"/>
                    <a:pt x="10208" y="2702"/>
                    <a:pt x="9874" y="3469"/>
                  </a:cubicBezTo>
                  <a:cubicBezTo>
                    <a:pt x="10275" y="2969"/>
                    <a:pt x="10775" y="2402"/>
                    <a:pt x="11375" y="2535"/>
                  </a:cubicBezTo>
                  <a:cubicBezTo>
                    <a:pt x="12109" y="2669"/>
                    <a:pt x="12276" y="3669"/>
                    <a:pt x="11942" y="4303"/>
                  </a:cubicBezTo>
                  <a:cubicBezTo>
                    <a:pt x="11642" y="4837"/>
                    <a:pt x="10875" y="5171"/>
                    <a:pt x="10375" y="4804"/>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45"/>
            <p:cNvSpPr/>
            <p:nvPr/>
          </p:nvSpPr>
          <p:spPr>
            <a:xfrm>
              <a:off x="1743075" y="3071800"/>
              <a:ext cx="165150" cy="120125"/>
            </a:xfrm>
            <a:custGeom>
              <a:avLst/>
              <a:gdLst/>
              <a:ahLst/>
              <a:cxnLst/>
              <a:rect l="l" t="t" r="r" b="b"/>
              <a:pathLst>
                <a:path w="6606" h="4805" fill="none" extrusionOk="0">
                  <a:moveTo>
                    <a:pt x="2336" y="3603"/>
                  </a:moveTo>
                  <a:cubicBezTo>
                    <a:pt x="1035" y="3370"/>
                    <a:pt x="1" y="2102"/>
                    <a:pt x="1" y="835"/>
                  </a:cubicBezTo>
                  <a:cubicBezTo>
                    <a:pt x="1035" y="1202"/>
                    <a:pt x="1335" y="2736"/>
                    <a:pt x="2369" y="3003"/>
                  </a:cubicBezTo>
                  <a:cubicBezTo>
                    <a:pt x="2069" y="2302"/>
                    <a:pt x="1936" y="1569"/>
                    <a:pt x="1936" y="835"/>
                  </a:cubicBezTo>
                  <a:cubicBezTo>
                    <a:pt x="1936" y="434"/>
                    <a:pt x="2169" y="1"/>
                    <a:pt x="2536" y="68"/>
                  </a:cubicBezTo>
                  <a:cubicBezTo>
                    <a:pt x="2703" y="101"/>
                    <a:pt x="2769" y="268"/>
                    <a:pt x="2870" y="401"/>
                  </a:cubicBezTo>
                  <a:cubicBezTo>
                    <a:pt x="3370" y="1268"/>
                    <a:pt x="3737" y="2202"/>
                    <a:pt x="3904" y="3203"/>
                  </a:cubicBezTo>
                  <a:cubicBezTo>
                    <a:pt x="4204" y="2603"/>
                    <a:pt x="4271" y="1936"/>
                    <a:pt x="4604" y="1368"/>
                  </a:cubicBezTo>
                  <a:cubicBezTo>
                    <a:pt x="4938" y="835"/>
                    <a:pt x="5772" y="401"/>
                    <a:pt x="6272" y="868"/>
                  </a:cubicBezTo>
                  <a:cubicBezTo>
                    <a:pt x="6572" y="1168"/>
                    <a:pt x="6606" y="1602"/>
                    <a:pt x="6472" y="2002"/>
                  </a:cubicBezTo>
                  <a:cubicBezTo>
                    <a:pt x="6305" y="2369"/>
                    <a:pt x="6038" y="2703"/>
                    <a:pt x="5738" y="3003"/>
                  </a:cubicBezTo>
                  <a:cubicBezTo>
                    <a:pt x="5138" y="3603"/>
                    <a:pt x="4571" y="4204"/>
                    <a:pt x="3937" y="4804"/>
                  </a:cubicBezTo>
                  <a:cubicBezTo>
                    <a:pt x="3837" y="4738"/>
                    <a:pt x="3770" y="4571"/>
                    <a:pt x="3870" y="4437"/>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45"/>
            <p:cNvSpPr/>
            <p:nvPr/>
          </p:nvSpPr>
          <p:spPr>
            <a:xfrm>
              <a:off x="864125" y="2839975"/>
              <a:ext cx="177650" cy="132625"/>
            </a:xfrm>
            <a:custGeom>
              <a:avLst/>
              <a:gdLst/>
              <a:ahLst/>
              <a:cxnLst/>
              <a:rect l="l" t="t" r="r" b="b"/>
              <a:pathLst>
                <a:path w="7106" h="5305" fill="none" extrusionOk="0">
                  <a:moveTo>
                    <a:pt x="3369" y="5304"/>
                  </a:moveTo>
                  <a:cubicBezTo>
                    <a:pt x="2068" y="5171"/>
                    <a:pt x="834" y="4470"/>
                    <a:pt x="100" y="3370"/>
                  </a:cubicBezTo>
                  <a:cubicBezTo>
                    <a:pt x="34" y="3303"/>
                    <a:pt x="0" y="3169"/>
                    <a:pt x="0" y="3036"/>
                  </a:cubicBezTo>
                  <a:cubicBezTo>
                    <a:pt x="0" y="2803"/>
                    <a:pt x="334" y="2636"/>
                    <a:pt x="567" y="2702"/>
                  </a:cubicBezTo>
                  <a:cubicBezTo>
                    <a:pt x="834" y="2803"/>
                    <a:pt x="1034" y="3003"/>
                    <a:pt x="1201" y="3169"/>
                  </a:cubicBezTo>
                  <a:cubicBezTo>
                    <a:pt x="1401" y="3370"/>
                    <a:pt x="1601" y="3536"/>
                    <a:pt x="1902" y="3536"/>
                  </a:cubicBezTo>
                  <a:cubicBezTo>
                    <a:pt x="1001" y="2636"/>
                    <a:pt x="834" y="1068"/>
                    <a:pt x="1501" y="1"/>
                  </a:cubicBezTo>
                  <a:cubicBezTo>
                    <a:pt x="2068" y="1068"/>
                    <a:pt x="2702" y="2169"/>
                    <a:pt x="3369" y="3236"/>
                  </a:cubicBezTo>
                  <a:cubicBezTo>
                    <a:pt x="3536" y="2469"/>
                    <a:pt x="3836" y="1668"/>
                    <a:pt x="4237" y="1001"/>
                  </a:cubicBezTo>
                  <a:cubicBezTo>
                    <a:pt x="4270" y="935"/>
                    <a:pt x="4370" y="801"/>
                    <a:pt x="4504" y="734"/>
                  </a:cubicBezTo>
                  <a:cubicBezTo>
                    <a:pt x="4670" y="701"/>
                    <a:pt x="4837" y="868"/>
                    <a:pt x="4904" y="1001"/>
                  </a:cubicBezTo>
                  <a:cubicBezTo>
                    <a:pt x="5371" y="1835"/>
                    <a:pt x="5104" y="2869"/>
                    <a:pt x="4837" y="3803"/>
                  </a:cubicBezTo>
                  <a:cubicBezTo>
                    <a:pt x="5004" y="3370"/>
                    <a:pt x="5204" y="2903"/>
                    <a:pt x="5538" y="2636"/>
                  </a:cubicBezTo>
                  <a:cubicBezTo>
                    <a:pt x="5871" y="2336"/>
                    <a:pt x="6438" y="2235"/>
                    <a:pt x="6772" y="2602"/>
                  </a:cubicBezTo>
                  <a:cubicBezTo>
                    <a:pt x="7105" y="2869"/>
                    <a:pt x="7072" y="3470"/>
                    <a:pt x="6839" y="3803"/>
                  </a:cubicBezTo>
                  <a:cubicBezTo>
                    <a:pt x="6572" y="4170"/>
                    <a:pt x="6171" y="4370"/>
                    <a:pt x="5804" y="4570"/>
                  </a:cubicBezTo>
                  <a:cubicBezTo>
                    <a:pt x="5671" y="4671"/>
                    <a:pt x="5404" y="4570"/>
                    <a:pt x="5504" y="4470"/>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45"/>
            <p:cNvSpPr/>
            <p:nvPr/>
          </p:nvSpPr>
          <p:spPr>
            <a:xfrm>
              <a:off x="749050" y="3171875"/>
              <a:ext cx="75900" cy="94275"/>
            </a:xfrm>
            <a:custGeom>
              <a:avLst/>
              <a:gdLst/>
              <a:ahLst/>
              <a:cxnLst/>
              <a:rect l="l" t="t" r="r" b="b"/>
              <a:pathLst>
                <a:path w="3036" h="3771" fill="none" extrusionOk="0">
                  <a:moveTo>
                    <a:pt x="3036" y="3770"/>
                  </a:moveTo>
                  <a:cubicBezTo>
                    <a:pt x="2335" y="3603"/>
                    <a:pt x="1601" y="3403"/>
                    <a:pt x="1001" y="2936"/>
                  </a:cubicBezTo>
                  <a:cubicBezTo>
                    <a:pt x="434" y="2469"/>
                    <a:pt x="0" y="1735"/>
                    <a:pt x="200" y="1001"/>
                  </a:cubicBezTo>
                  <a:cubicBezTo>
                    <a:pt x="834" y="1435"/>
                    <a:pt x="1368" y="2002"/>
                    <a:pt x="1835" y="2569"/>
                  </a:cubicBezTo>
                  <a:cubicBezTo>
                    <a:pt x="1935" y="2102"/>
                    <a:pt x="1801" y="1602"/>
                    <a:pt x="1768" y="1168"/>
                  </a:cubicBezTo>
                  <a:cubicBezTo>
                    <a:pt x="1701" y="701"/>
                    <a:pt x="1935" y="101"/>
                    <a:pt x="2368" y="1"/>
                  </a:cubicBezTo>
                  <a:cubicBezTo>
                    <a:pt x="2769" y="768"/>
                    <a:pt x="2935" y="1602"/>
                    <a:pt x="2935" y="2436"/>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45"/>
            <p:cNvSpPr/>
            <p:nvPr/>
          </p:nvSpPr>
          <p:spPr>
            <a:xfrm>
              <a:off x="2056650" y="3154375"/>
              <a:ext cx="88400" cy="127600"/>
            </a:xfrm>
            <a:custGeom>
              <a:avLst/>
              <a:gdLst/>
              <a:ahLst/>
              <a:cxnLst/>
              <a:rect l="l" t="t" r="r" b="b"/>
              <a:pathLst>
                <a:path w="3536" h="5104" fill="none" extrusionOk="0">
                  <a:moveTo>
                    <a:pt x="0" y="3403"/>
                  </a:moveTo>
                  <a:cubicBezTo>
                    <a:pt x="33" y="2836"/>
                    <a:pt x="134" y="2268"/>
                    <a:pt x="167" y="1735"/>
                  </a:cubicBezTo>
                  <a:cubicBezTo>
                    <a:pt x="200" y="1368"/>
                    <a:pt x="234" y="968"/>
                    <a:pt x="367" y="667"/>
                  </a:cubicBezTo>
                  <a:cubicBezTo>
                    <a:pt x="534" y="334"/>
                    <a:pt x="834" y="67"/>
                    <a:pt x="1168" y="0"/>
                  </a:cubicBezTo>
                  <a:cubicBezTo>
                    <a:pt x="1034" y="1068"/>
                    <a:pt x="901" y="2135"/>
                    <a:pt x="801" y="3169"/>
                  </a:cubicBezTo>
                  <a:cubicBezTo>
                    <a:pt x="1201" y="2902"/>
                    <a:pt x="1368" y="2435"/>
                    <a:pt x="1535" y="1968"/>
                  </a:cubicBezTo>
                  <a:cubicBezTo>
                    <a:pt x="1635" y="1735"/>
                    <a:pt x="1701" y="1468"/>
                    <a:pt x="1968" y="1401"/>
                  </a:cubicBezTo>
                  <a:cubicBezTo>
                    <a:pt x="2235" y="1268"/>
                    <a:pt x="2569" y="1568"/>
                    <a:pt x="2635" y="1902"/>
                  </a:cubicBezTo>
                  <a:cubicBezTo>
                    <a:pt x="2669" y="2235"/>
                    <a:pt x="2502" y="2535"/>
                    <a:pt x="2368" y="2802"/>
                  </a:cubicBezTo>
                  <a:cubicBezTo>
                    <a:pt x="2168" y="3269"/>
                    <a:pt x="1901" y="3736"/>
                    <a:pt x="1701" y="4203"/>
                  </a:cubicBezTo>
                  <a:cubicBezTo>
                    <a:pt x="1901" y="3770"/>
                    <a:pt x="2202" y="3369"/>
                    <a:pt x="2569" y="3069"/>
                  </a:cubicBezTo>
                  <a:cubicBezTo>
                    <a:pt x="2835" y="2869"/>
                    <a:pt x="3302" y="2735"/>
                    <a:pt x="3469" y="3036"/>
                  </a:cubicBezTo>
                  <a:cubicBezTo>
                    <a:pt x="3536" y="3169"/>
                    <a:pt x="3469" y="3436"/>
                    <a:pt x="3369" y="3603"/>
                  </a:cubicBezTo>
                  <a:cubicBezTo>
                    <a:pt x="3002" y="4303"/>
                    <a:pt x="2435" y="5070"/>
                    <a:pt x="1668" y="5104"/>
                  </a:cubicBezTo>
                  <a:cubicBezTo>
                    <a:pt x="1701" y="5037"/>
                    <a:pt x="1735" y="4937"/>
                    <a:pt x="1801" y="4804"/>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45"/>
            <p:cNvSpPr/>
            <p:nvPr/>
          </p:nvSpPr>
          <p:spPr>
            <a:xfrm>
              <a:off x="1166850" y="3386200"/>
              <a:ext cx="393625" cy="187650"/>
            </a:xfrm>
            <a:custGeom>
              <a:avLst/>
              <a:gdLst/>
              <a:ahLst/>
              <a:cxnLst/>
              <a:rect l="l" t="t" r="r" b="b"/>
              <a:pathLst>
                <a:path w="15745" h="7506" fill="none" extrusionOk="0">
                  <a:moveTo>
                    <a:pt x="2302" y="5705"/>
                  </a:moveTo>
                  <a:cubicBezTo>
                    <a:pt x="801" y="5037"/>
                    <a:pt x="0" y="3136"/>
                    <a:pt x="634" y="1635"/>
                  </a:cubicBezTo>
                  <a:cubicBezTo>
                    <a:pt x="1234" y="2235"/>
                    <a:pt x="1835" y="2936"/>
                    <a:pt x="2435" y="3536"/>
                  </a:cubicBezTo>
                  <a:cubicBezTo>
                    <a:pt x="2102" y="2369"/>
                    <a:pt x="2135" y="1135"/>
                    <a:pt x="2602" y="0"/>
                  </a:cubicBezTo>
                  <a:cubicBezTo>
                    <a:pt x="3269" y="1201"/>
                    <a:pt x="3903" y="2369"/>
                    <a:pt x="4570" y="3603"/>
                  </a:cubicBezTo>
                  <a:cubicBezTo>
                    <a:pt x="4703" y="2969"/>
                    <a:pt x="4803" y="2335"/>
                    <a:pt x="5004" y="1702"/>
                  </a:cubicBezTo>
                  <a:cubicBezTo>
                    <a:pt x="5104" y="1502"/>
                    <a:pt x="5170" y="1268"/>
                    <a:pt x="5371" y="1135"/>
                  </a:cubicBezTo>
                  <a:cubicBezTo>
                    <a:pt x="5737" y="834"/>
                    <a:pt x="6305" y="1135"/>
                    <a:pt x="6505" y="1535"/>
                  </a:cubicBezTo>
                  <a:cubicBezTo>
                    <a:pt x="6738" y="1969"/>
                    <a:pt x="6705" y="2469"/>
                    <a:pt x="6738" y="2936"/>
                  </a:cubicBezTo>
                  <a:cubicBezTo>
                    <a:pt x="6772" y="3370"/>
                    <a:pt x="6972" y="3937"/>
                    <a:pt x="7405" y="4103"/>
                  </a:cubicBezTo>
                  <a:cubicBezTo>
                    <a:pt x="7439" y="3003"/>
                    <a:pt x="7972" y="1935"/>
                    <a:pt x="8806" y="1201"/>
                  </a:cubicBezTo>
                  <a:cubicBezTo>
                    <a:pt x="9607" y="1868"/>
                    <a:pt x="8673" y="3336"/>
                    <a:pt x="9307" y="4170"/>
                  </a:cubicBezTo>
                  <a:cubicBezTo>
                    <a:pt x="9674" y="3003"/>
                    <a:pt x="10374" y="2002"/>
                    <a:pt x="11275" y="1201"/>
                  </a:cubicBezTo>
                  <a:cubicBezTo>
                    <a:pt x="11675" y="2102"/>
                    <a:pt x="11808" y="3136"/>
                    <a:pt x="11608" y="4103"/>
                  </a:cubicBezTo>
                  <a:cubicBezTo>
                    <a:pt x="12109" y="3136"/>
                    <a:pt x="12909" y="2002"/>
                    <a:pt x="13977" y="2135"/>
                  </a:cubicBezTo>
                  <a:cubicBezTo>
                    <a:pt x="13910" y="2969"/>
                    <a:pt x="13810" y="3803"/>
                    <a:pt x="13710" y="4604"/>
                  </a:cubicBezTo>
                  <a:cubicBezTo>
                    <a:pt x="13943" y="4037"/>
                    <a:pt x="14310" y="3536"/>
                    <a:pt x="14811" y="3136"/>
                  </a:cubicBezTo>
                  <a:cubicBezTo>
                    <a:pt x="14944" y="3036"/>
                    <a:pt x="15077" y="2969"/>
                    <a:pt x="15244" y="2969"/>
                  </a:cubicBezTo>
                  <a:cubicBezTo>
                    <a:pt x="15578" y="2969"/>
                    <a:pt x="15745" y="3436"/>
                    <a:pt x="15711" y="3803"/>
                  </a:cubicBezTo>
                  <a:cubicBezTo>
                    <a:pt x="15645" y="5271"/>
                    <a:pt x="14877" y="6672"/>
                    <a:pt x="13643" y="7506"/>
                  </a:cubicBezTo>
                  <a:cubicBezTo>
                    <a:pt x="13543" y="7506"/>
                    <a:pt x="13443" y="7306"/>
                    <a:pt x="13543" y="7206"/>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45"/>
            <p:cNvSpPr/>
            <p:nvPr/>
          </p:nvSpPr>
          <p:spPr>
            <a:xfrm>
              <a:off x="1203525" y="2955900"/>
              <a:ext cx="417825" cy="208500"/>
            </a:xfrm>
            <a:custGeom>
              <a:avLst/>
              <a:gdLst/>
              <a:ahLst/>
              <a:cxnLst/>
              <a:rect l="l" t="t" r="r" b="b"/>
              <a:pathLst>
                <a:path w="16713" h="8340" fill="none" extrusionOk="0">
                  <a:moveTo>
                    <a:pt x="1068" y="5971"/>
                  </a:moveTo>
                  <a:cubicBezTo>
                    <a:pt x="735" y="5571"/>
                    <a:pt x="434" y="5137"/>
                    <a:pt x="201" y="4637"/>
                  </a:cubicBezTo>
                  <a:cubicBezTo>
                    <a:pt x="101" y="4303"/>
                    <a:pt x="1" y="3870"/>
                    <a:pt x="301" y="3603"/>
                  </a:cubicBezTo>
                  <a:cubicBezTo>
                    <a:pt x="601" y="3369"/>
                    <a:pt x="1068" y="3536"/>
                    <a:pt x="1368" y="3736"/>
                  </a:cubicBezTo>
                  <a:cubicBezTo>
                    <a:pt x="2002" y="4170"/>
                    <a:pt x="2569" y="4737"/>
                    <a:pt x="2869" y="5404"/>
                  </a:cubicBezTo>
                  <a:cubicBezTo>
                    <a:pt x="3003" y="4036"/>
                    <a:pt x="3236" y="2669"/>
                    <a:pt x="3537" y="1301"/>
                  </a:cubicBezTo>
                  <a:cubicBezTo>
                    <a:pt x="4404" y="2002"/>
                    <a:pt x="4938" y="3036"/>
                    <a:pt x="5038" y="4070"/>
                  </a:cubicBezTo>
                  <a:cubicBezTo>
                    <a:pt x="5104" y="4303"/>
                    <a:pt x="5171" y="4637"/>
                    <a:pt x="5405" y="4570"/>
                  </a:cubicBezTo>
                  <a:cubicBezTo>
                    <a:pt x="5605" y="4570"/>
                    <a:pt x="5671" y="4303"/>
                    <a:pt x="5671" y="4070"/>
                  </a:cubicBezTo>
                  <a:cubicBezTo>
                    <a:pt x="5805" y="2769"/>
                    <a:pt x="5938" y="1501"/>
                    <a:pt x="6072" y="234"/>
                  </a:cubicBezTo>
                  <a:cubicBezTo>
                    <a:pt x="7072" y="1334"/>
                    <a:pt x="7339" y="2869"/>
                    <a:pt x="7640" y="4337"/>
                  </a:cubicBezTo>
                  <a:cubicBezTo>
                    <a:pt x="7906" y="2836"/>
                    <a:pt x="8307" y="1368"/>
                    <a:pt x="8907" y="0"/>
                  </a:cubicBezTo>
                  <a:cubicBezTo>
                    <a:pt x="9341" y="67"/>
                    <a:pt x="9508" y="667"/>
                    <a:pt x="9574" y="1134"/>
                  </a:cubicBezTo>
                  <a:lnTo>
                    <a:pt x="9941" y="4637"/>
                  </a:lnTo>
                  <a:cubicBezTo>
                    <a:pt x="10508" y="4403"/>
                    <a:pt x="10608" y="3569"/>
                    <a:pt x="10708" y="2969"/>
                  </a:cubicBezTo>
                  <a:cubicBezTo>
                    <a:pt x="10842" y="2335"/>
                    <a:pt x="11542" y="1635"/>
                    <a:pt x="12043" y="2068"/>
                  </a:cubicBezTo>
                  <a:cubicBezTo>
                    <a:pt x="12276" y="2235"/>
                    <a:pt x="12276" y="2569"/>
                    <a:pt x="12310" y="2836"/>
                  </a:cubicBezTo>
                  <a:cubicBezTo>
                    <a:pt x="12343" y="3669"/>
                    <a:pt x="12310" y="4503"/>
                    <a:pt x="12243" y="5337"/>
                  </a:cubicBezTo>
                  <a:cubicBezTo>
                    <a:pt x="12276" y="4437"/>
                    <a:pt x="13043" y="3669"/>
                    <a:pt x="13877" y="3803"/>
                  </a:cubicBezTo>
                  <a:cubicBezTo>
                    <a:pt x="14711" y="3903"/>
                    <a:pt x="15145" y="5237"/>
                    <a:pt x="14444" y="5704"/>
                  </a:cubicBezTo>
                  <a:cubicBezTo>
                    <a:pt x="14678" y="5137"/>
                    <a:pt x="15512" y="4970"/>
                    <a:pt x="16046" y="5337"/>
                  </a:cubicBezTo>
                  <a:cubicBezTo>
                    <a:pt x="16613" y="5704"/>
                    <a:pt x="16713" y="6405"/>
                    <a:pt x="16513" y="7039"/>
                  </a:cubicBezTo>
                  <a:cubicBezTo>
                    <a:pt x="16312" y="7639"/>
                    <a:pt x="15812" y="8073"/>
                    <a:pt x="15212" y="8339"/>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45"/>
            <p:cNvSpPr/>
            <p:nvPr/>
          </p:nvSpPr>
          <p:spPr>
            <a:xfrm>
              <a:off x="1939900" y="3349500"/>
              <a:ext cx="87575" cy="129300"/>
            </a:xfrm>
            <a:custGeom>
              <a:avLst/>
              <a:gdLst/>
              <a:ahLst/>
              <a:cxnLst/>
              <a:rect l="l" t="t" r="r" b="b"/>
              <a:pathLst>
                <a:path w="3503" h="5172" extrusionOk="0">
                  <a:moveTo>
                    <a:pt x="1468" y="134"/>
                  </a:moveTo>
                  <a:cubicBezTo>
                    <a:pt x="2335" y="1"/>
                    <a:pt x="3169" y="1001"/>
                    <a:pt x="3336" y="2402"/>
                  </a:cubicBezTo>
                  <a:cubicBezTo>
                    <a:pt x="3503" y="3770"/>
                    <a:pt x="2902" y="4938"/>
                    <a:pt x="2035" y="5038"/>
                  </a:cubicBezTo>
                  <a:cubicBezTo>
                    <a:pt x="1168" y="5171"/>
                    <a:pt x="334" y="4170"/>
                    <a:pt x="167" y="2803"/>
                  </a:cubicBezTo>
                  <a:cubicBezTo>
                    <a:pt x="0" y="1468"/>
                    <a:pt x="567" y="268"/>
                    <a:pt x="14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45"/>
            <p:cNvSpPr/>
            <p:nvPr/>
          </p:nvSpPr>
          <p:spPr>
            <a:xfrm>
              <a:off x="1990750" y="3402050"/>
              <a:ext cx="121800" cy="107600"/>
            </a:xfrm>
            <a:custGeom>
              <a:avLst/>
              <a:gdLst/>
              <a:ahLst/>
              <a:cxnLst/>
              <a:rect l="l" t="t" r="r" b="b"/>
              <a:pathLst>
                <a:path w="4872" h="4304" extrusionOk="0">
                  <a:moveTo>
                    <a:pt x="4504" y="1068"/>
                  </a:moveTo>
                  <a:cubicBezTo>
                    <a:pt x="4871" y="1968"/>
                    <a:pt x="4271" y="3136"/>
                    <a:pt x="3136" y="3703"/>
                  </a:cubicBezTo>
                  <a:cubicBezTo>
                    <a:pt x="2002" y="4303"/>
                    <a:pt x="735" y="4070"/>
                    <a:pt x="368" y="3203"/>
                  </a:cubicBezTo>
                  <a:cubicBezTo>
                    <a:pt x="1" y="2335"/>
                    <a:pt x="635" y="1168"/>
                    <a:pt x="1769" y="567"/>
                  </a:cubicBezTo>
                  <a:cubicBezTo>
                    <a:pt x="2936" y="0"/>
                    <a:pt x="4137" y="200"/>
                    <a:pt x="4504" y="10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45"/>
            <p:cNvSpPr/>
            <p:nvPr/>
          </p:nvSpPr>
          <p:spPr>
            <a:xfrm>
              <a:off x="1982425" y="3477100"/>
              <a:ext cx="110925" cy="124275"/>
            </a:xfrm>
            <a:custGeom>
              <a:avLst/>
              <a:gdLst/>
              <a:ahLst/>
              <a:cxnLst/>
              <a:rect l="l" t="t" r="r" b="b"/>
              <a:pathLst>
                <a:path w="4437" h="4971" extrusionOk="0">
                  <a:moveTo>
                    <a:pt x="3770" y="4303"/>
                  </a:moveTo>
                  <a:cubicBezTo>
                    <a:pt x="3136" y="4971"/>
                    <a:pt x="1868" y="4670"/>
                    <a:pt x="1034" y="3670"/>
                  </a:cubicBezTo>
                  <a:cubicBezTo>
                    <a:pt x="167" y="2669"/>
                    <a:pt x="0" y="1335"/>
                    <a:pt x="634" y="668"/>
                  </a:cubicBezTo>
                  <a:cubicBezTo>
                    <a:pt x="1268" y="0"/>
                    <a:pt x="2502" y="301"/>
                    <a:pt x="3336" y="1301"/>
                  </a:cubicBezTo>
                  <a:cubicBezTo>
                    <a:pt x="4203" y="2302"/>
                    <a:pt x="4437" y="3603"/>
                    <a:pt x="3770" y="430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45"/>
            <p:cNvSpPr/>
            <p:nvPr/>
          </p:nvSpPr>
          <p:spPr>
            <a:xfrm>
              <a:off x="1909875" y="3483775"/>
              <a:ext cx="100925" cy="131775"/>
            </a:xfrm>
            <a:custGeom>
              <a:avLst/>
              <a:gdLst/>
              <a:ahLst/>
              <a:cxnLst/>
              <a:rect l="l" t="t" r="r" b="b"/>
              <a:pathLst>
                <a:path w="4037" h="5271" extrusionOk="0">
                  <a:moveTo>
                    <a:pt x="901" y="4804"/>
                  </a:moveTo>
                  <a:cubicBezTo>
                    <a:pt x="167" y="4337"/>
                    <a:pt x="0" y="3002"/>
                    <a:pt x="601" y="1802"/>
                  </a:cubicBezTo>
                  <a:cubicBezTo>
                    <a:pt x="1234" y="601"/>
                    <a:pt x="2302" y="0"/>
                    <a:pt x="3102" y="467"/>
                  </a:cubicBezTo>
                  <a:cubicBezTo>
                    <a:pt x="3870" y="934"/>
                    <a:pt x="4036" y="2269"/>
                    <a:pt x="3403" y="3469"/>
                  </a:cubicBezTo>
                  <a:cubicBezTo>
                    <a:pt x="2769" y="4637"/>
                    <a:pt x="1668" y="5271"/>
                    <a:pt x="901" y="480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45"/>
            <p:cNvSpPr/>
            <p:nvPr/>
          </p:nvSpPr>
          <p:spPr>
            <a:xfrm>
              <a:off x="1865675" y="3423725"/>
              <a:ext cx="120950" cy="98425"/>
            </a:xfrm>
            <a:custGeom>
              <a:avLst/>
              <a:gdLst/>
              <a:ahLst/>
              <a:cxnLst/>
              <a:rect l="l" t="t" r="r" b="b"/>
              <a:pathLst>
                <a:path w="4838" h="3937" extrusionOk="0">
                  <a:moveTo>
                    <a:pt x="167" y="1502"/>
                  </a:moveTo>
                  <a:cubicBezTo>
                    <a:pt x="334" y="601"/>
                    <a:pt x="1468" y="1"/>
                    <a:pt x="2702" y="267"/>
                  </a:cubicBezTo>
                  <a:cubicBezTo>
                    <a:pt x="3970" y="501"/>
                    <a:pt x="4837" y="1468"/>
                    <a:pt x="4670" y="2402"/>
                  </a:cubicBezTo>
                  <a:cubicBezTo>
                    <a:pt x="4504" y="3336"/>
                    <a:pt x="3369" y="3937"/>
                    <a:pt x="2135" y="3670"/>
                  </a:cubicBezTo>
                  <a:cubicBezTo>
                    <a:pt x="868" y="3436"/>
                    <a:pt x="0" y="2469"/>
                    <a:pt x="167" y="150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45"/>
            <p:cNvSpPr/>
            <p:nvPr/>
          </p:nvSpPr>
          <p:spPr>
            <a:xfrm>
              <a:off x="1944050" y="3435400"/>
              <a:ext cx="94275" cy="101775"/>
            </a:xfrm>
            <a:custGeom>
              <a:avLst/>
              <a:gdLst/>
              <a:ahLst/>
              <a:cxnLst/>
              <a:rect l="l" t="t" r="r" b="b"/>
              <a:pathLst>
                <a:path w="3771" h="4071" extrusionOk="0">
                  <a:moveTo>
                    <a:pt x="1669" y="134"/>
                  </a:moveTo>
                  <a:cubicBezTo>
                    <a:pt x="2603" y="1"/>
                    <a:pt x="3537" y="734"/>
                    <a:pt x="3670" y="1802"/>
                  </a:cubicBezTo>
                  <a:cubicBezTo>
                    <a:pt x="3770" y="2836"/>
                    <a:pt x="3070" y="3837"/>
                    <a:pt x="2102" y="3970"/>
                  </a:cubicBezTo>
                  <a:cubicBezTo>
                    <a:pt x="1168" y="4070"/>
                    <a:pt x="234" y="3336"/>
                    <a:pt x="101" y="2302"/>
                  </a:cubicBezTo>
                  <a:cubicBezTo>
                    <a:pt x="1" y="1201"/>
                    <a:pt x="701" y="234"/>
                    <a:pt x="1669" y="1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45"/>
            <p:cNvSpPr/>
            <p:nvPr/>
          </p:nvSpPr>
          <p:spPr>
            <a:xfrm>
              <a:off x="1280250" y="3031775"/>
              <a:ext cx="87600" cy="129300"/>
            </a:xfrm>
            <a:custGeom>
              <a:avLst/>
              <a:gdLst/>
              <a:ahLst/>
              <a:cxnLst/>
              <a:rect l="l" t="t" r="r" b="b"/>
              <a:pathLst>
                <a:path w="3504" h="5172" extrusionOk="0">
                  <a:moveTo>
                    <a:pt x="1435" y="134"/>
                  </a:moveTo>
                  <a:cubicBezTo>
                    <a:pt x="2336" y="1"/>
                    <a:pt x="3170" y="1001"/>
                    <a:pt x="3336" y="2369"/>
                  </a:cubicBezTo>
                  <a:cubicBezTo>
                    <a:pt x="3503" y="3770"/>
                    <a:pt x="2903" y="4938"/>
                    <a:pt x="2035" y="5038"/>
                  </a:cubicBezTo>
                  <a:cubicBezTo>
                    <a:pt x="1168" y="5171"/>
                    <a:pt x="334" y="4170"/>
                    <a:pt x="167" y="2803"/>
                  </a:cubicBezTo>
                  <a:cubicBezTo>
                    <a:pt x="1" y="1468"/>
                    <a:pt x="568" y="268"/>
                    <a:pt x="1435"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45"/>
            <p:cNvSpPr/>
            <p:nvPr/>
          </p:nvSpPr>
          <p:spPr>
            <a:xfrm>
              <a:off x="1331125" y="3084325"/>
              <a:ext cx="121775" cy="106750"/>
            </a:xfrm>
            <a:custGeom>
              <a:avLst/>
              <a:gdLst/>
              <a:ahLst/>
              <a:cxnLst/>
              <a:rect l="l" t="t" r="r" b="b"/>
              <a:pathLst>
                <a:path w="4871" h="4270" extrusionOk="0">
                  <a:moveTo>
                    <a:pt x="4504" y="1068"/>
                  </a:moveTo>
                  <a:cubicBezTo>
                    <a:pt x="4871" y="1935"/>
                    <a:pt x="4237" y="3102"/>
                    <a:pt x="3136" y="3703"/>
                  </a:cubicBezTo>
                  <a:cubicBezTo>
                    <a:pt x="2002" y="4270"/>
                    <a:pt x="734" y="4070"/>
                    <a:pt x="367" y="3202"/>
                  </a:cubicBezTo>
                  <a:cubicBezTo>
                    <a:pt x="0" y="2335"/>
                    <a:pt x="634" y="1168"/>
                    <a:pt x="1735" y="567"/>
                  </a:cubicBezTo>
                  <a:cubicBezTo>
                    <a:pt x="2902" y="0"/>
                    <a:pt x="4137" y="200"/>
                    <a:pt x="4504" y="10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45"/>
            <p:cNvSpPr/>
            <p:nvPr/>
          </p:nvSpPr>
          <p:spPr>
            <a:xfrm>
              <a:off x="1322775" y="3157700"/>
              <a:ext cx="110100" cy="124275"/>
            </a:xfrm>
            <a:custGeom>
              <a:avLst/>
              <a:gdLst/>
              <a:ahLst/>
              <a:cxnLst/>
              <a:rect l="l" t="t" r="r" b="b"/>
              <a:pathLst>
                <a:path w="4404" h="4971" extrusionOk="0">
                  <a:moveTo>
                    <a:pt x="3737" y="4304"/>
                  </a:moveTo>
                  <a:cubicBezTo>
                    <a:pt x="3136" y="4971"/>
                    <a:pt x="1869" y="4671"/>
                    <a:pt x="1035" y="3670"/>
                  </a:cubicBezTo>
                  <a:cubicBezTo>
                    <a:pt x="168" y="2669"/>
                    <a:pt x="1" y="1335"/>
                    <a:pt x="635" y="668"/>
                  </a:cubicBezTo>
                  <a:cubicBezTo>
                    <a:pt x="1235" y="1"/>
                    <a:pt x="2503" y="301"/>
                    <a:pt x="3337" y="1302"/>
                  </a:cubicBezTo>
                  <a:cubicBezTo>
                    <a:pt x="4204" y="2336"/>
                    <a:pt x="4404" y="3670"/>
                    <a:pt x="3737" y="430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45"/>
            <p:cNvSpPr/>
            <p:nvPr/>
          </p:nvSpPr>
          <p:spPr>
            <a:xfrm>
              <a:off x="1249400" y="3166050"/>
              <a:ext cx="100925" cy="131775"/>
            </a:xfrm>
            <a:custGeom>
              <a:avLst/>
              <a:gdLst/>
              <a:ahLst/>
              <a:cxnLst/>
              <a:rect l="l" t="t" r="r" b="b"/>
              <a:pathLst>
                <a:path w="4037" h="5271" extrusionOk="0">
                  <a:moveTo>
                    <a:pt x="934" y="4804"/>
                  </a:moveTo>
                  <a:cubicBezTo>
                    <a:pt x="167" y="4337"/>
                    <a:pt x="0" y="3002"/>
                    <a:pt x="634" y="1801"/>
                  </a:cubicBezTo>
                  <a:cubicBezTo>
                    <a:pt x="1268" y="601"/>
                    <a:pt x="2335" y="0"/>
                    <a:pt x="3136" y="467"/>
                  </a:cubicBezTo>
                  <a:cubicBezTo>
                    <a:pt x="3903" y="934"/>
                    <a:pt x="4037" y="2268"/>
                    <a:pt x="3436" y="3469"/>
                  </a:cubicBezTo>
                  <a:cubicBezTo>
                    <a:pt x="2802" y="4637"/>
                    <a:pt x="1668" y="5271"/>
                    <a:pt x="934" y="480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45"/>
            <p:cNvSpPr/>
            <p:nvPr/>
          </p:nvSpPr>
          <p:spPr>
            <a:xfrm>
              <a:off x="1206025" y="3106000"/>
              <a:ext cx="120950" cy="97600"/>
            </a:xfrm>
            <a:custGeom>
              <a:avLst/>
              <a:gdLst/>
              <a:ahLst/>
              <a:cxnLst/>
              <a:rect l="l" t="t" r="r" b="b"/>
              <a:pathLst>
                <a:path w="4838" h="3904" extrusionOk="0">
                  <a:moveTo>
                    <a:pt x="168" y="1502"/>
                  </a:moveTo>
                  <a:cubicBezTo>
                    <a:pt x="334" y="568"/>
                    <a:pt x="1469" y="0"/>
                    <a:pt x="2703" y="234"/>
                  </a:cubicBezTo>
                  <a:cubicBezTo>
                    <a:pt x="3970" y="501"/>
                    <a:pt x="4838" y="1435"/>
                    <a:pt x="4671" y="2402"/>
                  </a:cubicBezTo>
                  <a:cubicBezTo>
                    <a:pt x="4504" y="3336"/>
                    <a:pt x="3370" y="3903"/>
                    <a:pt x="2136" y="3670"/>
                  </a:cubicBezTo>
                  <a:cubicBezTo>
                    <a:pt x="868" y="3370"/>
                    <a:pt x="1" y="2402"/>
                    <a:pt x="168" y="150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45"/>
            <p:cNvSpPr/>
            <p:nvPr/>
          </p:nvSpPr>
          <p:spPr>
            <a:xfrm>
              <a:off x="1284425" y="3117675"/>
              <a:ext cx="94250" cy="101775"/>
            </a:xfrm>
            <a:custGeom>
              <a:avLst/>
              <a:gdLst/>
              <a:ahLst/>
              <a:cxnLst/>
              <a:rect l="l" t="t" r="r" b="b"/>
              <a:pathLst>
                <a:path w="3770" h="4071" extrusionOk="0">
                  <a:moveTo>
                    <a:pt x="1668" y="101"/>
                  </a:moveTo>
                  <a:cubicBezTo>
                    <a:pt x="2602" y="0"/>
                    <a:pt x="3536" y="734"/>
                    <a:pt x="3670" y="1768"/>
                  </a:cubicBezTo>
                  <a:cubicBezTo>
                    <a:pt x="3770" y="2836"/>
                    <a:pt x="3069" y="3803"/>
                    <a:pt x="2102" y="3937"/>
                  </a:cubicBezTo>
                  <a:cubicBezTo>
                    <a:pt x="1168" y="4070"/>
                    <a:pt x="234" y="3336"/>
                    <a:pt x="100" y="2269"/>
                  </a:cubicBezTo>
                  <a:cubicBezTo>
                    <a:pt x="0" y="1201"/>
                    <a:pt x="701" y="234"/>
                    <a:pt x="1668" y="1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6" name="Google Shape;3376;p45"/>
          <p:cNvGrpSpPr/>
          <p:nvPr/>
        </p:nvGrpSpPr>
        <p:grpSpPr>
          <a:xfrm>
            <a:off x="7984795" y="93049"/>
            <a:ext cx="1423725" cy="1371050"/>
            <a:chOff x="3604400" y="2418825"/>
            <a:chExt cx="1423725" cy="1371050"/>
          </a:xfrm>
        </p:grpSpPr>
        <p:sp>
          <p:nvSpPr>
            <p:cNvPr id="3377" name="Google Shape;3377;p45"/>
            <p:cNvSpPr/>
            <p:nvPr/>
          </p:nvSpPr>
          <p:spPr>
            <a:xfrm>
              <a:off x="4188600" y="3473950"/>
              <a:ext cx="201425" cy="221100"/>
            </a:xfrm>
            <a:custGeom>
              <a:avLst/>
              <a:gdLst/>
              <a:ahLst/>
              <a:cxnLst/>
              <a:rect l="l" t="t" r="r" b="b"/>
              <a:pathLst>
                <a:path w="8057" h="8844" extrusionOk="0">
                  <a:moveTo>
                    <a:pt x="318" y="1"/>
                  </a:moveTo>
                  <a:cubicBezTo>
                    <a:pt x="154" y="1"/>
                    <a:pt x="0" y="102"/>
                    <a:pt x="16" y="327"/>
                  </a:cubicBezTo>
                  <a:cubicBezTo>
                    <a:pt x="317" y="3929"/>
                    <a:pt x="4353" y="7065"/>
                    <a:pt x="7355" y="8799"/>
                  </a:cubicBezTo>
                  <a:cubicBezTo>
                    <a:pt x="7416" y="8830"/>
                    <a:pt x="7476" y="8843"/>
                    <a:pt x="7533" y="8843"/>
                  </a:cubicBezTo>
                  <a:cubicBezTo>
                    <a:pt x="7848" y="8843"/>
                    <a:pt x="8056" y="8425"/>
                    <a:pt x="7688" y="8199"/>
                  </a:cubicBezTo>
                  <a:cubicBezTo>
                    <a:pt x="4953" y="6631"/>
                    <a:pt x="984" y="3629"/>
                    <a:pt x="683" y="327"/>
                  </a:cubicBezTo>
                  <a:cubicBezTo>
                    <a:pt x="683" y="119"/>
                    <a:pt x="495" y="1"/>
                    <a:pt x="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45"/>
            <p:cNvSpPr/>
            <p:nvPr/>
          </p:nvSpPr>
          <p:spPr>
            <a:xfrm>
              <a:off x="4308775" y="3495775"/>
              <a:ext cx="140800" cy="128000"/>
            </a:xfrm>
            <a:custGeom>
              <a:avLst/>
              <a:gdLst/>
              <a:ahLst/>
              <a:cxnLst/>
              <a:rect l="l" t="t" r="r" b="b"/>
              <a:pathLst>
                <a:path w="5632" h="5120" extrusionOk="0">
                  <a:moveTo>
                    <a:pt x="436" y="1"/>
                  </a:moveTo>
                  <a:cubicBezTo>
                    <a:pt x="214" y="1"/>
                    <a:pt x="0" y="164"/>
                    <a:pt x="79" y="421"/>
                  </a:cubicBezTo>
                  <a:cubicBezTo>
                    <a:pt x="1013" y="2489"/>
                    <a:pt x="2681" y="4157"/>
                    <a:pt x="4883" y="5091"/>
                  </a:cubicBezTo>
                  <a:cubicBezTo>
                    <a:pt x="4935" y="5111"/>
                    <a:pt x="4986" y="5120"/>
                    <a:pt x="5035" y="5120"/>
                  </a:cubicBezTo>
                  <a:cubicBezTo>
                    <a:pt x="5393" y="5120"/>
                    <a:pt x="5631" y="4637"/>
                    <a:pt x="5250" y="4490"/>
                  </a:cubicBezTo>
                  <a:cubicBezTo>
                    <a:pt x="3215" y="3657"/>
                    <a:pt x="1647" y="2155"/>
                    <a:pt x="813" y="254"/>
                  </a:cubicBezTo>
                  <a:cubicBezTo>
                    <a:pt x="745" y="78"/>
                    <a:pt x="589" y="1"/>
                    <a:pt x="4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45"/>
            <p:cNvSpPr/>
            <p:nvPr/>
          </p:nvSpPr>
          <p:spPr>
            <a:xfrm>
              <a:off x="4369950" y="3580950"/>
              <a:ext cx="64325" cy="66425"/>
            </a:xfrm>
            <a:custGeom>
              <a:avLst/>
              <a:gdLst/>
              <a:ahLst/>
              <a:cxnLst/>
              <a:rect l="l" t="t" r="r" b="b"/>
              <a:pathLst>
                <a:path w="2573" h="2657" extrusionOk="0">
                  <a:moveTo>
                    <a:pt x="526" y="0"/>
                  </a:moveTo>
                  <a:cubicBezTo>
                    <a:pt x="265" y="0"/>
                    <a:pt x="0" y="181"/>
                    <a:pt x="101" y="483"/>
                  </a:cubicBezTo>
                  <a:cubicBezTo>
                    <a:pt x="368" y="1317"/>
                    <a:pt x="901" y="2017"/>
                    <a:pt x="1602" y="2551"/>
                  </a:cubicBezTo>
                  <a:cubicBezTo>
                    <a:pt x="1699" y="2626"/>
                    <a:pt x="1805" y="2657"/>
                    <a:pt x="1908" y="2657"/>
                  </a:cubicBezTo>
                  <a:cubicBezTo>
                    <a:pt x="2265" y="2657"/>
                    <a:pt x="2573" y="2277"/>
                    <a:pt x="2236" y="2017"/>
                  </a:cubicBezTo>
                  <a:cubicBezTo>
                    <a:pt x="1602" y="1550"/>
                    <a:pt x="1168" y="983"/>
                    <a:pt x="935" y="250"/>
                  </a:cubicBezTo>
                  <a:cubicBezTo>
                    <a:pt x="869" y="78"/>
                    <a:pt x="698"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45"/>
            <p:cNvSpPr/>
            <p:nvPr/>
          </p:nvSpPr>
          <p:spPr>
            <a:xfrm>
              <a:off x="4366625" y="3573000"/>
              <a:ext cx="91750" cy="15025"/>
            </a:xfrm>
            <a:custGeom>
              <a:avLst/>
              <a:gdLst/>
              <a:ahLst/>
              <a:cxnLst/>
              <a:rect l="l" t="t" r="r" b="b"/>
              <a:pathLst>
                <a:path w="3670" h="601" extrusionOk="0">
                  <a:moveTo>
                    <a:pt x="534" y="0"/>
                  </a:moveTo>
                  <a:cubicBezTo>
                    <a:pt x="0" y="0"/>
                    <a:pt x="0" y="601"/>
                    <a:pt x="534" y="601"/>
                  </a:cubicBezTo>
                  <a:lnTo>
                    <a:pt x="3069" y="601"/>
                  </a:lnTo>
                  <a:cubicBezTo>
                    <a:pt x="3670" y="601"/>
                    <a:pt x="3670" y="0"/>
                    <a:pt x="30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45"/>
            <p:cNvSpPr/>
            <p:nvPr/>
          </p:nvSpPr>
          <p:spPr>
            <a:xfrm>
              <a:off x="4306700" y="3643025"/>
              <a:ext cx="40625" cy="74075"/>
            </a:xfrm>
            <a:custGeom>
              <a:avLst/>
              <a:gdLst/>
              <a:ahLst/>
              <a:cxnLst/>
              <a:rect l="l" t="t" r="r" b="b"/>
              <a:pathLst>
                <a:path w="1625" h="2963" extrusionOk="0">
                  <a:moveTo>
                    <a:pt x="439" y="0"/>
                  </a:moveTo>
                  <a:cubicBezTo>
                    <a:pt x="208" y="0"/>
                    <a:pt x="0" y="301"/>
                    <a:pt x="162" y="602"/>
                  </a:cubicBezTo>
                  <a:cubicBezTo>
                    <a:pt x="529" y="1236"/>
                    <a:pt x="763" y="1903"/>
                    <a:pt x="963" y="2670"/>
                  </a:cubicBezTo>
                  <a:cubicBezTo>
                    <a:pt x="1015" y="2876"/>
                    <a:pt x="1131" y="2963"/>
                    <a:pt x="1248" y="2963"/>
                  </a:cubicBezTo>
                  <a:cubicBezTo>
                    <a:pt x="1435" y="2963"/>
                    <a:pt x="1625" y="2744"/>
                    <a:pt x="1563" y="2437"/>
                  </a:cubicBezTo>
                  <a:cubicBezTo>
                    <a:pt x="1330" y="1603"/>
                    <a:pt x="1096" y="869"/>
                    <a:pt x="730" y="202"/>
                  </a:cubicBezTo>
                  <a:cubicBezTo>
                    <a:pt x="648" y="59"/>
                    <a:pt x="541" y="0"/>
                    <a:pt x="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45"/>
            <p:cNvSpPr/>
            <p:nvPr/>
          </p:nvSpPr>
          <p:spPr>
            <a:xfrm>
              <a:off x="4310750" y="3643050"/>
              <a:ext cx="88425" cy="15025"/>
            </a:xfrm>
            <a:custGeom>
              <a:avLst/>
              <a:gdLst/>
              <a:ahLst/>
              <a:cxnLst/>
              <a:rect l="l" t="t" r="r" b="b"/>
              <a:pathLst>
                <a:path w="3537" h="601" extrusionOk="0">
                  <a:moveTo>
                    <a:pt x="568" y="1"/>
                  </a:moveTo>
                  <a:cubicBezTo>
                    <a:pt x="0" y="1"/>
                    <a:pt x="0" y="601"/>
                    <a:pt x="568" y="601"/>
                  </a:cubicBezTo>
                  <a:lnTo>
                    <a:pt x="2969" y="601"/>
                  </a:lnTo>
                  <a:cubicBezTo>
                    <a:pt x="3536" y="601"/>
                    <a:pt x="3536" y="1"/>
                    <a:pt x="29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45"/>
            <p:cNvSpPr/>
            <p:nvPr/>
          </p:nvSpPr>
          <p:spPr>
            <a:xfrm>
              <a:off x="3894625" y="3655650"/>
              <a:ext cx="69950" cy="70550"/>
            </a:xfrm>
            <a:custGeom>
              <a:avLst/>
              <a:gdLst/>
              <a:ahLst/>
              <a:cxnLst/>
              <a:rect l="l" t="t" r="r" b="b"/>
              <a:pathLst>
                <a:path w="2798" h="2822" extrusionOk="0">
                  <a:moveTo>
                    <a:pt x="1199" y="1"/>
                  </a:moveTo>
                  <a:cubicBezTo>
                    <a:pt x="1160" y="1"/>
                    <a:pt x="1123" y="19"/>
                    <a:pt x="1101" y="64"/>
                  </a:cubicBezTo>
                  <a:cubicBezTo>
                    <a:pt x="767" y="764"/>
                    <a:pt x="0" y="2399"/>
                    <a:pt x="1168" y="2766"/>
                  </a:cubicBezTo>
                  <a:cubicBezTo>
                    <a:pt x="1278" y="2804"/>
                    <a:pt x="1388" y="2821"/>
                    <a:pt x="1494" y="2821"/>
                  </a:cubicBezTo>
                  <a:cubicBezTo>
                    <a:pt x="2221" y="2821"/>
                    <a:pt x="2797" y="1992"/>
                    <a:pt x="2535" y="1264"/>
                  </a:cubicBezTo>
                  <a:cubicBezTo>
                    <a:pt x="2519" y="1231"/>
                    <a:pt x="2477" y="1214"/>
                    <a:pt x="2440" y="1214"/>
                  </a:cubicBezTo>
                  <a:cubicBezTo>
                    <a:pt x="2402" y="1214"/>
                    <a:pt x="2369" y="1231"/>
                    <a:pt x="2369" y="1264"/>
                  </a:cubicBezTo>
                  <a:cubicBezTo>
                    <a:pt x="2259" y="1729"/>
                    <a:pt x="2015" y="2486"/>
                    <a:pt x="1490" y="2486"/>
                  </a:cubicBezTo>
                  <a:cubicBezTo>
                    <a:pt x="1374" y="2486"/>
                    <a:pt x="1245" y="2449"/>
                    <a:pt x="1101" y="2365"/>
                  </a:cubicBezTo>
                  <a:cubicBezTo>
                    <a:pt x="534" y="2032"/>
                    <a:pt x="1101" y="664"/>
                    <a:pt x="1335" y="164"/>
                  </a:cubicBezTo>
                  <a:cubicBezTo>
                    <a:pt x="1357" y="75"/>
                    <a:pt x="1275" y="1"/>
                    <a:pt x="1199"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45"/>
            <p:cNvSpPr/>
            <p:nvPr/>
          </p:nvSpPr>
          <p:spPr>
            <a:xfrm>
              <a:off x="3999050" y="3650250"/>
              <a:ext cx="44025" cy="52000"/>
            </a:xfrm>
            <a:custGeom>
              <a:avLst/>
              <a:gdLst/>
              <a:ahLst/>
              <a:cxnLst/>
              <a:rect l="l" t="t" r="r" b="b"/>
              <a:pathLst>
                <a:path w="1761" h="2080" extrusionOk="0">
                  <a:moveTo>
                    <a:pt x="1340" y="0"/>
                  </a:moveTo>
                  <a:cubicBezTo>
                    <a:pt x="1283" y="0"/>
                    <a:pt x="1227" y="38"/>
                    <a:pt x="1227" y="113"/>
                  </a:cubicBezTo>
                  <a:cubicBezTo>
                    <a:pt x="1227" y="580"/>
                    <a:pt x="1661" y="1280"/>
                    <a:pt x="1327" y="1647"/>
                  </a:cubicBezTo>
                  <a:cubicBezTo>
                    <a:pt x="1243" y="1738"/>
                    <a:pt x="1153" y="1776"/>
                    <a:pt x="1063" y="1776"/>
                  </a:cubicBezTo>
                  <a:cubicBezTo>
                    <a:pt x="688" y="1776"/>
                    <a:pt x="294" y="1128"/>
                    <a:pt x="160" y="913"/>
                  </a:cubicBezTo>
                  <a:cubicBezTo>
                    <a:pt x="123" y="858"/>
                    <a:pt x="96" y="834"/>
                    <a:pt x="80" y="834"/>
                  </a:cubicBezTo>
                  <a:cubicBezTo>
                    <a:pt x="66" y="834"/>
                    <a:pt x="60" y="850"/>
                    <a:pt x="60" y="880"/>
                  </a:cubicBezTo>
                  <a:cubicBezTo>
                    <a:pt x="0" y="1414"/>
                    <a:pt x="574" y="2080"/>
                    <a:pt x="1148" y="2080"/>
                  </a:cubicBezTo>
                  <a:cubicBezTo>
                    <a:pt x="1219" y="2080"/>
                    <a:pt x="1290" y="2070"/>
                    <a:pt x="1361" y="2048"/>
                  </a:cubicBezTo>
                  <a:cubicBezTo>
                    <a:pt x="1694" y="1914"/>
                    <a:pt x="1761" y="1581"/>
                    <a:pt x="1761" y="1280"/>
                  </a:cubicBezTo>
                  <a:cubicBezTo>
                    <a:pt x="1761" y="880"/>
                    <a:pt x="1727" y="313"/>
                    <a:pt x="1394" y="13"/>
                  </a:cubicBezTo>
                  <a:cubicBezTo>
                    <a:pt x="1377" y="4"/>
                    <a:pt x="1358" y="0"/>
                    <a:pt x="1340"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45"/>
            <p:cNvSpPr/>
            <p:nvPr/>
          </p:nvSpPr>
          <p:spPr>
            <a:xfrm>
              <a:off x="4003875" y="2418825"/>
              <a:ext cx="502050" cy="743600"/>
            </a:xfrm>
            <a:custGeom>
              <a:avLst/>
              <a:gdLst/>
              <a:ahLst/>
              <a:cxnLst/>
              <a:rect l="l" t="t" r="r" b="b"/>
              <a:pathLst>
                <a:path w="20082" h="29744" extrusionOk="0">
                  <a:moveTo>
                    <a:pt x="12743" y="1"/>
                  </a:moveTo>
                  <a:cubicBezTo>
                    <a:pt x="12309" y="1"/>
                    <a:pt x="11861" y="229"/>
                    <a:pt x="11642" y="602"/>
                  </a:cubicBezTo>
                  <a:cubicBezTo>
                    <a:pt x="11642" y="602"/>
                    <a:pt x="11642" y="635"/>
                    <a:pt x="11575" y="635"/>
                  </a:cubicBezTo>
                  <a:cubicBezTo>
                    <a:pt x="11375" y="702"/>
                    <a:pt x="11175" y="935"/>
                    <a:pt x="11075" y="1169"/>
                  </a:cubicBezTo>
                  <a:cubicBezTo>
                    <a:pt x="11008" y="1502"/>
                    <a:pt x="10908" y="1802"/>
                    <a:pt x="10808" y="2136"/>
                  </a:cubicBezTo>
                  <a:cubicBezTo>
                    <a:pt x="10141" y="3370"/>
                    <a:pt x="9640" y="4704"/>
                    <a:pt x="9674" y="6039"/>
                  </a:cubicBezTo>
                  <a:cubicBezTo>
                    <a:pt x="9207" y="7540"/>
                    <a:pt x="8740" y="9108"/>
                    <a:pt x="8239" y="10542"/>
                  </a:cubicBezTo>
                  <a:cubicBezTo>
                    <a:pt x="6972" y="14278"/>
                    <a:pt x="5004" y="16546"/>
                    <a:pt x="2535" y="19482"/>
                  </a:cubicBezTo>
                  <a:cubicBezTo>
                    <a:pt x="0" y="22517"/>
                    <a:pt x="567" y="26187"/>
                    <a:pt x="3903" y="28388"/>
                  </a:cubicBezTo>
                  <a:cubicBezTo>
                    <a:pt x="5267" y="29307"/>
                    <a:pt x="7027" y="29744"/>
                    <a:pt x="8817" y="29744"/>
                  </a:cubicBezTo>
                  <a:cubicBezTo>
                    <a:pt x="11187" y="29744"/>
                    <a:pt x="13610" y="28979"/>
                    <a:pt x="15244" y="27554"/>
                  </a:cubicBezTo>
                  <a:cubicBezTo>
                    <a:pt x="16412" y="26553"/>
                    <a:pt x="17079" y="25119"/>
                    <a:pt x="16478" y="23551"/>
                  </a:cubicBezTo>
                  <a:cubicBezTo>
                    <a:pt x="16178" y="22951"/>
                    <a:pt x="15845" y="22517"/>
                    <a:pt x="15378" y="22250"/>
                  </a:cubicBezTo>
                  <a:cubicBezTo>
                    <a:pt x="17746" y="21150"/>
                    <a:pt x="19747" y="19215"/>
                    <a:pt x="19981" y="16480"/>
                  </a:cubicBezTo>
                  <a:cubicBezTo>
                    <a:pt x="20081" y="14411"/>
                    <a:pt x="18980" y="13544"/>
                    <a:pt x="17579" y="13511"/>
                  </a:cubicBezTo>
                  <a:cubicBezTo>
                    <a:pt x="18813" y="11476"/>
                    <a:pt x="19347" y="9141"/>
                    <a:pt x="19147" y="6539"/>
                  </a:cubicBezTo>
                  <a:cubicBezTo>
                    <a:pt x="19077" y="5819"/>
                    <a:pt x="18555" y="5358"/>
                    <a:pt x="17963" y="5358"/>
                  </a:cubicBezTo>
                  <a:cubicBezTo>
                    <a:pt x="17704" y="5358"/>
                    <a:pt x="17432" y="5446"/>
                    <a:pt x="17179" y="5638"/>
                  </a:cubicBezTo>
                  <a:cubicBezTo>
                    <a:pt x="17046" y="5705"/>
                    <a:pt x="16912" y="5839"/>
                    <a:pt x="16812" y="5972"/>
                  </a:cubicBezTo>
                  <a:cubicBezTo>
                    <a:pt x="16579" y="3770"/>
                    <a:pt x="15244" y="1636"/>
                    <a:pt x="13376" y="201"/>
                  </a:cubicBezTo>
                  <a:cubicBezTo>
                    <a:pt x="13193" y="64"/>
                    <a:pt x="12970" y="1"/>
                    <a:pt x="12743" y="1"/>
                  </a:cubicBezTo>
                  <a:close/>
                </a:path>
              </a:pathLst>
            </a:custGeom>
            <a:solidFill>
              <a:srgbClr val="F4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45"/>
            <p:cNvSpPr/>
            <p:nvPr/>
          </p:nvSpPr>
          <p:spPr>
            <a:xfrm>
              <a:off x="4383300" y="2873825"/>
              <a:ext cx="57650" cy="56250"/>
            </a:xfrm>
            <a:custGeom>
              <a:avLst/>
              <a:gdLst/>
              <a:ahLst/>
              <a:cxnLst/>
              <a:rect l="l" t="t" r="r" b="b"/>
              <a:pathLst>
                <a:path w="2306" h="2250" extrusionOk="0">
                  <a:moveTo>
                    <a:pt x="1371" y="1"/>
                  </a:moveTo>
                  <a:cubicBezTo>
                    <a:pt x="1193" y="1"/>
                    <a:pt x="1039" y="91"/>
                    <a:pt x="968" y="314"/>
                  </a:cubicBezTo>
                  <a:cubicBezTo>
                    <a:pt x="913" y="397"/>
                    <a:pt x="971" y="456"/>
                    <a:pt x="1031" y="456"/>
                  </a:cubicBezTo>
                  <a:cubicBezTo>
                    <a:pt x="1043" y="456"/>
                    <a:pt x="1056" y="454"/>
                    <a:pt x="1068" y="448"/>
                  </a:cubicBezTo>
                  <a:cubicBezTo>
                    <a:pt x="1201" y="414"/>
                    <a:pt x="1335" y="314"/>
                    <a:pt x="1502" y="314"/>
                  </a:cubicBezTo>
                  <a:cubicBezTo>
                    <a:pt x="1668" y="348"/>
                    <a:pt x="1869" y="515"/>
                    <a:pt x="1902" y="681"/>
                  </a:cubicBezTo>
                  <a:cubicBezTo>
                    <a:pt x="2069" y="1282"/>
                    <a:pt x="1368" y="1582"/>
                    <a:pt x="968" y="1615"/>
                  </a:cubicBezTo>
                  <a:cubicBezTo>
                    <a:pt x="568" y="1749"/>
                    <a:pt x="67" y="1782"/>
                    <a:pt x="1" y="2249"/>
                  </a:cubicBezTo>
                  <a:cubicBezTo>
                    <a:pt x="234" y="1749"/>
                    <a:pt x="1135" y="1949"/>
                    <a:pt x="1568" y="1749"/>
                  </a:cubicBezTo>
                  <a:cubicBezTo>
                    <a:pt x="1902" y="1582"/>
                    <a:pt x="2202" y="1282"/>
                    <a:pt x="2235" y="915"/>
                  </a:cubicBezTo>
                  <a:cubicBezTo>
                    <a:pt x="2305" y="474"/>
                    <a:pt x="1777" y="1"/>
                    <a:pt x="1371"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45"/>
            <p:cNvSpPr/>
            <p:nvPr/>
          </p:nvSpPr>
          <p:spPr>
            <a:xfrm>
              <a:off x="4395025" y="2677325"/>
              <a:ext cx="44175" cy="83850"/>
            </a:xfrm>
            <a:custGeom>
              <a:avLst/>
              <a:gdLst/>
              <a:ahLst/>
              <a:cxnLst/>
              <a:rect l="l" t="t" r="r" b="b"/>
              <a:pathLst>
                <a:path w="1767" h="3354" extrusionOk="0">
                  <a:moveTo>
                    <a:pt x="872" y="0"/>
                  </a:moveTo>
                  <a:cubicBezTo>
                    <a:pt x="737" y="0"/>
                    <a:pt x="606" y="59"/>
                    <a:pt x="499" y="202"/>
                  </a:cubicBezTo>
                  <a:cubicBezTo>
                    <a:pt x="408" y="293"/>
                    <a:pt x="483" y="440"/>
                    <a:pt x="573" y="440"/>
                  </a:cubicBezTo>
                  <a:cubicBezTo>
                    <a:pt x="581" y="440"/>
                    <a:pt x="590" y="438"/>
                    <a:pt x="599" y="435"/>
                  </a:cubicBezTo>
                  <a:cubicBezTo>
                    <a:pt x="707" y="391"/>
                    <a:pt x="806" y="371"/>
                    <a:pt x="896" y="371"/>
                  </a:cubicBezTo>
                  <a:cubicBezTo>
                    <a:pt x="1277" y="371"/>
                    <a:pt x="1481" y="737"/>
                    <a:pt x="1400" y="1169"/>
                  </a:cubicBezTo>
                  <a:cubicBezTo>
                    <a:pt x="1366" y="1436"/>
                    <a:pt x="1199" y="1670"/>
                    <a:pt x="1066" y="1870"/>
                  </a:cubicBezTo>
                  <a:cubicBezTo>
                    <a:pt x="766" y="2337"/>
                    <a:pt x="432" y="2770"/>
                    <a:pt x="99" y="3171"/>
                  </a:cubicBezTo>
                  <a:cubicBezTo>
                    <a:pt x="1" y="3244"/>
                    <a:pt x="47" y="3354"/>
                    <a:pt x="131" y="3354"/>
                  </a:cubicBezTo>
                  <a:cubicBezTo>
                    <a:pt x="161" y="3354"/>
                    <a:pt x="197" y="3340"/>
                    <a:pt x="232" y="3304"/>
                  </a:cubicBezTo>
                  <a:cubicBezTo>
                    <a:pt x="866" y="2704"/>
                    <a:pt x="1766" y="1770"/>
                    <a:pt x="1700" y="836"/>
                  </a:cubicBezTo>
                  <a:cubicBezTo>
                    <a:pt x="1651" y="445"/>
                    <a:pt x="1244" y="0"/>
                    <a:pt x="872"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45"/>
            <p:cNvSpPr/>
            <p:nvPr/>
          </p:nvSpPr>
          <p:spPr>
            <a:xfrm>
              <a:off x="4279050" y="2534350"/>
              <a:ext cx="67575" cy="84450"/>
            </a:xfrm>
            <a:custGeom>
              <a:avLst/>
              <a:gdLst/>
              <a:ahLst/>
              <a:cxnLst/>
              <a:rect l="l" t="t" r="r" b="b"/>
              <a:pathLst>
                <a:path w="2703" h="3378" extrusionOk="0">
                  <a:moveTo>
                    <a:pt x="1473" y="0"/>
                  </a:moveTo>
                  <a:cubicBezTo>
                    <a:pt x="1419" y="0"/>
                    <a:pt x="1369" y="17"/>
                    <a:pt x="1335" y="50"/>
                  </a:cubicBezTo>
                  <a:cubicBezTo>
                    <a:pt x="401" y="884"/>
                    <a:pt x="1" y="2118"/>
                    <a:pt x="468" y="3319"/>
                  </a:cubicBezTo>
                  <a:cubicBezTo>
                    <a:pt x="494" y="3359"/>
                    <a:pt x="536" y="3377"/>
                    <a:pt x="577" y="3377"/>
                  </a:cubicBezTo>
                  <a:cubicBezTo>
                    <a:pt x="640" y="3377"/>
                    <a:pt x="701" y="3333"/>
                    <a:pt x="701" y="3252"/>
                  </a:cubicBezTo>
                  <a:cubicBezTo>
                    <a:pt x="547" y="2265"/>
                    <a:pt x="793" y="1249"/>
                    <a:pt x="1491" y="521"/>
                  </a:cubicBezTo>
                  <a:lnTo>
                    <a:pt x="1491" y="521"/>
                  </a:lnTo>
                  <a:cubicBezTo>
                    <a:pt x="2027" y="1328"/>
                    <a:pt x="1965" y="2117"/>
                    <a:pt x="1902" y="3052"/>
                  </a:cubicBezTo>
                  <a:cubicBezTo>
                    <a:pt x="1902" y="3107"/>
                    <a:pt x="1933" y="3132"/>
                    <a:pt x="1965" y="3132"/>
                  </a:cubicBezTo>
                  <a:cubicBezTo>
                    <a:pt x="1992" y="3132"/>
                    <a:pt x="2021" y="3116"/>
                    <a:pt x="2036" y="3086"/>
                  </a:cubicBezTo>
                  <a:cubicBezTo>
                    <a:pt x="2703" y="2185"/>
                    <a:pt x="2236" y="851"/>
                    <a:pt x="1635" y="50"/>
                  </a:cubicBezTo>
                  <a:cubicBezTo>
                    <a:pt x="1585" y="17"/>
                    <a:pt x="1527" y="0"/>
                    <a:pt x="1473"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45"/>
            <p:cNvSpPr/>
            <p:nvPr/>
          </p:nvSpPr>
          <p:spPr>
            <a:xfrm>
              <a:off x="4312425" y="2690525"/>
              <a:ext cx="55050" cy="57275"/>
            </a:xfrm>
            <a:custGeom>
              <a:avLst/>
              <a:gdLst/>
              <a:ahLst/>
              <a:cxnLst/>
              <a:rect l="l" t="t" r="r" b="b"/>
              <a:pathLst>
                <a:path w="2202" h="2291" extrusionOk="0">
                  <a:moveTo>
                    <a:pt x="1773" y="1"/>
                  </a:moveTo>
                  <a:cubicBezTo>
                    <a:pt x="1761" y="1"/>
                    <a:pt x="1749" y="3"/>
                    <a:pt x="1735" y="8"/>
                  </a:cubicBezTo>
                  <a:cubicBezTo>
                    <a:pt x="968" y="575"/>
                    <a:pt x="367" y="1275"/>
                    <a:pt x="0" y="2142"/>
                  </a:cubicBezTo>
                  <a:cubicBezTo>
                    <a:pt x="0" y="2231"/>
                    <a:pt x="59" y="2291"/>
                    <a:pt x="109" y="2291"/>
                  </a:cubicBezTo>
                  <a:cubicBezTo>
                    <a:pt x="134" y="2291"/>
                    <a:pt x="156" y="2276"/>
                    <a:pt x="167" y="2242"/>
                  </a:cubicBezTo>
                  <a:cubicBezTo>
                    <a:pt x="516" y="1449"/>
                    <a:pt x="1076" y="807"/>
                    <a:pt x="1762" y="316"/>
                  </a:cubicBezTo>
                  <a:lnTo>
                    <a:pt x="1762" y="316"/>
                  </a:lnTo>
                  <a:cubicBezTo>
                    <a:pt x="1942" y="939"/>
                    <a:pt x="1789" y="1619"/>
                    <a:pt x="1301" y="2076"/>
                  </a:cubicBezTo>
                  <a:cubicBezTo>
                    <a:pt x="1193" y="2157"/>
                    <a:pt x="1283" y="2260"/>
                    <a:pt x="1392" y="2260"/>
                  </a:cubicBezTo>
                  <a:cubicBezTo>
                    <a:pt x="1417" y="2260"/>
                    <a:pt x="1443" y="2255"/>
                    <a:pt x="1468" y="2242"/>
                  </a:cubicBezTo>
                  <a:cubicBezTo>
                    <a:pt x="2035" y="1675"/>
                    <a:pt x="2202" y="841"/>
                    <a:pt x="1902" y="108"/>
                  </a:cubicBezTo>
                  <a:cubicBezTo>
                    <a:pt x="1873" y="79"/>
                    <a:pt x="1844" y="1"/>
                    <a:pt x="1773"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45"/>
            <p:cNvSpPr/>
            <p:nvPr/>
          </p:nvSpPr>
          <p:spPr>
            <a:xfrm>
              <a:off x="4334825" y="2806625"/>
              <a:ext cx="71025" cy="52600"/>
            </a:xfrm>
            <a:custGeom>
              <a:avLst/>
              <a:gdLst/>
              <a:ahLst/>
              <a:cxnLst/>
              <a:rect l="l" t="t" r="r" b="b"/>
              <a:pathLst>
                <a:path w="2841" h="2104" extrusionOk="0">
                  <a:moveTo>
                    <a:pt x="2573" y="0"/>
                  </a:moveTo>
                  <a:cubicBezTo>
                    <a:pt x="1506" y="334"/>
                    <a:pt x="672" y="1001"/>
                    <a:pt x="72" y="1868"/>
                  </a:cubicBezTo>
                  <a:cubicBezTo>
                    <a:pt x="0" y="1987"/>
                    <a:pt x="82" y="2089"/>
                    <a:pt x="171" y="2089"/>
                  </a:cubicBezTo>
                  <a:cubicBezTo>
                    <a:pt x="206" y="2089"/>
                    <a:pt x="243" y="2073"/>
                    <a:pt x="272" y="2035"/>
                  </a:cubicBezTo>
                  <a:cubicBezTo>
                    <a:pt x="813" y="1240"/>
                    <a:pt x="1596" y="687"/>
                    <a:pt x="2507" y="377"/>
                  </a:cubicBezTo>
                  <a:lnTo>
                    <a:pt x="2507" y="377"/>
                  </a:lnTo>
                  <a:cubicBezTo>
                    <a:pt x="2550" y="709"/>
                    <a:pt x="2477" y="1012"/>
                    <a:pt x="2306" y="1268"/>
                  </a:cubicBezTo>
                  <a:cubicBezTo>
                    <a:pt x="2106" y="1601"/>
                    <a:pt x="1806" y="1668"/>
                    <a:pt x="1506" y="1868"/>
                  </a:cubicBezTo>
                  <a:cubicBezTo>
                    <a:pt x="1439" y="1968"/>
                    <a:pt x="1473" y="2102"/>
                    <a:pt x="1573" y="2102"/>
                  </a:cubicBezTo>
                  <a:cubicBezTo>
                    <a:pt x="1590" y="2103"/>
                    <a:pt x="1607" y="2104"/>
                    <a:pt x="1624" y="2104"/>
                  </a:cubicBezTo>
                  <a:cubicBezTo>
                    <a:pt x="2004" y="2104"/>
                    <a:pt x="2350" y="1754"/>
                    <a:pt x="2573" y="1435"/>
                  </a:cubicBezTo>
                  <a:cubicBezTo>
                    <a:pt x="2807" y="1034"/>
                    <a:pt x="2840" y="534"/>
                    <a:pt x="2740" y="134"/>
                  </a:cubicBezTo>
                  <a:cubicBezTo>
                    <a:pt x="2673" y="34"/>
                    <a:pt x="2607" y="0"/>
                    <a:pt x="2573"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45"/>
            <p:cNvSpPr/>
            <p:nvPr/>
          </p:nvSpPr>
          <p:spPr>
            <a:xfrm>
              <a:off x="4206700" y="2692100"/>
              <a:ext cx="55700" cy="81600"/>
            </a:xfrm>
            <a:custGeom>
              <a:avLst/>
              <a:gdLst/>
              <a:ahLst/>
              <a:cxnLst/>
              <a:rect l="l" t="t" r="r" b="b"/>
              <a:pathLst>
                <a:path w="2228" h="3264" extrusionOk="0">
                  <a:moveTo>
                    <a:pt x="153" y="3224"/>
                  </a:moveTo>
                  <a:cubicBezTo>
                    <a:pt x="149" y="3229"/>
                    <a:pt x="149" y="3236"/>
                    <a:pt x="160" y="3247"/>
                  </a:cubicBezTo>
                  <a:cubicBezTo>
                    <a:pt x="157" y="3239"/>
                    <a:pt x="155" y="3232"/>
                    <a:pt x="153" y="3224"/>
                  </a:cubicBezTo>
                  <a:close/>
                  <a:moveTo>
                    <a:pt x="1757" y="0"/>
                  </a:moveTo>
                  <a:cubicBezTo>
                    <a:pt x="1699" y="0"/>
                    <a:pt x="1634" y="14"/>
                    <a:pt x="1561" y="45"/>
                  </a:cubicBezTo>
                  <a:cubicBezTo>
                    <a:pt x="1060" y="211"/>
                    <a:pt x="627" y="1012"/>
                    <a:pt x="460" y="1446"/>
                  </a:cubicBezTo>
                  <a:cubicBezTo>
                    <a:pt x="262" y="2005"/>
                    <a:pt x="0" y="2662"/>
                    <a:pt x="153" y="3224"/>
                  </a:cubicBezTo>
                  <a:lnTo>
                    <a:pt x="153" y="3224"/>
                  </a:lnTo>
                  <a:cubicBezTo>
                    <a:pt x="163" y="3214"/>
                    <a:pt x="193" y="3214"/>
                    <a:pt x="193" y="3214"/>
                  </a:cubicBezTo>
                  <a:cubicBezTo>
                    <a:pt x="560" y="2380"/>
                    <a:pt x="560" y="1245"/>
                    <a:pt x="1294" y="612"/>
                  </a:cubicBezTo>
                  <a:cubicBezTo>
                    <a:pt x="1370" y="498"/>
                    <a:pt x="1456" y="438"/>
                    <a:pt x="1566" y="438"/>
                  </a:cubicBezTo>
                  <a:cubicBezTo>
                    <a:pt x="1649" y="438"/>
                    <a:pt x="1745" y="473"/>
                    <a:pt x="1861" y="545"/>
                  </a:cubicBezTo>
                  <a:lnTo>
                    <a:pt x="1861" y="778"/>
                  </a:lnTo>
                  <a:cubicBezTo>
                    <a:pt x="1928" y="1045"/>
                    <a:pt x="1861" y="1446"/>
                    <a:pt x="1861" y="1746"/>
                  </a:cubicBezTo>
                  <a:cubicBezTo>
                    <a:pt x="1861" y="2213"/>
                    <a:pt x="1761" y="2747"/>
                    <a:pt x="1928" y="3214"/>
                  </a:cubicBezTo>
                  <a:cubicBezTo>
                    <a:pt x="1944" y="3247"/>
                    <a:pt x="1978" y="3264"/>
                    <a:pt x="2011" y="3264"/>
                  </a:cubicBezTo>
                  <a:cubicBezTo>
                    <a:pt x="2044" y="3264"/>
                    <a:pt x="2078" y="3247"/>
                    <a:pt x="2094" y="3214"/>
                  </a:cubicBezTo>
                  <a:cubicBezTo>
                    <a:pt x="2228" y="2847"/>
                    <a:pt x="2161" y="2413"/>
                    <a:pt x="2161" y="2013"/>
                  </a:cubicBezTo>
                  <a:cubicBezTo>
                    <a:pt x="2161" y="1546"/>
                    <a:pt x="2228" y="1045"/>
                    <a:pt x="2161" y="578"/>
                  </a:cubicBezTo>
                  <a:cubicBezTo>
                    <a:pt x="2134" y="278"/>
                    <a:pt x="2017" y="0"/>
                    <a:pt x="1757"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45"/>
            <p:cNvSpPr/>
            <p:nvPr/>
          </p:nvSpPr>
          <p:spPr>
            <a:xfrm>
              <a:off x="4269050" y="2800100"/>
              <a:ext cx="39225" cy="43575"/>
            </a:xfrm>
            <a:custGeom>
              <a:avLst/>
              <a:gdLst/>
              <a:ahLst/>
              <a:cxnLst/>
              <a:rect l="l" t="t" r="r" b="b"/>
              <a:pathLst>
                <a:path w="1569" h="1743" extrusionOk="0">
                  <a:moveTo>
                    <a:pt x="1387" y="0"/>
                  </a:moveTo>
                  <a:cubicBezTo>
                    <a:pt x="1360" y="0"/>
                    <a:pt x="1331" y="8"/>
                    <a:pt x="1302" y="28"/>
                  </a:cubicBezTo>
                  <a:cubicBezTo>
                    <a:pt x="768" y="295"/>
                    <a:pt x="234" y="628"/>
                    <a:pt x="1" y="1195"/>
                  </a:cubicBezTo>
                  <a:cubicBezTo>
                    <a:pt x="440" y="961"/>
                    <a:pt x="802" y="624"/>
                    <a:pt x="1222" y="365"/>
                  </a:cubicBezTo>
                  <a:lnTo>
                    <a:pt x="1222" y="365"/>
                  </a:lnTo>
                  <a:cubicBezTo>
                    <a:pt x="1235" y="572"/>
                    <a:pt x="1235" y="767"/>
                    <a:pt x="1235" y="962"/>
                  </a:cubicBezTo>
                  <a:cubicBezTo>
                    <a:pt x="1235" y="1229"/>
                    <a:pt x="1101" y="1462"/>
                    <a:pt x="1235" y="1696"/>
                  </a:cubicBezTo>
                  <a:cubicBezTo>
                    <a:pt x="1258" y="1719"/>
                    <a:pt x="1315" y="1743"/>
                    <a:pt x="1358" y="1743"/>
                  </a:cubicBezTo>
                  <a:cubicBezTo>
                    <a:pt x="1376" y="1743"/>
                    <a:pt x="1392" y="1739"/>
                    <a:pt x="1402" y="1729"/>
                  </a:cubicBezTo>
                  <a:cubicBezTo>
                    <a:pt x="1568" y="1495"/>
                    <a:pt x="1535" y="1262"/>
                    <a:pt x="1568" y="1028"/>
                  </a:cubicBezTo>
                  <a:cubicBezTo>
                    <a:pt x="1568" y="728"/>
                    <a:pt x="1568" y="395"/>
                    <a:pt x="1502" y="94"/>
                  </a:cubicBezTo>
                  <a:cubicBezTo>
                    <a:pt x="1502" y="47"/>
                    <a:pt x="1452" y="0"/>
                    <a:pt x="1387"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45"/>
            <p:cNvSpPr/>
            <p:nvPr/>
          </p:nvSpPr>
          <p:spPr>
            <a:xfrm>
              <a:off x="4362450" y="2596725"/>
              <a:ext cx="50775" cy="47300"/>
            </a:xfrm>
            <a:custGeom>
              <a:avLst/>
              <a:gdLst/>
              <a:ahLst/>
              <a:cxnLst/>
              <a:rect l="l" t="t" r="r" b="b"/>
              <a:pathLst>
                <a:path w="2031" h="1892" extrusionOk="0">
                  <a:moveTo>
                    <a:pt x="1524" y="0"/>
                  </a:moveTo>
                  <a:cubicBezTo>
                    <a:pt x="1473" y="0"/>
                    <a:pt x="1421" y="8"/>
                    <a:pt x="1368" y="24"/>
                  </a:cubicBezTo>
                  <a:cubicBezTo>
                    <a:pt x="1001" y="90"/>
                    <a:pt x="668" y="357"/>
                    <a:pt x="401" y="691"/>
                  </a:cubicBezTo>
                  <a:cubicBezTo>
                    <a:pt x="201" y="924"/>
                    <a:pt x="1" y="1358"/>
                    <a:pt x="167" y="1691"/>
                  </a:cubicBezTo>
                  <a:cubicBezTo>
                    <a:pt x="192" y="1752"/>
                    <a:pt x="242" y="1777"/>
                    <a:pt x="296" y="1777"/>
                  </a:cubicBezTo>
                  <a:cubicBezTo>
                    <a:pt x="392" y="1777"/>
                    <a:pt x="501" y="1698"/>
                    <a:pt x="501" y="1591"/>
                  </a:cubicBezTo>
                  <a:cubicBezTo>
                    <a:pt x="448" y="1591"/>
                    <a:pt x="437" y="1549"/>
                    <a:pt x="401" y="1549"/>
                  </a:cubicBezTo>
                  <a:cubicBezTo>
                    <a:pt x="392" y="1549"/>
                    <a:pt x="381" y="1551"/>
                    <a:pt x="368" y="1558"/>
                  </a:cubicBezTo>
                  <a:cubicBezTo>
                    <a:pt x="334" y="1558"/>
                    <a:pt x="668" y="991"/>
                    <a:pt x="701" y="891"/>
                  </a:cubicBezTo>
                  <a:cubicBezTo>
                    <a:pt x="835" y="724"/>
                    <a:pt x="1068" y="557"/>
                    <a:pt x="1268" y="491"/>
                  </a:cubicBezTo>
                  <a:cubicBezTo>
                    <a:pt x="1319" y="476"/>
                    <a:pt x="1361" y="469"/>
                    <a:pt x="1395" y="469"/>
                  </a:cubicBezTo>
                  <a:cubicBezTo>
                    <a:pt x="1672" y="469"/>
                    <a:pt x="1428" y="909"/>
                    <a:pt x="1368" y="1058"/>
                  </a:cubicBezTo>
                  <a:cubicBezTo>
                    <a:pt x="1268" y="1258"/>
                    <a:pt x="1168" y="1525"/>
                    <a:pt x="1168" y="1758"/>
                  </a:cubicBezTo>
                  <a:cubicBezTo>
                    <a:pt x="1168" y="1847"/>
                    <a:pt x="1213" y="1892"/>
                    <a:pt x="1282" y="1892"/>
                  </a:cubicBezTo>
                  <a:cubicBezTo>
                    <a:pt x="1316" y="1892"/>
                    <a:pt x="1357" y="1880"/>
                    <a:pt x="1402" y="1858"/>
                  </a:cubicBezTo>
                  <a:cubicBezTo>
                    <a:pt x="1635" y="1691"/>
                    <a:pt x="1668" y="1391"/>
                    <a:pt x="1769" y="1158"/>
                  </a:cubicBezTo>
                  <a:cubicBezTo>
                    <a:pt x="1869" y="924"/>
                    <a:pt x="1935" y="724"/>
                    <a:pt x="2002" y="524"/>
                  </a:cubicBezTo>
                  <a:cubicBezTo>
                    <a:pt x="2030" y="215"/>
                    <a:pt x="1798" y="0"/>
                    <a:pt x="1524"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45"/>
            <p:cNvSpPr/>
            <p:nvPr/>
          </p:nvSpPr>
          <p:spPr>
            <a:xfrm>
              <a:off x="4327500" y="2913600"/>
              <a:ext cx="50825" cy="56550"/>
            </a:xfrm>
            <a:custGeom>
              <a:avLst/>
              <a:gdLst/>
              <a:ahLst/>
              <a:cxnLst/>
              <a:rect l="l" t="t" r="r" b="b"/>
              <a:pathLst>
                <a:path w="2033" h="2262" extrusionOk="0">
                  <a:moveTo>
                    <a:pt x="836" y="1"/>
                  </a:moveTo>
                  <a:cubicBezTo>
                    <a:pt x="424" y="1"/>
                    <a:pt x="0" y="223"/>
                    <a:pt x="131" y="658"/>
                  </a:cubicBezTo>
                  <a:cubicBezTo>
                    <a:pt x="168" y="713"/>
                    <a:pt x="215" y="738"/>
                    <a:pt x="266" y="738"/>
                  </a:cubicBezTo>
                  <a:cubicBezTo>
                    <a:pt x="308" y="738"/>
                    <a:pt x="353" y="721"/>
                    <a:pt x="398" y="691"/>
                  </a:cubicBezTo>
                  <a:cubicBezTo>
                    <a:pt x="465" y="525"/>
                    <a:pt x="598" y="358"/>
                    <a:pt x="798" y="325"/>
                  </a:cubicBezTo>
                  <a:cubicBezTo>
                    <a:pt x="839" y="311"/>
                    <a:pt x="879" y="305"/>
                    <a:pt x="918" y="305"/>
                  </a:cubicBezTo>
                  <a:cubicBezTo>
                    <a:pt x="1167" y="305"/>
                    <a:pt x="1370" y="556"/>
                    <a:pt x="1399" y="758"/>
                  </a:cubicBezTo>
                  <a:cubicBezTo>
                    <a:pt x="1532" y="1259"/>
                    <a:pt x="1232" y="1726"/>
                    <a:pt x="932" y="2092"/>
                  </a:cubicBezTo>
                  <a:cubicBezTo>
                    <a:pt x="907" y="2167"/>
                    <a:pt x="957" y="2261"/>
                    <a:pt x="1025" y="2261"/>
                  </a:cubicBezTo>
                  <a:cubicBezTo>
                    <a:pt x="1048" y="2261"/>
                    <a:pt x="1073" y="2251"/>
                    <a:pt x="1098" y="2226"/>
                  </a:cubicBezTo>
                  <a:cubicBezTo>
                    <a:pt x="1532" y="1692"/>
                    <a:pt x="2032" y="825"/>
                    <a:pt x="1399" y="191"/>
                  </a:cubicBezTo>
                  <a:cubicBezTo>
                    <a:pt x="1271" y="64"/>
                    <a:pt x="1055" y="1"/>
                    <a:pt x="836"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45"/>
            <p:cNvSpPr/>
            <p:nvPr/>
          </p:nvSpPr>
          <p:spPr>
            <a:xfrm>
              <a:off x="4442500" y="2805700"/>
              <a:ext cx="34225" cy="39550"/>
            </a:xfrm>
            <a:custGeom>
              <a:avLst/>
              <a:gdLst/>
              <a:ahLst/>
              <a:cxnLst/>
              <a:rect l="l" t="t" r="r" b="b"/>
              <a:pathLst>
                <a:path w="1369" h="1582" extrusionOk="0">
                  <a:moveTo>
                    <a:pt x="966" y="1"/>
                  </a:moveTo>
                  <a:cubicBezTo>
                    <a:pt x="854" y="1"/>
                    <a:pt x="738" y="29"/>
                    <a:pt x="635" y="71"/>
                  </a:cubicBezTo>
                  <a:cubicBezTo>
                    <a:pt x="535" y="137"/>
                    <a:pt x="468" y="237"/>
                    <a:pt x="368" y="304"/>
                  </a:cubicBezTo>
                  <a:cubicBezTo>
                    <a:pt x="334" y="337"/>
                    <a:pt x="168" y="504"/>
                    <a:pt x="68" y="504"/>
                  </a:cubicBezTo>
                  <a:cubicBezTo>
                    <a:pt x="1" y="538"/>
                    <a:pt x="34" y="571"/>
                    <a:pt x="101" y="638"/>
                  </a:cubicBezTo>
                  <a:cubicBezTo>
                    <a:pt x="170" y="661"/>
                    <a:pt x="239" y="700"/>
                    <a:pt x="319" y="700"/>
                  </a:cubicBezTo>
                  <a:cubicBezTo>
                    <a:pt x="355" y="700"/>
                    <a:pt x="393" y="692"/>
                    <a:pt x="435" y="671"/>
                  </a:cubicBezTo>
                  <a:cubicBezTo>
                    <a:pt x="535" y="571"/>
                    <a:pt x="668" y="404"/>
                    <a:pt x="801" y="371"/>
                  </a:cubicBezTo>
                  <a:cubicBezTo>
                    <a:pt x="835" y="337"/>
                    <a:pt x="868" y="337"/>
                    <a:pt x="968" y="337"/>
                  </a:cubicBezTo>
                  <a:cubicBezTo>
                    <a:pt x="1035" y="337"/>
                    <a:pt x="1035" y="371"/>
                    <a:pt x="1035" y="404"/>
                  </a:cubicBezTo>
                  <a:cubicBezTo>
                    <a:pt x="1035" y="504"/>
                    <a:pt x="968" y="638"/>
                    <a:pt x="968" y="671"/>
                  </a:cubicBezTo>
                  <a:cubicBezTo>
                    <a:pt x="868" y="905"/>
                    <a:pt x="735" y="1138"/>
                    <a:pt x="701" y="1372"/>
                  </a:cubicBezTo>
                  <a:cubicBezTo>
                    <a:pt x="679" y="1484"/>
                    <a:pt x="778" y="1582"/>
                    <a:pt x="876" y="1582"/>
                  </a:cubicBezTo>
                  <a:cubicBezTo>
                    <a:pt x="923" y="1582"/>
                    <a:pt x="969" y="1559"/>
                    <a:pt x="1002" y="1505"/>
                  </a:cubicBezTo>
                  <a:cubicBezTo>
                    <a:pt x="1168" y="1205"/>
                    <a:pt x="1235" y="871"/>
                    <a:pt x="1335" y="571"/>
                  </a:cubicBezTo>
                  <a:cubicBezTo>
                    <a:pt x="1369" y="371"/>
                    <a:pt x="1369" y="171"/>
                    <a:pt x="1168" y="37"/>
                  </a:cubicBezTo>
                  <a:cubicBezTo>
                    <a:pt x="1105" y="12"/>
                    <a:pt x="1036" y="1"/>
                    <a:pt x="966"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45"/>
            <p:cNvSpPr/>
            <p:nvPr/>
          </p:nvSpPr>
          <p:spPr>
            <a:xfrm>
              <a:off x="4672675" y="2964525"/>
              <a:ext cx="148475" cy="296600"/>
            </a:xfrm>
            <a:custGeom>
              <a:avLst/>
              <a:gdLst/>
              <a:ahLst/>
              <a:cxnLst/>
              <a:rect l="l" t="t" r="r" b="b"/>
              <a:pathLst>
                <a:path w="5939" h="11864" extrusionOk="0">
                  <a:moveTo>
                    <a:pt x="4548" y="1"/>
                  </a:moveTo>
                  <a:cubicBezTo>
                    <a:pt x="4276" y="1"/>
                    <a:pt x="4003" y="109"/>
                    <a:pt x="3803" y="289"/>
                  </a:cubicBezTo>
                  <a:cubicBezTo>
                    <a:pt x="3470" y="556"/>
                    <a:pt x="3236" y="956"/>
                    <a:pt x="3069" y="1356"/>
                  </a:cubicBezTo>
                  <a:cubicBezTo>
                    <a:pt x="1672" y="4300"/>
                    <a:pt x="1520" y="7668"/>
                    <a:pt x="606" y="10751"/>
                  </a:cubicBezTo>
                  <a:lnTo>
                    <a:pt x="606" y="10751"/>
                  </a:lnTo>
                  <a:cubicBezTo>
                    <a:pt x="1797" y="8947"/>
                    <a:pt x="2967" y="7129"/>
                    <a:pt x="4137" y="5359"/>
                  </a:cubicBezTo>
                  <a:cubicBezTo>
                    <a:pt x="5004" y="4058"/>
                    <a:pt x="5938" y="2524"/>
                    <a:pt x="5571" y="989"/>
                  </a:cubicBezTo>
                  <a:cubicBezTo>
                    <a:pt x="5471" y="656"/>
                    <a:pt x="5338" y="322"/>
                    <a:pt x="5071" y="156"/>
                  </a:cubicBezTo>
                  <a:cubicBezTo>
                    <a:pt x="4911" y="49"/>
                    <a:pt x="4729" y="1"/>
                    <a:pt x="4548" y="1"/>
                  </a:cubicBezTo>
                  <a:close/>
                  <a:moveTo>
                    <a:pt x="606" y="10751"/>
                  </a:moveTo>
                  <a:cubicBezTo>
                    <a:pt x="405" y="11056"/>
                    <a:pt x="203" y="11360"/>
                    <a:pt x="0" y="11664"/>
                  </a:cubicBezTo>
                  <a:lnTo>
                    <a:pt x="234" y="11864"/>
                  </a:lnTo>
                  <a:cubicBezTo>
                    <a:pt x="372" y="11498"/>
                    <a:pt x="494" y="11127"/>
                    <a:pt x="606" y="1075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45"/>
            <p:cNvSpPr/>
            <p:nvPr/>
          </p:nvSpPr>
          <p:spPr>
            <a:xfrm>
              <a:off x="4654325" y="2947850"/>
              <a:ext cx="181825" cy="323900"/>
            </a:xfrm>
            <a:custGeom>
              <a:avLst/>
              <a:gdLst/>
              <a:ahLst/>
              <a:cxnLst/>
              <a:rect l="l" t="t" r="r" b="b"/>
              <a:pathLst>
                <a:path w="7273" h="12956" extrusionOk="0">
                  <a:moveTo>
                    <a:pt x="4843" y="2210"/>
                  </a:moveTo>
                  <a:cubicBezTo>
                    <a:pt x="5066" y="2210"/>
                    <a:pt x="5342" y="2292"/>
                    <a:pt x="5671" y="2457"/>
                  </a:cubicBezTo>
                  <a:cubicBezTo>
                    <a:pt x="5538" y="3391"/>
                    <a:pt x="5238" y="4292"/>
                    <a:pt x="4704" y="5059"/>
                  </a:cubicBezTo>
                  <a:cubicBezTo>
                    <a:pt x="4337" y="5793"/>
                    <a:pt x="3837" y="6493"/>
                    <a:pt x="3370" y="7160"/>
                  </a:cubicBezTo>
                  <a:cubicBezTo>
                    <a:pt x="3167" y="7481"/>
                    <a:pt x="2960" y="7800"/>
                    <a:pt x="2752" y="8119"/>
                  </a:cubicBezTo>
                  <a:lnTo>
                    <a:pt x="2752" y="8119"/>
                  </a:lnTo>
                  <a:cubicBezTo>
                    <a:pt x="3073" y="6584"/>
                    <a:pt x="3185" y="4271"/>
                    <a:pt x="4137" y="3024"/>
                  </a:cubicBezTo>
                  <a:cubicBezTo>
                    <a:pt x="4202" y="2485"/>
                    <a:pt x="4434" y="2210"/>
                    <a:pt x="4843" y="2210"/>
                  </a:cubicBezTo>
                  <a:close/>
                  <a:moveTo>
                    <a:pt x="5061" y="1"/>
                  </a:moveTo>
                  <a:cubicBezTo>
                    <a:pt x="2169" y="1"/>
                    <a:pt x="1092" y="8304"/>
                    <a:pt x="623" y="11454"/>
                  </a:cubicBezTo>
                  <a:lnTo>
                    <a:pt x="623" y="11454"/>
                  </a:lnTo>
                  <a:cubicBezTo>
                    <a:pt x="491" y="11677"/>
                    <a:pt x="361" y="11903"/>
                    <a:pt x="234" y="12131"/>
                  </a:cubicBezTo>
                  <a:cubicBezTo>
                    <a:pt x="1" y="12504"/>
                    <a:pt x="339" y="12844"/>
                    <a:pt x="677" y="12844"/>
                  </a:cubicBezTo>
                  <a:cubicBezTo>
                    <a:pt x="686" y="12844"/>
                    <a:pt x="696" y="12844"/>
                    <a:pt x="705" y="12844"/>
                  </a:cubicBezTo>
                  <a:lnTo>
                    <a:pt x="705" y="12844"/>
                  </a:lnTo>
                  <a:cubicBezTo>
                    <a:pt x="799" y="12914"/>
                    <a:pt x="909" y="12956"/>
                    <a:pt x="1014" y="12956"/>
                  </a:cubicBezTo>
                  <a:cubicBezTo>
                    <a:pt x="1145" y="12956"/>
                    <a:pt x="1267" y="12890"/>
                    <a:pt x="1335" y="12731"/>
                  </a:cubicBezTo>
                  <a:cubicBezTo>
                    <a:pt x="1498" y="12382"/>
                    <a:pt x="1643" y="12034"/>
                    <a:pt x="1773" y="11687"/>
                  </a:cubicBezTo>
                  <a:lnTo>
                    <a:pt x="1773" y="11687"/>
                  </a:lnTo>
                  <a:cubicBezTo>
                    <a:pt x="3516" y="9369"/>
                    <a:pt x="5441" y="6843"/>
                    <a:pt x="6439" y="4292"/>
                  </a:cubicBezTo>
                  <a:cubicBezTo>
                    <a:pt x="6939" y="3124"/>
                    <a:pt x="7272" y="889"/>
                    <a:pt x="5838" y="189"/>
                  </a:cubicBezTo>
                  <a:cubicBezTo>
                    <a:pt x="5565" y="61"/>
                    <a:pt x="5307" y="1"/>
                    <a:pt x="5061" y="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45"/>
            <p:cNvSpPr/>
            <p:nvPr/>
          </p:nvSpPr>
          <p:spPr>
            <a:xfrm>
              <a:off x="4696025" y="3022925"/>
              <a:ext cx="243525" cy="219875"/>
            </a:xfrm>
            <a:custGeom>
              <a:avLst/>
              <a:gdLst/>
              <a:ahLst/>
              <a:cxnLst/>
              <a:rect l="l" t="t" r="r" b="b"/>
              <a:pathLst>
                <a:path w="9741" h="8795" extrusionOk="0">
                  <a:moveTo>
                    <a:pt x="8718" y="1"/>
                  </a:moveTo>
                  <a:cubicBezTo>
                    <a:pt x="8169" y="1"/>
                    <a:pt x="7545" y="386"/>
                    <a:pt x="7072" y="788"/>
                  </a:cubicBezTo>
                  <a:cubicBezTo>
                    <a:pt x="4704" y="2723"/>
                    <a:pt x="1668" y="6226"/>
                    <a:pt x="0" y="8794"/>
                  </a:cubicBezTo>
                  <a:lnTo>
                    <a:pt x="968" y="8727"/>
                  </a:lnTo>
                  <a:cubicBezTo>
                    <a:pt x="3670" y="7326"/>
                    <a:pt x="6071" y="4724"/>
                    <a:pt x="8473" y="2856"/>
                  </a:cubicBezTo>
                  <a:cubicBezTo>
                    <a:pt x="8873" y="2523"/>
                    <a:pt x="9340" y="2189"/>
                    <a:pt x="9541" y="1689"/>
                  </a:cubicBezTo>
                  <a:cubicBezTo>
                    <a:pt x="9741" y="1222"/>
                    <a:pt x="9741" y="555"/>
                    <a:pt x="9340" y="221"/>
                  </a:cubicBezTo>
                  <a:cubicBezTo>
                    <a:pt x="9156" y="66"/>
                    <a:pt x="8943" y="1"/>
                    <a:pt x="8718" y="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45"/>
            <p:cNvSpPr/>
            <p:nvPr/>
          </p:nvSpPr>
          <p:spPr>
            <a:xfrm>
              <a:off x="4684600" y="3001750"/>
              <a:ext cx="305000" cy="256450"/>
            </a:xfrm>
            <a:custGeom>
              <a:avLst/>
              <a:gdLst/>
              <a:ahLst/>
              <a:cxnLst/>
              <a:rect l="l" t="t" r="r" b="b"/>
              <a:pathLst>
                <a:path w="12200" h="10258" extrusionOk="0">
                  <a:moveTo>
                    <a:pt x="8259" y="2078"/>
                  </a:moveTo>
                  <a:cubicBezTo>
                    <a:pt x="8371" y="2078"/>
                    <a:pt x="8480" y="2169"/>
                    <a:pt x="8597" y="2403"/>
                  </a:cubicBezTo>
                  <a:cubicBezTo>
                    <a:pt x="8930" y="3003"/>
                    <a:pt x="8597" y="3003"/>
                    <a:pt x="8163" y="3370"/>
                  </a:cubicBezTo>
                  <a:lnTo>
                    <a:pt x="6028" y="5238"/>
                  </a:lnTo>
                  <a:cubicBezTo>
                    <a:pt x="4694" y="6456"/>
                    <a:pt x="3359" y="7649"/>
                    <a:pt x="1827" y="8598"/>
                  </a:cubicBezTo>
                  <a:lnTo>
                    <a:pt x="1827" y="8598"/>
                  </a:lnTo>
                  <a:cubicBezTo>
                    <a:pt x="3600" y="6514"/>
                    <a:pt x="5507" y="4442"/>
                    <a:pt x="7529" y="2669"/>
                  </a:cubicBezTo>
                  <a:cubicBezTo>
                    <a:pt x="7832" y="2388"/>
                    <a:pt x="8051" y="2078"/>
                    <a:pt x="8259" y="2078"/>
                  </a:cubicBezTo>
                  <a:close/>
                  <a:moveTo>
                    <a:pt x="9092" y="1"/>
                  </a:moveTo>
                  <a:cubicBezTo>
                    <a:pt x="7525" y="1"/>
                    <a:pt x="5944" y="1886"/>
                    <a:pt x="4994" y="2836"/>
                  </a:cubicBezTo>
                  <a:cubicBezTo>
                    <a:pt x="3026" y="4838"/>
                    <a:pt x="1425" y="6872"/>
                    <a:pt x="124" y="9374"/>
                  </a:cubicBezTo>
                  <a:cubicBezTo>
                    <a:pt x="0" y="9695"/>
                    <a:pt x="243" y="9998"/>
                    <a:pt x="499" y="9998"/>
                  </a:cubicBezTo>
                  <a:cubicBezTo>
                    <a:pt x="588" y="9998"/>
                    <a:pt x="680" y="9961"/>
                    <a:pt x="758" y="9875"/>
                  </a:cubicBezTo>
                  <a:cubicBezTo>
                    <a:pt x="782" y="9845"/>
                    <a:pt x="807" y="9815"/>
                    <a:pt x="832" y="9785"/>
                  </a:cubicBezTo>
                  <a:lnTo>
                    <a:pt x="832" y="9785"/>
                  </a:lnTo>
                  <a:cubicBezTo>
                    <a:pt x="931" y="10044"/>
                    <a:pt x="1177" y="10257"/>
                    <a:pt x="1473" y="10257"/>
                  </a:cubicBezTo>
                  <a:cubicBezTo>
                    <a:pt x="1575" y="10257"/>
                    <a:pt x="1682" y="10232"/>
                    <a:pt x="1792" y="10175"/>
                  </a:cubicBezTo>
                  <a:cubicBezTo>
                    <a:pt x="4460" y="8707"/>
                    <a:pt x="6662" y="6572"/>
                    <a:pt x="8997" y="4637"/>
                  </a:cubicBezTo>
                  <a:cubicBezTo>
                    <a:pt x="10164" y="3670"/>
                    <a:pt x="12199" y="1435"/>
                    <a:pt x="9998" y="234"/>
                  </a:cubicBezTo>
                  <a:cubicBezTo>
                    <a:pt x="9699" y="72"/>
                    <a:pt x="9396" y="1"/>
                    <a:pt x="9092" y="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45"/>
            <p:cNvSpPr/>
            <p:nvPr/>
          </p:nvSpPr>
          <p:spPr>
            <a:xfrm>
              <a:off x="4733550" y="3134100"/>
              <a:ext cx="278550" cy="124100"/>
            </a:xfrm>
            <a:custGeom>
              <a:avLst/>
              <a:gdLst/>
              <a:ahLst/>
              <a:cxnLst/>
              <a:rect l="l" t="t" r="r" b="b"/>
              <a:pathLst>
                <a:path w="11142" h="4964" extrusionOk="0">
                  <a:moveTo>
                    <a:pt x="9028" y="0"/>
                  </a:moveTo>
                  <a:cubicBezTo>
                    <a:pt x="8515" y="0"/>
                    <a:pt x="7984" y="242"/>
                    <a:pt x="7506" y="511"/>
                  </a:cubicBezTo>
                  <a:cubicBezTo>
                    <a:pt x="6138" y="1211"/>
                    <a:pt x="4804" y="1879"/>
                    <a:pt x="3470" y="2546"/>
                  </a:cubicBezTo>
                  <a:cubicBezTo>
                    <a:pt x="2502" y="3046"/>
                    <a:pt x="1468" y="3546"/>
                    <a:pt x="367" y="3580"/>
                  </a:cubicBezTo>
                  <a:lnTo>
                    <a:pt x="1" y="4347"/>
                  </a:lnTo>
                  <a:cubicBezTo>
                    <a:pt x="838" y="4789"/>
                    <a:pt x="1858" y="4963"/>
                    <a:pt x="2940" y="4963"/>
                  </a:cubicBezTo>
                  <a:cubicBezTo>
                    <a:pt x="4962" y="4963"/>
                    <a:pt x="7201" y="4355"/>
                    <a:pt x="8874" y="3747"/>
                  </a:cubicBezTo>
                  <a:cubicBezTo>
                    <a:pt x="9574" y="3513"/>
                    <a:pt x="10308" y="3079"/>
                    <a:pt x="10641" y="2412"/>
                  </a:cubicBezTo>
                  <a:cubicBezTo>
                    <a:pt x="11142" y="1412"/>
                    <a:pt x="10341" y="77"/>
                    <a:pt x="9207" y="11"/>
                  </a:cubicBezTo>
                  <a:cubicBezTo>
                    <a:pt x="9148" y="4"/>
                    <a:pt x="9088" y="0"/>
                    <a:pt x="9028" y="0"/>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45"/>
            <p:cNvSpPr/>
            <p:nvPr/>
          </p:nvSpPr>
          <p:spPr>
            <a:xfrm>
              <a:off x="4714550" y="3113100"/>
              <a:ext cx="313575" cy="165675"/>
            </a:xfrm>
            <a:custGeom>
              <a:avLst/>
              <a:gdLst/>
              <a:ahLst/>
              <a:cxnLst/>
              <a:rect l="l" t="t" r="r" b="b"/>
              <a:pathLst>
                <a:path w="12543" h="6627" extrusionOk="0">
                  <a:moveTo>
                    <a:pt x="8583" y="2031"/>
                  </a:moveTo>
                  <a:cubicBezTo>
                    <a:pt x="8851" y="2031"/>
                    <a:pt x="9045" y="2307"/>
                    <a:pt x="9167" y="2852"/>
                  </a:cubicBezTo>
                  <a:cubicBezTo>
                    <a:pt x="10000" y="3519"/>
                    <a:pt x="9867" y="3886"/>
                    <a:pt x="8833" y="3953"/>
                  </a:cubicBezTo>
                  <a:cubicBezTo>
                    <a:pt x="8466" y="4086"/>
                    <a:pt x="8099" y="4220"/>
                    <a:pt x="7665" y="4353"/>
                  </a:cubicBezTo>
                  <a:cubicBezTo>
                    <a:pt x="6898" y="4587"/>
                    <a:pt x="6098" y="4753"/>
                    <a:pt x="5297" y="4887"/>
                  </a:cubicBezTo>
                  <a:cubicBezTo>
                    <a:pt x="4941" y="4938"/>
                    <a:pt x="4597" y="4959"/>
                    <a:pt x="4261" y="4959"/>
                  </a:cubicBezTo>
                  <a:cubicBezTo>
                    <a:pt x="3409" y="4959"/>
                    <a:pt x="2604" y="4825"/>
                    <a:pt x="1763" y="4709"/>
                  </a:cubicBezTo>
                  <a:lnTo>
                    <a:pt x="1763" y="4709"/>
                  </a:lnTo>
                  <a:cubicBezTo>
                    <a:pt x="1820" y="4713"/>
                    <a:pt x="1876" y="4714"/>
                    <a:pt x="1932" y="4714"/>
                  </a:cubicBezTo>
                  <a:cubicBezTo>
                    <a:pt x="2774" y="4714"/>
                    <a:pt x="3574" y="4355"/>
                    <a:pt x="4430" y="4053"/>
                  </a:cubicBezTo>
                  <a:cubicBezTo>
                    <a:pt x="5164" y="3753"/>
                    <a:pt x="5931" y="3419"/>
                    <a:pt x="6631" y="3052"/>
                  </a:cubicBezTo>
                  <a:cubicBezTo>
                    <a:pt x="7098" y="2852"/>
                    <a:pt x="7565" y="2585"/>
                    <a:pt x="7966" y="2385"/>
                  </a:cubicBezTo>
                  <a:cubicBezTo>
                    <a:pt x="8203" y="2148"/>
                    <a:pt x="8408" y="2031"/>
                    <a:pt x="8583" y="2031"/>
                  </a:cubicBezTo>
                  <a:close/>
                  <a:moveTo>
                    <a:pt x="9683" y="1"/>
                  </a:moveTo>
                  <a:cubicBezTo>
                    <a:pt x="9513" y="1"/>
                    <a:pt x="9340" y="17"/>
                    <a:pt x="9167" y="50"/>
                  </a:cubicBezTo>
                  <a:cubicBezTo>
                    <a:pt x="7866" y="284"/>
                    <a:pt x="6598" y="1218"/>
                    <a:pt x="5431" y="1851"/>
                  </a:cubicBezTo>
                  <a:cubicBezTo>
                    <a:pt x="3929" y="2619"/>
                    <a:pt x="2362" y="3386"/>
                    <a:pt x="961" y="4253"/>
                  </a:cubicBezTo>
                  <a:cubicBezTo>
                    <a:pt x="894" y="4353"/>
                    <a:pt x="927" y="4553"/>
                    <a:pt x="1094" y="4587"/>
                  </a:cubicBezTo>
                  <a:cubicBezTo>
                    <a:pt x="1186" y="4615"/>
                    <a:pt x="1277" y="4639"/>
                    <a:pt x="1367" y="4657"/>
                  </a:cubicBezTo>
                  <a:lnTo>
                    <a:pt x="1367" y="4657"/>
                  </a:lnTo>
                  <a:cubicBezTo>
                    <a:pt x="1146" y="4630"/>
                    <a:pt x="922" y="4606"/>
                    <a:pt x="694" y="4587"/>
                  </a:cubicBezTo>
                  <a:cubicBezTo>
                    <a:pt x="683" y="4586"/>
                    <a:pt x="671" y="4585"/>
                    <a:pt x="660" y="4585"/>
                  </a:cubicBezTo>
                  <a:cubicBezTo>
                    <a:pt x="216" y="4585"/>
                    <a:pt x="1" y="5228"/>
                    <a:pt x="294" y="5554"/>
                  </a:cubicBezTo>
                  <a:cubicBezTo>
                    <a:pt x="1129" y="6372"/>
                    <a:pt x="2355" y="6627"/>
                    <a:pt x="3615" y="6627"/>
                  </a:cubicBezTo>
                  <a:cubicBezTo>
                    <a:pt x="4771" y="6627"/>
                    <a:pt x="5957" y="6413"/>
                    <a:pt x="6898" y="6221"/>
                  </a:cubicBezTo>
                  <a:cubicBezTo>
                    <a:pt x="8700" y="5854"/>
                    <a:pt x="12002" y="5254"/>
                    <a:pt x="12302" y="2919"/>
                  </a:cubicBezTo>
                  <a:cubicBezTo>
                    <a:pt x="12542" y="1298"/>
                    <a:pt x="11215" y="1"/>
                    <a:pt x="9683" y="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45"/>
            <p:cNvSpPr/>
            <p:nvPr/>
          </p:nvSpPr>
          <p:spPr>
            <a:xfrm>
              <a:off x="4687675" y="3251925"/>
              <a:ext cx="252725" cy="133950"/>
            </a:xfrm>
            <a:custGeom>
              <a:avLst/>
              <a:gdLst/>
              <a:ahLst/>
              <a:cxnLst/>
              <a:rect l="l" t="t" r="r" b="b"/>
              <a:pathLst>
                <a:path w="10109" h="5358" extrusionOk="0">
                  <a:moveTo>
                    <a:pt x="401" y="1"/>
                  </a:moveTo>
                  <a:lnTo>
                    <a:pt x="1" y="501"/>
                  </a:lnTo>
                  <a:cubicBezTo>
                    <a:pt x="1335" y="2002"/>
                    <a:pt x="2903" y="3303"/>
                    <a:pt x="4671" y="4337"/>
                  </a:cubicBezTo>
                  <a:cubicBezTo>
                    <a:pt x="5541" y="4848"/>
                    <a:pt x="6493" y="5358"/>
                    <a:pt x="7525" y="5358"/>
                  </a:cubicBezTo>
                  <a:cubicBezTo>
                    <a:pt x="7640" y="5358"/>
                    <a:pt x="7756" y="5352"/>
                    <a:pt x="7873" y="5338"/>
                  </a:cubicBezTo>
                  <a:cubicBezTo>
                    <a:pt x="9041" y="5205"/>
                    <a:pt x="10108" y="4337"/>
                    <a:pt x="10075" y="3170"/>
                  </a:cubicBezTo>
                  <a:cubicBezTo>
                    <a:pt x="10008" y="2069"/>
                    <a:pt x="8974" y="1335"/>
                    <a:pt x="7907" y="1002"/>
                  </a:cubicBezTo>
                  <a:cubicBezTo>
                    <a:pt x="7039" y="701"/>
                    <a:pt x="6172" y="635"/>
                    <a:pt x="5238" y="501"/>
                  </a:cubicBezTo>
                  <a:cubicBezTo>
                    <a:pt x="4404" y="401"/>
                    <a:pt x="3570" y="301"/>
                    <a:pt x="2736" y="201"/>
                  </a:cubicBezTo>
                  <a:cubicBezTo>
                    <a:pt x="1969" y="134"/>
                    <a:pt x="1168" y="1"/>
                    <a:pt x="401" y="1"/>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45"/>
            <p:cNvSpPr/>
            <p:nvPr/>
          </p:nvSpPr>
          <p:spPr>
            <a:xfrm>
              <a:off x="4684350" y="3240275"/>
              <a:ext cx="278550" cy="160700"/>
            </a:xfrm>
            <a:custGeom>
              <a:avLst/>
              <a:gdLst/>
              <a:ahLst/>
              <a:cxnLst/>
              <a:rect l="l" t="t" r="r" b="b"/>
              <a:pathLst>
                <a:path w="11142" h="6428" extrusionOk="0">
                  <a:moveTo>
                    <a:pt x="1536" y="0"/>
                  </a:moveTo>
                  <a:cubicBezTo>
                    <a:pt x="1150" y="0"/>
                    <a:pt x="761" y="28"/>
                    <a:pt x="367" y="100"/>
                  </a:cubicBezTo>
                  <a:cubicBezTo>
                    <a:pt x="0" y="167"/>
                    <a:pt x="34" y="700"/>
                    <a:pt x="367" y="801"/>
                  </a:cubicBezTo>
                  <a:cubicBezTo>
                    <a:pt x="1568" y="1167"/>
                    <a:pt x="2836" y="1201"/>
                    <a:pt x="4070" y="1368"/>
                  </a:cubicBezTo>
                  <a:cubicBezTo>
                    <a:pt x="4871" y="1468"/>
                    <a:pt x="5705" y="1534"/>
                    <a:pt x="6505" y="1701"/>
                  </a:cubicBezTo>
                  <a:cubicBezTo>
                    <a:pt x="7906" y="1968"/>
                    <a:pt x="8573" y="2035"/>
                    <a:pt x="8873" y="3569"/>
                  </a:cubicBezTo>
                  <a:cubicBezTo>
                    <a:pt x="9371" y="4722"/>
                    <a:pt x="9046" y="5299"/>
                    <a:pt x="7880" y="5299"/>
                  </a:cubicBezTo>
                  <a:cubicBezTo>
                    <a:pt x="7562" y="5299"/>
                    <a:pt x="7182" y="5256"/>
                    <a:pt x="6739" y="5170"/>
                  </a:cubicBezTo>
                  <a:cubicBezTo>
                    <a:pt x="6238" y="5037"/>
                    <a:pt x="5738" y="4837"/>
                    <a:pt x="5304" y="4537"/>
                  </a:cubicBezTo>
                  <a:cubicBezTo>
                    <a:pt x="4704" y="4270"/>
                    <a:pt x="4137" y="3869"/>
                    <a:pt x="3570" y="3502"/>
                  </a:cubicBezTo>
                  <a:cubicBezTo>
                    <a:pt x="2369" y="2702"/>
                    <a:pt x="1335" y="1701"/>
                    <a:pt x="101" y="967"/>
                  </a:cubicBezTo>
                  <a:lnTo>
                    <a:pt x="101" y="967"/>
                  </a:lnTo>
                  <a:cubicBezTo>
                    <a:pt x="1067" y="2708"/>
                    <a:pt x="5205" y="6427"/>
                    <a:pt x="8095" y="6427"/>
                  </a:cubicBezTo>
                  <a:cubicBezTo>
                    <a:pt x="9194" y="6427"/>
                    <a:pt x="10112" y="5890"/>
                    <a:pt x="10608" y="4503"/>
                  </a:cubicBezTo>
                  <a:cubicBezTo>
                    <a:pt x="11142" y="2969"/>
                    <a:pt x="9974" y="1768"/>
                    <a:pt x="8673" y="1134"/>
                  </a:cubicBezTo>
                  <a:cubicBezTo>
                    <a:pt x="7472" y="567"/>
                    <a:pt x="6038" y="500"/>
                    <a:pt x="4704" y="334"/>
                  </a:cubicBezTo>
                  <a:cubicBezTo>
                    <a:pt x="3630" y="211"/>
                    <a:pt x="2591" y="0"/>
                    <a:pt x="1536" y="0"/>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45"/>
            <p:cNvSpPr/>
            <p:nvPr/>
          </p:nvSpPr>
          <p:spPr>
            <a:xfrm>
              <a:off x="4689875" y="2970825"/>
              <a:ext cx="103325" cy="275175"/>
            </a:xfrm>
            <a:custGeom>
              <a:avLst/>
              <a:gdLst/>
              <a:ahLst/>
              <a:cxnLst/>
              <a:rect l="l" t="t" r="r" b="b"/>
              <a:pathLst>
                <a:path w="4133" h="11007" extrusionOk="0">
                  <a:moveTo>
                    <a:pt x="4023" y="1"/>
                  </a:moveTo>
                  <a:cubicBezTo>
                    <a:pt x="4000" y="1"/>
                    <a:pt x="3975" y="11"/>
                    <a:pt x="3949" y="37"/>
                  </a:cubicBezTo>
                  <a:cubicBezTo>
                    <a:pt x="1481" y="2939"/>
                    <a:pt x="747" y="7309"/>
                    <a:pt x="46" y="10945"/>
                  </a:cubicBezTo>
                  <a:cubicBezTo>
                    <a:pt x="0" y="10968"/>
                    <a:pt x="34" y="11007"/>
                    <a:pt x="59" y="11007"/>
                  </a:cubicBezTo>
                  <a:cubicBezTo>
                    <a:pt x="70" y="11007"/>
                    <a:pt x="80" y="10999"/>
                    <a:pt x="80" y="10978"/>
                  </a:cubicBezTo>
                  <a:cubicBezTo>
                    <a:pt x="1281" y="7442"/>
                    <a:pt x="1581" y="3106"/>
                    <a:pt x="4083" y="137"/>
                  </a:cubicBezTo>
                  <a:cubicBezTo>
                    <a:pt x="4132" y="87"/>
                    <a:pt x="4090" y="1"/>
                    <a:pt x="4023"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45"/>
            <p:cNvSpPr/>
            <p:nvPr/>
          </p:nvSpPr>
          <p:spPr>
            <a:xfrm>
              <a:off x="4693975" y="3038725"/>
              <a:ext cx="234950" cy="208550"/>
            </a:xfrm>
            <a:custGeom>
              <a:avLst/>
              <a:gdLst/>
              <a:ahLst/>
              <a:cxnLst/>
              <a:rect l="l" t="t" r="r" b="b"/>
              <a:pathLst>
                <a:path w="9398" h="8342" extrusionOk="0">
                  <a:moveTo>
                    <a:pt x="9164" y="1"/>
                  </a:moveTo>
                  <a:cubicBezTo>
                    <a:pt x="9140" y="1"/>
                    <a:pt x="9114" y="8"/>
                    <a:pt x="9089" y="23"/>
                  </a:cubicBezTo>
                  <a:cubicBezTo>
                    <a:pt x="5720" y="2091"/>
                    <a:pt x="1917" y="4660"/>
                    <a:pt x="49" y="8262"/>
                  </a:cubicBezTo>
                  <a:cubicBezTo>
                    <a:pt x="0" y="8311"/>
                    <a:pt x="23" y="8342"/>
                    <a:pt x="52" y="8342"/>
                  </a:cubicBezTo>
                  <a:cubicBezTo>
                    <a:pt x="62" y="8342"/>
                    <a:pt x="74" y="8338"/>
                    <a:pt x="82" y="8329"/>
                  </a:cubicBezTo>
                  <a:cubicBezTo>
                    <a:pt x="1383" y="6928"/>
                    <a:pt x="2551" y="5427"/>
                    <a:pt x="3952" y="4193"/>
                  </a:cubicBezTo>
                  <a:cubicBezTo>
                    <a:pt x="5586" y="2725"/>
                    <a:pt x="7421" y="1524"/>
                    <a:pt x="9256" y="323"/>
                  </a:cubicBezTo>
                  <a:cubicBezTo>
                    <a:pt x="9397" y="210"/>
                    <a:pt x="9299" y="1"/>
                    <a:pt x="9164"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45"/>
            <p:cNvSpPr/>
            <p:nvPr/>
          </p:nvSpPr>
          <p:spPr>
            <a:xfrm>
              <a:off x="4687125" y="3172150"/>
              <a:ext cx="315300" cy="77700"/>
            </a:xfrm>
            <a:custGeom>
              <a:avLst/>
              <a:gdLst/>
              <a:ahLst/>
              <a:cxnLst/>
              <a:rect l="l" t="t" r="r" b="b"/>
              <a:pathLst>
                <a:path w="12612" h="3108" extrusionOk="0">
                  <a:moveTo>
                    <a:pt x="12468" y="1"/>
                  </a:moveTo>
                  <a:cubicBezTo>
                    <a:pt x="12448" y="1"/>
                    <a:pt x="12424" y="8"/>
                    <a:pt x="12398" y="23"/>
                  </a:cubicBezTo>
                  <a:cubicBezTo>
                    <a:pt x="8362" y="1391"/>
                    <a:pt x="4092" y="1591"/>
                    <a:pt x="56" y="2958"/>
                  </a:cubicBezTo>
                  <a:cubicBezTo>
                    <a:pt x="0" y="2986"/>
                    <a:pt x="15" y="3107"/>
                    <a:pt x="60" y="3107"/>
                  </a:cubicBezTo>
                  <a:cubicBezTo>
                    <a:pt x="69" y="3107"/>
                    <a:pt x="79" y="3103"/>
                    <a:pt x="90" y="3092"/>
                  </a:cubicBezTo>
                  <a:cubicBezTo>
                    <a:pt x="4193" y="2024"/>
                    <a:pt x="8562" y="1891"/>
                    <a:pt x="12498" y="257"/>
                  </a:cubicBezTo>
                  <a:cubicBezTo>
                    <a:pt x="12611" y="200"/>
                    <a:pt x="12581" y="1"/>
                    <a:pt x="12468"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45"/>
            <p:cNvSpPr/>
            <p:nvPr/>
          </p:nvSpPr>
          <p:spPr>
            <a:xfrm>
              <a:off x="4692100" y="3246700"/>
              <a:ext cx="224100" cy="121175"/>
            </a:xfrm>
            <a:custGeom>
              <a:avLst/>
              <a:gdLst/>
              <a:ahLst/>
              <a:cxnLst/>
              <a:rect l="l" t="t" r="r" b="b"/>
              <a:pathLst>
                <a:path w="8964" h="4847" extrusionOk="0">
                  <a:moveTo>
                    <a:pt x="44" y="1"/>
                  </a:moveTo>
                  <a:cubicBezTo>
                    <a:pt x="26" y="1"/>
                    <a:pt x="1" y="63"/>
                    <a:pt x="24" y="110"/>
                  </a:cubicBezTo>
                  <a:cubicBezTo>
                    <a:pt x="2226" y="2345"/>
                    <a:pt x="5795" y="4146"/>
                    <a:pt x="8830" y="4847"/>
                  </a:cubicBezTo>
                  <a:cubicBezTo>
                    <a:pt x="8897" y="4847"/>
                    <a:pt x="8964" y="4747"/>
                    <a:pt x="8864" y="4713"/>
                  </a:cubicBezTo>
                  <a:cubicBezTo>
                    <a:pt x="7363" y="3879"/>
                    <a:pt x="5661" y="3412"/>
                    <a:pt x="4127" y="2612"/>
                  </a:cubicBezTo>
                  <a:cubicBezTo>
                    <a:pt x="2659" y="1878"/>
                    <a:pt x="1392" y="944"/>
                    <a:pt x="57" y="43"/>
                  </a:cubicBezTo>
                  <a:cubicBezTo>
                    <a:pt x="57" y="13"/>
                    <a:pt x="51" y="1"/>
                    <a:pt x="44"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45"/>
            <p:cNvSpPr/>
            <p:nvPr/>
          </p:nvSpPr>
          <p:spPr>
            <a:xfrm>
              <a:off x="4687700" y="3244300"/>
              <a:ext cx="247425" cy="93950"/>
            </a:xfrm>
            <a:custGeom>
              <a:avLst/>
              <a:gdLst/>
              <a:ahLst/>
              <a:cxnLst/>
              <a:rect l="l" t="t" r="r" b="b"/>
              <a:pathLst>
                <a:path w="9897" h="3758" extrusionOk="0">
                  <a:moveTo>
                    <a:pt x="118" y="0"/>
                  </a:moveTo>
                  <a:cubicBezTo>
                    <a:pt x="1" y="0"/>
                    <a:pt x="7" y="109"/>
                    <a:pt x="67" y="139"/>
                  </a:cubicBezTo>
                  <a:cubicBezTo>
                    <a:pt x="3302" y="1307"/>
                    <a:pt x="6505" y="2774"/>
                    <a:pt x="9740" y="3742"/>
                  </a:cubicBezTo>
                  <a:cubicBezTo>
                    <a:pt x="9757" y="3753"/>
                    <a:pt x="9772" y="3757"/>
                    <a:pt x="9786" y="3757"/>
                  </a:cubicBezTo>
                  <a:cubicBezTo>
                    <a:pt x="9859" y="3757"/>
                    <a:pt x="9896" y="3636"/>
                    <a:pt x="9840" y="3608"/>
                  </a:cubicBezTo>
                  <a:cubicBezTo>
                    <a:pt x="6905" y="2041"/>
                    <a:pt x="3402" y="506"/>
                    <a:pt x="167" y="6"/>
                  </a:cubicBezTo>
                  <a:cubicBezTo>
                    <a:pt x="148" y="2"/>
                    <a:pt x="132" y="0"/>
                    <a:pt x="118"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45"/>
            <p:cNvSpPr/>
            <p:nvPr/>
          </p:nvSpPr>
          <p:spPr>
            <a:xfrm>
              <a:off x="4689350" y="3245275"/>
              <a:ext cx="196000" cy="147625"/>
            </a:xfrm>
            <a:custGeom>
              <a:avLst/>
              <a:gdLst/>
              <a:ahLst/>
              <a:cxnLst/>
              <a:rect l="l" t="t" r="r" b="b"/>
              <a:pathLst>
                <a:path w="7840" h="5905" extrusionOk="0">
                  <a:moveTo>
                    <a:pt x="1" y="0"/>
                  </a:moveTo>
                  <a:lnTo>
                    <a:pt x="1" y="0"/>
                  </a:lnTo>
                  <a:cubicBezTo>
                    <a:pt x="1168" y="2936"/>
                    <a:pt x="4671" y="5371"/>
                    <a:pt x="7739" y="5904"/>
                  </a:cubicBezTo>
                  <a:cubicBezTo>
                    <a:pt x="7773" y="5904"/>
                    <a:pt x="7840" y="5804"/>
                    <a:pt x="7773" y="5771"/>
                  </a:cubicBezTo>
                  <a:cubicBezTo>
                    <a:pt x="6305" y="5104"/>
                    <a:pt x="4937" y="4503"/>
                    <a:pt x="3637" y="3603"/>
                  </a:cubicBezTo>
                  <a:cubicBezTo>
                    <a:pt x="2169" y="2602"/>
                    <a:pt x="1168" y="1268"/>
                    <a:pt x="1"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45"/>
            <p:cNvSpPr/>
            <p:nvPr/>
          </p:nvSpPr>
          <p:spPr>
            <a:xfrm>
              <a:off x="4692700" y="2999425"/>
              <a:ext cx="128450" cy="253200"/>
            </a:xfrm>
            <a:custGeom>
              <a:avLst/>
              <a:gdLst/>
              <a:ahLst/>
              <a:cxnLst/>
              <a:rect l="l" t="t" r="r" b="b"/>
              <a:pathLst>
                <a:path w="5138" h="10128" extrusionOk="0">
                  <a:moveTo>
                    <a:pt x="5068" y="0"/>
                  </a:moveTo>
                  <a:cubicBezTo>
                    <a:pt x="5043" y="0"/>
                    <a:pt x="5018" y="19"/>
                    <a:pt x="5004" y="60"/>
                  </a:cubicBezTo>
                  <a:cubicBezTo>
                    <a:pt x="4003" y="1628"/>
                    <a:pt x="3202" y="3396"/>
                    <a:pt x="2302" y="4997"/>
                  </a:cubicBezTo>
                  <a:cubicBezTo>
                    <a:pt x="1368" y="6598"/>
                    <a:pt x="500" y="8266"/>
                    <a:pt x="0" y="10001"/>
                  </a:cubicBezTo>
                  <a:cubicBezTo>
                    <a:pt x="0" y="10073"/>
                    <a:pt x="52" y="10128"/>
                    <a:pt x="94" y="10128"/>
                  </a:cubicBezTo>
                  <a:cubicBezTo>
                    <a:pt x="110" y="10128"/>
                    <a:pt x="124" y="10120"/>
                    <a:pt x="133" y="10101"/>
                  </a:cubicBezTo>
                  <a:cubicBezTo>
                    <a:pt x="1101" y="8266"/>
                    <a:pt x="1868" y="6432"/>
                    <a:pt x="2969" y="4630"/>
                  </a:cubicBezTo>
                  <a:cubicBezTo>
                    <a:pt x="3803" y="3229"/>
                    <a:pt x="4870" y="1762"/>
                    <a:pt x="5137" y="94"/>
                  </a:cubicBezTo>
                  <a:cubicBezTo>
                    <a:pt x="5137" y="36"/>
                    <a:pt x="5103" y="0"/>
                    <a:pt x="5068"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45"/>
            <p:cNvSpPr/>
            <p:nvPr/>
          </p:nvSpPr>
          <p:spPr>
            <a:xfrm>
              <a:off x="4693525" y="3077300"/>
              <a:ext cx="219100" cy="171325"/>
            </a:xfrm>
            <a:custGeom>
              <a:avLst/>
              <a:gdLst/>
              <a:ahLst/>
              <a:cxnLst/>
              <a:rect l="l" t="t" r="r" b="b"/>
              <a:pathLst>
                <a:path w="8764" h="6853" extrusionOk="0">
                  <a:moveTo>
                    <a:pt x="8681" y="0"/>
                  </a:moveTo>
                  <a:cubicBezTo>
                    <a:pt x="8665" y="0"/>
                    <a:pt x="8650" y="5"/>
                    <a:pt x="8640" y="14"/>
                  </a:cubicBezTo>
                  <a:cubicBezTo>
                    <a:pt x="6939" y="1482"/>
                    <a:pt x="5338" y="3050"/>
                    <a:pt x="3470" y="4351"/>
                  </a:cubicBezTo>
                  <a:cubicBezTo>
                    <a:pt x="2502" y="5018"/>
                    <a:pt x="334" y="5652"/>
                    <a:pt x="0" y="6853"/>
                  </a:cubicBezTo>
                  <a:lnTo>
                    <a:pt x="100" y="6853"/>
                  </a:lnTo>
                  <a:cubicBezTo>
                    <a:pt x="801" y="6185"/>
                    <a:pt x="1902" y="5785"/>
                    <a:pt x="2736" y="5285"/>
                  </a:cubicBezTo>
                  <a:cubicBezTo>
                    <a:pt x="3503" y="4784"/>
                    <a:pt x="4303" y="4217"/>
                    <a:pt x="5071" y="3650"/>
                  </a:cubicBezTo>
                  <a:cubicBezTo>
                    <a:pt x="6405" y="2616"/>
                    <a:pt x="7739" y="1449"/>
                    <a:pt x="8740" y="48"/>
                  </a:cubicBezTo>
                  <a:cubicBezTo>
                    <a:pt x="8764" y="24"/>
                    <a:pt x="8720" y="0"/>
                    <a:pt x="8681"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45"/>
            <p:cNvSpPr/>
            <p:nvPr/>
          </p:nvSpPr>
          <p:spPr>
            <a:xfrm>
              <a:off x="4693850" y="3145200"/>
              <a:ext cx="270725" cy="107825"/>
            </a:xfrm>
            <a:custGeom>
              <a:avLst/>
              <a:gdLst/>
              <a:ahLst/>
              <a:cxnLst/>
              <a:rect l="l" t="t" r="r" b="b"/>
              <a:pathLst>
                <a:path w="10829" h="4313" extrusionOk="0">
                  <a:moveTo>
                    <a:pt x="10795" y="0"/>
                  </a:moveTo>
                  <a:cubicBezTo>
                    <a:pt x="8794" y="434"/>
                    <a:pt x="6926" y="1201"/>
                    <a:pt x="5058" y="1935"/>
                  </a:cubicBezTo>
                  <a:cubicBezTo>
                    <a:pt x="3323" y="2602"/>
                    <a:pt x="1555" y="3136"/>
                    <a:pt x="54" y="4270"/>
                  </a:cubicBezTo>
                  <a:cubicBezTo>
                    <a:pt x="1" y="4270"/>
                    <a:pt x="33" y="4313"/>
                    <a:pt x="65" y="4313"/>
                  </a:cubicBezTo>
                  <a:cubicBezTo>
                    <a:pt x="73" y="4313"/>
                    <a:pt x="81" y="4310"/>
                    <a:pt x="87" y="4303"/>
                  </a:cubicBezTo>
                  <a:cubicBezTo>
                    <a:pt x="3457" y="2502"/>
                    <a:pt x="7226" y="1301"/>
                    <a:pt x="10795" y="67"/>
                  </a:cubicBezTo>
                  <a:cubicBezTo>
                    <a:pt x="10828" y="67"/>
                    <a:pt x="10795" y="0"/>
                    <a:pt x="10795"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45"/>
            <p:cNvSpPr/>
            <p:nvPr/>
          </p:nvSpPr>
          <p:spPr>
            <a:xfrm>
              <a:off x="4693775" y="3220250"/>
              <a:ext cx="264950" cy="45300"/>
            </a:xfrm>
            <a:custGeom>
              <a:avLst/>
              <a:gdLst/>
              <a:ahLst/>
              <a:cxnLst/>
              <a:rect l="l" t="t" r="r" b="b"/>
              <a:pathLst>
                <a:path w="10598" h="1812" extrusionOk="0">
                  <a:moveTo>
                    <a:pt x="10498" y="0"/>
                  </a:moveTo>
                  <a:cubicBezTo>
                    <a:pt x="8301" y="816"/>
                    <a:pt x="5904" y="1370"/>
                    <a:pt x="3536" y="1370"/>
                  </a:cubicBezTo>
                  <a:cubicBezTo>
                    <a:pt x="2417" y="1370"/>
                    <a:pt x="1305" y="1246"/>
                    <a:pt x="224" y="968"/>
                  </a:cubicBezTo>
                  <a:cubicBezTo>
                    <a:pt x="211" y="965"/>
                    <a:pt x="199" y="964"/>
                    <a:pt x="187" y="964"/>
                  </a:cubicBezTo>
                  <a:cubicBezTo>
                    <a:pt x="48" y="964"/>
                    <a:pt x="1" y="1137"/>
                    <a:pt x="124" y="1168"/>
                  </a:cubicBezTo>
                  <a:cubicBezTo>
                    <a:pt x="1181" y="1603"/>
                    <a:pt x="2539" y="1811"/>
                    <a:pt x="3961" y="1811"/>
                  </a:cubicBezTo>
                  <a:cubicBezTo>
                    <a:pt x="6356" y="1811"/>
                    <a:pt x="8933" y="1222"/>
                    <a:pt x="10565" y="134"/>
                  </a:cubicBezTo>
                  <a:cubicBezTo>
                    <a:pt x="10598" y="100"/>
                    <a:pt x="10598" y="0"/>
                    <a:pt x="10498"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45"/>
            <p:cNvSpPr/>
            <p:nvPr/>
          </p:nvSpPr>
          <p:spPr>
            <a:xfrm>
              <a:off x="4682675" y="3018925"/>
              <a:ext cx="60075" cy="227625"/>
            </a:xfrm>
            <a:custGeom>
              <a:avLst/>
              <a:gdLst/>
              <a:ahLst/>
              <a:cxnLst/>
              <a:rect l="l" t="t" r="r" b="b"/>
              <a:pathLst>
                <a:path w="2403" h="9105" extrusionOk="0">
                  <a:moveTo>
                    <a:pt x="2364" y="0"/>
                  </a:moveTo>
                  <a:cubicBezTo>
                    <a:pt x="2355" y="0"/>
                    <a:pt x="2346" y="5"/>
                    <a:pt x="2336" y="14"/>
                  </a:cubicBezTo>
                  <a:cubicBezTo>
                    <a:pt x="1435" y="1349"/>
                    <a:pt x="1068" y="2916"/>
                    <a:pt x="701" y="4484"/>
                  </a:cubicBezTo>
                  <a:cubicBezTo>
                    <a:pt x="334" y="5985"/>
                    <a:pt x="1" y="7553"/>
                    <a:pt x="401" y="9054"/>
                  </a:cubicBezTo>
                  <a:cubicBezTo>
                    <a:pt x="401" y="9087"/>
                    <a:pt x="426" y="9104"/>
                    <a:pt x="451" y="9104"/>
                  </a:cubicBezTo>
                  <a:cubicBezTo>
                    <a:pt x="476" y="9104"/>
                    <a:pt x="501" y="9087"/>
                    <a:pt x="501" y="9054"/>
                  </a:cubicBezTo>
                  <a:cubicBezTo>
                    <a:pt x="434" y="5952"/>
                    <a:pt x="1168" y="2950"/>
                    <a:pt x="2402" y="48"/>
                  </a:cubicBezTo>
                  <a:cubicBezTo>
                    <a:pt x="2402" y="24"/>
                    <a:pt x="2386" y="0"/>
                    <a:pt x="2364"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45"/>
            <p:cNvSpPr/>
            <p:nvPr/>
          </p:nvSpPr>
          <p:spPr>
            <a:xfrm>
              <a:off x="3604400" y="3036775"/>
              <a:ext cx="171825" cy="147650"/>
            </a:xfrm>
            <a:custGeom>
              <a:avLst/>
              <a:gdLst/>
              <a:ahLst/>
              <a:cxnLst/>
              <a:rect l="l" t="t" r="r" b="b"/>
              <a:pathLst>
                <a:path w="6873" h="5906" extrusionOk="0">
                  <a:moveTo>
                    <a:pt x="6272" y="1"/>
                  </a:moveTo>
                  <a:lnTo>
                    <a:pt x="1" y="1902"/>
                  </a:lnTo>
                  <a:lnTo>
                    <a:pt x="3137" y="3637"/>
                  </a:lnTo>
                  <a:lnTo>
                    <a:pt x="2002" y="5905"/>
                  </a:lnTo>
                  <a:lnTo>
                    <a:pt x="6873" y="5905"/>
                  </a:lnTo>
                  <a:lnTo>
                    <a:pt x="6272" y="1"/>
                  </a:lnTo>
                  <a:close/>
                </a:path>
              </a:pathLst>
            </a:custGeom>
            <a:solidFill>
              <a:srgbClr val="F4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45"/>
            <p:cNvSpPr/>
            <p:nvPr/>
          </p:nvSpPr>
          <p:spPr>
            <a:xfrm>
              <a:off x="3728675" y="2791525"/>
              <a:ext cx="986400" cy="738450"/>
            </a:xfrm>
            <a:custGeom>
              <a:avLst/>
              <a:gdLst/>
              <a:ahLst/>
              <a:cxnLst/>
              <a:rect l="l" t="t" r="r" b="b"/>
              <a:pathLst>
                <a:path w="39456" h="29538" extrusionOk="0">
                  <a:moveTo>
                    <a:pt x="13420" y="0"/>
                  </a:moveTo>
                  <a:cubicBezTo>
                    <a:pt x="13031" y="0"/>
                    <a:pt x="12638" y="13"/>
                    <a:pt x="12242" y="37"/>
                  </a:cubicBezTo>
                  <a:cubicBezTo>
                    <a:pt x="8373" y="271"/>
                    <a:pt x="5171" y="1605"/>
                    <a:pt x="2635" y="4707"/>
                  </a:cubicBezTo>
                  <a:cubicBezTo>
                    <a:pt x="1134" y="6542"/>
                    <a:pt x="67" y="8810"/>
                    <a:pt x="234" y="11245"/>
                  </a:cubicBezTo>
                  <a:cubicBezTo>
                    <a:pt x="234" y="11312"/>
                    <a:pt x="234" y="11412"/>
                    <a:pt x="300" y="11479"/>
                  </a:cubicBezTo>
                  <a:cubicBezTo>
                    <a:pt x="67" y="12413"/>
                    <a:pt x="0" y="13313"/>
                    <a:pt x="0" y="14247"/>
                  </a:cubicBezTo>
                  <a:cubicBezTo>
                    <a:pt x="67" y="17883"/>
                    <a:pt x="1801" y="21252"/>
                    <a:pt x="4303" y="23821"/>
                  </a:cubicBezTo>
                  <a:cubicBezTo>
                    <a:pt x="8177" y="27857"/>
                    <a:pt x="13729" y="29538"/>
                    <a:pt x="19315" y="29538"/>
                  </a:cubicBezTo>
                  <a:cubicBezTo>
                    <a:pt x="22916" y="29538"/>
                    <a:pt x="26531" y="28839"/>
                    <a:pt x="29721" y="27624"/>
                  </a:cubicBezTo>
                  <a:cubicBezTo>
                    <a:pt x="33824" y="26089"/>
                    <a:pt x="37694" y="23487"/>
                    <a:pt x="39161" y="19151"/>
                  </a:cubicBezTo>
                  <a:cubicBezTo>
                    <a:pt x="39456" y="18327"/>
                    <a:pt x="38660" y="17503"/>
                    <a:pt x="37850" y="17503"/>
                  </a:cubicBezTo>
                  <a:cubicBezTo>
                    <a:pt x="37742" y="17503"/>
                    <a:pt x="37633" y="17518"/>
                    <a:pt x="37527" y="17550"/>
                  </a:cubicBezTo>
                  <a:cubicBezTo>
                    <a:pt x="36406" y="17867"/>
                    <a:pt x="34896" y="18332"/>
                    <a:pt x="33516" y="18332"/>
                  </a:cubicBezTo>
                  <a:cubicBezTo>
                    <a:pt x="32719" y="18332"/>
                    <a:pt x="31966" y="18177"/>
                    <a:pt x="31356" y="17750"/>
                  </a:cubicBezTo>
                  <a:cubicBezTo>
                    <a:pt x="30322" y="17049"/>
                    <a:pt x="28988" y="15715"/>
                    <a:pt x="28254" y="14648"/>
                  </a:cubicBezTo>
                  <a:cubicBezTo>
                    <a:pt x="27019" y="12813"/>
                    <a:pt x="26319" y="10545"/>
                    <a:pt x="25352" y="8543"/>
                  </a:cubicBezTo>
                  <a:cubicBezTo>
                    <a:pt x="24484" y="6775"/>
                    <a:pt x="23517" y="5041"/>
                    <a:pt x="22183" y="3573"/>
                  </a:cubicBezTo>
                  <a:cubicBezTo>
                    <a:pt x="19822" y="943"/>
                    <a:pt x="16765" y="0"/>
                    <a:pt x="13420" y="0"/>
                  </a:cubicBezTo>
                  <a:close/>
                </a:path>
              </a:pathLst>
            </a:custGeom>
            <a:solidFill>
              <a:srgbClr val="F558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45"/>
            <p:cNvSpPr/>
            <p:nvPr/>
          </p:nvSpPr>
          <p:spPr>
            <a:xfrm>
              <a:off x="3807900" y="3021700"/>
              <a:ext cx="79250" cy="73975"/>
            </a:xfrm>
            <a:custGeom>
              <a:avLst/>
              <a:gdLst/>
              <a:ahLst/>
              <a:cxnLst/>
              <a:rect l="l" t="t" r="r" b="b"/>
              <a:pathLst>
                <a:path w="3170" h="2959" extrusionOk="0">
                  <a:moveTo>
                    <a:pt x="608" y="0"/>
                  </a:moveTo>
                  <a:cubicBezTo>
                    <a:pt x="552" y="0"/>
                    <a:pt x="498" y="31"/>
                    <a:pt x="467" y="103"/>
                  </a:cubicBezTo>
                  <a:cubicBezTo>
                    <a:pt x="0" y="1037"/>
                    <a:pt x="167" y="2772"/>
                    <a:pt x="1401" y="2939"/>
                  </a:cubicBezTo>
                  <a:cubicBezTo>
                    <a:pt x="1467" y="2952"/>
                    <a:pt x="1533" y="2958"/>
                    <a:pt x="1598" y="2958"/>
                  </a:cubicBezTo>
                  <a:cubicBezTo>
                    <a:pt x="2030" y="2958"/>
                    <a:pt x="2446" y="2686"/>
                    <a:pt x="2735" y="2338"/>
                  </a:cubicBezTo>
                  <a:cubicBezTo>
                    <a:pt x="3169" y="1738"/>
                    <a:pt x="3102" y="1037"/>
                    <a:pt x="3036" y="370"/>
                  </a:cubicBezTo>
                  <a:cubicBezTo>
                    <a:pt x="3022" y="264"/>
                    <a:pt x="2950" y="221"/>
                    <a:pt x="2873" y="221"/>
                  </a:cubicBezTo>
                  <a:cubicBezTo>
                    <a:pt x="2757" y="221"/>
                    <a:pt x="2629" y="317"/>
                    <a:pt x="2669" y="437"/>
                  </a:cubicBezTo>
                  <a:cubicBezTo>
                    <a:pt x="2796" y="1203"/>
                    <a:pt x="2619" y="2580"/>
                    <a:pt x="1609" y="2580"/>
                  </a:cubicBezTo>
                  <a:cubicBezTo>
                    <a:pt x="1564" y="2580"/>
                    <a:pt x="1517" y="2578"/>
                    <a:pt x="1468" y="2572"/>
                  </a:cubicBezTo>
                  <a:cubicBezTo>
                    <a:pt x="467" y="2438"/>
                    <a:pt x="400" y="1004"/>
                    <a:pt x="801" y="337"/>
                  </a:cubicBezTo>
                  <a:cubicBezTo>
                    <a:pt x="870" y="153"/>
                    <a:pt x="732" y="0"/>
                    <a:pt x="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45"/>
            <p:cNvSpPr/>
            <p:nvPr/>
          </p:nvSpPr>
          <p:spPr>
            <a:xfrm>
              <a:off x="4214125" y="2915575"/>
              <a:ext cx="40775" cy="43175"/>
            </a:xfrm>
            <a:custGeom>
              <a:avLst/>
              <a:gdLst/>
              <a:ahLst/>
              <a:cxnLst/>
              <a:rect l="l" t="t" r="r" b="b"/>
              <a:pathLst>
                <a:path w="1631" h="1727" extrusionOk="0">
                  <a:moveTo>
                    <a:pt x="1062" y="1"/>
                  </a:moveTo>
                  <a:cubicBezTo>
                    <a:pt x="941" y="1"/>
                    <a:pt x="830" y="134"/>
                    <a:pt x="897" y="312"/>
                  </a:cubicBezTo>
                  <a:cubicBezTo>
                    <a:pt x="997" y="579"/>
                    <a:pt x="1230" y="946"/>
                    <a:pt x="997" y="1180"/>
                  </a:cubicBezTo>
                  <a:cubicBezTo>
                    <a:pt x="930" y="1291"/>
                    <a:pt x="860" y="1335"/>
                    <a:pt x="790" y="1335"/>
                  </a:cubicBezTo>
                  <a:cubicBezTo>
                    <a:pt x="652" y="1335"/>
                    <a:pt x="519" y="1157"/>
                    <a:pt x="430" y="979"/>
                  </a:cubicBezTo>
                  <a:cubicBezTo>
                    <a:pt x="391" y="931"/>
                    <a:pt x="337" y="911"/>
                    <a:pt x="281" y="911"/>
                  </a:cubicBezTo>
                  <a:cubicBezTo>
                    <a:pt x="143" y="911"/>
                    <a:pt x="1" y="1037"/>
                    <a:pt x="96" y="1180"/>
                  </a:cubicBezTo>
                  <a:cubicBezTo>
                    <a:pt x="233" y="1476"/>
                    <a:pt x="479" y="1726"/>
                    <a:pt x="760" y="1726"/>
                  </a:cubicBezTo>
                  <a:cubicBezTo>
                    <a:pt x="890" y="1726"/>
                    <a:pt x="1027" y="1673"/>
                    <a:pt x="1164" y="1546"/>
                  </a:cubicBezTo>
                  <a:cubicBezTo>
                    <a:pt x="1631" y="1180"/>
                    <a:pt x="1430" y="579"/>
                    <a:pt x="1230" y="112"/>
                  </a:cubicBezTo>
                  <a:cubicBezTo>
                    <a:pt x="1186" y="34"/>
                    <a:pt x="1123" y="1"/>
                    <a:pt x="1062"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45"/>
            <p:cNvSpPr/>
            <p:nvPr/>
          </p:nvSpPr>
          <p:spPr>
            <a:xfrm>
              <a:off x="4206875" y="3047575"/>
              <a:ext cx="35525" cy="31900"/>
            </a:xfrm>
            <a:custGeom>
              <a:avLst/>
              <a:gdLst/>
              <a:ahLst/>
              <a:cxnLst/>
              <a:rect l="l" t="t" r="r" b="b"/>
              <a:pathLst>
                <a:path w="1421" h="1276" extrusionOk="0">
                  <a:moveTo>
                    <a:pt x="978" y="1"/>
                  </a:moveTo>
                  <a:cubicBezTo>
                    <a:pt x="859" y="1"/>
                    <a:pt x="747" y="84"/>
                    <a:pt x="786" y="203"/>
                  </a:cubicBezTo>
                  <a:cubicBezTo>
                    <a:pt x="853" y="336"/>
                    <a:pt x="1020" y="836"/>
                    <a:pt x="786" y="903"/>
                  </a:cubicBezTo>
                  <a:cubicBezTo>
                    <a:pt x="763" y="915"/>
                    <a:pt x="740" y="920"/>
                    <a:pt x="719" y="920"/>
                  </a:cubicBezTo>
                  <a:cubicBezTo>
                    <a:pt x="556" y="920"/>
                    <a:pt x="445" y="621"/>
                    <a:pt x="386" y="503"/>
                  </a:cubicBezTo>
                  <a:cubicBezTo>
                    <a:pt x="350" y="408"/>
                    <a:pt x="285" y="368"/>
                    <a:pt x="222" y="368"/>
                  </a:cubicBezTo>
                  <a:cubicBezTo>
                    <a:pt x="108" y="368"/>
                    <a:pt x="0" y="498"/>
                    <a:pt x="86" y="670"/>
                  </a:cubicBezTo>
                  <a:cubicBezTo>
                    <a:pt x="226" y="949"/>
                    <a:pt x="459" y="1276"/>
                    <a:pt x="767" y="1276"/>
                  </a:cubicBezTo>
                  <a:cubicBezTo>
                    <a:pt x="826" y="1276"/>
                    <a:pt x="888" y="1264"/>
                    <a:pt x="953" y="1237"/>
                  </a:cubicBezTo>
                  <a:cubicBezTo>
                    <a:pt x="1420" y="1070"/>
                    <a:pt x="1287" y="469"/>
                    <a:pt x="1187" y="136"/>
                  </a:cubicBezTo>
                  <a:cubicBezTo>
                    <a:pt x="1146" y="41"/>
                    <a:pt x="1060" y="1"/>
                    <a:pt x="978"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45"/>
            <p:cNvSpPr/>
            <p:nvPr/>
          </p:nvSpPr>
          <p:spPr>
            <a:xfrm>
              <a:off x="4338600" y="3069025"/>
              <a:ext cx="40550" cy="32125"/>
            </a:xfrm>
            <a:custGeom>
              <a:avLst/>
              <a:gdLst/>
              <a:ahLst/>
              <a:cxnLst/>
              <a:rect l="l" t="t" r="r" b="b"/>
              <a:pathLst>
                <a:path w="1622" h="1285" extrusionOk="0">
                  <a:moveTo>
                    <a:pt x="1161" y="1"/>
                  </a:moveTo>
                  <a:cubicBezTo>
                    <a:pt x="1047" y="1"/>
                    <a:pt x="944" y="134"/>
                    <a:pt x="988" y="312"/>
                  </a:cubicBezTo>
                  <a:cubicBezTo>
                    <a:pt x="1055" y="445"/>
                    <a:pt x="1155" y="612"/>
                    <a:pt x="1121" y="712"/>
                  </a:cubicBezTo>
                  <a:cubicBezTo>
                    <a:pt x="1079" y="818"/>
                    <a:pt x="1010" y="883"/>
                    <a:pt x="931" y="883"/>
                  </a:cubicBezTo>
                  <a:cubicBezTo>
                    <a:pt x="886" y="883"/>
                    <a:pt x="837" y="861"/>
                    <a:pt x="788" y="812"/>
                  </a:cubicBezTo>
                  <a:cubicBezTo>
                    <a:pt x="554" y="679"/>
                    <a:pt x="454" y="445"/>
                    <a:pt x="421" y="179"/>
                  </a:cubicBezTo>
                  <a:cubicBezTo>
                    <a:pt x="395" y="100"/>
                    <a:pt x="322" y="62"/>
                    <a:pt x="245" y="62"/>
                  </a:cubicBezTo>
                  <a:cubicBezTo>
                    <a:pt x="127" y="62"/>
                    <a:pt x="0" y="150"/>
                    <a:pt x="21" y="312"/>
                  </a:cubicBezTo>
                  <a:cubicBezTo>
                    <a:pt x="116" y="693"/>
                    <a:pt x="452" y="1284"/>
                    <a:pt x="944" y="1284"/>
                  </a:cubicBezTo>
                  <a:cubicBezTo>
                    <a:pt x="969" y="1284"/>
                    <a:pt x="995" y="1283"/>
                    <a:pt x="1021" y="1279"/>
                  </a:cubicBezTo>
                  <a:cubicBezTo>
                    <a:pt x="1622" y="1179"/>
                    <a:pt x="1522" y="512"/>
                    <a:pt x="1322" y="112"/>
                  </a:cubicBezTo>
                  <a:cubicBezTo>
                    <a:pt x="1277" y="34"/>
                    <a:pt x="1218" y="1"/>
                    <a:pt x="1161"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45"/>
            <p:cNvSpPr/>
            <p:nvPr/>
          </p:nvSpPr>
          <p:spPr>
            <a:xfrm>
              <a:off x="4315500" y="3173900"/>
              <a:ext cx="40300" cy="44700"/>
            </a:xfrm>
            <a:custGeom>
              <a:avLst/>
              <a:gdLst/>
              <a:ahLst/>
              <a:cxnLst/>
              <a:rect l="l" t="t" r="r" b="b"/>
              <a:pathLst>
                <a:path w="1612" h="1788" extrusionOk="0">
                  <a:moveTo>
                    <a:pt x="673" y="0"/>
                  </a:moveTo>
                  <a:cubicBezTo>
                    <a:pt x="515" y="0"/>
                    <a:pt x="389" y="190"/>
                    <a:pt x="544" y="320"/>
                  </a:cubicBezTo>
                  <a:cubicBezTo>
                    <a:pt x="711" y="487"/>
                    <a:pt x="945" y="687"/>
                    <a:pt x="1045" y="954"/>
                  </a:cubicBezTo>
                  <a:cubicBezTo>
                    <a:pt x="1093" y="1219"/>
                    <a:pt x="880" y="1414"/>
                    <a:pt x="657" y="1414"/>
                  </a:cubicBezTo>
                  <a:cubicBezTo>
                    <a:pt x="572" y="1414"/>
                    <a:pt x="485" y="1385"/>
                    <a:pt x="411" y="1321"/>
                  </a:cubicBezTo>
                  <a:cubicBezTo>
                    <a:pt x="370" y="1280"/>
                    <a:pt x="322" y="1263"/>
                    <a:pt x="275" y="1263"/>
                  </a:cubicBezTo>
                  <a:cubicBezTo>
                    <a:pt x="130" y="1263"/>
                    <a:pt x="1" y="1428"/>
                    <a:pt x="177" y="1554"/>
                  </a:cubicBezTo>
                  <a:cubicBezTo>
                    <a:pt x="333" y="1709"/>
                    <a:pt x="530" y="1787"/>
                    <a:pt x="723" y="1787"/>
                  </a:cubicBezTo>
                  <a:cubicBezTo>
                    <a:pt x="987" y="1787"/>
                    <a:pt x="1244" y="1643"/>
                    <a:pt x="1378" y="1354"/>
                  </a:cubicBezTo>
                  <a:cubicBezTo>
                    <a:pt x="1612" y="854"/>
                    <a:pt x="1211" y="353"/>
                    <a:pt x="811" y="53"/>
                  </a:cubicBezTo>
                  <a:cubicBezTo>
                    <a:pt x="767" y="16"/>
                    <a:pt x="719" y="0"/>
                    <a:pt x="673"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45"/>
            <p:cNvSpPr/>
            <p:nvPr/>
          </p:nvSpPr>
          <p:spPr>
            <a:xfrm>
              <a:off x="4342425" y="3372450"/>
              <a:ext cx="45900" cy="35400"/>
            </a:xfrm>
            <a:custGeom>
              <a:avLst/>
              <a:gdLst/>
              <a:ahLst/>
              <a:cxnLst/>
              <a:rect l="l" t="t" r="r" b="b"/>
              <a:pathLst>
                <a:path w="1836" h="1416" extrusionOk="0">
                  <a:moveTo>
                    <a:pt x="1053" y="1"/>
                  </a:moveTo>
                  <a:cubicBezTo>
                    <a:pt x="900" y="1"/>
                    <a:pt x="750" y="211"/>
                    <a:pt x="935" y="317"/>
                  </a:cubicBezTo>
                  <a:cubicBezTo>
                    <a:pt x="1035" y="417"/>
                    <a:pt x="1435" y="751"/>
                    <a:pt x="1269" y="917"/>
                  </a:cubicBezTo>
                  <a:cubicBezTo>
                    <a:pt x="1215" y="992"/>
                    <a:pt x="1128" y="1019"/>
                    <a:pt x="1027" y="1019"/>
                  </a:cubicBezTo>
                  <a:cubicBezTo>
                    <a:pt x="810" y="1019"/>
                    <a:pt x="527" y="896"/>
                    <a:pt x="368" y="851"/>
                  </a:cubicBezTo>
                  <a:cubicBezTo>
                    <a:pt x="336" y="829"/>
                    <a:pt x="303" y="820"/>
                    <a:pt x="273" y="820"/>
                  </a:cubicBezTo>
                  <a:cubicBezTo>
                    <a:pt x="114" y="820"/>
                    <a:pt x="0" y="1072"/>
                    <a:pt x="168" y="1184"/>
                  </a:cubicBezTo>
                  <a:cubicBezTo>
                    <a:pt x="360" y="1300"/>
                    <a:pt x="698" y="1415"/>
                    <a:pt x="999" y="1415"/>
                  </a:cubicBezTo>
                  <a:cubicBezTo>
                    <a:pt x="1221" y="1415"/>
                    <a:pt x="1423" y="1353"/>
                    <a:pt x="1535" y="1184"/>
                  </a:cubicBezTo>
                  <a:cubicBezTo>
                    <a:pt x="1836" y="817"/>
                    <a:pt x="1435" y="250"/>
                    <a:pt x="1169" y="50"/>
                  </a:cubicBezTo>
                  <a:cubicBezTo>
                    <a:pt x="1134" y="15"/>
                    <a:pt x="1093" y="1"/>
                    <a:pt x="1053"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45"/>
            <p:cNvSpPr/>
            <p:nvPr/>
          </p:nvSpPr>
          <p:spPr>
            <a:xfrm>
              <a:off x="4436725" y="3241325"/>
              <a:ext cx="44175" cy="42300"/>
            </a:xfrm>
            <a:custGeom>
              <a:avLst/>
              <a:gdLst/>
              <a:ahLst/>
              <a:cxnLst/>
              <a:rect l="l" t="t" r="r" b="b"/>
              <a:pathLst>
                <a:path w="1767" h="1692" extrusionOk="0">
                  <a:moveTo>
                    <a:pt x="1268" y="1"/>
                  </a:moveTo>
                  <a:cubicBezTo>
                    <a:pt x="1129" y="1"/>
                    <a:pt x="1006" y="165"/>
                    <a:pt x="1133" y="292"/>
                  </a:cubicBezTo>
                  <a:cubicBezTo>
                    <a:pt x="1299" y="492"/>
                    <a:pt x="1366" y="825"/>
                    <a:pt x="1266" y="1092"/>
                  </a:cubicBezTo>
                  <a:cubicBezTo>
                    <a:pt x="1199" y="1248"/>
                    <a:pt x="1107" y="1307"/>
                    <a:pt x="1005" y="1307"/>
                  </a:cubicBezTo>
                  <a:cubicBezTo>
                    <a:pt x="803" y="1307"/>
                    <a:pt x="565" y="1070"/>
                    <a:pt x="432" y="892"/>
                  </a:cubicBezTo>
                  <a:cubicBezTo>
                    <a:pt x="405" y="848"/>
                    <a:pt x="360" y="829"/>
                    <a:pt x="310" y="829"/>
                  </a:cubicBezTo>
                  <a:cubicBezTo>
                    <a:pt x="172" y="829"/>
                    <a:pt x="1" y="970"/>
                    <a:pt x="98" y="1092"/>
                  </a:cubicBezTo>
                  <a:cubicBezTo>
                    <a:pt x="305" y="1368"/>
                    <a:pt x="670" y="1691"/>
                    <a:pt x="1008" y="1691"/>
                  </a:cubicBezTo>
                  <a:cubicBezTo>
                    <a:pt x="1161" y="1691"/>
                    <a:pt x="1308" y="1625"/>
                    <a:pt x="1433" y="1459"/>
                  </a:cubicBezTo>
                  <a:cubicBezTo>
                    <a:pt x="1766" y="1025"/>
                    <a:pt x="1733" y="458"/>
                    <a:pt x="1399" y="58"/>
                  </a:cubicBezTo>
                  <a:cubicBezTo>
                    <a:pt x="1359" y="18"/>
                    <a:pt x="1313" y="1"/>
                    <a:pt x="1268"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45"/>
            <p:cNvSpPr/>
            <p:nvPr/>
          </p:nvSpPr>
          <p:spPr>
            <a:xfrm>
              <a:off x="4466300" y="3335400"/>
              <a:ext cx="41275" cy="35550"/>
            </a:xfrm>
            <a:custGeom>
              <a:avLst/>
              <a:gdLst/>
              <a:ahLst/>
              <a:cxnLst/>
              <a:rect l="l" t="t" r="r" b="b"/>
              <a:pathLst>
                <a:path w="1651" h="1422" extrusionOk="0">
                  <a:moveTo>
                    <a:pt x="790" y="0"/>
                  </a:moveTo>
                  <a:cubicBezTo>
                    <a:pt x="638" y="0"/>
                    <a:pt x="544" y="253"/>
                    <a:pt x="683" y="365"/>
                  </a:cubicBezTo>
                  <a:cubicBezTo>
                    <a:pt x="850" y="431"/>
                    <a:pt x="1184" y="732"/>
                    <a:pt x="1150" y="932"/>
                  </a:cubicBezTo>
                  <a:cubicBezTo>
                    <a:pt x="1117" y="1015"/>
                    <a:pt x="934" y="1040"/>
                    <a:pt x="746" y="1040"/>
                  </a:cubicBezTo>
                  <a:cubicBezTo>
                    <a:pt x="558" y="1040"/>
                    <a:pt x="367" y="1015"/>
                    <a:pt x="316" y="998"/>
                  </a:cubicBezTo>
                  <a:cubicBezTo>
                    <a:pt x="299" y="993"/>
                    <a:pt x="281" y="991"/>
                    <a:pt x="265" y="991"/>
                  </a:cubicBezTo>
                  <a:cubicBezTo>
                    <a:pt x="70" y="991"/>
                    <a:pt x="1" y="1335"/>
                    <a:pt x="216" y="1365"/>
                  </a:cubicBezTo>
                  <a:cubicBezTo>
                    <a:pt x="365" y="1380"/>
                    <a:pt x="606" y="1422"/>
                    <a:pt x="843" y="1422"/>
                  </a:cubicBezTo>
                  <a:cubicBezTo>
                    <a:pt x="1137" y="1422"/>
                    <a:pt x="1425" y="1357"/>
                    <a:pt x="1517" y="1098"/>
                  </a:cubicBezTo>
                  <a:cubicBezTo>
                    <a:pt x="1651" y="698"/>
                    <a:pt x="1184" y="231"/>
                    <a:pt x="884" y="31"/>
                  </a:cubicBezTo>
                  <a:cubicBezTo>
                    <a:pt x="851" y="10"/>
                    <a:pt x="820" y="0"/>
                    <a:pt x="790"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45"/>
            <p:cNvSpPr/>
            <p:nvPr/>
          </p:nvSpPr>
          <p:spPr>
            <a:xfrm>
              <a:off x="4585125" y="3266825"/>
              <a:ext cx="36575" cy="39350"/>
            </a:xfrm>
            <a:custGeom>
              <a:avLst/>
              <a:gdLst/>
              <a:ahLst/>
              <a:cxnLst/>
              <a:rect l="l" t="t" r="r" b="b"/>
              <a:pathLst>
                <a:path w="1463" h="1574" extrusionOk="0">
                  <a:moveTo>
                    <a:pt x="815" y="0"/>
                  </a:moveTo>
                  <a:cubicBezTo>
                    <a:pt x="746" y="0"/>
                    <a:pt x="674" y="12"/>
                    <a:pt x="600" y="39"/>
                  </a:cubicBezTo>
                  <a:cubicBezTo>
                    <a:pt x="417" y="100"/>
                    <a:pt x="458" y="414"/>
                    <a:pt x="620" y="414"/>
                  </a:cubicBezTo>
                  <a:cubicBezTo>
                    <a:pt x="635" y="414"/>
                    <a:pt x="651" y="411"/>
                    <a:pt x="667" y="406"/>
                  </a:cubicBezTo>
                  <a:cubicBezTo>
                    <a:pt x="705" y="393"/>
                    <a:pt x="740" y="387"/>
                    <a:pt x="772" y="387"/>
                  </a:cubicBezTo>
                  <a:cubicBezTo>
                    <a:pt x="997" y="387"/>
                    <a:pt x="1084" y="668"/>
                    <a:pt x="967" y="873"/>
                  </a:cubicBezTo>
                  <a:cubicBezTo>
                    <a:pt x="834" y="1106"/>
                    <a:pt x="500" y="1206"/>
                    <a:pt x="233" y="1206"/>
                  </a:cubicBezTo>
                  <a:cubicBezTo>
                    <a:pt x="224" y="1205"/>
                    <a:pt x="215" y="1204"/>
                    <a:pt x="207" y="1204"/>
                  </a:cubicBezTo>
                  <a:cubicBezTo>
                    <a:pt x="0" y="1204"/>
                    <a:pt x="11" y="1573"/>
                    <a:pt x="267" y="1573"/>
                  </a:cubicBezTo>
                  <a:cubicBezTo>
                    <a:pt x="767" y="1573"/>
                    <a:pt x="1334" y="1306"/>
                    <a:pt x="1434" y="739"/>
                  </a:cubicBezTo>
                  <a:cubicBezTo>
                    <a:pt x="1462" y="346"/>
                    <a:pt x="1183" y="0"/>
                    <a:pt x="815"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45"/>
            <p:cNvSpPr/>
            <p:nvPr/>
          </p:nvSpPr>
          <p:spPr>
            <a:xfrm>
              <a:off x="4529250" y="3393525"/>
              <a:ext cx="47550" cy="34400"/>
            </a:xfrm>
            <a:custGeom>
              <a:avLst/>
              <a:gdLst/>
              <a:ahLst/>
              <a:cxnLst/>
              <a:rect l="l" t="t" r="r" b="b"/>
              <a:pathLst>
                <a:path w="1902" h="1376" extrusionOk="0">
                  <a:moveTo>
                    <a:pt x="976" y="0"/>
                  </a:moveTo>
                  <a:cubicBezTo>
                    <a:pt x="759" y="0"/>
                    <a:pt x="718" y="344"/>
                    <a:pt x="934" y="375"/>
                  </a:cubicBezTo>
                  <a:cubicBezTo>
                    <a:pt x="1067" y="375"/>
                    <a:pt x="1268" y="408"/>
                    <a:pt x="1334" y="541"/>
                  </a:cubicBezTo>
                  <a:cubicBezTo>
                    <a:pt x="1401" y="675"/>
                    <a:pt x="1234" y="842"/>
                    <a:pt x="1168" y="908"/>
                  </a:cubicBezTo>
                  <a:cubicBezTo>
                    <a:pt x="901" y="1042"/>
                    <a:pt x="534" y="1042"/>
                    <a:pt x="234" y="1042"/>
                  </a:cubicBezTo>
                  <a:cubicBezTo>
                    <a:pt x="223" y="1040"/>
                    <a:pt x="214" y="1040"/>
                    <a:pt x="204" y="1040"/>
                  </a:cubicBezTo>
                  <a:cubicBezTo>
                    <a:pt x="0" y="1040"/>
                    <a:pt x="10" y="1375"/>
                    <a:pt x="234" y="1375"/>
                  </a:cubicBezTo>
                  <a:cubicBezTo>
                    <a:pt x="734" y="1342"/>
                    <a:pt x="1401" y="1375"/>
                    <a:pt x="1668" y="875"/>
                  </a:cubicBezTo>
                  <a:cubicBezTo>
                    <a:pt x="1901" y="375"/>
                    <a:pt x="1501" y="41"/>
                    <a:pt x="1034" y="8"/>
                  </a:cubicBezTo>
                  <a:cubicBezTo>
                    <a:pt x="1014" y="3"/>
                    <a:pt x="994" y="0"/>
                    <a:pt x="976"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45"/>
            <p:cNvSpPr/>
            <p:nvPr/>
          </p:nvSpPr>
          <p:spPr>
            <a:xfrm>
              <a:off x="4403850" y="3462875"/>
              <a:ext cx="31175" cy="38650"/>
            </a:xfrm>
            <a:custGeom>
              <a:avLst/>
              <a:gdLst/>
              <a:ahLst/>
              <a:cxnLst/>
              <a:rect l="l" t="t" r="r" b="b"/>
              <a:pathLst>
                <a:path w="1247" h="1546" extrusionOk="0">
                  <a:moveTo>
                    <a:pt x="514" y="0"/>
                  </a:moveTo>
                  <a:cubicBezTo>
                    <a:pt x="304" y="0"/>
                    <a:pt x="225" y="307"/>
                    <a:pt x="479" y="403"/>
                  </a:cubicBezTo>
                  <a:cubicBezTo>
                    <a:pt x="646" y="436"/>
                    <a:pt x="1047" y="569"/>
                    <a:pt x="846" y="803"/>
                  </a:cubicBezTo>
                  <a:cubicBezTo>
                    <a:pt x="680" y="970"/>
                    <a:pt x="413" y="1103"/>
                    <a:pt x="213" y="1170"/>
                  </a:cubicBezTo>
                  <a:cubicBezTo>
                    <a:pt x="0" y="1261"/>
                    <a:pt x="119" y="1546"/>
                    <a:pt x="318" y="1546"/>
                  </a:cubicBezTo>
                  <a:cubicBezTo>
                    <a:pt x="338" y="1546"/>
                    <a:pt x="358" y="1543"/>
                    <a:pt x="379" y="1537"/>
                  </a:cubicBezTo>
                  <a:cubicBezTo>
                    <a:pt x="713" y="1403"/>
                    <a:pt x="1213" y="1103"/>
                    <a:pt x="1247" y="703"/>
                  </a:cubicBezTo>
                  <a:cubicBezTo>
                    <a:pt x="1247" y="269"/>
                    <a:pt x="846" y="102"/>
                    <a:pt x="546" y="2"/>
                  </a:cubicBezTo>
                  <a:cubicBezTo>
                    <a:pt x="535" y="1"/>
                    <a:pt x="524" y="0"/>
                    <a:pt x="514"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45"/>
            <p:cNvSpPr/>
            <p:nvPr/>
          </p:nvSpPr>
          <p:spPr>
            <a:xfrm>
              <a:off x="4274900" y="3435450"/>
              <a:ext cx="50875" cy="43375"/>
            </a:xfrm>
            <a:custGeom>
              <a:avLst/>
              <a:gdLst/>
              <a:ahLst/>
              <a:cxnLst/>
              <a:rect l="l" t="t" r="r" b="b"/>
              <a:pathLst>
                <a:path w="2035" h="1735" extrusionOk="0">
                  <a:moveTo>
                    <a:pt x="937" y="1"/>
                  </a:moveTo>
                  <a:cubicBezTo>
                    <a:pt x="771" y="1"/>
                    <a:pt x="638" y="254"/>
                    <a:pt x="834" y="365"/>
                  </a:cubicBezTo>
                  <a:cubicBezTo>
                    <a:pt x="1068" y="499"/>
                    <a:pt x="1601" y="799"/>
                    <a:pt x="1434" y="1166"/>
                  </a:cubicBezTo>
                  <a:cubicBezTo>
                    <a:pt x="1368" y="1366"/>
                    <a:pt x="1101" y="1366"/>
                    <a:pt x="901" y="1366"/>
                  </a:cubicBezTo>
                  <a:lnTo>
                    <a:pt x="167" y="1366"/>
                  </a:lnTo>
                  <a:cubicBezTo>
                    <a:pt x="160" y="1365"/>
                    <a:pt x="153" y="1364"/>
                    <a:pt x="146" y="1364"/>
                  </a:cubicBezTo>
                  <a:cubicBezTo>
                    <a:pt x="1" y="1364"/>
                    <a:pt x="10" y="1700"/>
                    <a:pt x="234" y="1700"/>
                  </a:cubicBezTo>
                  <a:cubicBezTo>
                    <a:pt x="405" y="1711"/>
                    <a:pt x="632" y="1734"/>
                    <a:pt x="862" y="1734"/>
                  </a:cubicBezTo>
                  <a:cubicBezTo>
                    <a:pt x="1303" y="1734"/>
                    <a:pt x="1759" y="1649"/>
                    <a:pt x="1868" y="1233"/>
                  </a:cubicBezTo>
                  <a:cubicBezTo>
                    <a:pt x="2035" y="666"/>
                    <a:pt x="1501" y="265"/>
                    <a:pt x="1034" y="32"/>
                  </a:cubicBezTo>
                  <a:cubicBezTo>
                    <a:pt x="1002" y="10"/>
                    <a:pt x="969" y="1"/>
                    <a:pt x="937"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45"/>
            <p:cNvSpPr/>
            <p:nvPr/>
          </p:nvSpPr>
          <p:spPr>
            <a:xfrm>
              <a:off x="4352650" y="3269500"/>
              <a:ext cx="46525" cy="31050"/>
            </a:xfrm>
            <a:custGeom>
              <a:avLst/>
              <a:gdLst/>
              <a:ahLst/>
              <a:cxnLst/>
              <a:rect l="l" t="t" r="r" b="b"/>
              <a:pathLst>
                <a:path w="1861" h="1242" extrusionOk="0">
                  <a:moveTo>
                    <a:pt x="998" y="1"/>
                  </a:moveTo>
                  <a:cubicBezTo>
                    <a:pt x="839" y="1"/>
                    <a:pt x="725" y="254"/>
                    <a:pt x="893" y="365"/>
                  </a:cubicBezTo>
                  <a:cubicBezTo>
                    <a:pt x="1060" y="465"/>
                    <a:pt x="1393" y="699"/>
                    <a:pt x="1060" y="832"/>
                  </a:cubicBezTo>
                  <a:cubicBezTo>
                    <a:pt x="989" y="863"/>
                    <a:pt x="909" y="875"/>
                    <a:pt x="828" y="875"/>
                  </a:cubicBezTo>
                  <a:cubicBezTo>
                    <a:pt x="642" y="875"/>
                    <a:pt x="452" y="812"/>
                    <a:pt x="359" y="766"/>
                  </a:cubicBezTo>
                  <a:cubicBezTo>
                    <a:pt x="330" y="742"/>
                    <a:pt x="298" y="732"/>
                    <a:pt x="268" y="732"/>
                  </a:cubicBezTo>
                  <a:cubicBezTo>
                    <a:pt x="125" y="732"/>
                    <a:pt x="0" y="950"/>
                    <a:pt x="192" y="1033"/>
                  </a:cubicBezTo>
                  <a:cubicBezTo>
                    <a:pt x="386" y="1156"/>
                    <a:pt x="654" y="1242"/>
                    <a:pt x="912" y="1242"/>
                  </a:cubicBezTo>
                  <a:cubicBezTo>
                    <a:pt x="1144" y="1242"/>
                    <a:pt x="1369" y="1173"/>
                    <a:pt x="1527" y="999"/>
                  </a:cubicBezTo>
                  <a:cubicBezTo>
                    <a:pt x="1860" y="632"/>
                    <a:pt x="1427" y="199"/>
                    <a:pt x="1093" y="32"/>
                  </a:cubicBezTo>
                  <a:cubicBezTo>
                    <a:pt x="1061" y="10"/>
                    <a:pt x="1028" y="1"/>
                    <a:pt x="998"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45"/>
            <p:cNvSpPr/>
            <p:nvPr/>
          </p:nvSpPr>
          <p:spPr>
            <a:xfrm>
              <a:off x="4224675" y="3163975"/>
              <a:ext cx="43575" cy="44000"/>
            </a:xfrm>
            <a:custGeom>
              <a:avLst/>
              <a:gdLst/>
              <a:ahLst/>
              <a:cxnLst/>
              <a:rect l="l" t="t" r="r" b="b"/>
              <a:pathLst>
                <a:path w="1743" h="1760" extrusionOk="0">
                  <a:moveTo>
                    <a:pt x="890" y="0"/>
                  </a:moveTo>
                  <a:cubicBezTo>
                    <a:pt x="753" y="0"/>
                    <a:pt x="614" y="142"/>
                    <a:pt x="708" y="283"/>
                  </a:cubicBezTo>
                  <a:cubicBezTo>
                    <a:pt x="775" y="417"/>
                    <a:pt x="875" y="550"/>
                    <a:pt x="1008" y="650"/>
                  </a:cubicBezTo>
                  <a:cubicBezTo>
                    <a:pt x="1075" y="717"/>
                    <a:pt x="1275" y="850"/>
                    <a:pt x="1342" y="984"/>
                  </a:cubicBezTo>
                  <a:cubicBezTo>
                    <a:pt x="1365" y="1209"/>
                    <a:pt x="991" y="1389"/>
                    <a:pt x="715" y="1389"/>
                  </a:cubicBezTo>
                  <a:cubicBezTo>
                    <a:pt x="583" y="1389"/>
                    <a:pt x="474" y="1348"/>
                    <a:pt x="441" y="1251"/>
                  </a:cubicBezTo>
                  <a:cubicBezTo>
                    <a:pt x="402" y="1172"/>
                    <a:pt x="321" y="1134"/>
                    <a:pt x="241" y="1134"/>
                  </a:cubicBezTo>
                  <a:cubicBezTo>
                    <a:pt x="119" y="1134"/>
                    <a:pt x="1" y="1223"/>
                    <a:pt x="41" y="1384"/>
                  </a:cubicBezTo>
                  <a:cubicBezTo>
                    <a:pt x="141" y="1651"/>
                    <a:pt x="400" y="1759"/>
                    <a:pt x="679" y="1759"/>
                  </a:cubicBezTo>
                  <a:cubicBezTo>
                    <a:pt x="958" y="1759"/>
                    <a:pt x="1259" y="1651"/>
                    <a:pt x="1442" y="1484"/>
                  </a:cubicBezTo>
                  <a:cubicBezTo>
                    <a:pt x="1676" y="1317"/>
                    <a:pt x="1742" y="1017"/>
                    <a:pt x="1609" y="750"/>
                  </a:cubicBezTo>
                  <a:cubicBezTo>
                    <a:pt x="1509" y="483"/>
                    <a:pt x="1175" y="350"/>
                    <a:pt x="1042" y="83"/>
                  </a:cubicBezTo>
                  <a:cubicBezTo>
                    <a:pt x="1003" y="25"/>
                    <a:pt x="946" y="0"/>
                    <a:pt x="890"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45"/>
            <p:cNvSpPr/>
            <p:nvPr/>
          </p:nvSpPr>
          <p:spPr>
            <a:xfrm>
              <a:off x="3840950" y="3291200"/>
              <a:ext cx="34525" cy="38400"/>
            </a:xfrm>
            <a:custGeom>
              <a:avLst/>
              <a:gdLst/>
              <a:ahLst/>
              <a:cxnLst/>
              <a:rect l="l" t="t" r="r" b="b"/>
              <a:pathLst>
                <a:path w="1381" h="1536" extrusionOk="0">
                  <a:moveTo>
                    <a:pt x="779" y="0"/>
                  </a:moveTo>
                  <a:cubicBezTo>
                    <a:pt x="653" y="0"/>
                    <a:pt x="509" y="157"/>
                    <a:pt x="579" y="298"/>
                  </a:cubicBezTo>
                  <a:cubicBezTo>
                    <a:pt x="713" y="498"/>
                    <a:pt x="913" y="765"/>
                    <a:pt x="813" y="998"/>
                  </a:cubicBezTo>
                  <a:cubicBezTo>
                    <a:pt x="761" y="1102"/>
                    <a:pt x="703" y="1141"/>
                    <a:pt x="647" y="1141"/>
                  </a:cubicBezTo>
                  <a:cubicBezTo>
                    <a:pt x="521" y="1141"/>
                    <a:pt x="402" y="947"/>
                    <a:pt x="379" y="832"/>
                  </a:cubicBezTo>
                  <a:cubicBezTo>
                    <a:pt x="358" y="757"/>
                    <a:pt x="309" y="727"/>
                    <a:pt x="255" y="727"/>
                  </a:cubicBezTo>
                  <a:cubicBezTo>
                    <a:pt x="140" y="727"/>
                    <a:pt x="0" y="863"/>
                    <a:pt x="46" y="998"/>
                  </a:cubicBezTo>
                  <a:cubicBezTo>
                    <a:pt x="165" y="1284"/>
                    <a:pt x="385" y="1535"/>
                    <a:pt x="647" y="1535"/>
                  </a:cubicBezTo>
                  <a:cubicBezTo>
                    <a:pt x="753" y="1535"/>
                    <a:pt x="865" y="1495"/>
                    <a:pt x="980" y="1399"/>
                  </a:cubicBezTo>
                  <a:cubicBezTo>
                    <a:pt x="1380" y="998"/>
                    <a:pt x="1180" y="498"/>
                    <a:pt x="913" y="98"/>
                  </a:cubicBezTo>
                  <a:cubicBezTo>
                    <a:pt x="883" y="28"/>
                    <a:pt x="833" y="0"/>
                    <a:pt x="779"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45"/>
            <p:cNvSpPr/>
            <p:nvPr/>
          </p:nvSpPr>
          <p:spPr>
            <a:xfrm>
              <a:off x="3902325" y="3231375"/>
              <a:ext cx="43200" cy="43775"/>
            </a:xfrm>
            <a:custGeom>
              <a:avLst/>
              <a:gdLst/>
              <a:ahLst/>
              <a:cxnLst/>
              <a:rect l="l" t="t" r="r" b="b"/>
              <a:pathLst>
                <a:path w="1728" h="1751" extrusionOk="0">
                  <a:moveTo>
                    <a:pt x="921" y="1"/>
                  </a:moveTo>
                  <a:cubicBezTo>
                    <a:pt x="796" y="1"/>
                    <a:pt x="657" y="138"/>
                    <a:pt x="726" y="323"/>
                  </a:cubicBezTo>
                  <a:cubicBezTo>
                    <a:pt x="793" y="556"/>
                    <a:pt x="1093" y="823"/>
                    <a:pt x="1093" y="1090"/>
                  </a:cubicBezTo>
                  <a:cubicBezTo>
                    <a:pt x="1077" y="1302"/>
                    <a:pt x="940" y="1403"/>
                    <a:pt x="794" y="1403"/>
                  </a:cubicBezTo>
                  <a:cubicBezTo>
                    <a:pt x="641" y="1403"/>
                    <a:pt x="477" y="1294"/>
                    <a:pt x="426" y="1090"/>
                  </a:cubicBezTo>
                  <a:cubicBezTo>
                    <a:pt x="398" y="992"/>
                    <a:pt x="312" y="947"/>
                    <a:pt x="229" y="947"/>
                  </a:cubicBezTo>
                  <a:cubicBezTo>
                    <a:pt x="112" y="947"/>
                    <a:pt x="1" y="1035"/>
                    <a:pt x="59" y="1190"/>
                  </a:cubicBezTo>
                  <a:cubicBezTo>
                    <a:pt x="148" y="1522"/>
                    <a:pt x="441" y="1751"/>
                    <a:pt x="756" y="1751"/>
                  </a:cubicBezTo>
                  <a:cubicBezTo>
                    <a:pt x="916" y="1751"/>
                    <a:pt x="1081" y="1692"/>
                    <a:pt x="1227" y="1557"/>
                  </a:cubicBezTo>
                  <a:cubicBezTo>
                    <a:pt x="1727" y="1056"/>
                    <a:pt x="1260" y="556"/>
                    <a:pt x="1060" y="89"/>
                  </a:cubicBezTo>
                  <a:cubicBezTo>
                    <a:pt x="1029" y="28"/>
                    <a:pt x="976" y="1"/>
                    <a:pt x="921"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45"/>
            <p:cNvSpPr/>
            <p:nvPr/>
          </p:nvSpPr>
          <p:spPr>
            <a:xfrm>
              <a:off x="3889625" y="3357075"/>
              <a:ext cx="40875" cy="43925"/>
            </a:xfrm>
            <a:custGeom>
              <a:avLst/>
              <a:gdLst/>
              <a:ahLst/>
              <a:cxnLst/>
              <a:rect l="l" t="t" r="r" b="b"/>
              <a:pathLst>
                <a:path w="1635" h="1757" extrusionOk="0">
                  <a:moveTo>
                    <a:pt x="672" y="0"/>
                  </a:moveTo>
                  <a:cubicBezTo>
                    <a:pt x="513" y="0"/>
                    <a:pt x="399" y="253"/>
                    <a:pt x="567" y="365"/>
                  </a:cubicBezTo>
                  <a:cubicBezTo>
                    <a:pt x="801" y="532"/>
                    <a:pt x="1068" y="799"/>
                    <a:pt x="967" y="1065"/>
                  </a:cubicBezTo>
                  <a:cubicBezTo>
                    <a:pt x="934" y="1199"/>
                    <a:pt x="867" y="1332"/>
                    <a:pt x="734" y="1366"/>
                  </a:cubicBezTo>
                  <a:cubicBezTo>
                    <a:pt x="706" y="1371"/>
                    <a:pt x="678" y="1374"/>
                    <a:pt x="651" y="1374"/>
                  </a:cubicBezTo>
                  <a:cubicBezTo>
                    <a:pt x="516" y="1374"/>
                    <a:pt x="400" y="1304"/>
                    <a:pt x="400" y="1165"/>
                  </a:cubicBezTo>
                  <a:cubicBezTo>
                    <a:pt x="384" y="1032"/>
                    <a:pt x="275" y="965"/>
                    <a:pt x="179" y="965"/>
                  </a:cubicBezTo>
                  <a:cubicBezTo>
                    <a:pt x="84" y="965"/>
                    <a:pt x="0" y="1032"/>
                    <a:pt x="33" y="1165"/>
                  </a:cubicBezTo>
                  <a:cubicBezTo>
                    <a:pt x="55" y="1530"/>
                    <a:pt x="366" y="1757"/>
                    <a:pt x="692" y="1757"/>
                  </a:cubicBezTo>
                  <a:cubicBezTo>
                    <a:pt x="873" y="1757"/>
                    <a:pt x="1058" y="1687"/>
                    <a:pt x="1201" y="1532"/>
                  </a:cubicBezTo>
                  <a:cubicBezTo>
                    <a:pt x="1635" y="1032"/>
                    <a:pt x="1268" y="332"/>
                    <a:pt x="767" y="31"/>
                  </a:cubicBezTo>
                  <a:cubicBezTo>
                    <a:pt x="735" y="10"/>
                    <a:pt x="703" y="0"/>
                    <a:pt x="672"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45"/>
            <p:cNvSpPr/>
            <p:nvPr/>
          </p:nvSpPr>
          <p:spPr>
            <a:xfrm>
              <a:off x="3764750" y="3247200"/>
              <a:ext cx="54850" cy="48700"/>
            </a:xfrm>
            <a:custGeom>
              <a:avLst/>
              <a:gdLst/>
              <a:ahLst/>
              <a:cxnLst/>
              <a:rect l="l" t="t" r="r" b="b"/>
              <a:pathLst>
                <a:path w="2194" h="1948" extrusionOk="0">
                  <a:moveTo>
                    <a:pt x="1139" y="1"/>
                  </a:moveTo>
                  <a:cubicBezTo>
                    <a:pt x="1023" y="1"/>
                    <a:pt x="880" y="130"/>
                    <a:pt x="926" y="290"/>
                  </a:cubicBezTo>
                  <a:cubicBezTo>
                    <a:pt x="1059" y="524"/>
                    <a:pt x="1126" y="757"/>
                    <a:pt x="1259" y="991"/>
                  </a:cubicBezTo>
                  <a:cubicBezTo>
                    <a:pt x="1359" y="1191"/>
                    <a:pt x="1526" y="1524"/>
                    <a:pt x="1192" y="1591"/>
                  </a:cubicBezTo>
                  <a:cubicBezTo>
                    <a:pt x="1155" y="1599"/>
                    <a:pt x="1120" y="1603"/>
                    <a:pt x="1086" y="1603"/>
                  </a:cubicBezTo>
                  <a:cubicBezTo>
                    <a:pt x="694" y="1603"/>
                    <a:pt x="517" y="1103"/>
                    <a:pt x="425" y="857"/>
                  </a:cubicBezTo>
                  <a:cubicBezTo>
                    <a:pt x="369" y="731"/>
                    <a:pt x="277" y="681"/>
                    <a:pt x="197" y="681"/>
                  </a:cubicBezTo>
                  <a:cubicBezTo>
                    <a:pt x="88" y="681"/>
                    <a:pt x="0" y="775"/>
                    <a:pt x="58" y="890"/>
                  </a:cubicBezTo>
                  <a:cubicBezTo>
                    <a:pt x="229" y="1346"/>
                    <a:pt x="522" y="1948"/>
                    <a:pt x="1060" y="1948"/>
                  </a:cubicBezTo>
                  <a:cubicBezTo>
                    <a:pt x="1153" y="1948"/>
                    <a:pt x="1252" y="1930"/>
                    <a:pt x="1359" y="1891"/>
                  </a:cubicBezTo>
                  <a:cubicBezTo>
                    <a:pt x="2193" y="1591"/>
                    <a:pt x="1459" y="557"/>
                    <a:pt x="1259" y="90"/>
                  </a:cubicBezTo>
                  <a:cubicBezTo>
                    <a:pt x="1238" y="27"/>
                    <a:pt x="1191" y="1"/>
                    <a:pt x="1139"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45"/>
            <p:cNvSpPr/>
            <p:nvPr/>
          </p:nvSpPr>
          <p:spPr>
            <a:xfrm>
              <a:off x="4109025" y="3094375"/>
              <a:ext cx="49975" cy="46875"/>
            </a:xfrm>
            <a:custGeom>
              <a:avLst/>
              <a:gdLst/>
              <a:ahLst/>
              <a:cxnLst/>
              <a:rect l="l" t="t" r="r" b="b"/>
              <a:pathLst>
                <a:path w="1999" h="1875" extrusionOk="0">
                  <a:moveTo>
                    <a:pt x="1064" y="1"/>
                  </a:moveTo>
                  <a:cubicBezTo>
                    <a:pt x="938" y="1"/>
                    <a:pt x="794" y="158"/>
                    <a:pt x="864" y="299"/>
                  </a:cubicBezTo>
                  <a:cubicBezTo>
                    <a:pt x="1031" y="499"/>
                    <a:pt x="1465" y="1099"/>
                    <a:pt x="1298" y="1366"/>
                  </a:cubicBezTo>
                  <a:cubicBezTo>
                    <a:pt x="1230" y="1477"/>
                    <a:pt x="1146" y="1520"/>
                    <a:pt x="1056" y="1520"/>
                  </a:cubicBezTo>
                  <a:cubicBezTo>
                    <a:pt x="797" y="1520"/>
                    <a:pt x="488" y="1157"/>
                    <a:pt x="364" y="1033"/>
                  </a:cubicBezTo>
                  <a:cubicBezTo>
                    <a:pt x="327" y="995"/>
                    <a:pt x="286" y="980"/>
                    <a:pt x="248" y="980"/>
                  </a:cubicBezTo>
                  <a:cubicBezTo>
                    <a:pt x="113" y="980"/>
                    <a:pt x="1" y="1170"/>
                    <a:pt x="130" y="1299"/>
                  </a:cubicBezTo>
                  <a:cubicBezTo>
                    <a:pt x="369" y="1561"/>
                    <a:pt x="709" y="1874"/>
                    <a:pt x="1066" y="1874"/>
                  </a:cubicBezTo>
                  <a:cubicBezTo>
                    <a:pt x="1209" y="1874"/>
                    <a:pt x="1355" y="1824"/>
                    <a:pt x="1498" y="1700"/>
                  </a:cubicBezTo>
                  <a:cubicBezTo>
                    <a:pt x="1998" y="1299"/>
                    <a:pt x="1465" y="499"/>
                    <a:pt x="1198" y="99"/>
                  </a:cubicBezTo>
                  <a:cubicBezTo>
                    <a:pt x="1168" y="29"/>
                    <a:pt x="1118" y="1"/>
                    <a:pt x="1064" y="1"/>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45"/>
            <p:cNvSpPr/>
            <p:nvPr/>
          </p:nvSpPr>
          <p:spPr>
            <a:xfrm>
              <a:off x="4159175" y="2828100"/>
              <a:ext cx="45700" cy="43375"/>
            </a:xfrm>
            <a:custGeom>
              <a:avLst/>
              <a:gdLst/>
              <a:ahLst/>
              <a:cxnLst/>
              <a:rect l="l" t="t" r="r" b="b"/>
              <a:pathLst>
                <a:path w="1828" h="1735" extrusionOk="0">
                  <a:moveTo>
                    <a:pt x="612" y="0"/>
                  </a:moveTo>
                  <a:cubicBezTo>
                    <a:pt x="440" y="0"/>
                    <a:pt x="348" y="317"/>
                    <a:pt x="593" y="409"/>
                  </a:cubicBezTo>
                  <a:cubicBezTo>
                    <a:pt x="860" y="476"/>
                    <a:pt x="1360" y="742"/>
                    <a:pt x="1293" y="1143"/>
                  </a:cubicBezTo>
                  <a:cubicBezTo>
                    <a:pt x="1242" y="1366"/>
                    <a:pt x="1075" y="1439"/>
                    <a:pt x="890" y="1439"/>
                  </a:cubicBezTo>
                  <a:cubicBezTo>
                    <a:pt x="714" y="1439"/>
                    <a:pt x="522" y="1374"/>
                    <a:pt x="393" y="1309"/>
                  </a:cubicBezTo>
                  <a:cubicBezTo>
                    <a:pt x="337" y="1275"/>
                    <a:pt x="286" y="1260"/>
                    <a:pt x="242" y="1260"/>
                  </a:cubicBezTo>
                  <a:cubicBezTo>
                    <a:pt x="72" y="1260"/>
                    <a:pt x="1" y="1471"/>
                    <a:pt x="159" y="1576"/>
                  </a:cubicBezTo>
                  <a:cubicBezTo>
                    <a:pt x="352" y="1673"/>
                    <a:pt x="590" y="1735"/>
                    <a:pt x="818" y="1735"/>
                  </a:cubicBezTo>
                  <a:cubicBezTo>
                    <a:pt x="1141" y="1735"/>
                    <a:pt x="1443" y="1609"/>
                    <a:pt x="1560" y="1276"/>
                  </a:cubicBezTo>
                  <a:cubicBezTo>
                    <a:pt x="1827" y="609"/>
                    <a:pt x="1160" y="175"/>
                    <a:pt x="660" y="9"/>
                  </a:cubicBezTo>
                  <a:cubicBezTo>
                    <a:pt x="643" y="3"/>
                    <a:pt x="627" y="0"/>
                    <a:pt x="612" y="0"/>
                  </a:cubicBezTo>
                  <a:close/>
                </a:path>
              </a:pathLst>
            </a:custGeom>
            <a:solidFill>
              <a:srgbClr val="BC3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45"/>
            <p:cNvSpPr/>
            <p:nvPr/>
          </p:nvSpPr>
          <p:spPr>
            <a:xfrm>
              <a:off x="3855425" y="3127650"/>
              <a:ext cx="483700" cy="662225"/>
            </a:xfrm>
            <a:custGeom>
              <a:avLst/>
              <a:gdLst/>
              <a:ahLst/>
              <a:cxnLst/>
              <a:rect l="l" t="t" r="r" b="b"/>
              <a:pathLst>
                <a:path w="19348" h="26489" extrusionOk="0">
                  <a:moveTo>
                    <a:pt x="9277" y="1"/>
                  </a:moveTo>
                  <a:cubicBezTo>
                    <a:pt x="9231" y="1"/>
                    <a:pt x="9186" y="1"/>
                    <a:pt x="9140" y="2"/>
                  </a:cubicBezTo>
                  <a:cubicBezTo>
                    <a:pt x="4871" y="68"/>
                    <a:pt x="2269" y="2637"/>
                    <a:pt x="2802" y="6206"/>
                  </a:cubicBezTo>
                  <a:cubicBezTo>
                    <a:pt x="3336" y="9675"/>
                    <a:pt x="3770" y="12444"/>
                    <a:pt x="2802" y="15913"/>
                  </a:cubicBezTo>
                  <a:cubicBezTo>
                    <a:pt x="2436" y="17347"/>
                    <a:pt x="0" y="25053"/>
                    <a:pt x="167" y="25253"/>
                  </a:cubicBezTo>
                  <a:lnTo>
                    <a:pt x="167" y="25320"/>
                  </a:lnTo>
                  <a:cubicBezTo>
                    <a:pt x="135" y="25873"/>
                    <a:pt x="768" y="26489"/>
                    <a:pt x="1448" y="26489"/>
                  </a:cubicBezTo>
                  <a:cubicBezTo>
                    <a:pt x="1466" y="26489"/>
                    <a:pt x="1484" y="26488"/>
                    <a:pt x="1502" y="26487"/>
                  </a:cubicBezTo>
                  <a:cubicBezTo>
                    <a:pt x="4003" y="26254"/>
                    <a:pt x="6438" y="25253"/>
                    <a:pt x="7873" y="23685"/>
                  </a:cubicBezTo>
                  <a:cubicBezTo>
                    <a:pt x="7939" y="23819"/>
                    <a:pt x="8006" y="23986"/>
                    <a:pt x="8040" y="24086"/>
                  </a:cubicBezTo>
                  <a:cubicBezTo>
                    <a:pt x="8280" y="24603"/>
                    <a:pt x="8755" y="24864"/>
                    <a:pt x="9245" y="24864"/>
                  </a:cubicBezTo>
                  <a:cubicBezTo>
                    <a:pt x="9640" y="24864"/>
                    <a:pt x="10044" y="24695"/>
                    <a:pt x="10341" y="24353"/>
                  </a:cubicBezTo>
                  <a:cubicBezTo>
                    <a:pt x="11976" y="22485"/>
                    <a:pt x="12843" y="20383"/>
                    <a:pt x="12943" y="18215"/>
                  </a:cubicBezTo>
                  <a:cubicBezTo>
                    <a:pt x="13407" y="18447"/>
                    <a:pt x="13903" y="18585"/>
                    <a:pt x="14397" y="18585"/>
                  </a:cubicBezTo>
                  <a:cubicBezTo>
                    <a:pt x="15252" y="18585"/>
                    <a:pt x="16103" y="18171"/>
                    <a:pt x="16779" y="17114"/>
                  </a:cubicBezTo>
                  <a:cubicBezTo>
                    <a:pt x="18180" y="14879"/>
                    <a:pt x="17480" y="12411"/>
                    <a:pt x="15979" y="10376"/>
                  </a:cubicBezTo>
                  <a:cubicBezTo>
                    <a:pt x="16512" y="10376"/>
                    <a:pt x="17046" y="10242"/>
                    <a:pt x="17680" y="9875"/>
                  </a:cubicBezTo>
                  <a:cubicBezTo>
                    <a:pt x="19147" y="9008"/>
                    <a:pt x="19348" y="7574"/>
                    <a:pt x="18881" y="6206"/>
                  </a:cubicBezTo>
                  <a:cubicBezTo>
                    <a:pt x="17759" y="2908"/>
                    <a:pt x="13311" y="1"/>
                    <a:pt x="9277" y="1"/>
                  </a:cubicBezTo>
                  <a:close/>
                </a:path>
              </a:pathLst>
            </a:custGeom>
            <a:solidFill>
              <a:srgbClr val="F4A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45"/>
            <p:cNvSpPr/>
            <p:nvPr/>
          </p:nvSpPr>
          <p:spPr>
            <a:xfrm>
              <a:off x="4062225" y="3545825"/>
              <a:ext cx="62575" cy="90175"/>
            </a:xfrm>
            <a:custGeom>
              <a:avLst/>
              <a:gdLst/>
              <a:ahLst/>
              <a:cxnLst/>
              <a:rect l="l" t="t" r="r" b="b"/>
              <a:pathLst>
                <a:path w="2503" h="3607" extrusionOk="0">
                  <a:moveTo>
                    <a:pt x="1981" y="0"/>
                  </a:moveTo>
                  <a:cubicBezTo>
                    <a:pt x="1943" y="0"/>
                    <a:pt x="1902" y="23"/>
                    <a:pt x="1902" y="87"/>
                  </a:cubicBezTo>
                  <a:cubicBezTo>
                    <a:pt x="2002" y="921"/>
                    <a:pt x="2103" y="1788"/>
                    <a:pt x="1902" y="2622"/>
                  </a:cubicBezTo>
                  <a:cubicBezTo>
                    <a:pt x="1832" y="2947"/>
                    <a:pt x="1671" y="3081"/>
                    <a:pt x="1492" y="3081"/>
                  </a:cubicBezTo>
                  <a:cubicBezTo>
                    <a:pt x="1248" y="3081"/>
                    <a:pt x="969" y="2834"/>
                    <a:pt x="835" y="2488"/>
                  </a:cubicBezTo>
                  <a:cubicBezTo>
                    <a:pt x="702" y="2222"/>
                    <a:pt x="735" y="1921"/>
                    <a:pt x="601" y="1655"/>
                  </a:cubicBezTo>
                  <a:cubicBezTo>
                    <a:pt x="578" y="1631"/>
                    <a:pt x="554" y="1607"/>
                    <a:pt x="543" y="1607"/>
                  </a:cubicBezTo>
                  <a:cubicBezTo>
                    <a:pt x="538" y="1607"/>
                    <a:pt x="535" y="1611"/>
                    <a:pt x="535" y="1621"/>
                  </a:cubicBezTo>
                  <a:cubicBezTo>
                    <a:pt x="1" y="2155"/>
                    <a:pt x="857" y="3606"/>
                    <a:pt x="1600" y="3606"/>
                  </a:cubicBezTo>
                  <a:cubicBezTo>
                    <a:pt x="1645" y="3606"/>
                    <a:pt x="1691" y="3601"/>
                    <a:pt x="1736" y="3589"/>
                  </a:cubicBezTo>
                  <a:cubicBezTo>
                    <a:pt x="2236" y="3456"/>
                    <a:pt x="2336" y="2689"/>
                    <a:pt x="2369" y="2322"/>
                  </a:cubicBezTo>
                  <a:cubicBezTo>
                    <a:pt x="2503" y="1554"/>
                    <a:pt x="2403" y="754"/>
                    <a:pt x="2036" y="20"/>
                  </a:cubicBezTo>
                  <a:cubicBezTo>
                    <a:pt x="2024" y="8"/>
                    <a:pt x="2002" y="0"/>
                    <a:pt x="1981"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45"/>
            <p:cNvSpPr/>
            <p:nvPr/>
          </p:nvSpPr>
          <p:spPr>
            <a:xfrm>
              <a:off x="4158150" y="3453400"/>
              <a:ext cx="60050" cy="86675"/>
            </a:xfrm>
            <a:custGeom>
              <a:avLst/>
              <a:gdLst/>
              <a:ahLst/>
              <a:cxnLst/>
              <a:rect l="l" t="t" r="r" b="b"/>
              <a:pathLst>
                <a:path w="2402" h="3467" extrusionOk="0">
                  <a:moveTo>
                    <a:pt x="1194" y="1"/>
                  </a:moveTo>
                  <a:cubicBezTo>
                    <a:pt x="1157" y="1"/>
                    <a:pt x="1120" y="24"/>
                    <a:pt x="1168" y="48"/>
                  </a:cubicBezTo>
                  <a:cubicBezTo>
                    <a:pt x="1368" y="548"/>
                    <a:pt x="1635" y="1048"/>
                    <a:pt x="1735" y="1616"/>
                  </a:cubicBezTo>
                  <a:cubicBezTo>
                    <a:pt x="1835" y="1849"/>
                    <a:pt x="1935" y="2283"/>
                    <a:pt x="1901" y="2550"/>
                  </a:cubicBezTo>
                  <a:cubicBezTo>
                    <a:pt x="1867" y="2963"/>
                    <a:pt x="1691" y="3100"/>
                    <a:pt x="1482" y="3100"/>
                  </a:cubicBezTo>
                  <a:cubicBezTo>
                    <a:pt x="1286" y="3100"/>
                    <a:pt x="1062" y="2979"/>
                    <a:pt x="901" y="2850"/>
                  </a:cubicBezTo>
                  <a:cubicBezTo>
                    <a:pt x="667" y="2683"/>
                    <a:pt x="500" y="2483"/>
                    <a:pt x="334" y="2216"/>
                  </a:cubicBezTo>
                  <a:cubicBezTo>
                    <a:pt x="267" y="2149"/>
                    <a:pt x="234" y="2049"/>
                    <a:pt x="167" y="2016"/>
                  </a:cubicBezTo>
                  <a:cubicBezTo>
                    <a:pt x="138" y="2006"/>
                    <a:pt x="114" y="2002"/>
                    <a:pt x="94" y="2002"/>
                  </a:cubicBezTo>
                  <a:cubicBezTo>
                    <a:pt x="47" y="2002"/>
                    <a:pt x="24" y="2026"/>
                    <a:pt x="0" y="2049"/>
                  </a:cubicBezTo>
                  <a:lnTo>
                    <a:pt x="0" y="2116"/>
                  </a:lnTo>
                  <a:lnTo>
                    <a:pt x="62" y="2116"/>
                  </a:lnTo>
                  <a:cubicBezTo>
                    <a:pt x="73" y="2167"/>
                    <a:pt x="172" y="2460"/>
                    <a:pt x="200" y="2516"/>
                  </a:cubicBezTo>
                  <a:cubicBezTo>
                    <a:pt x="334" y="2783"/>
                    <a:pt x="534" y="2983"/>
                    <a:pt x="734" y="3150"/>
                  </a:cubicBezTo>
                  <a:cubicBezTo>
                    <a:pt x="949" y="3322"/>
                    <a:pt x="1262" y="3467"/>
                    <a:pt x="1555" y="3467"/>
                  </a:cubicBezTo>
                  <a:cubicBezTo>
                    <a:pt x="1716" y="3467"/>
                    <a:pt x="1871" y="3423"/>
                    <a:pt x="2002" y="3317"/>
                  </a:cubicBezTo>
                  <a:cubicBezTo>
                    <a:pt x="2402" y="2983"/>
                    <a:pt x="2235" y="2416"/>
                    <a:pt x="2168" y="1949"/>
                  </a:cubicBezTo>
                  <a:cubicBezTo>
                    <a:pt x="2002" y="1215"/>
                    <a:pt x="1701" y="548"/>
                    <a:pt x="1234" y="14"/>
                  </a:cubicBezTo>
                  <a:cubicBezTo>
                    <a:pt x="1225" y="5"/>
                    <a:pt x="1209" y="1"/>
                    <a:pt x="1194"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45"/>
            <p:cNvSpPr/>
            <p:nvPr/>
          </p:nvSpPr>
          <p:spPr>
            <a:xfrm>
              <a:off x="4245700" y="3271500"/>
              <a:ext cx="47550" cy="75850"/>
            </a:xfrm>
            <a:custGeom>
              <a:avLst/>
              <a:gdLst/>
              <a:ahLst/>
              <a:cxnLst/>
              <a:rect l="l" t="t" r="r" b="b"/>
              <a:pathLst>
                <a:path w="1902" h="3034" extrusionOk="0">
                  <a:moveTo>
                    <a:pt x="417" y="0"/>
                  </a:moveTo>
                  <a:cubicBezTo>
                    <a:pt x="357" y="0"/>
                    <a:pt x="341" y="92"/>
                    <a:pt x="368" y="119"/>
                  </a:cubicBezTo>
                  <a:cubicBezTo>
                    <a:pt x="835" y="586"/>
                    <a:pt x="1235" y="1019"/>
                    <a:pt x="1368" y="1686"/>
                  </a:cubicBezTo>
                  <a:cubicBezTo>
                    <a:pt x="1457" y="2011"/>
                    <a:pt x="1519" y="2621"/>
                    <a:pt x="1072" y="2621"/>
                  </a:cubicBezTo>
                  <a:cubicBezTo>
                    <a:pt x="1014" y="2621"/>
                    <a:pt x="946" y="2610"/>
                    <a:pt x="868" y="2587"/>
                  </a:cubicBezTo>
                  <a:cubicBezTo>
                    <a:pt x="568" y="2520"/>
                    <a:pt x="234" y="2087"/>
                    <a:pt x="34" y="1887"/>
                  </a:cubicBezTo>
                  <a:cubicBezTo>
                    <a:pt x="34" y="1920"/>
                    <a:pt x="1" y="1920"/>
                    <a:pt x="1" y="1953"/>
                  </a:cubicBezTo>
                  <a:cubicBezTo>
                    <a:pt x="160" y="2385"/>
                    <a:pt x="784" y="3034"/>
                    <a:pt x="1239" y="3034"/>
                  </a:cubicBezTo>
                  <a:cubicBezTo>
                    <a:pt x="1452" y="3034"/>
                    <a:pt x="1627" y="2892"/>
                    <a:pt x="1702" y="2520"/>
                  </a:cubicBezTo>
                  <a:cubicBezTo>
                    <a:pt x="1902" y="1553"/>
                    <a:pt x="1402" y="352"/>
                    <a:pt x="468" y="19"/>
                  </a:cubicBezTo>
                  <a:cubicBezTo>
                    <a:pt x="448" y="6"/>
                    <a:pt x="431" y="0"/>
                    <a:pt x="417"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45"/>
            <p:cNvSpPr/>
            <p:nvPr/>
          </p:nvSpPr>
          <p:spPr>
            <a:xfrm>
              <a:off x="4158900" y="3280150"/>
              <a:ext cx="55075" cy="66475"/>
            </a:xfrm>
            <a:custGeom>
              <a:avLst/>
              <a:gdLst/>
              <a:ahLst/>
              <a:cxnLst/>
              <a:rect l="l" t="t" r="r" b="b"/>
              <a:pathLst>
                <a:path w="2203" h="2659" extrusionOk="0">
                  <a:moveTo>
                    <a:pt x="685" y="1"/>
                  </a:moveTo>
                  <a:cubicBezTo>
                    <a:pt x="658" y="1"/>
                    <a:pt x="631" y="3"/>
                    <a:pt x="604" y="6"/>
                  </a:cubicBezTo>
                  <a:cubicBezTo>
                    <a:pt x="537" y="6"/>
                    <a:pt x="504" y="39"/>
                    <a:pt x="504" y="106"/>
                  </a:cubicBezTo>
                  <a:cubicBezTo>
                    <a:pt x="604" y="340"/>
                    <a:pt x="804" y="440"/>
                    <a:pt x="971" y="607"/>
                  </a:cubicBezTo>
                  <a:cubicBezTo>
                    <a:pt x="1171" y="840"/>
                    <a:pt x="1371" y="1074"/>
                    <a:pt x="1505" y="1340"/>
                  </a:cubicBezTo>
                  <a:cubicBezTo>
                    <a:pt x="1671" y="1707"/>
                    <a:pt x="1838" y="2208"/>
                    <a:pt x="1204" y="2208"/>
                  </a:cubicBezTo>
                  <a:cubicBezTo>
                    <a:pt x="871" y="2208"/>
                    <a:pt x="537" y="2008"/>
                    <a:pt x="270" y="1841"/>
                  </a:cubicBezTo>
                  <a:cubicBezTo>
                    <a:pt x="240" y="1810"/>
                    <a:pt x="208" y="1797"/>
                    <a:pt x="178" y="1797"/>
                  </a:cubicBezTo>
                  <a:cubicBezTo>
                    <a:pt x="76" y="1797"/>
                    <a:pt x="1" y="1946"/>
                    <a:pt x="104" y="2074"/>
                  </a:cubicBezTo>
                  <a:cubicBezTo>
                    <a:pt x="340" y="2401"/>
                    <a:pt x="882" y="2659"/>
                    <a:pt x="1349" y="2659"/>
                  </a:cubicBezTo>
                  <a:cubicBezTo>
                    <a:pt x="1740" y="2659"/>
                    <a:pt x="2078" y="2479"/>
                    <a:pt x="2138" y="2008"/>
                  </a:cubicBezTo>
                  <a:cubicBezTo>
                    <a:pt x="2203" y="1299"/>
                    <a:pt x="1428" y="1"/>
                    <a:pt x="685"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45"/>
            <p:cNvSpPr/>
            <p:nvPr/>
          </p:nvSpPr>
          <p:spPr>
            <a:xfrm>
              <a:off x="4140625" y="3155000"/>
              <a:ext cx="46350" cy="57675"/>
            </a:xfrm>
            <a:custGeom>
              <a:avLst/>
              <a:gdLst/>
              <a:ahLst/>
              <a:cxnLst/>
              <a:rect l="l" t="t" r="r" b="b"/>
              <a:pathLst>
                <a:path w="1854" h="2307" extrusionOk="0">
                  <a:moveTo>
                    <a:pt x="343" y="0"/>
                  </a:moveTo>
                  <a:cubicBezTo>
                    <a:pt x="296" y="0"/>
                    <a:pt x="248" y="3"/>
                    <a:pt x="201" y="9"/>
                  </a:cubicBezTo>
                  <a:cubicBezTo>
                    <a:pt x="101" y="9"/>
                    <a:pt x="67" y="175"/>
                    <a:pt x="167" y="175"/>
                  </a:cubicBezTo>
                  <a:cubicBezTo>
                    <a:pt x="701" y="309"/>
                    <a:pt x="1335" y="576"/>
                    <a:pt x="1335" y="1243"/>
                  </a:cubicBezTo>
                  <a:cubicBezTo>
                    <a:pt x="1335" y="1695"/>
                    <a:pt x="997" y="1994"/>
                    <a:pt x="624" y="1994"/>
                  </a:cubicBezTo>
                  <a:cubicBezTo>
                    <a:pt x="447" y="1994"/>
                    <a:pt x="262" y="1927"/>
                    <a:pt x="101" y="1776"/>
                  </a:cubicBezTo>
                  <a:cubicBezTo>
                    <a:pt x="101" y="1776"/>
                    <a:pt x="1" y="1877"/>
                    <a:pt x="34" y="1943"/>
                  </a:cubicBezTo>
                  <a:cubicBezTo>
                    <a:pt x="187" y="2198"/>
                    <a:pt x="423" y="2307"/>
                    <a:pt x="667" y="2307"/>
                  </a:cubicBezTo>
                  <a:cubicBezTo>
                    <a:pt x="1061" y="2307"/>
                    <a:pt x="1478" y="2022"/>
                    <a:pt x="1602" y="1610"/>
                  </a:cubicBezTo>
                  <a:cubicBezTo>
                    <a:pt x="1854" y="790"/>
                    <a:pt x="1153" y="0"/>
                    <a:pt x="343"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45"/>
            <p:cNvSpPr/>
            <p:nvPr/>
          </p:nvSpPr>
          <p:spPr>
            <a:xfrm>
              <a:off x="4109525" y="3389675"/>
              <a:ext cx="50300" cy="70200"/>
            </a:xfrm>
            <a:custGeom>
              <a:avLst/>
              <a:gdLst/>
              <a:ahLst/>
              <a:cxnLst/>
              <a:rect l="l" t="t" r="r" b="b"/>
              <a:pathLst>
                <a:path w="2012" h="2808" extrusionOk="0">
                  <a:moveTo>
                    <a:pt x="1181" y="1"/>
                  </a:moveTo>
                  <a:cubicBezTo>
                    <a:pt x="1128" y="1"/>
                    <a:pt x="1078" y="48"/>
                    <a:pt x="1078" y="95"/>
                  </a:cubicBezTo>
                  <a:cubicBezTo>
                    <a:pt x="1145" y="562"/>
                    <a:pt x="1278" y="1029"/>
                    <a:pt x="1245" y="1529"/>
                  </a:cubicBezTo>
                  <a:cubicBezTo>
                    <a:pt x="1245" y="1682"/>
                    <a:pt x="1161" y="2280"/>
                    <a:pt x="892" y="2280"/>
                  </a:cubicBezTo>
                  <a:cubicBezTo>
                    <a:pt x="867" y="2280"/>
                    <a:pt x="840" y="2275"/>
                    <a:pt x="811" y="2263"/>
                  </a:cubicBezTo>
                  <a:cubicBezTo>
                    <a:pt x="611" y="2230"/>
                    <a:pt x="444" y="1763"/>
                    <a:pt x="444" y="1596"/>
                  </a:cubicBezTo>
                  <a:cubicBezTo>
                    <a:pt x="428" y="1483"/>
                    <a:pt x="342" y="1425"/>
                    <a:pt x="257" y="1425"/>
                  </a:cubicBezTo>
                  <a:cubicBezTo>
                    <a:pt x="166" y="1425"/>
                    <a:pt x="77" y="1492"/>
                    <a:pt x="77" y="1629"/>
                  </a:cubicBezTo>
                  <a:cubicBezTo>
                    <a:pt x="0" y="2140"/>
                    <a:pt x="452" y="2808"/>
                    <a:pt x="937" y="2808"/>
                  </a:cubicBezTo>
                  <a:cubicBezTo>
                    <a:pt x="1086" y="2808"/>
                    <a:pt x="1237" y="2745"/>
                    <a:pt x="1378" y="2597"/>
                  </a:cubicBezTo>
                  <a:cubicBezTo>
                    <a:pt x="2012" y="1930"/>
                    <a:pt x="1745" y="662"/>
                    <a:pt x="1245" y="28"/>
                  </a:cubicBezTo>
                  <a:cubicBezTo>
                    <a:pt x="1225" y="9"/>
                    <a:pt x="1203" y="1"/>
                    <a:pt x="1181"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45"/>
            <p:cNvSpPr/>
            <p:nvPr/>
          </p:nvSpPr>
          <p:spPr>
            <a:xfrm>
              <a:off x="3997200" y="3466125"/>
              <a:ext cx="61725" cy="61550"/>
            </a:xfrm>
            <a:custGeom>
              <a:avLst/>
              <a:gdLst/>
              <a:ahLst/>
              <a:cxnLst/>
              <a:rect l="l" t="t" r="r" b="b"/>
              <a:pathLst>
                <a:path w="2469" h="2462" extrusionOk="0">
                  <a:moveTo>
                    <a:pt x="1526" y="1"/>
                  </a:moveTo>
                  <a:cubicBezTo>
                    <a:pt x="1415" y="1"/>
                    <a:pt x="1345" y="113"/>
                    <a:pt x="1435" y="173"/>
                  </a:cubicBezTo>
                  <a:cubicBezTo>
                    <a:pt x="1801" y="606"/>
                    <a:pt x="2268" y="1373"/>
                    <a:pt x="1635" y="1807"/>
                  </a:cubicBezTo>
                  <a:cubicBezTo>
                    <a:pt x="1540" y="1864"/>
                    <a:pt x="1454" y="1888"/>
                    <a:pt x="1374" y="1888"/>
                  </a:cubicBezTo>
                  <a:cubicBezTo>
                    <a:pt x="1171" y="1888"/>
                    <a:pt x="1011" y="1731"/>
                    <a:pt x="867" y="1540"/>
                  </a:cubicBezTo>
                  <a:cubicBezTo>
                    <a:pt x="801" y="1440"/>
                    <a:pt x="434" y="973"/>
                    <a:pt x="534" y="840"/>
                  </a:cubicBezTo>
                  <a:cubicBezTo>
                    <a:pt x="590" y="812"/>
                    <a:pt x="506" y="691"/>
                    <a:pt x="438" y="691"/>
                  </a:cubicBezTo>
                  <a:cubicBezTo>
                    <a:pt x="424" y="691"/>
                    <a:pt x="411" y="695"/>
                    <a:pt x="400" y="706"/>
                  </a:cubicBezTo>
                  <a:cubicBezTo>
                    <a:pt x="0" y="940"/>
                    <a:pt x="300" y="1607"/>
                    <a:pt x="467" y="1840"/>
                  </a:cubicBezTo>
                  <a:cubicBezTo>
                    <a:pt x="696" y="2213"/>
                    <a:pt x="1023" y="2462"/>
                    <a:pt x="1428" y="2462"/>
                  </a:cubicBezTo>
                  <a:cubicBezTo>
                    <a:pt x="1495" y="2462"/>
                    <a:pt x="1564" y="2455"/>
                    <a:pt x="1635" y="2441"/>
                  </a:cubicBezTo>
                  <a:cubicBezTo>
                    <a:pt x="2135" y="2307"/>
                    <a:pt x="2469" y="1807"/>
                    <a:pt x="2469" y="1307"/>
                  </a:cubicBezTo>
                  <a:cubicBezTo>
                    <a:pt x="2469" y="673"/>
                    <a:pt x="2102" y="273"/>
                    <a:pt x="1568" y="6"/>
                  </a:cubicBezTo>
                  <a:cubicBezTo>
                    <a:pt x="1554" y="2"/>
                    <a:pt x="1539" y="1"/>
                    <a:pt x="1526"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45"/>
            <p:cNvSpPr/>
            <p:nvPr/>
          </p:nvSpPr>
          <p:spPr>
            <a:xfrm>
              <a:off x="3953825" y="3337000"/>
              <a:ext cx="41225" cy="48425"/>
            </a:xfrm>
            <a:custGeom>
              <a:avLst/>
              <a:gdLst/>
              <a:ahLst/>
              <a:cxnLst/>
              <a:rect l="l" t="t" r="r" b="b"/>
              <a:pathLst>
                <a:path w="1649" h="1937" extrusionOk="0">
                  <a:moveTo>
                    <a:pt x="301" y="0"/>
                  </a:moveTo>
                  <a:cubicBezTo>
                    <a:pt x="1" y="134"/>
                    <a:pt x="34" y="768"/>
                    <a:pt x="67" y="1001"/>
                  </a:cubicBezTo>
                  <a:cubicBezTo>
                    <a:pt x="134" y="1335"/>
                    <a:pt x="368" y="1768"/>
                    <a:pt x="701" y="1902"/>
                  </a:cubicBezTo>
                  <a:cubicBezTo>
                    <a:pt x="783" y="1926"/>
                    <a:pt x="857" y="1936"/>
                    <a:pt x="926" y="1936"/>
                  </a:cubicBezTo>
                  <a:cubicBezTo>
                    <a:pt x="1532" y="1936"/>
                    <a:pt x="1648" y="1080"/>
                    <a:pt x="1468" y="601"/>
                  </a:cubicBezTo>
                  <a:cubicBezTo>
                    <a:pt x="1438" y="526"/>
                    <a:pt x="1374" y="491"/>
                    <a:pt x="1313" y="491"/>
                  </a:cubicBezTo>
                  <a:cubicBezTo>
                    <a:pt x="1239" y="491"/>
                    <a:pt x="1168" y="543"/>
                    <a:pt x="1168" y="634"/>
                  </a:cubicBezTo>
                  <a:cubicBezTo>
                    <a:pt x="1168" y="848"/>
                    <a:pt x="1104" y="1424"/>
                    <a:pt x="891" y="1424"/>
                  </a:cubicBezTo>
                  <a:cubicBezTo>
                    <a:pt x="837" y="1424"/>
                    <a:pt x="775" y="1388"/>
                    <a:pt x="701" y="1301"/>
                  </a:cubicBezTo>
                  <a:cubicBezTo>
                    <a:pt x="534" y="1135"/>
                    <a:pt x="501" y="901"/>
                    <a:pt x="468" y="668"/>
                  </a:cubicBezTo>
                  <a:cubicBezTo>
                    <a:pt x="401" y="467"/>
                    <a:pt x="468" y="167"/>
                    <a:pt x="301"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45"/>
            <p:cNvSpPr/>
            <p:nvPr/>
          </p:nvSpPr>
          <p:spPr>
            <a:xfrm>
              <a:off x="3953000" y="3546325"/>
              <a:ext cx="41125" cy="48425"/>
            </a:xfrm>
            <a:custGeom>
              <a:avLst/>
              <a:gdLst/>
              <a:ahLst/>
              <a:cxnLst/>
              <a:rect l="l" t="t" r="r" b="b"/>
              <a:pathLst>
                <a:path w="1645" h="1937" extrusionOk="0">
                  <a:moveTo>
                    <a:pt x="267" y="0"/>
                  </a:moveTo>
                  <a:cubicBezTo>
                    <a:pt x="0" y="133"/>
                    <a:pt x="34" y="767"/>
                    <a:pt x="67" y="1001"/>
                  </a:cubicBezTo>
                  <a:cubicBezTo>
                    <a:pt x="100" y="1334"/>
                    <a:pt x="367" y="1768"/>
                    <a:pt x="701" y="1901"/>
                  </a:cubicBezTo>
                  <a:cubicBezTo>
                    <a:pt x="779" y="1925"/>
                    <a:pt x="851" y="1936"/>
                    <a:pt x="917" y="1936"/>
                  </a:cubicBezTo>
                  <a:cubicBezTo>
                    <a:pt x="1504" y="1936"/>
                    <a:pt x="1644" y="1080"/>
                    <a:pt x="1435" y="600"/>
                  </a:cubicBezTo>
                  <a:cubicBezTo>
                    <a:pt x="1420" y="525"/>
                    <a:pt x="1364" y="491"/>
                    <a:pt x="1307" y="491"/>
                  </a:cubicBezTo>
                  <a:cubicBezTo>
                    <a:pt x="1238" y="491"/>
                    <a:pt x="1168" y="542"/>
                    <a:pt x="1168" y="634"/>
                  </a:cubicBezTo>
                  <a:cubicBezTo>
                    <a:pt x="1168" y="847"/>
                    <a:pt x="1104" y="1424"/>
                    <a:pt x="890" y="1424"/>
                  </a:cubicBezTo>
                  <a:cubicBezTo>
                    <a:pt x="837" y="1424"/>
                    <a:pt x="774" y="1388"/>
                    <a:pt x="701" y="1301"/>
                  </a:cubicBezTo>
                  <a:cubicBezTo>
                    <a:pt x="534" y="1134"/>
                    <a:pt x="501" y="901"/>
                    <a:pt x="434" y="701"/>
                  </a:cubicBezTo>
                  <a:cubicBezTo>
                    <a:pt x="367" y="467"/>
                    <a:pt x="434" y="234"/>
                    <a:pt x="267"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5"/>
            <p:cNvSpPr/>
            <p:nvPr/>
          </p:nvSpPr>
          <p:spPr>
            <a:xfrm>
              <a:off x="4053075" y="3286825"/>
              <a:ext cx="60900" cy="61325"/>
            </a:xfrm>
            <a:custGeom>
              <a:avLst/>
              <a:gdLst/>
              <a:ahLst/>
              <a:cxnLst/>
              <a:rect l="l" t="t" r="r" b="b"/>
              <a:pathLst>
                <a:path w="2436" h="2453" extrusionOk="0">
                  <a:moveTo>
                    <a:pt x="1027" y="1"/>
                  </a:moveTo>
                  <a:cubicBezTo>
                    <a:pt x="921" y="1"/>
                    <a:pt x="875" y="113"/>
                    <a:pt x="934" y="173"/>
                  </a:cubicBezTo>
                  <a:cubicBezTo>
                    <a:pt x="1234" y="540"/>
                    <a:pt x="1835" y="1274"/>
                    <a:pt x="1568" y="1807"/>
                  </a:cubicBezTo>
                  <a:cubicBezTo>
                    <a:pt x="1474" y="1987"/>
                    <a:pt x="1351" y="2055"/>
                    <a:pt x="1213" y="2055"/>
                  </a:cubicBezTo>
                  <a:cubicBezTo>
                    <a:pt x="816" y="2055"/>
                    <a:pt x="298" y="1490"/>
                    <a:pt x="0" y="1440"/>
                  </a:cubicBezTo>
                  <a:lnTo>
                    <a:pt x="0" y="1440"/>
                  </a:lnTo>
                  <a:cubicBezTo>
                    <a:pt x="33" y="1807"/>
                    <a:pt x="434" y="2174"/>
                    <a:pt x="767" y="2341"/>
                  </a:cubicBezTo>
                  <a:cubicBezTo>
                    <a:pt x="910" y="2412"/>
                    <a:pt x="1077" y="2453"/>
                    <a:pt x="1242" y="2453"/>
                  </a:cubicBezTo>
                  <a:cubicBezTo>
                    <a:pt x="1463" y="2453"/>
                    <a:pt x="1682" y="2380"/>
                    <a:pt x="1835" y="2208"/>
                  </a:cubicBezTo>
                  <a:cubicBezTo>
                    <a:pt x="2435" y="1507"/>
                    <a:pt x="1735" y="373"/>
                    <a:pt x="1068" y="6"/>
                  </a:cubicBezTo>
                  <a:cubicBezTo>
                    <a:pt x="1053" y="2"/>
                    <a:pt x="1039" y="1"/>
                    <a:pt x="1027"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5"/>
            <p:cNvSpPr/>
            <p:nvPr/>
          </p:nvSpPr>
          <p:spPr>
            <a:xfrm>
              <a:off x="4058075" y="3170550"/>
              <a:ext cx="49000" cy="59950"/>
            </a:xfrm>
            <a:custGeom>
              <a:avLst/>
              <a:gdLst/>
              <a:ahLst/>
              <a:cxnLst/>
              <a:rect l="l" t="t" r="r" b="b"/>
              <a:pathLst>
                <a:path w="1960" h="2398" extrusionOk="0">
                  <a:moveTo>
                    <a:pt x="656" y="0"/>
                  </a:moveTo>
                  <a:cubicBezTo>
                    <a:pt x="557" y="0"/>
                    <a:pt x="460" y="27"/>
                    <a:pt x="367" y="87"/>
                  </a:cubicBezTo>
                  <a:cubicBezTo>
                    <a:pt x="334" y="120"/>
                    <a:pt x="334" y="220"/>
                    <a:pt x="367" y="220"/>
                  </a:cubicBezTo>
                  <a:cubicBezTo>
                    <a:pt x="567" y="321"/>
                    <a:pt x="801" y="387"/>
                    <a:pt x="968" y="554"/>
                  </a:cubicBezTo>
                  <a:cubicBezTo>
                    <a:pt x="1168" y="721"/>
                    <a:pt x="1401" y="954"/>
                    <a:pt x="1501" y="1221"/>
                  </a:cubicBezTo>
                  <a:cubicBezTo>
                    <a:pt x="1668" y="1621"/>
                    <a:pt x="1401" y="1955"/>
                    <a:pt x="1034" y="2088"/>
                  </a:cubicBezTo>
                  <a:cubicBezTo>
                    <a:pt x="890" y="2146"/>
                    <a:pt x="745" y="2160"/>
                    <a:pt x="601" y="2160"/>
                  </a:cubicBezTo>
                  <a:cubicBezTo>
                    <a:pt x="465" y="2160"/>
                    <a:pt x="330" y="2148"/>
                    <a:pt x="194" y="2148"/>
                  </a:cubicBezTo>
                  <a:cubicBezTo>
                    <a:pt x="141" y="2148"/>
                    <a:pt x="87" y="2150"/>
                    <a:pt x="34" y="2155"/>
                  </a:cubicBezTo>
                  <a:cubicBezTo>
                    <a:pt x="0" y="2155"/>
                    <a:pt x="0" y="2222"/>
                    <a:pt x="0" y="2222"/>
                  </a:cubicBezTo>
                  <a:cubicBezTo>
                    <a:pt x="214" y="2334"/>
                    <a:pt x="491" y="2397"/>
                    <a:pt x="768" y="2397"/>
                  </a:cubicBezTo>
                  <a:cubicBezTo>
                    <a:pt x="1314" y="2397"/>
                    <a:pt x="1857" y="2152"/>
                    <a:pt x="1902" y="1555"/>
                  </a:cubicBezTo>
                  <a:cubicBezTo>
                    <a:pt x="1959" y="1037"/>
                    <a:pt x="1274" y="0"/>
                    <a:pt x="656"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5"/>
            <p:cNvSpPr/>
            <p:nvPr/>
          </p:nvSpPr>
          <p:spPr>
            <a:xfrm>
              <a:off x="3979675" y="3215900"/>
              <a:ext cx="65900" cy="57550"/>
            </a:xfrm>
            <a:custGeom>
              <a:avLst/>
              <a:gdLst/>
              <a:ahLst/>
              <a:cxnLst/>
              <a:rect l="l" t="t" r="r" b="b"/>
              <a:pathLst>
                <a:path w="2636" h="2302" extrusionOk="0">
                  <a:moveTo>
                    <a:pt x="1264" y="1"/>
                  </a:moveTo>
                  <a:cubicBezTo>
                    <a:pt x="1193" y="1"/>
                    <a:pt x="1168" y="83"/>
                    <a:pt x="1168" y="141"/>
                  </a:cubicBezTo>
                  <a:cubicBezTo>
                    <a:pt x="1368" y="575"/>
                    <a:pt x="1802" y="1008"/>
                    <a:pt x="1568" y="1509"/>
                  </a:cubicBezTo>
                  <a:cubicBezTo>
                    <a:pt x="1495" y="1704"/>
                    <a:pt x="1350" y="1828"/>
                    <a:pt x="1187" y="1828"/>
                  </a:cubicBezTo>
                  <a:cubicBezTo>
                    <a:pt x="1127" y="1828"/>
                    <a:pt x="1064" y="1811"/>
                    <a:pt x="1001" y="1776"/>
                  </a:cubicBezTo>
                  <a:cubicBezTo>
                    <a:pt x="868" y="1675"/>
                    <a:pt x="434" y="1342"/>
                    <a:pt x="468" y="1175"/>
                  </a:cubicBezTo>
                  <a:cubicBezTo>
                    <a:pt x="468" y="1045"/>
                    <a:pt x="364" y="977"/>
                    <a:pt x="267" y="977"/>
                  </a:cubicBezTo>
                  <a:cubicBezTo>
                    <a:pt x="189" y="977"/>
                    <a:pt x="116" y="1020"/>
                    <a:pt x="101" y="1108"/>
                  </a:cubicBezTo>
                  <a:cubicBezTo>
                    <a:pt x="1" y="1509"/>
                    <a:pt x="368" y="1909"/>
                    <a:pt x="668" y="2109"/>
                  </a:cubicBezTo>
                  <a:cubicBezTo>
                    <a:pt x="846" y="2234"/>
                    <a:pt x="1054" y="2302"/>
                    <a:pt x="1264" y="2302"/>
                  </a:cubicBezTo>
                  <a:cubicBezTo>
                    <a:pt x="1447" y="2302"/>
                    <a:pt x="1632" y="2251"/>
                    <a:pt x="1802" y="2142"/>
                  </a:cubicBezTo>
                  <a:cubicBezTo>
                    <a:pt x="2636" y="1509"/>
                    <a:pt x="2069" y="341"/>
                    <a:pt x="1302" y="8"/>
                  </a:cubicBezTo>
                  <a:cubicBezTo>
                    <a:pt x="1288" y="3"/>
                    <a:pt x="1276" y="1"/>
                    <a:pt x="1264" y="1"/>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5"/>
            <p:cNvSpPr/>
            <p:nvPr/>
          </p:nvSpPr>
          <p:spPr>
            <a:xfrm>
              <a:off x="4218175" y="3210425"/>
              <a:ext cx="43350" cy="45800"/>
            </a:xfrm>
            <a:custGeom>
              <a:avLst/>
              <a:gdLst/>
              <a:ahLst/>
              <a:cxnLst/>
              <a:rect l="l" t="t" r="r" b="b"/>
              <a:pathLst>
                <a:path w="1734" h="1832" extrusionOk="0">
                  <a:moveTo>
                    <a:pt x="699" y="0"/>
                  </a:moveTo>
                  <a:cubicBezTo>
                    <a:pt x="635" y="0"/>
                    <a:pt x="569" y="9"/>
                    <a:pt x="501" y="26"/>
                  </a:cubicBezTo>
                  <a:cubicBezTo>
                    <a:pt x="468" y="26"/>
                    <a:pt x="468" y="93"/>
                    <a:pt x="501" y="160"/>
                  </a:cubicBezTo>
                  <a:cubicBezTo>
                    <a:pt x="801" y="360"/>
                    <a:pt x="1268" y="660"/>
                    <a:pt x="1135" y="1061"/>
                  </a:cubicBezTo>
                  <a:cubicBezTo>
                    <a:pt x="1071" y="1302"/>
                    <a:pt x="905" y="1411"/>
                    <a:pt x="733" y="1411"/>
                  </a:cubicBezTo>
                  <a:cubicBezTo>
                    <a:pt x="548" y="1411"/>
                    <a:pt x="354" y="1285"/>
                    <a:pt x="268" y="1061"/>
                  </a:cubicBezTo>
                  <a:cubicBezTo>
                    <a:pt x="234" y="1016"/>
                    <a:pt x="194" y="998"/>
                    <a:pt x="154" y="998"/>
                  </a:cubicBezTo>
                  <a:cubicBezTo>
                    <a:pt x="75" y="998"/>
                    <a:pt x="1" y="1072"/>
                    <a:pt x="1" y="1161"/>
                  </a:cubicBezTo>
                  <a:cubicBezTo>
                    <a:pt x="1" y="1494"/>
                    <a:pt x="268" y="1728"/>
                    <a:pt x="601" y="1828"/>
                  </a:cubicBezTo>
                  <a:cubicBezTo>
                    <a:pt x="629" y="1831"/>
                    <a:pt x="657" y="1832"/>
                    <a:pt x="684" y="1832"/>
                  </a:cubicBezTo>
                  <a:cubicBezTo>
                    <a:pt x="979" y="1832"/>
                    <a:pt x="1216" y="1669"/>
                    <a:pt x="1368" y="1394"/>
                  </a:cubicBezTo>
                  <a:cubicBezTo>
                    <a:pt x="1733" y="877"/>
                    <a:pt x="1350" y="0"/>
                    <a:pt x="699" y="0"/>
                  </a:cubicBezTo>
                  <a:close/>
                </a:path>
              </a:pathLst>
            </a:custGeom>
            <a:solidFill>
              <a:srgbClr val="D686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1" name="Google Shape;3451;p45"/>
          <p:cNvGrpSpPr/>
          <p:nvPr/>
        </p:nvGrpSpPr>
        <p:grpSpPr>
          <a:xfrm>
            <a:off x="893214" y="3371180"/>
            <a:ext cx="1120774" cy="548021"/>
            <a:chOff x="1052625" y="1286000"/>
            <a:chExt cx="1586150" cy="775575"/>
          </a:xfrm>
        </p:grpSpPr>
        <p:sp>
          <p:nvSpPr>
            <p:cNvPr id="3452" name="Google Shape;3452;p45"/>
            <p:cNvSpPr/>
            <p:nvPr/>
          </p:nvSpPr>
          <p:spPr>
            <a:xfrm>
              <a:off x="1196900" y="1286000"/>
              <a:ext cx="1274250" cy="770575"/>
            </a:xfrm>
            <a:custGeom>
              <a:avLst/>
              <a:gdLst/>
              <a:ahLst/>
              <a:cxnLst/>
              <a:rect l="l" t="t" r="r" b="b"/>
              <a:pathLst>
                <a:path w="50970" h="30823" extrusionOk="0">
                  <a:moveTo>
                    <a:pt x="49669" y="12943"/>
                  </a:moveTo>
                  <a:cubicBezTo>
                    <a:pt x="50970" y="23951"/>
                    <a:pt x="3736" y="30823"/>
                    <a:pt x="1935" y="18180"/>
                  </a:cubicBezTo>
                  <a:cubicBezTo>
                    <a:pt x="0" y="4470"/>
                    <a:pt x="48168" y="1"/>
                    <a:pt x="49669" y="1294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5"/>
            <p:cNvSpPr/>
            <p:nvPr/>
          </p:nvSpPr>
          <p:spPr>
            <a:xfrm>
              <a:off x="1052625" y="1347700"/>
              <a:ext cx="1586150" cy="713875"/>
            </a:xfrm>
            <a:custGeom>
              <a:avLst/>
              <a:gdLst/>
              <a:ahLst/>
              <a:cxnLst/>
              <a:rect l="l" t="t" r="r" b="b"/>
              <a:pathLst>
                <a:path w="63446" h="28555" fill="none" extrusionOk="0">
                  <a:moveTo>
                    <a:pt x="51637" y="3770"/>
                  </a:moveTo>
                  <a:cubicBezTo>
                    <a:pt x="46534" y="2436"/>
                    <a:pt x="601" y="12010"/>
                    <a:pt x="7339" y="18181"/>
                  </a:cubicBezTo>
                  <a:cubicBezTo>
                    <a:pt x="14044" y="24352"/>
                    <a:pt x="44399" y="17347"/>
                    <a:pt x="53272" y="11342"/>
                  </a:cubicBezTo>
                  <a:cubicBezTo>
                    <a:pt x="62145" y="5338"/>
                    <a:pt x="33424" y="2403"/>
                    <a:pt x="20882" y="4904"/>
                  </a:cubicBezTo>
                  <a:cubicBezTo>
                    <a:pt x="8340" y="7406"/>
                    <a:pt x="0" y="14478"/>
                    <a:pt x="13877" y="21516"/>
                  </a:cubicBezTo>
                  <a:cubicBezTo>
                    <a:pt x="27787" y="28555"/>
                    <a:pt x="59243" y="15712"/>
                    <a:pt x="52738" y="8340"/>
                  </a:cubicBezTo>
                  <a:cubicBezTo>
                    <a:pt x="46200" y="1035"/>
                    <a:pt x="10908" y="902"/>
                    <a:pt x="7906" y="13044"/>
                  </a:cubicBezTo>
                  <a:cubicBezTo>
                    <a:pt x="4871" y="25186"/>
                    <a:pt x="42764" y="22050"/>
                    <a:pt x="50703" y="13811"/>
                  </a:cubicBezTo>
                  <a:cubicBezTo>
                    <a:pt x="58576" y="5605"/>
                    <a:pt x="35226" y="2836"/>
                    <a:pt x="24551" y="2803"/>
                  </a:cubicBezTo>
                  <a:cubicBezTo>
                    <a:pt x="13877" y="2770"/>
                    <a:pt x="1068" y="16446"/>
                    <a:pt x="11609" y="21683"/>
                  </a:cubicBezTo>
                  <a:cubicBezTo>
                    <a:pt x="22150" y="26954"/>
                    <a:pt x="51971" y="18014"/>
                    <a:pt x="55073" y="14178"/>
                  </a:cubicBezTo>
                  <a:cubicBezTo>
                    <a:pt x="58209" y="10342"/>
                    <a:pt x="48769" y="301"/>
                    <a:pt x="35993" y="1535"/>
                  </a:cubicBezTo>
                  <a:cubicBezTo>
                    <a:pt x="23250" y="2803"/>
                    <a:pt x="7272" y="7673"/>
                    <a:pt x="6805" y="15345"/>
                  </a:cubicBezTo>
                  <a:cubicBezTo>
                    <a:pt x="6372" y="22984"/>
                    <a:pt x="37327" y="20015"/>
                    <a:pt x="49703" y="14812"/>
                  </a:cubicBezTo>
                  <a:cubicBezTo>
                    <a:pt x="62045" y="9575"/>
                    <a:pt x="45933" y="3036"/>
                    <a:pt x="40096" y="1902"/>
                  </a:cubicBezTo>
                  <a:cubicBezTo>
                    <a:pt x="34258" y="802"/>
                    <a:pt x="14477" y="2670"/>
                    <a:pt x="11108" y="12844"/>
                  </a:cubicBezTo>
                  <a:cubicBezTo>
                    <a:pt x="7739" y="22984"/>
                    <a:pt x="32757" y="23885"/>
                    <a:pt x="46400" y="18748"/>
                  </a:cubicBezTo>
                  <a:cubicBezTo>
                    <a:pt x="60043" y="13644"/>
                    <a:pt x="51571" y="3403"/>
                    <a:pt x="37727" y="3070"/>
                  </a:cubicBezTo>
                  <a:cubicBezTo>
                    <a:pt x="23917" y="2736"/>
                    <a:pt x="9941" y="3203"/>
                    <a:pt x="8940" y="12310"/>
                  </a:cubicBezTo>
                  <a:cubicBezTo>
                    <a:pt x="7939" y="21383"/>
                    <a:pt x="32457" y="17880"/>
                    <a:pt x="47935" y="15145"/>
                  </a:cubicBezTo>
                  <a:cubicBezTo>
                    <a:pt x="63446" y="12377"/>
                    <a:pt x="55907" y="5538"/>
                    <a:pt x="46067" y="2803"/>
                  </a:cubicBezTo>
                  <a:cubicBezTo>
                    <a:pt x="36260" y="1"/>
                    <a:pt x="10441" y="4471"/>
                    <a:pt x="9174" y="13778"/>
                  </a:cubicBezTo>
                  <a:cubicBezTo>
                    <a:pt x="7873" y="23051"/>
                    <a:pt x="42964" y="22684"/>
                    <a:pt x="52438" y="18047"/>
                  </a:cubicBezTo>
                  <a:cubicBezTo>
                    <a:pt x="61911" y="13444"/>
                    <a:pt x="54539" y="5838"/>
                    <a:pt x="44799" y="3503"/>
                  </a:cubicBezTo>
                  <a:cubicBezTo>
                    <a:pt x="35092" y="1168"/>
                    <a:pt x="11842" y="7973"/>
                    <a:pt x="5204" y="17380"/>
                  </a:cubicBezTo>
                </a:path>
              </a:pathLst>
            </a:custGeom>
            <a:noFill/>
            <a:ln w="1752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45"/>
            <p:cNvSpPr/>
            <p:nvPr/>
          </p:nvSpPr>
          <p:spPr>
            <a:xfrm>
              <a:off x="1661400" y="1434450"/>
              <a:ext cx="294400" cy="319400"/>
            </a:xfrm>
            <a:custGeom>
              <a:avLst/>
              <a:gdLst/>
              <a:ahLst/>
              <a:cxnLst/>
              <a:rect l="l" t="t" r="r" b="b"/>
              <a:pathLst>
                <a:path w="11776" h="12776" extrusionOk="0">
                  <a:moveTo>
                    <a:pt x="4670" y="534"/>
                  </a:moveTo>
                  <a:cubicBezTo>
                    <a:pt x="7606" y="0"/>
                    <a:pt x="10708" y="3169"/>
                    <a:pt x="11442" y="7039"/>
                  </a:cubicBezTo>
                  <a:cubicBezTo>
                    <a:pt x="11775" y="8773"/>
                    <a:pt x="11575" y="10408"/>
                    <a:pt x="10941" y="11709"/>
                  </a:cubicBezTo>
                  <a:cubicBezTo>
                    <a:pt x="9273" y="12109"/>
                    <a:pt x="8039" y="12476"/>
                    <a:pt x="7372" y="12609"/>
                  </a:cubicBezTo>
                  <a:cubicBezTo>
                    <a:pt x="5771" y="12776"/>
                    <a:pt x="4003" y="12676"/>
                    <a:pt x="2368" y="12609"/>
                  </a:cubicBezTo>
                  <a:cubicBezTo>
                    <a:pt x="1568" y="11709"/>
                    <a:pt x="934" y="10541"/>
                    <a:pt x="701" y="9040"/>
                  </a:cubicBezTo>
                  <a:cubicBezTo>
                    <a:pt x="0" y="5171"/>
                    <a:pt x="1701" y="1068"/>
                    <a:pt x="4670" y="53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45"/>
            <p:cNvSpPr/>
            <p:nvPr/>
          </p:nvSpPr>
          <p:spPr>
            <a:xfrm>
              <a:off x="1365350" y="1439450"/>
              <a:ext cx="314400" cy="308575"/>
            </a:xfrm>
            <a:custGeom>
              <a:avLst/>
              <a:gdLst/>
              <a:ahLst/>
              <a:cxnLst/>
              <a:rect l="l" t="t" r="r" b="b"/>
              <a:pathLst>
                <a:path w="12576" h="12343" extrusionOk="0">
                  <a:moveTo>
                    <a:pt x="2902" y="1401"/>
                  </a:moveTo>
                  <a:cubicBezTo>
                    <a:pt x="5571" y="0"/>
                    <a:pt x="9440" y="2168"/>
                    <a:pt x="11275" y="5671"/>
                  </a:cubicBezTo>
                  <a:cubicBezTo>
                    <a:pt x="12576" y="8139"/>
                    <a:pt x="12509" y="10608"/>
                    <a:pt x="11408" y="12342"/>
                  </a:cubicBezTo>
                  <a:cubicBezTo>
                    <a:pt x="6705" y="11742"/>
                    <a:pt x="2769" y="10208"/>
                    <a:pt x="868" y="8940"/>
                  </a:cubicBezTo>
                  <a:cubicBezTo>
                    <a:pt x="0" y="5838"/>
                    <a:pt x="667" y="2602"/>
                    <a:pt x="2902" y="140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6" name="Google Shape;3456;p45"/>
          <p:cNvGrpSpPr/>
          <p:nvPr/>
        </p:nvGrpSpPr>
        <p:grpSpPr>
          <a:xfrm flipH="1">
            <a:off x="-268850" y="111225"/>
            <a:ext cx="2652750" cy="6029350"/>
            <a:chOff x="4554250" y="-300825"/>
            <a:chExt cx="2652750" cy="6029350"/>
          </a:xfrm>
        </p:grpSpPr>
        <p:sp>
          <p:nvSpPr>
            <p:cNvPr id="3457" name="Google Shape;3457;p45"/>
            <p:cNvSpPr/>
            <p:nvPr/>
          </p:nvSpPr>
          <p:spPr>
            <a:xfrm>
              <a:off x="5890250" y="1129575"/>
              <a:ext cx="67350" cy="67625"/>
            </a:xfrm>
            <a:custGeom>
              <a:avLst/>
              <a:gdLst/>
              <a:ahLst/>
              <a:cxnLst/>
              <a:rect l="l" t="t" r="r" b="b"/>
              <a:pathLst>
                <a:path w="2694" h="2705" extrusionOk="0">
                  <a:moveTo>
                    <a:pt x="231" y="1"/>
                  </a:moveTo>
                  <a:cubicBezTo>
                    <a:pt x="85" y="1"/>
                    <a:pt x="1" y="219"/>
                    <a:pt x="166" y="301"/>
                  </a:cubicBezTo>
                  <a:cubicBezTo>
                    <a:pt x="1166" y="701"/>
                    <a:pt x="1967" y="1535"/>
                    <a:pt x="2334" y="2569"/>
                  </a:cubicBezTo>
                  <a:cubicBezTo>
                    <a:pt x="2375" y="2665"/>
                    <a:pt x="2449" y="2704"/>
                    <a:pt x="2516" y="2704"/>
                  </a:cubicBezTo>
                  <a:cubicBezTo>
                    <a:pt x="2612" y="2704"/>
                    <a:pt x="2693" y="2621"/>
                    <a:pt x="2634" y="2503"/>
                  </a:cubicBezTo>
                  <a:cubicBezTo>
                    <a:pt x="2267" y="1369"/>
                    <a:pt x="1433" y="501"/>
                    <a:pt x="333" y="34"/>
                  </a:cubicBezTo>
                  <a:cubicBezTo>
                    <a:pt x="297" y="11"/>
                    <a:pt x="263" y="1"/>
                    <a:pt x="231" y="1"/>
                  </a:cubicBezTo>
                  <a:close/>
                </a:path>
              </a:pathLst>
            </a:custGeom>
            <a:solidFill>
              <a:srgbClr val="E9FF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5"/>
            <p:cNvSpPr/>
            <p:nvPr/>
          </p:nvSpPr>
          <p:spPr>
            <a:xfrm>
              <a:off x="6253875" y="1154125"/>
              <a:ext cx="50675" cy="88950"/>
            </a:xfrm>
            <a:custGeom>
              <a:avLst/>
              <a:gdLst/>
              <a:ahLst/>
              <a:cxnLst/>
              <a:rect l="l" t="t" r="r" b="b"/>
              <a:pathLst>
                <a:path w="2027" h="3558" extrusionOk="0">
                  <a:moveTo>
                    <a:pt x="206" y="1"/>
                  </a:moveTo>
                  <a:cubicBezTo>
                    <a:pt x="100" y="1"/>
                    <a:pt x="0" y="80"/>
                    <a:pt x="64" y="186"/>
                  </a:cubicBezTo>
                  <a:cubicBezTo>
                    <a:pt x="531" y="1321"/>
                    <a:pt x="1065" y="2388"/>
                    <a:pt x="1666" y="3489"/>
                  </a:cubicBezTo>
                  <a:cubicBezTo>
                    <a:pt x="1695" y="3538"/>
                    <a:pt x="1741" y="3558"/>
                    <a:pt x="1789" y="3558"/>
                  </a:cubicBezTo>
                  <a:cubicBezTo>
                    <a:pt x="1904" y="3558"/>
                    <a:pt x="2027" y="3440"/>
                    <a:pt x="1932" y="3322"/>
                  </a:cubicBezTo>
                  <a:cubicBezTo>
                    <a:pt x="1365" y="2255"/>
                    <a:pt x="798" y="1220"/>
                    <a:pt x="365" y="86"/>
                  </a:cubicBezTo>
                  <a:cubicBezTo>
                    <a:pt x="328" y="26"/>
                    <a:pt x="266" y="1"/>
                    <a:pt x="206" y="1"/>
                  </a:cubicBezTo>
                  <a:close/>
                </a:path>
              </a:pathLst>
            </a:custGeom>
            <a:solidFill>
              <a:srgbClr val="E9FF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5"/>
            <p:cNvSpPr/>
            <p:nvPr/>
          </p:nvSpPr>
          <p:spPr>
            <a:xfrm>
              <a:off x="5588325" y="2509750"/>
              <a:ext cx="100925" cy="239350"/>
            </a:xfrm>
            <a:custGeom>
              <a:avLst/>
              <a:gdLst/>
              <a:ahLst/>
              <a:cxnLst/>
              <a:rect l="l" t="t" r="r" b="b"/>
              <a:pathLst>
                <a:path w="4037" h="9574" extrusionOk="0">
                  <a:moveTo>
                    <a:pt x="3536" y="0"/>
                  </a:moveTo>
                  <a:lnTo>
                    <a:pt x="3536" y="0"/>
                  </a:lnTo>
                  <a:cubicBezTo>
                    <a:pt x="1068" y="2368"/>
                    <a:pt x="1" y="6171"/>
                    <a:pt x="835" y="9540"/>
                  </a:cubicBezTo>
                  <a:lnTo>
                    <a:pt x="1068" y="9574"/>
                  </a:lnTo>
                  <a:cubicBezTo>
                    <a:pt x="2236" y="9407"/>
                    <a:pt x="3203" y="8406"/>
                    <a:pt x="3637" y="7305"/>
                  </a:cubicBezTo>
                  <a:cubicBezTo>
                    <a:pt x="4037" y="6138"/>
                    <a:pt x="4003" y="4870"/>
                    <a:pt x="3870" y="3669"/>
                  </a:cubicBezTo>
                  <a:cubicBezTo>
                    <a:pt x="3737" y="2468"/>
                    <a:pt x="3503" y="1234"/>
                    <a:pt x="35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5"/>
            <p:cNvSpPr/>
            <p:nvPr/>
          </p:nvSpPr>
          <p:spPr>
            <a:xfrm>
              <a:off x="5575825" y="2500200"/>
              <a:ext cx="129550" cy="255325"/>
            </a:xfrm>
            <a:custGeom>
              <a:avLst/>
              <a:gdLst/>
              <a:ahLst/>
              <a:cxnLst/>
              <a:rect l="l" t="t" r="r" b="b"/>
              <a:pathLst>
                <a:path w="5182" h="10213" extrusionOk="0">
                  <a:moveTo>
                    <a:pt x="3755" y="1114"/>
                  </a:moveTo>
                  <a:lnTo>
                    <a:pt x="3755" y="1114"/>
                  </a:lnTo>
                  <a:cubicBezTo>
                    <a:pt x="3933" y="4354"/>
                    <a:pt x="5182" y="8092"/>
                    <a:pt x="1672" y="9823"/>
                  </a:cubicBezTo>
                  <a:lnTo>
                    <a:pt x="1672" y="9823"/>
                  </a:lnTo>
                  <a:cubicBezTo>
                    <a:pt x="1671" y="9812"/>
                    <a:pt x="1670" y="9801"/>
                    <a:pt x="1668" y="9789"/>
                  </a:cubicBezTo>
                  <a:cubicBezTo>
                    <a:pt x="1171" y="6622"/>
                    <a:pt x="1715" y="3542"/>
                    <a:pt x="3755" y="1114"/>
                  </a:cubicBezTo>
                  <a:close/>
                  <a:moveTo>
                    <a:pt x="4055" y="1"/>
                  </a:moveTo>
                  <a:cubicBezTo>
                    <a:pt x="3991" y="1"/>
                    <a:pt x="3926" y="25"/>
                    <a:pt x="3870" y="82"/>
                  </a:cubicBezTo>
                  <a:cubicBezTo>
                    <a:pt x="1401" y="2550"/>
                    <a:pt x="0" y="6420"/>
                    <a:pt x="1001" y="9922"/>
                  </a:cubicBezTo>
                  <a:cubicBezTo>
                    <a:pt x="1058" y="10123"/>
                    <a:pt x="1202" y="10213"/>
                    <a:pt x="1342" y="10213"/>
                  </a:cubicBezTo>
                  <a:cubicBezTo>
                    <a:pt x="1484" y="10213"/>
                    <a:pt x="1623" y="10120"/>
                    <a:pt x="1662" y="9956"/>
                  </a:cubicBezTo>
                  <a:lnTo>
                    <a:pt x="1662" y="9956"/>
                  </a:lnTo>
                  <a:cubicBezTo>
                    <a:pt x="3197" y="9950"/>
                    <a:pt x="4241" y="8470"/>
                    <a:pt x="4570" y="7087"/>
                  </a:cubicBezTo>
                  <a:cubicBezTo>
                    <a:pt x="5071" y="4885"/>
                    <a:pt x="4337" y="2584"/>
                    <a:pt x="4370" y="349"/>
                  </a:cubicBezTo>
                  <a:cubicBezTo>
                    <a:pt x="4370" y="157"/>
                    <a:pt x="4216" y="1"/>
                    <a:pt x="40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45"/>
            <p:cNvSpPr/>
            <p:nvPr/>
          </p:nvSpPr>
          <p:spPr>
            <a:xfrm>
              <a:off x="5603750" y="2529775"/>
              <a:ext cx="63525" cy="226600"/>
            </a:xfrm>
            <a:custGeom>
              <a:avLst/>
              <a:gdLst/>
              <a:ahLst/>
              <a:cxnLst/>
              <a:rect l="l" t="t" r="r" b="b"/>
              <a:pathLst>
                <a:path w="2541" h="9064" extrusionOk="0">
                  <a:moveTo>
                    <a:pt x="2326" y="1"/>
                  </a:moveTo>
                  <a:cubicBezTo>
                    <a:pt x="2275" y="1"/>
                    <a:pt x="2231" y="30"/>
                    <a:pt x="2219" y="100"/>
                  </a:cubicBezTo>
                  <a:cubicBezTo>
                    <a:pt x="1785" y="1401"/>
                    <a:pt x="1852" y="2835"/>
                    <a:pt x="1585" y="4169"/>
                  </a:cubicBezTo>
                  <a:cubicBezTo>
                    <a:pt x="1285" y="5737"/>
                    <a:pt x="751" y="7338"/>
                    <a:pt x="84" y="8839"/>
                  </a:cubicBezTo>
                  <a:cubicBezTo>
                    <a:pt x="1" y="8964"/>
                    <a:pt x="99" y="9063"/>
                    <a:pt x="210" y="9063"/>
                  </a:cubicBezTo>
                  <a:cubicBezTo>
                    <a:pt x="276" y="9063"/>
                    <a:pt x="347" y="9027"/>
                    <a:pt x="384" y="8939"/>
                  </a:cubicBezTo>
                  <a:cubicBezTo>
                    <a:pt x="985" y="7572"/>
                    <a:pt x="1485" y="6104"/>
                    <a:pt x="1819" y="4603"/>
                  </a:cubicBezTo>
                  <a:cubicBezTo>
                    <a:pt x="2119" y="3202"/>
                    <a:pt x="2052" y="1601"/>
                    <a:pt x="2519" y="233"/>
                  </a:cubicBezTo>
                  <a:cubicBezTo>
                    <a:pt x="2541" y="103"/>
                    <a:pt x="2421" y="1"/>
                    <a:pt x="23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45"/>
            <p:cNvSpPr/>
            <p:nvPr/>
          </p:nvSpPr>
          <p:spPr>
            <a:xfrm>
              <a:off x="4896175" y="2486400"/>
              <a:ext cx="206000" cy="154975"/>
            </a:xfrm>
            <a:custGeom>
              <a:avLst/>
              <a:gdLst/>
              <a:ahLst/>
              <a:cxnLst/>
              <a:rect l="l" t="t" r="r" b="b"/>
              <a:pathLst>
                <a:path w="8240" h="6199" extrusionOk="0">
                  <a:moveTo>
                    <a:pt x="0" y="0"/>
                  </a:moveTo>
                  <a:lnTo>
                    <a:pt x="0" y="0"/>
                  </a:lnTo>
                  <a:cubicBezTo>
                    <a:pt x="834" y="934"/>
                    <a:pt x="1435" y="2001"/>
                    <a:pt x="2135" y="3002"/>
                  </a:cubicBezTo>
                  <a:cubicBezTo>
                    <a:pt x="2836" y="4036"/>
                    <a:pt x="3636" y="5004"/>
                    <a:pt x="4670" y="5637"/>
                  </a:cubicBezTo>
                  <a:cubicBezTo>
                    <a:pt x="5246" y="5990"/>
                    <a:pt x="5925" y="6198"/>
                    <a:pt x="6587" y="6198"/>
                  </a:cubicBezTo>
                  <a:cubicBezTo>
                    <a:pt x="7113" y="6198"/>
                    <a:pt x="7629" y="6067"/>
                    <a:pt x="8073" y="5771"/>
                  </a:cubicBezTo>
                  <a:lnTo>
                    <a:pt x="8239" y="5471"/>
                  </a:lnTo>
                  <a:cubicBezTo>
                    <a:pt x="6672" y="2368"/>
                    <a:pt x="3403" y="234"/>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5"/>
            <p:cNvSpPr/>
            <p:nvPr/>
          </p:nvSpPr>
          <p:spPr>
            <a:xfrm>
              <a:off x="4887175" y="2480500"/>
              <a:ext cx="225350" cy="167025"/>
            </a:xfrm>
            <a:custGeom>
              <a:avLst/>
              <a:gdLst/>
              <a:ahLst/>
              <a:cxnLst/>
              <a:rect l="l" t="t" r="r" b="b"/>
              <a:pathLst>
                <a:path w="9014" h="6681" extrusionOk="0">
                  <a:moveTo>
                    <a:pt x="1055" y="720"/>
                  </a:moveTo>
                  <a:cubicBezTo>
                    <a:pt x="4182" y="1202"/>
                    <a:pt x="6545" y="3201"/>
                    <a:pt x="8249" y="5946"/>
                  </a:cubicBezTo>
                  <a:lnTo>
                    <a:pt x="8249" y="5946"/>
                  </a:lnTo>
                  <a:cubicBezTo>
                    <a:pt x="7828" y="6052"/>
                    <a:pt x="7435" y="6101"/>
                    <a:pt x="7067" y="6101"/>
                  </a:cubicBezTo>
                  <a:cubicBezTo>
                    <a:pt x="4156" y="6101"/>
                    <a:pt x="2813" y="3032"/>
                    <a:pt x="1055" y="720"/>
                  </a:cubicBezTo>
                  <a:close/>
                  <a:moveTo>
                    <a:pt x="323" y="0"/>
                  </a:moveTo>
                  <a:cubicBezTo>
                    <a:pt x="55" y="0"/>
                    <a:pt x="0" y="345"/>
                    <a:pt x="160" y="536"/>
                  </a:cubicBezTo>
                  <a:cubicBezTo>
                    <a:pt x="1661" y="2204"/>
                    <a:pt x="2528" y="4472"/>
                    <a:pt x="4396" y="5807"/>
                  </a:cubicBezTo>
                  <a:cubicBezTo>
                    <a:pt x="5091" y="6303"/>
                    <a:pt x="6010" y="6681"/>
                    <a:pt x="6887" y="6681"/>
                  </a:cubicBezTo>
                  <a:cubicBezTo>
                    <a:pt x="7454" y="6681"/>
                    <a:pt x="8003" y="6523"/>
                    <a:pt x="8462" y="6135"/>
                  </a:cubicBezTo>
                  <a:lnTo>
                    <a:pt x="8462" y="6135"/>
                  </a:lnTo>
                  <a:cubicBezTo>
                    <a:pt x="8498" y="6148"/>
                    <a:pt x="8535" y="6154"/>
                    <a:pt x="8571" y="6154"/>
                  </a:cubicBezTo>
                  <a:cubicBezTo>
                    <a:pt x="8802" y="6154"/>
                    <a:pt x="9013" y="5913"/>
                    <a:pt x="8900" y="5640"/>
                  </a:cubicBezTo>
                  <a:cubicBezTo>
                    <a:pt x="7399" y="2338"/>
                    <a:pt x="3763" y="236"/>
                    <a:pt x="360" y="3"/>
                  </a:cubicBezTo>
                  <a:cubicBezTo>
                    <a:pt x="347" y="1"/>
                    <a:pt x="335" y="0"/>
                    <a:pt x="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5"/>
            <p:cNvSpPr/>
            <p:nvPr/>
          </p:nvSpPr>
          <p:spPr>
            <a:xfrm>
              <a:off x="4916900" y="2493050"/>
              <a:ext cx="194700" cy="141200"/>
            </a:xfrm>
            <a:custGeom>
              <a:avLst/>
              <a:gdLst/>
              <a:ahLst/>
              <a:cxnLst/>
              <a:rect l="l" t="t" r="r" b="b"/>
              <a:pathLst>
                <a:path w="7788" h="5648" extrusionOk="0">
                  <a:moveTo>
                    <a:pt x="220" y="1"/>
                  </a:moveTo>
                  <a:cubicBezTo>
                    <a:pt x="90" y="1"/>
                    <a:pt x="1" y="224"/>
                    <a:pt x="139" y="334"/>
                  </a:cubicBezTo>
                  <a:cubicBezTo>
                    <a:pt x="1373" y="1068"/>
                    <a:pt x="2340" y="2336"/>
                    <a:pt x="3508" y="3237"/>
                  </a:cubicBezTo>
                  <a:cubicBezTo>
                    <a:pt x="4708" y="4171"/>
                    <a:pt x="6043" y="4971"/>
                    <a:pt x="7410" y="5638"/>
                  </a:cubicBezTo>
                  <a:cubicBezTo>
                    <a:pt x="7434" y="5645"/>
                    <a:pt x="7456" y="5648"/>
                    <a:pt x="7477" y="5648"/>
                  </a:cubicBezTo>
                  <a:cubicBezTo>
                    <a:pt x="7673" y="5648"/>
                    <a:pt x="7788" y="5398"/>
                    <a:pt x="7577" y="5338"/>
                  </a:cubicBezTo>
                  <a:cubicBezTo>
                    <a:pt x="6076" y="4638"/>
                    <a:pt x="4675" y="3804"/>
                    <a:pt x="3374" y="2736"/>
                  </a:cubicBezTo>
                  <a:cubicBezTo>
                    <a:pt x="2273" y="1902"/>
                    <a:pt x="1406" y="801"/>
                    <a:pt x="305" y="34"/>
                  </a:cubicBezTo>
                  <a:cubicBezTo>
                    <a:pt x="276" y="11"/>
                    <a:pt x="247" y="1"/>
                    <a:pt x="2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5"/>
            <p:cNvSpPr/>
            <p:nvPr/>
          </p:nvSpPr>
          <p:spPr>
            <a:xfrm>
              <a:off x="5009800" y="2540825"/>
              <a:ext cx="20650" cy="44400"/>
            </a:xfrm>
            <a:custGeom>
              <a:avLst/>
              <a:gdLst/>
              <a:ahLst/>
              <a:cxnLst/>
              <a:rect l="l" t="t" r="r" b="b"/>
              <a:pathLst>
                <a:path w="826" h="1776" extrusionOk="0">
                  <a:moveTo>
                    <a:pt x="222" y="1"/>
                  </a:moveTo>
                  <a:cubicBezTo>
                    <a:pt x="111" y="1"/>
                    <a:pt x="1" y="122"/>
                    <a:pt x="92" y="258"/>
                  </a:cubicBezTo>
                  <a:cubicBezTo>
                    <a:pt x="292" y="658"/>
                    <a:pt x="459" y="1125"/>
                    <a:pt x="492" y="1626"/>
                  </a:cubicBezTo>
                  <a:cubicBezTo>
                    <a:pt x="492" y="1726"/>
                    <a:pt x="576" y="1776"/>
                    <a:pt x="659" y="1776"/>
                  </a:cubicBezTo>
                  <a:cubicBezTo>
                    <a:pt x="742" y="1776"/>
                    <a:pt x="826" y="1726"/>
                    <a:pt x="826" y="1626"/>
                  </a:cubicBezTo>
                  <a:cubicBezTo>
                    <a:pt x="792" y="1092"/>
                    <a:pt x="626" y="592"/>
                    <a:pt x="359" y="91"/>
                  </a:cubicBezTo>
                  <a:cubicBezTo>
                    <a:pt x="327" y="27"/>
                    <a:pt x="274" y="1"/>
                    <a:pt x="2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5"/>
            <p:cNvSpPr/>
            <p:nvPr/>
          </p:nvSpPr>
          <p:spPr>
            <a:xfrm>
              <a:off x="4943700" y="2539500"/>
              <a:ext cx="39500" cy="12800"/>
            </a:xfrm>
            <a:custGeom>
              <a:avLst/>
              <a:gdLst/>
              <a:ahLst/>
              <a:cxnLst/>
              <a:rect l="l" t="t" r="r" b="b"/>
              <a:pathLst>
                <a:path w="1580" h="512" extrusionOk="0">
                  <a:moveTo>
                    <a:pt x="1299" y="0"/>
                  </a:moveTo>
                  <a:cubicBezTo>
                    <a:pt x="1278" y="0"/>
                    <a:pt x="1257" y="4"/>
                    <a:pt x="1235" y="11"/>
                  </a:cubicBezTo>
                  <a:cubicBezTo>
                    <a:pt x="901" y="144"/>
                    <a:pt x="568" y="178"/>
                    <a:pt x="234" y="178"/>
                  </a:cubicBezTo>
                  <a:cubicBezTo>
                    <a:pt x="1" y="178"/>
                    <a:pt x="1" y="511"/>
                    <a:pt x="234" y="511"/>
                  </a:cubicBezTo>
                  <a:cubicBezTo>
                    <a:pt x="634" y="511"/>
                    <a:pt x="1001" y="478"/>
                    <a:pt x="1402" y="311"/>
                  </a:cubicBezTo>
                  <a:cubicBezTo>
                    <a:pt x="1580" y="222"/>
                    <a:pt x="1467" y="0"/>
                    <a:pt x="12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5"/>
            <p:cNvSpPr/>
            <p:nvPr/>
          </p:nvSpPr>
          <p:spPr>
            <a:xfrm>
              <a:off x="4971025" y="2517375"/>
              <a:ext cx="12725" cy="27625"/>
            </a:xfrm>
            <a:custGeom>
              <a:avLst/>
              <a:gdLst/>
              <a:ahLst/>
              <a:cxnLst/>
              <a:rect l="l" t="t" r="r" b="b"/>
              <a:pathLst>
                <a:path w="509" h="1105" extrusionOk="0">
                  <a:moveTo>
                    <a:pt x="215" y="1"/>
                  </a:moveTo>
                  <a:cubicBezTo>
                    <a:pt x="109" y="1"/>
                    <a:pt x="1" y="73"/>
                    <a:pt x="42" y="195"/>
                  </a:cubicBezTo>
                  <a:cubicBezTo>
                    <a:pt x="142" y="429"/>
                    <a:pt x="175" y="696"/>
                    <a:pt x="175" y="929"/>
                  </a:cubicBezTo>
                  <a:cubicBezTo>
                    <a:pt x="175" y="1046"/>
                    <a:pt x="259" y="1104"/>
                    <a:pt x="342" y="1104"/>
                  </a:cubicBezTo>
                  <a:cubicBezTo>
                    <a:pt x="425" y="1104"/>
                    <a:pt x="509" y="1046"/>
                    <a:pt x="509" y="929"/>
                  </a:cubicBezTo>
                  <a:cubicBezTo>
                    <a:pt x="509" y="662"/>
                    <a:pt x="475" y="362"/>
                    <a:pt x="375" y="95"/>
                  </a:cubicBezTo>
                  <a:cubicBezTo>
                    <a:pt x="349" y="30"/>
                    <a:pt x="283"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5"/>
            <p:cNvSpPr/>
            <p:nvPr/>
          </p:nvSpPr>
          <p:spPr>
            <a:xfrm>
              <a:off x="5156350" y="2351300"/>
              <a:ext cx="99275" cy="246850"/>
            </a:xfrm>
            <a:custGeom>
              <a:avLst/>
              <a:gdLst/>
              <a:ahLst/>
              <a:cxnLst/>
              <a:rect l="l" t="t" r="r" b="b"/>
              <a:pathLst>
                <a:path w="3971" h="9874" extrusionOk="0">
                  <a:moveTo>
                    <a:pt x="2436" y="0"/>
                  </a:moveTo>
                  <a:cubicBezTo>
                    <a:pt x="434" y="2735"/>
                    <a:pt x="1" y="6672"/>
                    <a:pt x="1402" y="9841"/>
                  </a:cubicBezTo>
                  <a:lnTo>
                    <a:pt x="1668" y="9874"/>
                  </a:lnTo>
                  <a:cubicBezTo>
                    <a:pt x="2803" y="9507"/>
                    <a:pt x="3603" y="8373"/>
                    <a:pt x="3770" y="7172"/>
                  </a:cubicBezTo>
                  <a:cubicBezTo>
                    <a:pt x="3970" y="5971"/>
                    <a:pt x="3737" y="4704"/>
                    <a:pt x="3403" y="3536"/>
                  </a:cubicBezTo>
                  <a:cubicBezTo>
                    <a:pt x="3069" y="2369"/>
                    <a:pt x="2602" y="1201"/>
                    <a:pt x="24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5"/>
            <p:cNvSpPr/>
            <p:nvPr/>
          </p:nvSpPr>
          <p:spPr>
            <a:xfrm>
              <a:off x="5142175" y="2343750"/>
              <a:ext cx="136100" cy="263100"/>
            </a:xfrm>
            <a:custGeom>
              <a:avLst/>
              <a:gdLst/>
              <a:ahLst/>
              <a:cxnLst/>
              <a:rect l="l" t="t" r="r" b="b"/>
              <a:pathLst>
                <a:path w="5444" h="10524" extrusionOk="0">
                  <a:moveTo>
                    <a:pt x="2823" y="1103"/>
                  </a:moveTo>
                  <a:lnTo>
                    <a:pt x="2823" y="1103"/>
                  </a:lnTo>
                  <a:cubicBezTo>
                    <a:pt x="3566" y="4309"/>
                    <a:pt x="5443" y="7768"/>
                    <a:pt x="2249" y="10085"/>
                  </a:cubicBezTo>
                  <a:lnTo>
                    <a:pt x="2249" y="10085"/>
                  </a:lnTo>
                  <a:cubicBezTo>
                    <a:pt x="2245" y="10071"/>
                    <a:pt x="2241" y="10057"/>
                    <a:pt x="2235" y="10042"/>
                  </a:cubicBezTo>
                  <a:cubicBezTo>
                    <a:pt x="1209" y="6994"/>
                    <a:pt x="1198" y="3889"/>
                    <a:pt x="2823" y="1103"/>
                  </a:cubicBezTo>
                  <a:close/>
                  <a:moveTo>
                    <a:pt x="2923" y="0"/>
                  </a:moveTo>
                  <a:cubicBezTo>
                    <a:pt x="2843" y="0"/>
                    <a:pt x="2762" y="40"/>
                    <a:pt x="2702" y="135"/>
                  </a:cubicBezTo>
                  <a:cubicBezTo>
                    <a:pt x="701" y="2971"/>
                    <a:pt x="1" y="7040"/>
                    <a:pt x="1568" y="10309"/>
                  </a:cubicBezTo>
                  <a:cubicBezTo>
                    <a:pt x="1655" y="10458"/>
                    <a:pt x="1793" y="10524"/>
                    <a:pt x="1923" y="10524"/>
                  </a:cubicBezTo>
                  <a:cubicBezTo>
                    <a:pt x="2070" y="10524"/>
                    <a:pt x="2209" y="10439"/>
                    <a:pt x="2251" y="10294"/>
                  </a:cubicBezTo>
                  <a:lnTo>
                    <a:pt x="2251" y="10294"/>
                  </a:lnTo>
                  <a:cubicBezTo>
                    <a:pt x="3732" y="9981"/>
                    <a:pt x="4505" y="8316"/>
                    <a:pt x="4570" y="6940"/>
                  </a:cubicBezTo>
                  <a:cubicBezTo>
                    <a:pt x="4737" y="4639"/>
                    <a:pt x="3570" y="2504"/>
                    <a:pt x="3236" y="302"/>
                  </a:cubicBezTo>
                  <a:cubicBezTo>
                    <a:pt x="3215" y="130"/>
                    <a:pt x="3069" y="0"/>
                    <a:pt x="29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5"/>
            <p:cNvSpPr/>
            <p:nvPr/>
          </p:nvSpPr>
          <p:spPr>
            <a:xfrm>
              <a:off x="5188425" y="2374350"/>
              <a:ext cx="28000" cy="232525"/>
            </a:xfrm>
            <a:custGeom>
              <a:avLst/>
              <a:gdLst/>
              <a:ahLst/>
              <a:cxnLst/>
              <a:rect l="l" t="t" r="r" b="b"/>
              <a:pathLst>
                <a:path w="1120" h="9301" extrusionOk="0">
                  <a:moveTo>
                    <a:pt x="751" y="0"/>
                  </a:moveTo>
                  <a:cubicBezTo>
                    <a:pt x="681" y="0"/>
                    <a:pt x="619" y="45"/>
                    <a:pt x="619" y="146"/>
                  </a:cubicBezTo>
                  <a:cubicBezTo>
                    <a:pt x="385" y="1480"/>
                    <a:pt x="719" y="2881"/>
                    <a:pt x="686" y="4249"/>
                  </a:cubicBezTo>
                  <a:cubicBezTo>
                    <a:pt x="686" y="5916"/>
                    <a:pt x="452" y="7551"/>
                    <a:pt x="19" y="9119"/>
                  </a:cubicBezTo>
                  <a:cubicBezTo>
                    <a:pt x="0" y="9230"/>
                    <a:pt x="95" y="9300"/>
                    <a:pt x="189" y="9300"/>
                  </a:cubicBezTo>
                  <a:cubicBezTo>
                    <a:pt x="263" y="9300"/>
                    <a:pt x="337" y="9256"/>
                    <a:pt x="352" y="9152"/>
                  </a:cubicBezTo>
                  <a:cubicBezTo>
                    <a:pt x="719" y="7651"/>
                    <a:pt x="986" y="6150"/>
                    <a:pt x="1019" y="4615"/>
                  </a:cubicBezTo>
                  <a:cubicBezTo>
                    <a:pt x="1119" y="3148"/>
                    <a:pt x="719" y="1647"/>
                    <a:pt x="953" y="212"/>
                  </a:cubicBezTo>
                  <a:cubicBezTo>
                    <a:pt x="953" y="79"/>
                    <a:pt x="844" y="0"/>
                    <a:pt x="7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5"/>
            <p:cNvSpPr/>
            <p:nvPr/>
          </p:nvSpPr>
          <p:spPr>
            <a:xfrm>
              <a:off x="5190500" y="2545425"/>
              <a:ext cx="46725" cy="36125"/>
            </a:xfrm>
            <a:custGeom>
              <a:avLst/>
              <a:gdLst/>
              <a:ahLst/>
              <a:cxnLst/>
              <a:rect l="l" t="t" r="r" b="b"/>
              <a:pathLst>
                <a:path w="1869" h="1445" extrusionOk="0">
                  <a:moveTo>
                    <a:pt x="1642" y="1"/>
                  </a:moveTo>
                  <a:cubicBezTo>
                    <a:pt x="1608" y="1"/>
                    <a:pt x="1572" y="13"/>
                    <a:pt x="1537" y="41"/>
                  </a:cubicBezTo>
                  <a:cubicBezTo>
                    <a:pt x="1103" y="441"/>
                    <a:pt x="636" y="808"/>
                    <a:pt x="136" y="1142"/>
                  </a:cubicBezTo>
                  <a:cubicBezTo>
                    <a:pt x="1" y="1249"/>
                    <a:pt x="128" y="1445"/>
                    <a:pt x="270" y="1445"/>
                  </a:cubicBezTo>
                  <a:cubicBezTo>
                    <a:pt x="303" y="1445"/>
                    <a:pt x="337" y="1434"/>
                    <a:pt x="369" y="1408"/>
                  </a:cubicBezTo>
                  <a:cubicBezTo>
                    <a:pt x="803" y="1075"/>
                    <a:pt x="1270" y="708"/>
                    <a:pt x="1737" y="274"/>
                  </a:cubicBezTo>
                  <a:cubicBezTo>
                    <a:pt x="1869" y="169"/>
                    <a:pt x="1771" y="1"/>
                    <a:pt x="16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5"/>
            <p:cNvSpPr/>
            <p:nvPr/>
          </p:nvSpPr>
          <p:spPr>
            <a:xfrm>
              <a:off x="5171150" y="2532075"/>
              <a:ext cx="31950" cy="49175"/>
            </a:xfrm>
            <a:custGeom>
              <a:avLst/>
              <a:gdLst/>
              <a:ahLst/>
              <a:cxnLst/>
              <a:rect l="l" t="t" r="r" b="b"/>
              <a:pathLst>
                <a:path w="1278" h="1967" extrusionOk="0">
                  <a:moveTo>
                    <a:pt x="188" y="0"/>
                  </a:moveTo>
                  <a:cubicBezTo>
                    <a:pt x="90" y="0"/>
                    <a:pt x="1" y="94"/>
                    <a:pt x="42" y="241"/>
                  </a:cubicBezTo>
                  <a:cubicBezTo>
                    <a:pt x="209" y="842"/>
                    <a:pt x="509" y="1409"/>
                    <a:pt x="910" y="1909"/>
                  </a:cubicBezTo>
                  <a:cubicBezTo>
                    <a:pt x="942" y="1950"/>
                    <a:pt x="982" y="1966"/>
                    <a:pt x="1023" y="1966"/>
                  </a:cubicBezTo>
                  <a:cubicBezTo>
                    <a:pt x="1149" y="1966"/>
                    <a:pt x="1278" y="1802"/>
                    <a:pt x="1177" y="1676"/>
                  </a:cubicBezTo>
                  <a:cubicBezTo>
                    <a:pt x="810" y="1175"/>
                    <a:pt x="509" y="675"/>
                    <a:pt x="343" y="108"/>
                  </a:cubicBezTo>
                  <a:cubicBezTo>
                    <a:pt x="305" y="33"/>
                    <a:pt x="245" y="0"/>
                    <a:pt x="1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5"/>
            <p:cNvSpPr/>
            <p:nvPr/>
          </p:nvSpPr>
          <p:spPr>
            <a:xfrm>
              <a:off x="5200425" y="2483625"/>
              <a:ext cx="42925" cy="34250"/>
            </a:xfrm>
            <a:custGeom>
              <a:avLst/>
              <a:gdLst/>
              <a:ahLst/>
              <a:cxnLst/>
              <a:rect l="l" t="t" r="r" b="b"/>
              <a:pathLst>
                <a:path w="1717" h="1370" extrusionOk="0">
                  <a:moveTo>
                    <a:pt x="1462" y="0"/>
                  </a:moveTo>
                  <a:cubicBezTo>
                    <a:pt x="1421" y="0"/>
                    <a:pt x="1379" y="13"/>
                    <a:pt x="1340" y="44"/>
                  </a:cubicBezTo>
                  <a:cubicBezTo>
                    <a:pt x="973" y="411"/>
                    <a:pt x="539" y="778"/>
                    <a:pt x="139" y="1078"/>
                  </a:cubicBezTo>
                  <a:cubicBezTo>
                    <a:pt x="0" y="1189"/>
                    <a:pt x="115" y="1370"/>
                    <a:pt x="254" y="1370"/>
                  </a:cubicBezTo>
                  <a:cubicBezTo>
                    <a:pt x="282" y="1370"/>
                    <a:pt x="311" y="1362"/>
                    <a:pt x="339" y="1345"/>
                  </a:cubicBezTo>
                  <a:cubicBezTo>
                    <a:pt x="806" y="1012"/>
                    <a:pt x="1206" y="611"/>
                    <a:pt x="1640" y="244"/>
                  </a:cubicBezTo>
                  <a:cubicBezTo>
                    <a:pt x="1717" y="142"/>
                    <a:pt x="1597" y="0"/>
                    <a:pt x="14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5"/>
            <p:cNvSpPr/>
            <p:nvPr/>
          </p:nvSpPr>
          <p:spPr>
            <a:xfrm>
              <a:off x="5179750" y="2475575"/>
              <a:ext cx="32325" cy="40625"/>
            </a:xfrm>
            <a:custGeom>
              <a:avLst/>
              <a:gdLst/>
              <a:ahLst/>
              <a:cxnLst/>
              <a:rect l="l" t="t" r="r" b="b"/>
              <a:pathLst>
                <a:path w="1293" h="1625" extrusionOk="0">
                  <a:moveTo>
                    <a:pt x="228" y="0"/>
                  </a:moveTo>
                  <a:cubicBezTo>
                    <a:pt x="119" y="0"/>
                    <a:pt x="0" y="103"/>
                    <a:pt x="65" y="233"/>
                  </a:cubicBezTo>
                  <a:cubicBezTo>
                    <a:pt x="299" y="733"/>
                    <a:pt x="566" y="1200"/>
                    <a:pt x="966" y="1567"/>
                  </a:cubicBezTo>
                  <a:cubicBezTo>
                    <a:pt x="1006" y="1608"/>
                    <a:pt x="1049" y="1625"/>
                    <a:pt x="1088" y="1625"/>
                  </a:cubicBezTo>
                  <a:cubicBezTo>
                    <a:pt x="1208" y="1625"/>
                    <a:pt x="1292" y="1460"/>
                    <a:pt x="1166" y="1334"/>
                  </a:cubicBezTo>
                  <a:cubicBezTo>
                    <a:pt x="833" y="933"/>
                    <a:pt x="532" y="566"/>
                    <a:pt x="366" y="99"/>
                  </a:cubicBezTo>
                  <a:cubicBezTo>
                    <a:pt x="342" y="30"/>
                    <a:pt x="287" y="0"/>
                    <a:pt x="2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5"/>
            <p:cNvSpPr/>
            <p:nvPr/>
          </p:nvSpPr>
          <p:spPr>
            <a:xfrm>
              <a:off x="5202800" y="2427975"/>
              <a:ext cx="32075" cy="25575"/>
            </a:xfrm>
            <a:custGeom>
              <a:avLst/>
              <a:gdLst/>
              <a:ahLst/>
              <a:cxnLst/>
              <a:rect l="l" t="t" r="r" b="b"/>
              <a:pathLst>
                <a:path w="1283" h="1023" extrusionOk="0">
                  <a:moveTo>
                    <a:pt x="1062" y="0"/>
                  </a:moveTo>
                  <a:cubicBezTo>
                    <a:pt x="1013" y="0"/>
                    <a:pt x="959" y="21"/>
                    <a:pt x="911" y="69"/>
                  </a:cubicBezTo>
                  <a:cubicBezTo>
                    <a:pt x="711" y="336"/>
                    <a:pt x="444" y="569"/>
                    <a:pt x="144" y="736"/>
                  </a:cubicBezTo>
                  <a:cubicBezTo>
                    <a:pt x="1" y="793"/>
                    <a:pt x="79" y="1023"/>
                    <a:pt x="210" y="1023"/>
                  </a:cubicBezTo>
                  <a:cubicBezTo>
                    <a:pt x="231" y="1023"/>
                    <a:pt x="254" y="1017"/>
                    <a:pt x="277" y="1003"/>
                  </a:cubicBezTo>
                  <a:cubicBezTo>
                    <a:pt x="644" y="836"/>
                    <a:pt x="945" y="602"/>
                    <a:pt x="1211" y="269"/>
                  </a:cubicBezTo>
                  <a:cubicBezTo>
                    <a:pt x="1283" y="126"/>
                    <a:pt x="1185" y="0"/>
                    <a:pt x="1062" y="0"/>
                  </a:cubicBezTo>
                  <a:close/>
                </a:path>
              </a:pathLst>
            </a:custGeom>
            <a:solidFill>
              <a:srgbClr val="4C7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5"/>
            <p:cNvSpPr/>
            <p:nvPr/>
          </p:nvSpPr>
          <p:spPr>
            <a:xfrm>
              <a:off x="5186500" y="2430125"/>
              <a:ext cx="25700" cy="23925"/>
            </a:xfrm>
            <a:custGeom>
              <a:avLst/>
              <a:gdLst/>
              <a:ahLst/>
              <a:cxnLst/>
              <a:rect l="l" t="t" r="r" b="b"/>
              <a:pathLst>
                <a:path w="1028" h="957" extrusionOk="0">
                  <a:moveTo>
                    <a:pt x="227" y="1"/>
                  </a:moveTo>
                  <a:cubicBezTo>
                    <a:pt x="108" y="1"/>
                    <a:pt x="1" y="150"/>
                    <a:pt x="96" y="316"/>
                  </a:cubicBezTo>
                  <a:cubicBezTo>
                    <a:pt x="262" y="550"/>
                    <a:pt x="429" y="750"/>
                    <a:pt x="696" y="917"/>
                  </a:cubicBezTo>
                  <a:cubicBezTo>
                    <a:pt x="731" y="945"/>
                    <a:pt x="767" y="957"/>
                    <a:pt x="802" y="957"/>
                  </a:cubicBezTo>
                  <a:cubicBezTo>
                    <a:pt x="931" y="957"/>
                    <a:pt x="1028" y="789"/>
                    <a:pt x="896" y="683"/>
                  </a:cubicBezTo>
                  <a:cubicBezTo>
                    <a:pt x="696" y="516"/>
                    <a:pt x="462" y="316"/>
                    <a:pt x="362" y="83"/>
                  </a:cubicBezTo>
                  <a:cubicBezTo>
                    <a:pt x="324" y="25"/>
                    <a:pt x="274" y="1"/>
                    <a:pt x="227" y="1"/>
                  </a:cubicBezTo>
                  <a:close/>
                </a:path>
              </a:pathLst>
            </a:custGeom>
            <a:solidFill>
              <a:srgbClr val="4C7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5"/>
            <p:cNvSpPr/>
            <p:nvPr/>
          </p:nvSpPr>
          <p:spPr>
            <a:xfrm>
              <a:off x="5955575" y="46575"/>
              <a:ext cx="735225" cy="5601500"/>
            </a:xfrm>
            <a:custGeom>
              <a:avLst/>
              <a:gdLst/>
              <a:ahLst/>
              <a:cxnLst/>
              <a:rect l="l" t="t" r="r" b="b"/>
              <a:pathLst>
                <a:path w="29409" h="224060" extrusionOk="0">
                  <a:moveTo>
                    <a:pt x="5097" y="0"/>
                  </a:moveTo>
                  <a:cubicBezTo>
                    <a:pt x="2590" y="0"/>
                    <a:pt x="0" y="1937"/>
                    <a:pt x="321" y="4360"/>
                  </a:cubicBezTo>
                  <a:cubicBezTo>
                    <a:pt x="12463" y="10497"/>
                    <a:pt x="15466" y="26676"/>
                    <a:pt x="13464" y="40119"/>
                  </a:cubicBezTo>
                  <a:cubicBezTo>
                    <a:pt x="11396" y="53528"/>
                    <a:pt x="5892" y="66571"/>
                    <a:pt x="6726" y="80147"/>
                  </a:cubicBezTo>
                  <a:cubicBezTo>
                    <a:pt x="7693" y="95358"/>
                    <a:pt x="16533" y="109001"/>
                    <a:pt x="19202" y="124012"/>
                  </a:cubicBezTo>
                  <a:cubicBezTo>
                    <a:pt x="20336" y="130150"/>
                    <a:pt x="20369" y="136454"/>
                    <a:pt x="20402" y="142725"/>
                  </a:cubicBezTo>
                  <a:cubicBezTo>
                    <a:pt x="20569" y="167276"/>
                    <a:pt x="20736" y="191794"/>
                    <a:pt x="20903" y="216345"/>
                  </a:cubicBezTo>
                  <a:lnTo>
                    <a:pt x="24505" y="212142"/>
                  </a:lnTo>
                  <a:cubicBezTo>
                    <a:pt x="24539" y="215177"/>
                    <a:pt x="24539" y="218279"/>
                    <a:pt x="24572" y="221315"/>
                  </a:cubicBezTo>
                  <a:cubicBezTo>
                    <a:pt x="24572" y="222082"/>
                    <a:pt x="24605" y="222849"/>
                    <a:pt x="25072" y="223450"/>
                  </a:cubicBezTo>
                  <a:cubicBezTo>
                    <a:pt x="25429" y="223872"/>
                    <a:pt x="25936" y="224059"/>
                    <a:pt x="26467" y="224059"/>
                  </a:cubicBezTo>
                  <a:cubicBezTo>
                    <a:pt x="27279" y="224059"/>
                    <a:pt x="28144" y="223622"/>
                    <a:pt x="28608" y="222916"/>
                  </a:cubicBezTo>
                  <a:cubicBezTo>
                    <a:pt x="29409" y="221749"/>
                    <a:pt x="29375" y="220248"/>
                    <a:pt x="29342" y="218847"/>
                  </a:cubicBezTo>
                  <a:cubicBezTo>
                    <a:pt x="28508" y="194095"/>
                    <a:pt x="27708" y="169378"/>
                    <a:pt x="26874" y="144593"/>
                  </a:cubicBezTo>
                  <a:cubicBezTo>
                    <a:pt x="26640" y="136621"/>
                    <a:pt x="26373" y="128615"/>
                    <a:pt x="25039" y="120776"/>
                  </a:cubicBezTo>
                  <a:cubicBezTo>
                    <a:pt x="21537" y="99695"/>
                    <a:pt x="10495" y="79046"/>
                    <a:pt x="14498" y="58065"/>
                  </a:cubicBezTo>
                  <a:cubicBezTo>
                    <a:pt x="15632" y="52194"/>
                    <a:pt x="17901" y="46623"/>
                    <a:pt x="19068" y="40719"/>
                  </a:cubicBezTo>
                  <a:cubicBezTo>
                    <a:pt x="21503" y="28710"/>
                    <a:pt x="19035" y="15835"/>
                    <a:pt x="12397" y="5527"/>
                  </a:cubicBezTo>
                  <a:cubicBezTo>
                    <a:pt x="10862" y="3159"/>
                    <a:pt x="8894" y="790"/>
                    <a:pt x="6159" y="123"/>
                  </a:cubicBezTo>
                  <a:cubicBezTo>
                    <a:pt x="5812" y="40"/>
                    <a:pt x="5456" y="0"/>
                    <a:pt x="5097"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5"/>
            <p:cNvSpPr/>
            <p:nvPr/>
          </p:nvSpPr>
          <p:spPr>
            <a:xfrm>
              <a:off x="5934400" y="20575"/>
              <a:ext cx="855650" cy="5707950"/>
            </a:xfrm>
            <a:custGeom>
              <a:avLst/>
              <a:gdLst/>
              <a:ahLst/>
              <a:cxnLst/>
              <a:rect l="l" t="t" r="r" b="b"/>
              <a:pathLst>
                <a:path w="34226" h="228318" extrusionOk="0">
                  <a:moveTo>
                    <a:pt x="5952" y="2099"/>
                  </a:moveTo>
                  <a:cubicBezTo>
                    <a:pt x="7660" y="2099"/>
                    <a:pt x="9171" y="3195"/>
                    <a:pt x="10342" y="4366"/>
                  </a:cubicBezTo>
                  <a:cubicBezTo>
                    <a:pt x="12743" y="6867"/>
                    <a:pt x="14478" y="10270"/>
                    <a:pt x="15879" y="13439"/>
                  </a:cubicBezTo>
                  <a:cubicBezTo>
                    <a:pt x="18914" y="20344"/>
                    <a:pt x="20149" y="28049"/>
                    <a:pt x="19582" y="35555"/>
                  </a:cubicBezTo>
                  <a:cubicBezTo>
                    <a:pt x="19014" y="43594"/>
                    <a:pt x="15579" y="50899"/>
                    <a:pt x="13911" y="58704"/>
                  </a:cubicBezTo>
                  <a:cubicBezTo>
                    <a:pt x="12343" y="66110"/>
                    <a:pt x="12577" y="73648"/>
                    <a:pt x="13711" y="81121"/>
                  </a:cubicBezTo>
                  <a:cubicBezTo>
                    <a:pt x="16146" y="96932"/>
                    <a:pt x="22584" y="111776"/>
                    <a:pt x="24252" y="127687"/>
                  </a:cubicBezTo>
                  <a:cubicBezTo>
                    <a:pt x="25152" y="136093"/>
                    <a:pt x="25219" y="144599"/>
                    <a:pt x="25519" y="153005"/>
                  </a:cubicBezTo>
                  <a:cubicBezTo>
                    <a:pt x="25753" y="161511"/>
                    <a:pt x="26086" y="170051"/>
                    <a:pt x="26220" y="178590"/>
                  </a:cubicBezTo>
                  <a:cubicBezTo>
                    <a:pt x="26386" y="188331"/>
                    <a:pt x="26553" y="198104"/>
                    <a:pt x="26720" y="207878"/>
                  </a:cubicBezTo>
                  <a:cubicBezTo>
                    <a:pt x="26757" y="209542"/>
                    <a:pt x="26744" y="211224"/>
                    <a:pt x="26731" y="212908"/>
                  </a:cubicBezTo>
                  <a:lnTo>
                    <a:pt x="26731" y="212908"/>
                  </a:lnTo>
                  <a:cubicBezTo>
                    <a:pt x="26659" y="212755"/>
                    <a:pt x="26589" y="212601"/>
                    <a:pt x="26520" y="212448"/>
                  </a:cubicBezTo>
                  <a:cubicBezTo>
                    <a:pt x="26318" y="212043"/>
                    <a:pt x="25860" y="211835"/>
                    <a:pt x="25410" y="211835"/>
                  </a:cubicBezTo>
                  <a:cubicBezTo>
                    <a:pt x="24968" y="211835"/>
                    <a:pt x="24533" y="212035"/>
                    <a:pt x="24352" y="212448"/>
                  </a:cubicBezTo>
                  <a:cubicBezTo>
                    <a:pt x="23756" y="213748"/>
                    <a:pt x="22917" y="215203"/>
                    <a:pt x="22534" y="216651"/>
                  </a:cubicBezTo>
                  <a:lnTo>
                    <a:pt x="22534" y="216651"/>
                  </a:lnTo>
                  <a:cubicBezTo>
                    <a:pt x="22910" y="200350"/>
                    <a:pt x="22682" y="184050"/>
                    <a:pt x="22550" y="167749"/>
                  </a:cubicBezTo>
                  <a:cubicBezTo>
                    <a:pt x="22517" y="159610"/>
                    <a:pt x="22417" y="151471"/>
                    <a:pt x="22384" y="143332"/>
                  </a:cubicBezTo>
                  <a:cubicBezTo>
                    <a:pt x="22350" y="135559"/>
                    <a:pt x="22083" y="127787"/>
                    <a:pt x="20182" y="120182"/>
                  </a:cubicBezTo>
                  <a:cubicBezTo>
                    <a:pt x="16646" y="106372"/>
                    <a:pt x="8841" y="93463"/>
                    <a:pt x="8674" y="78886"/>
                  </a:cubicBezTo>
                  <a:cubicBezTo>
                    <a:pt x="8507" y="64108"/>
                    <a:pt x="15312" y="50432"/>
                    <a:pt x="15979" y="35755"/>
                  </a:cubicBezTo>
                  <a:cubicBezTo>
                    <a:pt x="16503" y="24155"/>
                    <a:pt x="13165" y="10752"/>
                    <a:pt x="2326" y="4812"/>
                  </a:cubicBezTo>
                  <a:lnTo>
                    <a:pt x="2326" y="4812"/>
                  </a:lnTo>
                  <a:cubicBezTo>
                    <a:pt x="2524" y="3459"/>
                    <a:pt x="3695" y="2519"/>
                    <a:pt x="5071" y="2197"/>
                  </a:cubicBezTo>
                  <a:cubicBezTo>
                    <a:pt x="5370" y="2130"/>
                    <a:pt x="5664" y="2099"/>
                    <a:pt x="5952" y="2099"/>
                  </a:cubicBezTo>
                  <a:close/>
                  <a:moveTo>
                    <a:pt x="5926" y="1"/>
                  </a:moveTo>
                  <a:cubicBezTo>
                    <a:pt x="4187" y="1"/>
                    <a:pt x="2462" y="685"/>
                    <a:pt x="1302" y="2031"/>
                  </a:cubicBezTo>
                  <a:cubicBezTo>
                    <a:pt x="635" y="2798"/>
                    <a:pt x="201" y="3698"/>
                    <a:pt x="134" y="4699"/>
                  </a:cubicBezTo>
                  <a:cubicBezTo>
                    <a:pt x="1" y="6234"/>
                    <a:pt x="902" y="6400"/>
                    <a:pt x="2136" y="7168"/>
                  </a:cubicBezTo>
                  <a:cubicBezTo>
                    <a:pt x="4804" y="8802"/>
                    <a:pt x="7039" y="11037"/>
                    <a:pt x="8707" y="13672"/>
                  </a:cubicBezTo>
                  <a:cubicBezTo>
                    <a:pt x="16546" y="25681"/>
                    <a:pt x="13744" y="40692"/>
                    <a:pt x="10575" y="53701"/>
                  </a:cubicBezTo>
                  <a:cubicBezTo>
                    <a:pt x="8640" y="61707"/>
                    <a:pt x="6506" y="69846"/>
                    <a:pt x="6472" y="78118"/>
                  </a:cubicBezTo>
                  <a:cubicBezTo>
                    <a:pt x="6405" y="85857"/>
                    <a:pt x="8507" y="93263"/>
                    <a:pt x="11042" y="100434"/>
                  </a:cubicBezTo>
                  <a:cubicBezTo>
                    <a:pt x="13677" y="107873"/>
                    <a:pt x="16846" y="115145"/>
                    <a:pt x="18547" y="122884"/>
                  </a:cubicBezTo>
                  <a:cubicBezTo>
                    <a:pt x="20516" y="131590"/>
                    <a:pt x="20182" y="140630"/>
                    <a:pt x="20215" y="149503"/>
                  </a:cubicBezTo>
                  <a:cubicBezTo>
                    <a:pt x="20349" y="167749"/>
                    <a:pt x="20415" y="185929"/>
                    <a:pt x="20682" y="204142"/>
                  </a:cubicBezTo>
                  <a:cubicBezTo>
                    <a:pt x="20716" y="208545"/>
                    <a:pt x="20882" y="212982"/>
                    <a:pt x="21049" y="217385"/>
                  </a:cubicBezTo>
                  <a:cubicBezTo>
                    <a:pt x="21066" y="217868"/>
                    <a:pt x="21433" y="218110"/>
                    <a:pt x="21796" y="218110"/>
                  </a:cubicBezTo>
                  <a:cubicBezTo>
                    <a:pt x="21990" y="218110"/>
                    <a:pt x="22183" y="218041"/>
                    <a:pt x="22321" y="217902"/>
                  </a:cubicBezTo>
                  <a:lnTo>
                    <a:pt x="22321" y="217902"/>
                  </a:lnTo>
                  <a:cubicBezTo>
                    <a:pt x="22101" y="219807"/>
                    <a:pt x="21931" y="221937"/>
                    <a:pt x="22250" y="223823"/>
                  </a:cubicBezTo>
                  <a:cubicBezTo>
                    <a:pt x="22715" y="226637"/>
                    <a:pt x="25065" y="228317"/>
                    <a:pt x="27548" y="228317"/>
                  </a:cubicBezTo>
                  <a:cubicBezTo>
                    <a:pt x="28803" y="228317"/>
                    <a:pt x="30092" y="227888"/>
                    <a:pt x="31190" y="226958"/>
                  </a:cubicBezTo>
                  <a:cubicBezTo>
                    <a:pt x="34225" y="224323"/>
                    <a:pt x="33558" y="220120"/>
                    <a:pt x="33391" y="216517"/>
                  </a:cubicBezTo>
                  <a:cubicBezTo>
                    <a:pt x="33191" y="211847"/>
                    <a:pt x="32924" y="207177"/>
                    <a:pt x="32724" y="202507"/>
                  </a:cubicBezTo>
                  <a:cubicBezTo>
                    <a:pt x="31857" y="184628"/>
                    <a:pt x="31056" y="166782"/>
                    <a:pt x="30389" y="148869"/>
                  </a:cubicBezTo>
                  <a:cubicBezTo>
                    <a:pt x="30089" y="140129"/>
                    <a:pt x="29856" y="131356"/>
                    <a:pt x="28555" y="122684"/>
                  </a:cubicBezTo>
                  <a:cubicBezTo>
                    <a:pt x="27287" y="114478"/>
                    <a:pt x="24852" y="106472"/>
                    <a:pt x="22517" y="98500"/>
                  </a:cubicBezTo>
                  <a:cubicBezTo>
                    <a:pt x="20215" y="90727"/>
                    <a:pt x="17747" y="82888"/>
                    <a:pt x="16713" y="74783"/>
                  </a:cubicBezTo>
                  <a:cubicBezTo>
                    <a:pt x="15612" y="66210"/>
                    <a:pt x="16780" y="58271"/>
                    <a:pt x="19181" y="50032"/>
                  </a:cubicBezTo>
                  <a:cubicBezTo>
                    <a:pt x="21349" y="42526"/>
                    <a:pt x="22684" y="35088"/>
                    <a:pt x="21750" y="27249"/>
                  </a:cubicBezTo>
                  <a:cubicBezTo>
                    <a:pt x="20882" y="20010"/>
                    <a:pt x="18481" y="12872"/>
                    <a:pt x="14578" y="6600"/>
                  </a:cubicBezTo>
                  <a:cubicBezTo>
                    <a:pt x="13010" y="4065"/>
                    <a:pt x="11075" y="1497"/>
                    <a:pt x="8173" y="396"/>
                  </a:cubicBezTo>
                  <a:cubicBezTo>
                    <a:pt x="7452" y="132"/>
                    <a:pt x="6688" y="1"/>
                    <a:pt x="5926"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5"/>
            <p:cNvSpPr/>
            <p:nvPr/>
          </p:nvSpPr>
          <p:spPr>
            <a:xfrm>
              <a:off x="6443100" y="1996875"/>
              <a:ext cx="258550" cy="654650"/>
            </a:xfrm>
            <a:custGeom>
              <a:avLst/>
              <a:gdLst/>
              <a:ahLst/>
              <a:cxnLst/>
              <a:rect l="l" t="t" r="r" b="b"/>
              <a:pathLst>
                <a:path w="10342" h="26186" extrusionOk="0">
                  <a:moveTo>
                    <a:pt x="8974" y="0"/>
                  </a:moveTo>
                  <a:lnTo>
                    <a:pt x="8974" y="0"/>
                  </a:lnTo>
                  <a:cubicBezTo>
                    <a:pt x="6672" y="7839"/>
                    <a:pt x="3670" y="15411"/>
                    <a:pt x="1" y="22717"/>
                  </a:cubicBezTo>
                  <a:lnTo>
                    <a:pt x="1702" y="26186"/>
                  </a:lnTo>
                  <a:cubicBezTo>
                    <a:pt x="7606" y="18981"/>
                    <a:pt x="10341" y="9207"/>
                    <a:pt x="8974"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5"/>
            <p:cNvSpPr/>
            <p:nvPr/>
          </p:nvSpPr>
          <p:spPr>
            <a:xfrm>
              <a:off x="6427850" y="1978375"/>
              <a:ext cx="289650" cy="696775"/>
            </a:xfrm>
            <a:custGeom>
              <a:avLst/>
              <a:gdLst/>
              <a:ahLst/>
              <a:cxnLst/>
              <a:rect l="l" t="t" r="r" b="b"/>
              <a:pathLst>
                <a:path w="11586" h="27871" extrusionOk="0">
                  <a:moveTo>
                    <a:pt x="9631" y="1"/>
                  </a:moveTo>
                  <a:cubicBezTo>
                    <a:pt x="9289" y="1"/>
                    <a:pt x="8922" y="205"/>
                    <a:pt x="8817" y="540"/>
                  </a:cubicBezTo>
                  <a:cubicBezTo>
                    <a:pt x="7649" y="4443"/>
                    <a:pt x="6348" y="8279"/>
                    <a:pt x="4914" y="12082"/>
                  </a:cubicBezTo>
                  <a:cubicBezTo>
                    <a:pt x="3446" y="15885"/>
                    <a:pt x="1411" y="19454"/>
                    <a:pt x="110" y="23290"/>
                  </a:cubicBezTo>
                  <a:cubicBezTo>
                    <a:pt x="0" y="23686"/>
                    <a:pt x="312" y="23937"/>
                    <a:pt x="632" y="23937"/>
                  </a:cubicBezTo>
                  <a:cubicBezTo>
                    <a:pt x="797" y="23937"/>
                    <a:pt x="964" y="23871"/>
                    <a:pt x="1078" y="23723"/>
                  </a:cubicBezTo>
                  <a:cubicBezTo>
                    <a:pt x="3246" y="20454"/>
                    <a:pt x="4647" y="16452"/>
                    <a:pt x="6148" y="12816"/>
                  </a:cubicBezTo>
                  <a:cubicBezTo>
                    <a:pt x="7253" y="10146"/>
                    <a:pt x="8246" y="7412"/>
                    <a:pt x="9151" y="4659"/>
                  </a:cubicBezTo>
                  <a:lnTo>
                    <a:pt x="9151" y="4659"/>
                  </a:lnTo>
                  <a:cubicBezTo>
                    <a:pt x="9236" y="8058"/>
                    <a:pt x="8803" y="11441"/>
                    <a:pt x="7849" y="14717"/>
                  </a:cubicBezTo>
                  <a:cubicBezTo>
                    <a:pt x="6582" y="19154"/>
                    <a:pt x="4147" y="22723"/>
                    <a:pt x="1478" y="26425"/>
                  </a:cubicBezTo>
                  <a:cubicBezTo>
                    <a:pt x="999" y="27081"/>
                    <a:pt x="1702" y="27870"/>
                    <a:pt x="2376" y="27870"/>
                  </a:cubicBezTo>
                  <a:cubicBezTo>
                    <a:pt x="2594" y="27870"/>
                    <a:pt x="2808" y="27788"/>
                    <a:pt x="2979" y="27593"/>
                  </a:cubicBezTo>
                  <a:cubicBezTo>
                    <a:pt x="9284" y="20588"/>
                    <a:pt x="11585" y="9647"/>
                    <a:pt x="10284" y="540"/>
                  </a:cubicBezTo>
                  <a:cubicBezTo>
                    <a:pt x="10221" y="163"/>
                    <a:pt x="9936" y="1"/>
                    <a:pt x="9631"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5"/>
            <p:cNvSpPr/>
            <p:nvPr/>
          </p:nvSpPr>
          <p:spPr>
            <a:xfrm>
              <a:off x="5263925" y="1275"/>
              <a:ext cx="969900" cy="1880575"/>
            </a:xfrm>
            <a:custGeom>
              <a:avLst/>
              <a:gdLst/>
              <a:ahLst/>
              <a:cxnLst/>
              <a:rect l="l" t="t" r="r" b="b"/>
              <a:pathLst>
                <a:path w="38796" h="75223" extrusionOk="0">
                  <a:moveTo>
                    <a:pt x="2136" y="1"/>
                  </a:moveTo>
                  <a:cubicBezTo>
                    <a:pt x="1635" y="834"/>
                    <a:pt x="868" y="1502"/>
                    <a:pt x="1" y="1969"/>
                  </a:cubicBezTo>
                  <a:cubicBezTo>
                    <a:pt x="8106" y="9474"/>
                    <a:pt x="9107" y="21616"/>
                    <a:pt x="11342" y="32457"/>
                  </a:cubicBezTo>
                  <a:cubicBezTo>
                    <a:pt x="13710" y="43932"/>
                    <a:pt x="18147" y="54973"/>
                    <a:pt x="24285" y="64947"/>
                  </a:cubicBezTo>
                  <a:cubicBezTo>
                    <a:pt x="27358" y="69970"/>
                    <a:pt x="31806" y="75222"/>
                    <a:pt x="37695" y="75222"/>
                  </a:cubicBezTo>
                  <a:cubicBezTo>
                    <a:pt x="37750" y="75222"/>
                    <a:pt x="37806" y="75222"/>
                    <a:pt x="37861" y="75221"/>
                  </a:cubicBezTo>
                  <a:lnTo>
                    <a:pt x="38795" y="72819"/>
                  </a:lnTo>
                  <a:cubicBezTo>
                    <a:pt x="27287" y="64880"/>
                    <a:pt x="23718" y="49803"/>
                    <a:pt x="20882" y="36126"/>
                  </a:cubicBezTo>
                  <a:cubicBezTo>
                    <a:pt x="18047" y="22450"/>
                    <a:pt x="14011" y="7306"/>
                    <a:pt x="2136"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45"/>
            <p:cNvSpPr/>
            <p:nvPr/>
          </p:nvSpPr>
          <p:spPr>
            <a:xfrm>
              <a:off x="5237250" y="-21300"/>
              <a:ext cx="1013250" cy="1931500"/>
            </a:xfrm>
            <a:custGeom>
              <a:avLst/>
              <a:gdLst/>
              <a:ahLst/>
              <a:cxnLst/>
              <a:rect l="l" t="t" r="r" b="b"/>
              <a:pathLst>
                <a:path w="40530" h="77260" extrusionOk="0">
                  <a:moveTo>
                    <a:pt x="3225" y="0"/>
                  </a:moveTo>
                  <a:cubicBezTo>
                    <a:pt x="2907" y="0"/>
                    <a:pt x="2608" y="196"/>
                    <a:pt x="2402" y="470"/>
                  </a:cubicBezTo>
                  <a:cubicBezTo>
                    <a:pt x="1902" y="1170"/>
                    <a:pt x="1368" y="1637"/>
                    <a:pt x="601" y="2038"/>
                  </a:cubicBezTo>
                  <a:cubicBezTo>
                    <a:pt x="100" y="2338"/>
                    <a:pt x="0" y="3072"/>
                    <a:pt x="434" y="3505"/>
                  </a:cubicBezTo>
                  <a:cubicBezTo>
                    <a:pt x="8606" y="11378"/>
                    <a:pt x="9274" y="23520"/>
                    <a:pt x="11442" y="33994"/>
                  </a:cubicBezTo>
                  <a:cubicBezTo>
                    <a:pt x="13944" y="46003"/>
                    <a:pt x="18580" y="58078"/>
                    <a:pt x="25552" y="68252"/>
                  </a:cubicBezTo>
                  <a:cubicBezTo>
                    <a:pt x="28654" y="72739"/>
                    <a:pt x="32996" y="77260"/>
                    <a:pt x="38837" y="77260"/>
                  </a:cubicBezTo>
                  <a:cubicBezTo>
                    <a:pt x="38900" y="77260"/>
                    <a:pt x="38964" y="77259"/>
                    <a:pt x="39028" y="77258"/>
                  </a:cubicBezTo>
                  <a:cubicBezTo>
                    <a:pt x="40529" y="77225"/>
                    <a:pt x="40463" y="75023"/>
                    <a:pt x="39028" y="74957"/>
                  </a:cubicBezTo>
                  <a:cubicBezTo>
                    <a:pt x="31389" y="74590"/>
                    <a:pt x="27053" y="66617"/>
                    <a:pt x="23851" y="60713"/>
                  </a:cubicBezTo>
                  <a:cubicBezTo>
                    <a:pt x="20048" y="53775"/>
                    <a:pt x="17079" y="46436"/>
                    <a:pt x="15011" y="38864"/>
                  </a:cubicBezTo>
                  <a:cubicBezTo>
                    <a:pt x="11670" y="26926"/>
                    <a:pt x="11704" y="12369"/>
                    <a:pt x="2626" y="3018"/>
                  </a:cubicBezTo>
                  <a:lnTo>
                    <a:pt x="2626" y="3018"/>
                  </a:lnTo>
                  <a:cubicBezTo>
                    <a:pt x="2941" y="2757"/>
                    <a:pt x="3228" y="2478"/>
                    <a:pt x="3497" y="2163"/>
                  </a:cubicBezTo>
                  <a:lnTo>
                    <a:pt x="3497" y="2163"/>
                  </a:lnTo>
                  <a:cubicBezTo>
                    <a:pt x="12771" y="8318"/>
                    <a:pt x="16908" y="19161"/>
                    <a:pt x="19581" y="29557"/>
                  </a:cubicBezTo>
                  <a:cubicBezTo>
                    <a:pt x="22283" y="40098"/>
                    <a:pt x="23684" y="51106"/>
                    <a:pt x="28587" y="60947"/>
                  </a:cubicBezTo>
                  <a:cubicBezTo>
                    <a:pt x="31223" y="66184"/>
                    <a:pt x="34792" y="70920"/>
                    <a:pt x="39795" y="74089"/>
                  </a:cubicBezTo>
                  <a:cubicBezTo>
                    <a:pt x="39817" y="74099"/>
                    <a:pt x="39841" y="74103"/>
                    <a:pt x="39864" y="74103"/>
                  </a:cubicBezTo>
                  <a:cubicBezTo>
                    <a:pt x="40092" y="74103"/>
                    <a:pt x="40367" y="73697"/>
                    <a:pt x="40096" y="73455"/>
                  </a:cubicBezTo>
                  <a:cubicBezTo>
                    <a:pt x="21382" y="58845"/>
                    <a:pt x="25385" y="32259"/>
                    <a:pt x="15111" y="12912"/>
                  </a:cubicBezTo>
                  <a:cubicBezTo>
                    <a:pt x="12376" y="7742"/>
                    <a:pt x="8573" y="3305"/>
                    <a:pt x="3670" y="136"/>
                  </a:cubicBezTo>
                  <a:cubicBezTo>
                    <a:pt x="3522" y="42"/>
                    <a:pt x="3372" y="0"/>
                    <a:pt x="3225"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45"/>
            <p:cNvSpPr/>
            <p:nvPr/>
          </p:nvSpPr>
          <p:spPr>
            <a:xfrm>
              <a:off x="6351375" y="196425"/>
              <a:ext cx="381125" cy="974875"/>
            </a:xfrm>
            <a:custGeom>
              <a:avLst/>
              <a:gdLst/>
              <a:ahLst/>
              <a:cxnLst/>
              <a:rect l="l" t="t" r="r" b="b"/>
              <a:pathLst>
                <a:path w="15245" h="38995" extrusionOk="0">
                  <a:moveTo>
                    <a:pt x="12710" y="0"/>
                  </a:moveTo>
                  <a:lnTo>
                    <a:pt x="12710" y="0"/>
                  </a:lnTo>
                  <a:cubicBezTo>
                    <a:pt x="12910" y="9774"/>
                    <a:pt x="10508" y="19547"/>
                    <a:pt x="5838" y="28120"/>
                  </a:cubicBezTo>
                  <a:cubicBezTo>
                    <a:pt x="4695" y="30165"/>
                    <a:pt x="2902" y="32372"/>
                    <a:pt x="727" y="32372"/>
                  </a:cubicBezTo>
                  <a:cubicBezTo>
                    <a:pt x="490" y="32372"/>
                    <a:pt x="247" y="32346"/>
                    <a:pt x="0" y="32290"/>
                  </a:cubicBezTo>
                  <a:lnTo>
                    <a:pt x="0" y="38995"/>
                  </a:lnTo>
                  <a:cubicBezTo>
                    <a:pt x="8974" y="30722"/>
                    <a:pt x="14544" y="18847"/>
                    <a:pt x="15145" y="6638"/>
                  </a:cubicBezTo>
                  <a:cubicBezTo>
                    <a:pt x="15245" y="4170"/>
                    <a:pt x="14878" y="1201"/>
                    <a:pt x="12710"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45"/>
            <p:cNvSpPr/>
            <p:nvPr/>
          </p:nvSpPr>
          <p:spPr>
            <a:xfrm>
              <a:off x="6310250" y="172475"/>
              <a:ext cx="445600" cy="1026000"/>
            </a:xfrm>
            <a:custGeom>
              <a:avLst/>
              <a:gdLst/>
              <a:ahLst/>
              <a:cxnLst/>
              <a:rect l="l" t="t" r="r" b="b"/>
              <a:pathLst>
                <a:path w="17824" h="41040" extrusionOk="0">
                  <a:moveTo>
                    <a:pt x="14379" y="1"/>
                  </a:moveTo>
                  <a:cubicBezTo>
                    <a:pt x="13879" y="1"/>
                    <a:pt x="13387" y="420"/>
                    <a:pt x="13387" y="958"/>
                  </a:cubicBezTo>
                  <a:cubicBezTo>
                    <a:pt x="13487" y="6962"/>
                    <a:pt x="12653" y="12967"/>
                    <a:pt x="10852" y="18704"/>
                  </a:cubicBezTo>
                  <a:cubicBezTo>
                    <a:pt x="9951" y="21673"/>
                    <a:pt x="8784" y="24542"/>
                    <a:pt x="7383" y="27310"/>
                  </a:cubicBezTo>
                  <a:cubicBezTo>
                    <a:pt x="6015" y="29979"/>
                    <a:pt x="4548" y="32114"/>
                    <a:pt x="1612" y="33114"/>
                  </a:cubicBezTo>
                  <a:cubicBezTo>
                    <a:pt x="1479" y="33148"/>
                    <a:pt x="1479" y="33281"/>
                    <a:pt x="1545" y="33315"/>
                  </a:cubicBezTo>
                  <a:cubicBezTo>
                    <a:pt x="2146" y="33747"/>
                    <a:pt x="2737" y="33939"/>
                    <a:pt x="3314" y="33939"/>
                  </a:cubicBezTo>
                  <a:cubicBezTo>
                    <a:pt x="7323" y="33939"/>
                    <a:pt x="10649" y="24673"/>
                    <a:pt x="11553" y="22340"/>
                  </a:cubicBezTo>
                  <a:cubicBezTo>
                    <a:pt x="13896" y="16259"/>
                    <a:pt x="15105" y="9862"/>
                    <a:pt x="15250" y="3382"/>
                  </a:cubicBezTo>
                  <a:lnTo>
                    <a:pt x="15250" y="3382"/>
                  </a:lnTo>
                  <a:cubicBezTo>
                    <a:pt x="16476" y="5836"/>
                    <a:pt x="15733" y="9643"/>
                    <a:pt x="15389" y="11999"/>
                  </a:cubicBezTo>
                  <a:cubicBezTo>
                    <a:pt x="14888" y="15302"/>
                    <a:pt x="14054" y="18571"/>
                    <a:pt x="12887" y="21640"/>
                  </a:cubicBezTo>
                  <a:cubicBezTo>
                    <a:pt x="10285" y="28478"/>
                    <a:pt x="6149" y="34182"/>
                    <a:pt x="812" y="39152"/>
                  </a:cubicBezTo>
                  <a:cubicBezTo>
                    <a:pt x="0" y="39911"/>
                    <a:pt x="790" y="41040"/>
                    <a:pt x="1668" y="41040"/>
                  </a:cubicBezTo>
                  <a:cubicBezTo>
                    <a:pt x="1909" y="41040"/>
                    <a:pt x="2157" y="40955"/>
                    <a:pt x="2379" y="40753"/>
                  </a:cubicBezTo>
                  <a:cubicBezTo>
                    <a:pt x="8317" y="35216"/>
                    <a:pt x="12720" y="27877"/>
                    <a:pt x="15289" y="20205"/>
                  </a:cubicBezTo>
                  <a:cubicBezTo>
                    <a:pt x="16523" y="16469"/>
                    <a:pt x="17323" y="12533"/>
                    <a:pt x="17624" y="8597"/>
                  </a:cubicBezTo>
                  <a:cubicBezTo>
                    <a:pt x="17824" y="5495"/>
                    <a:pt x="17690" y="1992"/>
                    <a:pt x="14822" y="124"/>
                  </a:cubicBezTo>
                  <a:cubicBezTo>
                    <a:pt x="14682" y="39"/>
                    <a:pt x="14530" y="1"/>
                    <a:pt x="14379"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5"/>
            <p:cNvSpPr/>
            <p:nvPr/>
          </p:nvSpPr>
          <p:spPr>
            <a:xfrm>
              <a:off x="4554250" y="-300825"/>
              <a:ext cx="2652750" cy="1683250"/>
            </a:xfrm>
            <a:custGeom>
              <a:avLst/>
              <a:gdLst/>
              <a:ahLst/>
              <a:cxnLst/>
              <a:rect l="l" t="t" r="r" b="b"/>
              <a:pathLst>
                <a:path w="106110" h="67330" extrusionOk="0">
                  <a:moveTo>
                    <a:pt x="28017" y="1"/>
                  </a:moveTo>
                  <a:cubicBezTo>
                    <a:pt x="25370" y="1"/>
                    <a:pt x="22764" y="1303"/>
                    <a:pt x="21883" y="3945"/>
                  </a:cubicBezTo>
                  <a:cubicBezTo>
                    <a:pt x="21316" y="5647"/>
                    <a:pt x="21316" y="7548"/>
                    <a:pt x="21583" y="9516"/>
                  </a:cubicBezTo>
                  <a:cubicBezTo>
                    <a:pt x="19715" y="9750"/>
                    <a:pt x="17914" y="10417"/>
                    <a:pt x="16346" y="11651"/>
                  </a:cubicBezTo>
                  <a:cubicBezTo>
                    <a:pt x="13510" y="13819"/>
                    <a:pt x="11742" y="17522"/>
                    <a:pt x="12643" y="20891"/>
                  </a:cubicBezTo>
                  <a:cubicBezTo>
                    <a:pt x="6472" y="21892"/>
                    <a:pt x="1" y="25694"/>
                    <a:pt x="1001" y="32899"/>
                  </a:cubicBezTo>
                  <a:cubicBezTo>
                    <a:pt x="1481" y="36584"/>
                    <a:pt x="4999" y="39138"/>
                    <a:pt x="8369" y="39138"/>
                  </a:cubicBezTo>
                  <a:cubicBezTo>
                    <a:pt x="8752" y="39138"/>
                    <a:pt x="9133" y="39105"/>
                    <a:pt x="9508" y="39037"/>
                  </a:cubicBezTo>
                  <a:lnTo>
                    <a:pt x="9508" y="39037"/>
                  </a:lnTo>
                  <a:cubicBezTo>
                    <a:pt x="8874" y="42740"/>
                    <a:pt x="9541" y="46676"/>
                    <a:pt x="13010" y="48744"/>
                  </a:cubicBezTo>
                  <a:cubicBezTo>
                    <a:pt x="14243" y="49477"/>
                    <a:pt x="15658" y="49846"/>
                    <a:pt x="17055" y="49846"/>
                  </a:cubicBezTo>
                  <a:cubicBezTo>
                    <a:pt x="18265" y="49846"/>
                    <a:pt x="19462" y="49569"/>
                    <a:pt x="20515" y="49011"/>
                  </a:cubicBezTo>
                  <a:cubicBezTo>
                    <a:pt x="21082" y="52714"/>
                    <a:pt x="23584" y="56116"/>
                    <a:pt x="27354" y="57350"/>
                  </a:cubicBezTo>
                  <a:cubicBezTo>
                    <a:pt x="28320" y="57672"/>
                    <a:pt x="29298" y="57822"/>
                    <a:pt x="30264" y="57822"/>
                  </a:cubicBezTo>
                  <a:cubicBezTo>
                    <a:pt x="32799" y="57822"/>
                    <a:pt x="35243" y="56791"/>
                    <a:pt x="37127" y="55149"/>
                  </a:cubicBezTo>
                  <a:cubicBezTo>
                    <a:pt x="37628" y="60386"/>
                    <a:pt x="40229" y="65356"/>
                    <a:pt x="45867" y="66624"/>
                  </a:cubicBezTo>
                  <a:cubicBezTo>
                    <a:pt x="46486" y="66765"/>
                    <a:pt x="47109" y="66833"/>
                    <a:pt x="47726" y="66833"/>
                  </a:cubicBezTo>
                  <a:cubicBezTo>
                    <a:pt x="51465" y="66833"/>
                    <a:pt x="54986" y="64355"/>
                    <a:pt x="56074" y="60920"/>
                  </a:cubicBezTo>
                  <a:cubicBezTo>
                    <a:pt x="57042" y="62487"/>
                    <a:pt x="57775" y="64255"/>
                    <a:pt x="59143" y="65456"/>
                  </a:cubicBezTo>
                  <a:cubicBezTo>
                    <a:pt x="60391" y="66551"/>
                    <a:pt x="61970" y="67330"/>
                    <a:pt x="63568" y="67330"/>
                  </a:cubicBezTo>
                  <a:cubicBezTo>
                    <a:pt x="64404" y="67330"/>
                    <a:pt x="65246" y="67116"/>
                    <a:pt x="66048" y="66624"/>
                  </a:cubicBezTo>
                  <a:cubicBezTo>
                    <a:pt x="68316" y="65223"/>
                    <a:pt x="69083" y="62220"/>
                    <a:pt x="69651" y="59752"/>
                  </a:cubicBezTo>
                  <a:cubicBezTo>
                    <a:pt x="70084" y="58118"/>
                    <a:pt x="70384" y="56450"/>
                    <a:pt x="70585" y="54782"/>
                  </a:cubicBezTo>
                  <a:cubicBezTo>
                    <a:pt x="71911" y="55826"/>
                    <a:pt x="73522" y="56473"/>
                    <a:pt x="75204" y="56473"/>
                  </a:cubicBezTo>
                  <a:cubicBezTo>
                    <a:pt x="76101" y="56473"/>
                    <a:pt x="77018" y="56289"/>
                    <a:pt x="77923" y="55883"/>
                  </a:cubicBezTo>
                  <a:cubicBezTo>
                    <a:pt x="79624" y="55115"/>
                    <a:pt x="80792" y="53781"/>
                    <a:pt x="81492" y="52247"/>
                  </a:cubicBezTo>
                  <a:cubicBezTo>
                    <a:pt x="84289" y="54923"/>
                    <a:pt x="88061" y="56542"/>
                    <a:pt x="91905" y="56542"/>
                  </a:cubicBezTo>
                  <a:cubicBezTo>
                    <a:pt x="92325" y="56542"/>
                    <a:pt x="92746" y="56522"/>
                    <a:pt x="93167" y="56483"/>
                  </a:cubicBezTo>
                  <a:cubicBezTo>
                    <a:pt x="94635" y="56383"/>
                    <a:pt x="96603" y="56116"/>
                    <a:pt x="97871" y="55249"/>
                  </a:cubicBezTo>
                  <a:cubicBezTo>
                    <a:pt x="99305" y="54215"/>
                    <a:pt x="98938" y="51146"/>
                    <a:pt x="98905" y="49578"/>
                  </a:cubicBezTo>
                  <a:cubicBezTo>
                    <a:pt x="98771" y="46142"/>
                    <a:pt x="98004" y="42807"/>
                    <a:pt x="96703" y="39704"/>
                  </a:cubicBezTo>
                  <a:cubicBezTo>
                    <a:pt x="100873" y="39638"/>
                    <a:pt x="104976" y="36535"/>
                    <a:pt x="105576" y="32232"/>
                  </a:cubicBezTo>
                  <a:cubicBezTo>
                    <a:pt x="106110" y="27396"/>
                    <a:pt x="102174" y="23359"/>
                    <a:pt x="97737" y="22659"/>
                  </a:cubicBezTo>
                  <a:cubicBezTo>
                    <a:pt x="100272" y="17288"/>
                    <a:pt x="98738" y="10183"/>
                    <a:pt x="93367" y="7114"/>
                  </a:cubicBezTo>
                  <a:cubicBezTo>
                    <a:pt x="91688" y="6159"/>
                    <a:pt x="89853" y="5722"/>
                    <a:pt x="88022" y="5722"/>
                  </a:cubicBezTo>
                  <a:cubicBezTo>
                    <a:pt x="84037" y="5722"/>
                    <a:pt x="80076" y="7792"/>
                    <a:pt x="77790" y="11084"/>
                  </a:cubicBezTo>
                  <a:cubicBezTo>
                    <a:pt x="75421" y="7515"/>
                    <a:pt x="71585" y="5080"/>
                    <a:pt x="67182" y="4746"/>
                  </a:cubicBezTo>
                  <a:cubicBezTo>
                    <a:pt x="66868" y="4722"/>
                    <a:pt x="66554" y="4710"/>
                    <a:pt x="66242" y="4710"/>
                  </a:cubicBezTo>
                  <a:cubicBezTo>
                    <a:pt x="61810" y="4710"/>
                    <a:pt x="57595" y="7098"/>
                    <a:pt x="55040" y="10650"/>
                  </a:cubicBezTo>
                  <a:cubicBezTo>
                    <a:pt x="52372" y="7681"/>
                    <a:pt x="49269" y="4746"/>
                    <a:pt x="45233" y="4045"/>
                  </a:cubicBezTo>
                  <a:cubicBezTo>
                    <a:pt x="44535" y="3923"/>
                    <a:pt x="43832" y="3860"/>
                    <a:pt x="43137" y="3860"/>
                  </a:cubicBezTo>
                  <a:cubicBezTo>
                    <a:pt x="40805" y="3860"/>
                    <a:pt x="38556" y="4565"/>
                    <a:pt x="36860" y="6080"/>
                  </a:cubicBezTo>
                  <a:cubicBezTo>
                    <a:pt x="35092" y="3412"/>
                    <a:pt x="32924" y="877"/>
                    <a:pt x="29689" y="176"/>
                  </a:cubicBezTo>
                  <a:cubicBezTo>
                    <a:pt x="29140" y="59"/>
                    <a:pt x="28578" y="1"/>
                    <a:pt x="280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5"/>
            <p:cNvSpPr/>
            <p:nvPr/>
          </p:nvSpPr>
          <p:spPr>
            <a:xfrm>
              <a:off x="4953700" y="493300"/>
              <a:ext cx="414500" cy="254375"/>
            </a:xfrm>
            <a:custGeom>
              <a:avLst/>
              <a:gdLst/>
              <a:ahLst/>
              <a:cxnLst/>
              <a:rect l="l" t="t" r="r" b="b"/>
              <a:pathLst>
                <a:path w="16580" h="10175" fill="none" extrusionOk="0">
                  <a:moveTo>
                    <a:pt x="6038" y="9340"/>
                  </a:moveTo>
                  <a:cubicBezTo>
                    <a:pt x="3203" y="10174"/>
                    <a:pt x="1" y="7439"/>
                    <a:pt x="368" y="4504"/>
                  </a:cubicBezTo>
                  <a:cubicBezTo>
                    <a:pt x="1936" y="4870"/>
                    <a:pt x="3437" y="5538"/>
                    <a:pt x="4771" y="6472"/>
                  </a:cubicBezTo>
                  <a:cubicBezTo>
                    <a:pt x="3537" y="4604"/>
                    <a:pt x="3170" y="2169"/>
                    <a:pt x="3737" y="0"/>
                  </a:cubicBezTo>
                  <a:cubicBezTo>
                    <a:pt x="5004" y="1635"/>
                    <a:pt x="6205" y="3336"/>
                    <a:pt x="7339" y="5104"/>
                  </a:cubicBezTo>
                  <a:cubicBezTo>
                    <a:pt x="7073" y="3436"/>
                    <a:pt x="7439" y="1635"/>
                    <a:pt x="8407" y="267"/>
                  </a:cubicBezTo>
                  <a:cubicBezTo>
                    <a:pt x="9741" y="1635"/>
                    <a:pt x="10342" y="3736"/>
                    <a:pt x="9908" y="5604"/>
                  </a:cubicBezTo>
                  <a:cubicBezTo>
                    <a:pt x="11109" y="3770"/>
                    <a:pt x="12576" y="2102"/>
                    <a:pt x="14211" y="634"/>
                  </a:cubicBezTo>
                  <a:cubicBezTo>
                    <a:pt x="14578" y="301"/>
                    <a:pt x="15078" y="134"/>
                    <a:pt x="15579" y="267"/>
                  </a:cubicBezTo>
                  <a:cubicBezTo>
                    <a:pt x="16546" y="501"/>
                    <a:pt x="16579" y="1568"/>
                    <a:pt x="16413" y="2402"/>
                  </a:cubicBezTo>
                  <a:cubicBezTo>
                    <a:pt x="15946" y="4971"/>
                    <a:pt x="14511" y="7339"/>
                    <a:pt x="12410" y="8973"/>
                  </a:cubicBezTo>
                  <a:cubicBezTo>
                    <a:pt x="12376" y="8606"/>
                    <a:pt x="12343" y="8173"/>
                    <a:pt x="12276" y="7806"/>
                  </a:cubicBezTo>
                </a:path>
              </a:pathLst>
            </a:custGeom>
            <a:noFill/>
            <a:ln w="2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5"/>
            <p:cNvSpPr/>
            <p:nvPr/>
          </p:nvSpPr>
          <p:spPr>
            <a:xfrm>
              <a:off x="5684225" y="846050"/>
              <a:ext cx="655500" cy="314425"/>
            </a:xfrm>
            <a:custGeom>
              <a:avLst/>
              <a:gdLst/>
              <a:ahLst/>
              <a:cxnLst/>
              <a:rect l="l" t="t" r="r" b="b"/>
              <a:pathLst>
                <a:path w="26220" h="12577" fill="none" extrusionOk="0">
                  <a:moveTo>
                    <a:pt x="6005" y="11842"/>
                  </a:moveTo>
                  <a:cubicBezTo>
                    <a:pt x="3136" y="11309"/>
                    <a:pt x="668" y="8907"/>
                    <a:pt x="67" y="6038"/>
                  </a:cubicBezTo>
                  <a:cubicBezTo>
                    <a:pt x="1" y="5704"/>
                    <a:pt x="134" y="5338"/>
                    <a:pt x="468" y="5171"/>
                  </a:cubicBezTo>
                  <a:cubicBezTo>
                    <a:pt x="801" y="5004"/>
                    <a:pt x="1035" y="5171"/>
                    <a:pt x="1302" y="5371"/>
                  </a:cubicBezTo>
                  <a:cubicBezTo>
                    <a:pt x="2636" y="6472"/>
                    <a:pt x="4004" y="7539"/>
                    <a:pt x="5338" y="8640"/>
                  </a:cubicBezTo>
                  <a:cubicBezTo>
                    <a:pt x="4537" y="6238"/>
                    <a:pt x="4637" y="3636"/>
                    <a:pt x="5538" y="1301"/>
                  </a:cubicBezTo>
                  <a:cubicBezTo>
                    <a:pt x="6639" y="3336"/>
                    <a:pt x="7473" y="5504"/>
                    <a:pt x="8040" y="7739"/>
                  </a:cubicBezTo>
                  <a:cubicBezTo>
                    <a:pt x="9141" y="6905"/>
                    <a:pt x="8874" y="5237"/>
                    <a:pt x="8840" y="3903"/>
                  </a:cubicBezTo>
                  <a:cubicBezTo>
                    <a:pt x="8774" y="2536"/>
                    <a:pt x="9808" y="801"/>
                    <a:pt x="11075" y="1301"/>
                  </a:cubicBezTo>
                  <a:cubicBezTo>
                    <a:pt x="11509" y="3570"/>
                    <a:pt x="11676" y="5905"/>
                    <a:pt x="11509" y="8240"/>
                  </a:cubicBezTo>
                  <a:cubicBezTo>
                    <a:pt x="12076" y="6171"/>
                    <a:pt x="12743" y="4070"/>
                    <a:pt x="13510" y="2069"/>
                  </a:cubicBezTo>
                  <a:cubicBezTo>
                    <a:pt x="13744" y="1368"/>
                    <a:pt x="14511" y="968"/>
                    <a:pt x="15212" y="1168"/>
                  </a:cubicBezTo>
                  <a:cubicBezTo>
                    <a:pt x="15979" y="1401"/>
                    <a:pt x="16046" y="2202"/>
                    <a:pt x="16046" y="2869"/>
                  </a:cubicBezTo>
                  <a:cubicBezTo>
                    <a:pt x="16079" y="4404"/>
                    <a:pt x="16079" y="5905"/>
                    <a:pt x="16112" y="7472"/>
                  </a:cubicBezTo>
                  <a:cubicBezTo>
                    <a:pt x="16913" y="4871"/>
                    <a:pt x="18014" y="2369"/>
                    <a:pt x="19315" y="0"/>
                  </a:cubicBezTo>
                  <a:cubicBezTo>
                    <a:pt x="20649" y="734"/>
                    <a:pt x="20916" y="2569"/>
                    <a:pt x="20716" y="4137"/>
                  </a:cubicBezTo>
                  <a:cubicBezTo>
                    <a:pt x="20515" y="5671"/>
                    <a:pt x="19948" y="7206"/>
                    <a:pt x="20349" y="8707"/>
                  </a:cubicBezTo>
                  <a:cubicBezTo>
                    <a:pt x="20582" y="6138"/>
                    <a:pt x="21883" y="3670"/>
                    <a:pt x="23918" y="2035"/>
                  </a:cubicBezTo>
                  <a:cubicBezTo>
                    <a:pt x="24185" y="1868"/>
                    <a:pt x="24418" y="1735"/>
                    <a:pt x="24718" y="1702"/>
                  </a:cubicBezTo>
                  <a:cubicBezTo>
                    <a:pt x="25886" y="1635"/>
                    <a:pt x="26219" y="3069"/>
                    <a:pt x="26119" y="4170"/>
                  </a:cubicBezTo>
                  <a:cubicBezTo>
                    <a:pt x="25853" y="7072"/>
                    <a:pt x="24452" y="9841"/>
                    <a:pt x="22350" y="11842"/>
                  </a:cubicBezTo>
                  <a:cubicBezTo>
                    <a:pt x="21916" y="12209"/>
                    <a:pt x="21416" y="12576"/>
                    <a:pt x="20849" y="12509"/>
                  </a:cubicBezTo>
                  <a:cubicBezTo>
                    <a:pt x="20282" y="12409"/>
                    <a:pt x="19915" y="11542"/>
                    <a:pt x="20415" y="11309"/>
                  </a:cubicBezTo>
                </a:path>
              </a:pathLst>
            </a:custGeom>
            <a:noFill/>
            <a:ln w="2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5"/>
            <p:cNvSpPr/>
            <p:nvPr/>
          </p:nvSpPr>
          <p:spPr>
            <a:xfrm>
              <a:off x="6546525" y="529150"/>
              <a:ext cx="406975" cy="317750"/>
            </a:xfrm>
            <a:custGeom>
              <a:avLst/>
              <a:gdLst/>
              <a:ahLst/>
              <a:cxnLst/>
              <a:rect l="l" t="t" r="r" b="b"/>
              <a:pathLst>
                <a:path w="16279" h="12710" fill="none" extrusionOk="0">
                  <a:moveTo>
                    <a:pt x="6738" y="11842"/>
                  </a:moveTo>
                  <a:cubicBezTo>
                    <a:pt x="6838" y="12343"/>
                    <a:pt x="6238" y="12710"/>
                    <a:pt x="5737" y="12643"/>
                  </a:cubicBezTo>
                  <a:cubicBezTo>
                    <a:pt x="5237" y="12510"/>
                    <a:pt x="4904" y="12109"/>
                    <a:pt x="4570" y="11742"/>
                  </a:cubicBezTo>
                  <a:lnTo>
                    <a:pt x="334" y="6705"/>
                  </a:lnTo>
                  <a:cubicBezTo>
                    <a:pt x="0" y="6339"/>
                    <a:pt x="0" y="5738"/>
                    <a:pt x="367" y="5405"/>
                  </a:cubicBezTo>
                  <a:cubicBezTo>
                    <a:pt x="867" y="4938"/>
                    <a:pt x="1434" y="5371"/>
                    <a:pt x="1868" y="5771"/>
                  </a:cubicBezTo>
                  <a:cubicBezTo>
                    <a:pt x="3002" y="6872"/>
                    <a:pt x="4070" y="7940"/>
                    <a:pt x="5204" y="9007"/>
                  </a:cubicBezTo>
                  <a:cubicBezTo>
                    <a:pt x="5070" y="7406"/>
                    <a:pt x="4937" y="5838"/>
                    <a:pt x="4870" y="4237"/>
                  </a:cubicBezTo>
                  <a:cubicBezTo>
                    <a:pt x="4837" y="3503"/>
                    <a:pt x="5270" y="2336"/>
                    <a:pt x="5938" y="2736"/>
                  </a:cubicBezTo>
                  <a:cubicBezTo>
                    <a:pt x="6738" y="4704"/>
                    <a:pt x="7239" y="6739"/>
                    <a:pt x="7505" y="8840"/>
                  </a:cubicBezTo>
                  <a:cubicBezTo>
                    <a:pt x="7239" y="5805"/>
                    <a:pt x="7872" y="2703"/>
                    <a:pt x="9273" y="1"/>
                  </a:cubicBezTo>
                  <a:cubicBezTo>
                    <a:pt x="10407" y="2202"/>
                    <a:pt x="10908" y="4704"/>
                    <a:pt x="10708" y="7172"/>
                  </a:cubicBezTo>
                  <a:cubicBezTo>
                    <a:pt x="11442" y="5271"/>
                    <a:pt x="12242" y="3403"/>
                    <a:pt x="13009" y="1568"/>
                  </a:cubicBezTo>
                  <a:cubicBezTo>
                    <a:pt x="13209" y="1068"/>
                    <a:pt x="13710" y="701"/>
                    <a:pt x="14244" y="701"/>
                  </a:cubicBezTo>
                  <a:cubicBezTo>
                    <a:pt x="14911" y="701"/>
                    <a:pt x="15178" y="1235"/>
                    <a:pt x="15344" y="1702"/>
                  </a:cubicBezTo>
                  <a:cubicBezTo>
                    <a:pt x="16278" y="4604"/>
                    <a:pt x="15411" y="8040"/>
                    <a:pt x="13209" y="10175"/>
                  </a:cubicBezTo>
                </a:path>
              </a:pathLst>
            </a:custGeom>
            <a:noFill/>
            <a:ln w="2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5"/>
            <p:cNvSpPr/>
            <p:nvPr/>
          </p:nvSpPr>
          <p:spPr>
            <a:xfrm>
              <a:off x="6115375" y="312325"/>
              <a:ext cx="433675" cy="295250"/>
            </a:xfrm>
            <a:custGeom>
              <a:avLst/>
              <a:gdLst/>
              <a:ahLst/>
              <a:cxnLst/>
              <a:rect l="l" t="t" r="r" b="b"/>
              <a:pathLst>
                <a:path w="17347" h="11810" fill="none" extrusionOk="0">
                  <a:moveTo>
                    <a:pt x="7105" y="11809"/>
                  </a:moveTo>
                  <a:cubicBezTo>
                    <a:pt x="3937" y="10408"/>
                    <a:pt x="1335" y="7740"/>
                    <a:pt x="134" y="4537"/>
                  </a:cubicBezTo>
                  <a:cubicBezTo>
                    <a:pt x="0" y="4170"/>
                    <a:pt x="0" y="3737"/>
                    <a:pt x="234" y="3403"/>
                  </a:cubicBezTo>
                  <a:cubicBezTo>
                    <a:pt x="768" y="2503"/>
                    <a:pt x="2002" y="3003"/>
                    <a:pt x="2769" y="3570"/>
                  </a:cubicBezTo>
                  <a:cubicBezTo>
                    <a:pt x="4103" y="4637"/>
                    <a:pt x="5304" y="5905"/>
                    <a:pt x="6272" y="7339"/>
                  </a:cubicBezTo>
                  <a:lnTo>
                    <a:pt x="5304" y="1202"/>
                  </a:lnTo>
                  <a:cubicBezTo>
                    <a:pt x="5237" y="635"/>
                    <a:pt x="5604" y="34"/>
                    <a:pt x="6238" y="34"/>
                  </a:cubicBezTo>
                  <a:cubicBezTo>
                    <a:pt x="6839" y="1"/>
                    <a:pt x="7072" y="568"/>
                    <a:pt x="7206" y="1068"/>
                  </a:cubicBezTo>
                  <a:cubicBezTo>
                    <a:pt x="7973" y="3570"/>
                    <a:pt x="8673" y="6139"/>
                    <a:pt x="9440" y="8640"/>
                  </a:cubicBezTo>
                  <a:cubicBezTo>
                    <a:pt x="9574" y="6806"/>
                    <a:pt x="9641" y="4971"/>
                    <a:pt x="9774" y="3070"/>
                  </a:cubicBezTo>
                  <a:cubicBezTo>
                    <a:pt x="9807" y="2302"/>
                    <a:pt x="10141" y="1202"/>
                    <a:pt x="10942" y="1235"/>
                  </a:cubicBezTo>
                  <a:lnTo>
                    <a:pt x="12176" y="8640"/>
                  </a:lnTo>
                  <a:cubicBezTo>
                    <a:pt x="12476" y="5905"/>
                    <a:pt x="13510" y="3236"/>
                    <a:pt x="15111" y="1035"/>
                  </a:cubicBezTo>
                  <a:cubicBezTo>
                    <a:pt x="17346" y="3136"/>
                    <a:pt x="16312" y="6839"/>
                    <a:pt x="15145" y="9674"/>
                  </a:cubicBezTo>
                  <a:cubicBezTo>
                    <a:pt x="14911" y="10308"/>
                    <a:pt x="14611" y="10975"/>
                    <a:pt x="13977" y="11242"/>
                  </a:cubicBezTo>
                  <a:cubicBezTo>
                    <a:pt x="13410" y="11542"/>
                    <a:pt x="12476" y="11142"/>
                    <a:pt x="12576" y="10508"/>
                  </a:cubicBezTo>
                </a:path>
              </a:pathLst>
            </a:custGeom>
            <a:noFill/>
            <a:ln w="2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5"/>
            <p:cNvSpPr/>
            <p:nvPr/>
          </p:nvSpPr>
          <p:spPr>
            <a:xfrm>
              <a:off x="5546625" y="316500"/>
              <a:ext cx="471200" cy="281050"/>
            </a:xfrm>
            <a:custGeom>
              <a:avLst/>
              <a:gdLst/>
              <a:ahLst/>
              <a:cxnLst/>
              <a:rect l="l" t="t" r="r" b="b"/>
              <a:pathLst>
                <a:path w="18848" h="11242" fill="none" extrusionOk="0">
                  <a:moveTo>
                    <a:pt x="6172" y="11242"/>
                  </a:moveTo>
                  <a:cubicBezTo>
                    <a:pt x="3236" y="9074"/>
                    <a:pt x="1" y="6305"/>
                    <a:pt x="234" y="2669"/>
                  </a:cubicBezTo>
                  <a:cubicBezTo>
                    <a:pt x="2069" y="4504"/>
                    <a:pt x="4070" y="6172"/>
                    <a:pt x="6239" y="7606"/>
                  </a:cubicBezTo>
                  <a:cubicBezTo>
                    <a:pt x="5204" y="5338"/>
                    <a:pt x="5038" y="2602"/>
                    <a:pt x="5838" y="234"/>
                  </a:cubicBezTo>
                  <a:cubicBezTo>
                    <a:pt x="7706" y="2369"/>
                    <a:pt x="9041" y="4904"/>
                    <a:pt x="9808" y="7606"/>
                  </a:cubicBezTo>
                  <a:cubicBezTo>
                    <a:pt x="10075" y="6539"/>
                    <a:pt x="9941" y="5404"/>
                    <a:pt x="9908" y="4270"/>
                  </a:cubicBezTo>
                  <a:cubicBezTo>
                    <a:pt x="9874" y="2936"/>
                    <a:pt x="10041" y="1502"/>
                    <a:pt x="11142" y="601"/>
                  </a:cubicBezTo>
                  <a:cubicBezTo>
                    <a:pt x="11809" y="67"/>
                    <a:pt x="12810" y="1"/>
                    <a:pt x="13477" y="568"/>
                  </a:cubicBezTo>
                  <a:cubicBezTo>
                    <a:pt x="14311" y="1268"/>
                    <a:pt x="14078" y="2536"/>
                    <a:pt x="13877" y="3536"/>
                  </a:cubicBezTo>
                  <a:cubicBezTo>
                    <a:pt x="13544" y="5004"/>
                    <a:pt x="13177" y="6439"/>
                    <a:pt x="12843" y="7906"/>
                  </a:cubicBezTo>
                  <a:cubicBezTo>
                    <a:pt x="13644" y="5805"/>
                    <a:pt x="14811" y="3837"/>
                    <a:pt x="16246" y="2069"/>
                  </a:cubicBezTo>
                  <a:cubicBezTo>
                    <a:pt x="16613" y="1602"/>
                    <a:pt x="17046" y="1168"/>
                    <a:pt x="17713" y="1368"/>
                  </a:cubicBezTo>
                  <a:cubicBezTo>
                    <a:pt x="18080" y="1435"/>
                    <a:pt x="18381" y="1735"/>
                    <a:pt x="18514" y="2069"/>
                  </a:cubicBezTo>
                  <a:cubicBezTo>
                    <a:pt x="18848" y="2836"/>
                    <a:pt x="18547" y="3603"/>
                    <a:pt x="18281" y="4370"/>
                  </a:cubicBezTo>
                  <a:cubicBezTo>
                    <a:pt x="17880" y="5605"/>
                    <a:pt x="17447" y="6839"/>
                    <a:pt x="17013" y="8073"/>
                  </a:cubicBezTo>
                  <a:cubicBezTo>
                    <a:pt x="16713" y="8874"/>
                    <a:pt x="15912" y="9841"/>
                    <a:pt x="15278" y="9341"/>
                  </a:cubicBezTo>
                </a:path>
              </a:pathLst>
            </a:custGeom>
            <a:noFill/>
            <a:ln w="2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5"/>
            <p:cNvSpPr/>
            <p:nvPr/>
          </p:nvSpPr>
          <p:spPr>
            <a:xfrm>
              <a:off x="5038775" y="-8725"/>
              <a:ext cx="709700" cy="322750"/>
            </a:xfrm>
            <a:custGeom>
              <a:avLst/>
              <a:gdLst/>
              <a:ahLst/>
              <a:cxnLst/>
              <a:rect l="l" t="t" r="r" b="b"/>
              <a:pathLst>
                <a:path w="28388" h="12910" fill="none" extrusionOk="0">
                  <a:moveTo>
                    <a:pt x="6005" y="12910"/>
                  </a:moveTo>
                  <a:cubicBezTo>
                    <a:pt x="4770" y="12376"/>
                    <a:pt x="3536" y="11709"/>
                    <a:pt x="2435" y="10941"/>
                  </a:cubicBezTo>
                  <a:cubicBezTo>
                    <a:pt x="1201" y="10174"/>
                    <a:pt x="0" y="9107"/>
                    <a:pt x="100" y="7572"/>
                  </a:cubicBezTo>
                  <a:cubicBezTo>
                    <a:pt x="134" y="6738"/>
                    <a:pt x="701" y="6005"/>
                    <a:pt x="1535" y="5904"/>
                  </a:cubicBezTo>
                  <a:cubicBezTo>
                    <a:pt x="3303" y="5704"/>
                    <a:pt x="3970" y="8506"/>
                    <a:pt x="5538" y="8239"/>
                  </a:cubicBezTo>
                  <a:cubicBezTo>
                    <a:pt x="4303" y="5904"/>
                    <a:pt x="4003" y="3036"/>
                    <a:pt x="4804" y="501"/>
                  </a:cubicBezTo>
                  <a:cubicBezTo>
                    <a:pt x="6138" y="2936"/>
                    <a:pt x="7339" y="5538"/>
                    <a:pt x="8306" y="8173"/>
                  </a:cubicBezTo>
                  <a:cubicBezTo>
                    <a:pt x="8340" y="5371"/>
                    <a:pt x="9140" y="2569"/>
                    <a:pt x="10608" y="200"/>
                  </a:cubicBezTo>
                  <a:cubicBezTo>
                    <a:pt x="11842" y="2068"/>
                    <a:pt x="12743" y="4203"/>
                    <a:pt x="13343" y="6371"/>
                  </a:cubicBezTo>
                  <a:cubicBezTo>
                    <a:pt x="13510" y="4604"/>
                    <a:pt x="13944" y="2869"/>
                    <a:pt x="14644" y="1234"/>
                  </a:cubicBezTo>
                  <a:cubicBezTo>
                    <a:pt x="14844" y="701"/>
                    <a:pt x="15211" y="100"/>
                    <a:pt x="15878" y="267"/>
                  </a:cubicBezTo>
                  <a:cubicBezTo>
                    <a:pt x="16312" y="367"/>
                    <a:pt x="16612" y="701"/>
                    <a:pt x="16712" y="1068"/>
                  </a:cubicBezTo>
                  <a:cubicBezTo>
                    <a:pt x="17213" y="2702"/>
                    <a:pt x="17446" y="4403"/>
                    <a:pt x="17313" y="6105"/>
                  </a:cubicBezTo>
                  <a:cubicBezTo>
                    <a:pt x="18280" y="4237"/>
                    <a:pt x="19281" y="2369"/>
                    <a:pt x="20448" y="601"/>
                  </a:cubicBezTo>
                  <a:cubicBezTo>
                    <a:pt x="20615" y="367"/>
                    <a:pt x="20882" y="200"/>
                    <a:pt x="21215" y="200"/>
                  </a:cubicBezTo>
                  <a:cubicBezTo>
                    <a:pt x="21682" y="234"/>
                    <a:pt x="21782" y="601"/>
                    <a:pt x="21816" y="934"/>
                  </a:cubicBezTo>
                  <a:cubicBezTo>
                    <a:pt x="21983" y="2235"/>
                    <a:pt x="21883" y="3569"/>
                    <a:pt x="21516" y="4837"/>
                  </a:cubicBezTo>
                  <a:lnTo>
                    <a:pt x="25252" y="701"/>
                  </a:lnTo>
                  <a:cubicBezTo>
                    <a:pt x="25685" y="234"/>
                    <a:pt x="26319" y="0"/>
                    <a:pt x="26919" y="67"/>
                  </a:cubicBezTo>
                  <a:cubicBezTo>
                    <a:pt x="28387" y="334"/>
                    <a:pt x="28254" y="2202"/>
                    <a:pt x="27820" y="3436"/>
                  </a:cubicBezTo>
                  <a:cubicBezTo>
                    <a:pt x="27386" y="4570"/>
                    <a:pt x="26886" y="5671"/>
                    <a:pt x="26319" y="6705"/>
                  </a:cubicBezTo>
                </a:path>
              </a:pathLst>
            </a:custGeom>
            <a:noFill/>
            <a:ln w="2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5"/>
            <p:cNvSpPr/>
            <p:nvPr/>
          </p:nvSpPr>
          <p:spPr>
            <a:xfrm>
              <a:off x="6557350" y="101350"/>
              <a:ext cx="328600" cy="231025"/>
            </a:xfrm>
            <a:custGeom>
              <a:avLst/>
              <a:gdLst/>
              <a:ahLst/>
              <a:cxnLst/>
              <a:rect l="l" t="t" r="r" b="b"/>
              <a:pathLst>
                <a:path w="13144" h="9241" fill="none" extrusionOk="0">
                  <a:moveTo>
                    <a:pt x="3436" y="7639"/>
                  </a:moveTo>
                  <a:cubicBezTo>
                    <a:pt x="1735" y="7673"/>
                    <a:pt x="101" y="6238"/>
                    <a:pt x="1" y="4504"/>
                  </a:cubicBezTo>
                  <a:cubicBezTo>
                    <a:pt x="1" y="4337"/>
                    <a:pt x="1" y="4170"/>
                    <a:pt x="134" y="4037"/>
                  </a:cubicBezTo>
                  <a:cubicBezTo>
                    <a:pt x="334" y="3803"/>
                    <a:pt x="768" y="3970"/>
                    <a:pt x="1068" y="4137"/>
                  </a:cubicBezTo>
                  <a:cubicBezTo>
                    <a:pt x="1669" y="4570"/>
                    <a:pt x="2336" y="4937"/>
                    <a:pt x="2969" y="5338"/>
                  </a:cubicBezTo>
                  <a:cubicBezTo>
                    <a:pt x="2803" y="4570"/>
                    <a:pt x="2636" y="3770"/>
                    <a:pt x="2436" y="2969"/>
                  </a:cubicBezTo>
                  <a:cubicBezTo>
                    <a:pt x="2336" y="2636"/>
                    <a:pt x="2269" y="2269"/>
                    <a:pt x="2402" y="1935"/>
                  </a:cubicBezTo>
                  <a:cubicBezTo>
                    <a:pt x="2469" y="1602"/>
                    <a:pt x="2836" y="1301"/>
                    <a:pt x="3170" y="1368"/>
                  </a:cubicBezTo>
                  <a:cubicBezTo>
                    <a:pt x="3470" y="1468"/>
                    <a:pt x="3637" y="1768"/>
                    <a:pt x="3770" y="2002"/>
                  </a:cubicBezTo>
                  <a:cubicBezTo>
                    <a:pt x="4237" y="2869"/>
                    <a:pt x="4671" y="3770"/>
                    <a:pt x="5171" y="4637"/>
                  </a:cubicBezTo>
                  <a:cubicBezTo>
                    <a:pt x="5371" y="3470"/>
                    <a:pt x="5638" y="2269"/>
                    <a:pt x="5838" y="1101"/>
                  </a:cubicBezTo>
                  <a:cubicBezTo>
                    <a:pt x="5938" y="634"/>
                    <a:pt x="6272" y="0"/>
                    <a:pt x="6739" y="167"/>
                  </a:cubicBezTo>
                  <a:cubicBezTo>
                    <a:pt x="7006" y="301"/>
                    <a:pt x="7039" y="634"/>
                    <a:pt x="7106" y="934"/>
                  </a:cubicBezTo>
                  <a:cubicBezTo>
                    <a:pt x="7206" y="2135"/>
                    <a:pt x="7273" y="3403"/>
                    <a:pt x="7273" y="4604"/>
                  </a:cubicBezTo>
                  <a:cubicBezTo>
                    <a:pt x="7573" y="3603"/>
                    <a:pt x="7973" y="2636"/>
                    <a:pt x="8507" y="1768"/>
                  </a:cubicBezTo>
                  <a:cubicBezTo>
                    <a:pt x="8607" y="1635"/>
                    <a:pt x="8674" y="1468"/>
                    <a:pt x="8840" y="1435"/>
                  </a:cubicBezTo>
                  <a:cubicBezTo>
                    <a:pt x="9307" y="1235"/>
                    <a:pt x="9674" y="1868"/>
                    <a:pt x="9708" y="2369"/>
                  </a:cubicBezTo>
                  <a:cubicBezTo>
                    <a:pt x="9808" y="3303"/>
                    <a:pt x="9774" y="4237"/>
                    <a:pt x="9541" y="5104"/>
                  </a:cubicBezTo>
                  <a:cubicBezTo>
                    <a:pt x="9808" y="4504"/>
                    <a:pt x="10275" y="3970"/>
                    <a:pt x="10808" y="3636"/>
                  </a:cubicBezTo>
                  <a:cubicBezTo>
                    <a:pt x="11009" y="3503"/>
                    <a:pt x="11275" y="3403"/>
                    <a:pt x="11509" y="3503"/>
                  </a:cubicBezTo>
                  <a:cubicBezTo>
                    <a:pt x="11909" y="3670"/>
                    <a:pt x="11842" y="4237"/>
                    <a:pt x="11742" y="4637"/>
                  </a:cubicBezTo>
                  <a:lnTo>
                    <a:pt x="11109" y="7005"/>
                  </a:lnTo>
                  <a:cubicBezTo>
                    <a:pt x="11342" y="6405"/>
                    <a:pt x="12309" y="6338"/>
                    <a:pt x="12743" y="6839"/>
                  </a:cubicBezTo>
                  <a:cubicBezTo>
                    <a:pt x="13143" y="7339"/>
                    <a:pt x="13010" y="8140"/>
                    <a:pt x="12576" y="8640"/>
                  </a:cubicBezTo>
                  <a:cubicBezTo>
                    <a:pt x="12109" y="9107"/>
                    <a:pt x="11409" y="9240"/>
                    <a:pt x="10742" y="9140"/>
                  </a:cubicBezTo>
                </a:path>
              </a:pathLst>
            </a:custGeom>
            <a:noFill/>
            <a:ln w="2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5"/>
            <p:cNvSpPr/>
            <p:nvPr/>
          </p:nvSpPr>
          <p:spPr>
            <a:xfrm>
              <a:off x="6144550" y="-6225"/>
              <a:ext cx="209350" cy="180975"/>
            </a:xfrm>
            <a:custGeom>
              <a:avLst/>
              <a:gdLst/>
              <a:ahLst/>
              <a:cxnLst/>
              <a:rect l="l" t="t" r="r" b="b"/>
              <a:pathLst>
                <a:path w="8374" h="7239" fill="none" extrusionOk="0">
                  <a:moveTo>
                    <a:pt x="3170" y="7239"/>
                  </a:moveTo>
                  <a:cubicBezTo>
                    <a:pt x="1635" y="6638"/>
                    <a:pt x="468" y="5271"/>
                    <a:pt x="134" y="3670"/>
                  </a:cubicBezTo>
                  <a:cubicBezTo>
                    <a:pt x="1" y="3169"/>
                    <a:pt x="134" y="2535"/>
                    <a:pt x="635" y="2469"/>
                  </a:cubicBezTo>
                  <a:cubicBezTo>
                    <a:pt x="835" y="2435"/>
                    <a:pt x="1035" y="2569"/>
                    <a:pt x="1268" y="2736"/>
                  </a:cubicBezTo>
                  <a:cubicBezTo>
                    <a:pt x="1936" y="3169"/>
                    <a:pt x="2569" y="3770"/>
                    <a:pt x="3103" y="4403"/>
                  </a:cubicBezTo>
                  <a:cubicBezTo>
                    <a:pt x="3003" y="3469"/>
                    <a:pt x="2970" y="2602"/>
                    <a:pt x="2936" y="1702"/>
                  </a:cubicBezTo>
                  <a:cubicBezTo>
                    <a:pt x="2936" y="1168"/>
                    <a:pt x="3203" y="467"/>
                    <a:pt x="3670" y="701"/>
                  </a:cubicBezTo>
                  <a:cubicBezTo>
                    <a:pt x="3904" y="768"/>
                    <a:pt x="3970" y="968"/>
                    <a:pt x="4037" y="1168"/>
                  </a:cubicBezTo>
                  <a:cubicBezTo>
                    <a:pt x="4437" y="2269"/>
                    <a:pt x="4804" y="3403"/>
                    <a:pt x="5171" y="4470"/>
                  </a:cubicBezTo>
                  <a:cubicBezTo>
                    <a:pt x="5338" y="3703"/>
                    <a:pt x="5538" y="2902"/>
                    <a:pt x="5705" y="2102"/>
                  </a:cubicBezTo>
                  <a:cubicBezTo>
                    <a:pt x="5872" y="1468"/>
                    <a:pt x="6005" y="801"/>
                    <a:pt x="6539" y="334"/>
                  </a:cubicBezTo>
                  <a:cubicBezTo>
                    <a:pt x="6806" y="134"/>
                    <a:pt x="7139" y="0"/>
                    <a:pt x="7473" y="100"/>
                  </a:cubicBezTo>
                  <a:cubicBezTo>
                    <a:pt x="8173" y="267"/>
                    <a:pt x="8374" y="1068"/>
                    <a:pt x="8307" y="1735"/>
                  </a:cubicBezTo>
                  <a:cubicBezTo>
                    <a:pt x="8207" y="2836"/>
                    <a:pt x="7673" y="3836"/>
                    <a:pt x="7139" y="4837"/>
                  </a:cubicBezTo>
                  <a:cubicBezTo>
                    <a:pt x="7106" y="4971"/>
                    <a:pt x="6973" y="5104"/>
                    <a:pt x="6839" y="5104"/>
                  </a:cubicBezTo>
                  <a:cubicBezTo>
                    <a:pt x="6706" y="5104"/>
                    <a:pt x="6706" y="4837"/>
                    <a:pt x="6839" y="4837"/>
                  </a:cubicBezTo>
                </a:path>
              </a:pathLst>
            </a:custGeom>
            <a:noFill/>
            <a:ln w="2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5"/>
            <p:cNvSpPr/>
            <p:nvPr/>
          </p:nvSpPr>
          <p:spPr>
            <a:xfrm>
              <a:off x="5254750" y="858550"/>
              <a:ext cx="185175" cy="213525"/>
            </a:xfrm>
            <a:custGeom>
              <a:avLst/>
              <a:gdLst/>
              <a:ahLst/>
              <a:cxnLst/>
              <a:rect l="l" t="t" r="r" b="b"/>
              <a:pathLst>
                <a:path w="7407" h="8541" fill="none" extrusionOk="0">
                  <a:moveTo>
                    <a:pt x="5305" y="8173"/>
                  </a:moveTo>
                  <a:cubicBezTo>
                    <a:pt x="3503" y="8540"/>
                    <a:pt x="1502" y="7706"/>
                    <a:pt x="501" y="6172"/>
                  </a:cubicBezTo>
                  <a:cubicBezTo>
                    <a:pt x="201" y="5705"/>
                    <a:pt x="1" y="5204"/>
                    <a:pt x="334" y="4671"/>
                  </a:cubicBezTo>
                  <a:cubicBezTo>
                    <a:pt x="635" y="4237"/>
                    <a:pt x="1168" y="4037"/>
                    <a:pt x="1669" y="4070"/>
                  </a:cubicBezTo>
                  <a:cubicBezTo>
                    <a:pt x="2636" y="4204"/>
                    <a:pt x="3303" y="4938"/>
                    <a:pt x="3870" y="5705"/>
                  </a:cubicBezTo>
                  <a:lnTo>
                    <a:pt x="3570" y="1535"/>
                  </a:lnTo>
                  <a:cubicBezTo>
                    <a:pt x="3537" y="1035"/>
                    <a:pt x="3803" y="534"/>
                    <a:pt x="4237" y="334"/>
                  </a:cubicBezTo>
                  <a:cubicBezTo>
                    <a:pt x="4904" y="1"/>
                    <a:pt x="5471" y="534"/>
                    <a:pt x="5838" y="1068"/>
                  </a:cubicBezTo>
                  <a:cubicBezTo>
                    <a:pt x="6639" y="2202"/>
                    <a:pt x="7206" y="3537"/>
                    <a:pt x="7406" y="4904"/>
                  </a:cubicBezTo>
                </a:path>
              </a:pathLst>
            </a:custGeom>
            <a:noFill/>
            <a:ln w="2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5"/>
            <p:cNvSpPr/>
            <p:nvPr/>
          </p:nvSpPr>
          <p:spPr>
            <a:xfrm>
              <a:off x="5888550" y="1448150"/>
              <a:ext cx="71725" cy="90875"/>
            </a:xfrm>
            <a:custGeom>
              <a:avLst/>
              <a:gdLst/>
              <a:ahLst/>
              <a:cxnLst/>
              <a:rect l="l" t="t" r="r" b="b"/>
              <a:pathLst>
                <a:path w="2869" h="3635" extrusionOk="0">
                  <a:moveTo>
                    <a:pt x="834" y="0"/>
                  </a:moveTo>
                  <a:cubicBezTo>
                    <a:pt x="667" y="1001"/>
                    <a:pt x="0" y="3169"/>
                    <a:pt x="1401" y="3603"/>
                  </a:cubicBezTo>
                  <a:cubicBezTo>
                    <a:pt x="1504" y="3623"/>
                    <a:pt x="1607" y="3634"/>
                    <a:pt x="1707" y="3634"/>
                  </a:cubicBezTo>
                  <a:cubicBezTo>
                    <a:pt x="2097" y="3634"/>
                    <a:pt x="2457" y="3474"/>
                    <a:pt x="2669" y="3103"/>
                  </a:cubicBezTo>
                  <a:cubicBezTo>
                    <a:pt x="2869" y="2669"/>
                    <a:pt x="2869" y="2102"/>
                    <a:pt x="2469" y="1868"/>
                  </a:cubicBezTo>
                  <a:cubicBezTo>
                    <a:pt x="2444" y="1860"/>
                    <a:pt x="2421" y="1856"/>
                    <a:pt x="2400" y="1856"/>
                  </a:cubicBezTo>
                  <a:cubicBezTo>
                    <a:pt x="2339" y="1856"/>
                    <a:pt x="2302" y="1893"/>
                    <a:pt x="2302" y="1968"/>
                  </a:cubicBezTo>
                  <a:cubicBezTo>
                    <a:pt x="2335" y="2335"/>
                    <a:pt x="2469" y="2769"/>
                    <a:pt x="2168" y="3002"/>
                  </a:cubicBezTo>
                  <a:cubicBezTo>
                    <a:pt x="2013" y="3140"/>
                    <a:pt x="1863" y="3198"/>
                    <a:pt x="1722" y="3198"/>
                  </a:cubicBezTo>
                  <a:cubicBezTo>
                    <a:pt x="1319" y="3198"/>
                    <a:pt x="1000" y="2723"/>
                    <a:pt x="901" y="2302"/>
                  </a:cubicBezTo>
                  <a:cubicBezTo>
                    <a:pt x="834" y="1635"/>
                    <a:pt x="834" y="768"/>
                    <a:pt x="834"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5"/>
            <p:cNvSpPr/>
            <p:nvPr/>
          </p:nvSpPr>
          <p:spPr>
            <a:xfrm>
              <a:off x="5822650" y="1404775"/>
              <a:ext cx="173500" cy="210500"/>
            </a:xfrm>
            <a:custGeom>
              <a:avLst/>
              <a:gdLst/>
              <a:ahLst/>
              <a:cxnLst/>
              <a:rect l="l" t="t" r="r" b="b"/>
              <a:pathLst>
                <a:path w="6940" h="8420" extrusionOk="0">
                  <a:moveTo>
                    <a:pt x="1102" y="1"/>
                  </a:moveTo>
                  <a:cubicBezTo>
                    <a:pt x="1" y="534"/>
                    <a:pt x="668" y="2002"/>
                    <a:pt x="1002" y="2836"/>
                  </a:cubicBezTo>
                  <a:cubicBezTo>
                    <a:pt x="1636" y="4504"/>
                    <a:pt x="2369" y="6539"/>
                    <a:pt x="3770" y="7740"/>
                  </a:cubicBezTo>
                  <a:cubicBezTo>
                    <a:pt x="4185" y="8115"/>
                    <a:pt x="4786" y="8419"/>
                    <a:pt x="5360" y="8419"/>
                  </a:cubicBezTo>
                  <a:cubicBezTo>
                    <a:pt x="5756" y="8419"/>
                    <a:pt x="6139" y="8274"/>
                    <a:pt x="6439" y="7906"/>
                  </a:cubicBezTo>
                  <a:cubicBezTo>
                    <a:pt x="6939" y="7306"/>
                    <a:pt x="6672" y="6405"/>
                    <a:pt x="5939" y="6205"/>
                  </a:cubicBezTo>
                  <a:cubicBezTo>
                    <a:pt x="5927" y="6202"/>
                    <a:pt x="5915" y="6201"/>
                    <a:pt x="5904" y="6201"/>
                  </a:cubicBezTo>
                  <a:cubicBezTo>
                    <a:pt x="5789" y="6201"/>
                    <a:pt x="5714" y="6345"/>
                    <a:pt x="5805" y="6405"/>
                  </a:cubicBezTo>
                  <a:cubicBezTo>
                    <a:pt x="5405" y="7186"/>
                    <a:pt x="5017" y="7594"/>
                    <a:pt x="4633" y="7594"/>
                  </a:cubicBezTo>
                  <a:cubicBezTo>
                    <a:pt x="4377" y="7594"/>
                    <a:pt x="4124" y="7413"/>
                    <a:pt x="3870" y="7039"/>
                  </a:cubicBezTo>
                  <a:cubicBezTo>
                    <a:pt x="3537" y="6672"/>
                    <a:pt x="3270" y="6305"/>
                    <a:pt x="3003" y="5872"/>
                  </a:cubicBezTo>
                  <a:cubicBezTo>
                    <a:pt x="2703" y="5405"/>
                    <a:pt x="2469" y="4904"/>
                    <a:pt x="2203" y="4404"/>
                  </a:cubicBezTo>
                  <a:cubicBezTo>
                    <a:pt x="1669" y="3303"/>
                    <a:pt x="468" y="1335"/>
                    <a:pt x="1102"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5"/>
            <p:cNvSpPr/>
            <p:nvPr/>
          </p:nvSpPr>
          <p:spPr>
            <a:xfrm>
              <a:off x="5752600" y="1372250"/>
              <a:ext cx="482600" cy="843075"/>
            </a:xfrm>
            <a:custGeom>
              <a:avLst/>
              <a:gdLst/>
              <a:ahLst/>
              <a:cxnLst/>
              <a:rect l="l" t="t" r="r" b="b"/>
              <a:pathLst>
                <a:path w="19304" h="33723" extrusionOk="0">
                  <a:moveTo>
                    <a:pt x="1" y="1"/>
                  </a:moveTo>
                  <a:lnTo>
                    <a:pt x="1" y="1"/>
                  </a:lnTo>
                  <a:cubicBezTo>
                    <a:pt x="1836" y="5938"/>
                    <a:pt x="6172" y="10842"/>
                    <a:pt x="9441" y="16012"/>
                  </a:cubicBezTo>
                  <a:cubicBezTo>
                    <a:pt x="11176" y="18748"/>
                    <a:pt x="12777" y="21650"/>
                    <a:pt x="14311" y="24518"/>
                  </a:cubicBezTo>
                  <a:cubicBezTo>
                    <a:pt x="15912" y="27487"/>
                    <a:pt x="17080" y="30790"/>
                    <a:pt x="18848" y="33625"/>
                  </a:cubicBezTo>
                  <a:cubicBezTo>
                    <a:pt x="18893" y="33693"/>
                    <a:pt x="18962" y="33723"/>
                    <a:pt x="19031" y="33723"/>
                  </a:cubicBezTo>
                  <a:cubicBezTo>
                    <a:pt x="19166" y="33723"/>
                    <a:pt x="19303" y="33612"/>
                    <a:pt x="19281" y="33458"/>
                  </a:cubicBezTo>
                  <a:cubicBezTo>
                    <a:pt x="18581" y="30556"/>
                    <a:pt x="16913" y="27787"/>
                    <a:pt x="15579" y="25152"/>
                  </a:cubicBezTo>
                  <a:cubicBezTo>
                    <a:pt x="13978" y="22150"/>
                    <a:pt x="12276" y="19215"/>
                    <a:pt x="10408" y="16379"/>
                  </a:cubicBezTo>
                  <a:cubicBezTo>
                    <a:pt x="6839" y="10942"/>
                    <a:pt x="2770" y="5972"/>
                    <a:pt x="1"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5"/>
            <p:cNvSpPr/>
            <p:nvPr/>
          </p:nvSpPr>
          <p:spPr>
            <a:xfrm>
              <a:off x="6372225" y="1710000"/>
              <a:ext cx="25" cy="25"/>
            </a:xfrm>
            <a:custGeom>
              <a:avLst/>
              <a:gdLst/>
              <a:ahLst/>
              <a:cxnLst/>
              <a:rect l="l" t="t" r="r" b="b"/>
              <a:pathLst>
                <a:path w="1" h="1" extrusionOk="0">
                  <a:moveTo>
                    <a:pt x="0" y="0"/>
                  </a:moveTo>
                  <a:lnTo>
                    <a:pt x="0" y="0"/>
                  </a:ln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5"/>
            <p:cNvSpPr/>
            <p:nvPr/>
          </p:nvSpPr>
          <p:spPr>
            <a:xfrm>
              <a:off x="6194600" y="1487925"/>
              <a:ext cx="109900" cy="123825"/>
            </a:xfrm>
            <a:custGeom>
              <a:avLst/>
              <a:gdLst/>
              <a:ahLst/>
              <a:cxnLst/>
              <a:rect l="l" t="t" r="r" b="b"/>
              <a:pathLst>
                <a:path w="4396" h="4953" extrusionOk="0">
                  <a:moveTo>
                    <a:pt x="2701" y="1"/>
                  </a:moveTo>
                  <a:cubicBezTo>
                    <a:pt x="2616" y="1"/>
                    <a:pt x="2524" y="98"/>
                    <a:pt x="2569" y="211"/>
                  </a:cubicBezTo>
                  <a:cubicBezTo>
                    <a:pt x="2669" y="1178"/>
                    <a:pt x="3069" y="2179"/>
                    <a:pt x="3002" y="3179"/>
                  </a:cubicBezTo>
                  <a:cubicBezTo>
                    <a:pt x="2969" y="3346"/>
                    <a:pt x="2969" y="3513"/>
                    <a:pt x="2936" y="3713"/>
                  </a:cubicBezTo>
                  <a:lnTo>
                    <a:pt x="2169" y="4480"/>
                  </a:lnTo>
                  <a:cubicBezTo>
                    <a:pt x="2148" y="4486"/>
                    <a:pt x="2125" y="4489"/>
                    <a:pt x="2101" y="4489"/>
                  </a:cubicBezTo>
                  <a:cubicBezTo>
                    <a:pt x="1854" y="4489"/>
                    <a:pt x="1450" y="4199"/>
                    <a:pt x="1268" y="4047"/>
                  </a:cubicBezTo>
                  <a:cubicBezTo>
                    <a:pt x="1001" y="3847"/>
                    <a:pt x="0" y="2812"/>
                    <a:pt x="601" y="2479"/>
                  </a:cubicBezTo>
                  <a:cubicBezTo>
                    <a:pt x="634" y="2412"/>
                    <a:pt x="634" y="2379"/>
                    <a:pt x="601" y="2379"/>
                  </a:cubicBezTo>
                  <a:cubicBezTo>
                    <a:pt x="584" y="2378"/>
                    <a:pt x="567" y="2377"/>
                    <a:pt x="551" y="2377"/>
                  </a:cubicBezTo>
                  <a:cubicBezTo>
                    <a:pt x="0" y="2377"/>
                    <a:pt x="5" y="2925"/>
                    <a:pt x="167" y="3346"/>
                  </a:cubicBezTo>
                  <a:cubicBezTo>
                    <a:pt x="467" y="4080"/>
                    <a:pt x="1235" y="4881"/>
                    <a:pt x="2068" y="4947"/>
                  </a:cubicBezTo>
                  <a:cubicBezTo>
                    <a:pt x="2118" y="4951"/>
                    <a:pt x="2166" y="4953"/>
                    <a:pt x="2212" y="4953"/>
                  </a:cubicBezTo>
                  <a:cubicBezTo>
                    <a:pt x="4395" y="4953"/>
                    <a:pt x="3423" y="1188"/>
                    <a:pt x="2802" y="77"/>
                  </a:cubicBezTo>
                  <a:cubicBezTo>
                    <a:pt x="2781" y="23"/>
                    <a:pt x="2741" y="1"/>
                    <a:pt x="2701"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5"/>
            <p:cNvSpPr/>
            <p:nvPr/>
          </p:nvSpPr>
          <p:spPr>
            <a:xfrm>
              <a:off x="6198775" y="1393800"/>
              <a:ext cx="88400" cy="133100"/>
            </a:xfrm>
            <a:custGeom>
              <a:avLst/>
              <a:gdLst/>
              <a:ahLst/>
              <a:cxnLst/>
              <a:rect l="l" t="t" r="r" b="b"/>
              <a:pathLst>
                <a:path w="3536" h="5324" extrusionOk="0">
                  <a:moveTo>
                    <a:pt x="3311" y="0"/>
                  </a:moveTo>
                  <a:cubicBezTo>
                    <a:pt x="3260" y="0"/>
                    <a:pt x="3207" y="22"/>
                    <a:pt x="3169" y="73"/>
                  </a:cubicBezTo>
                  <a:cubicBezTo>
                    <a:pt x="2635" y="1174"/>
                    <a:pt x="2469" y="2475"/>
                    <a:pt x="2202" y="3742"/>
                  </a:cubicBezTo>
                  <a:cubicBezTo>
                    <a:pt x="2168" y="4076"/>
                    <a:pt x="2202" y="4276"/>
                    <a:pt x="1868" y="4409"/>
                  </a:cubicBezTo>
                  <a:cubicBezTo>
                    <a:pt x="1836" y="4418"/>
                    <a:pt x="1805" y="4422"/>
                    <a:pt x="1775" y="4422"/>
                  </a:cubicBezTo>
                  <a:cubicBezTo>
                    <a:pt x="1466" y="4422"/>
                    <a:pt x="1289" y="3980"/>
                    <a:pt x="1168" y="3675"/>
                  </a:cubicBezTo>
                  <a:cubicBezTo>
                    <a:pt x="1101" y="3175"/>
                    <a:pt x="1168" y="2675"/>
                    <a:pt x="1001" y="2174"/>
                  </a:cubicBezTo>
                  <a:lnTo>
                    <a:pt x="1001" y="2174"/>
                  </a:lnTo>
                  <a:cubicBezTo>
                    <a:pt x="0" y="2908"/>
                    <a:pt x="667" y="5143"/>
                    <a:pt x="1835" y="5310"/>
                  </a:cubicBezTo>
                  <a:cubicBezTo>
                    <a:pt x="1893" y="5319"/>
                    <a:pt x="1948" y="5324"/>
                    <a:pt x="1999" y="5324"/>
                  </a:cubicBezTo>
                  <a:cubicBezTo>
                    <a:pt x="2692" y="5324"/>
                    <a:pt x="2845" y="4532"/>
                    <a:pt x="2969" y="3942"/>
                  </a:cubicBezTo>
                  <a:cubicBezTo>
                    <a:pt x="3236" y="2741"/>
                    <a:pt x="3536" y="1407"/>
                    <a:pt x="3469" y="140"/>
                  </a:cubicBezTo>
                  <a:cubicBezTo>
                    <a:pt x="3469" y="57"/>
                    <a:pt x="3393" y="0"/>
                    <a:pt x="3311"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5"/>
            <p:cNvSpPr/>
            <p:nvPr/>
          </p:nvSpPr>
          <p:spPr>
            <a:xfrm>
              <a:off x="6311350" y="1102950"/>
              <a:ext cx="94250" cy="416550"/>
            </a:xfrm>
            <a:custGeom>
              <a:avLst/>
              <a:gdLst/>
              <a:ahLst/>
              <a:cxnLst/>
              <a:rect l="l" t="t" r="r" b="b"/>
              <a:pathLst>
                <a:path w="3770" h="16662" extrusionOk="0">
                  <a:moveTo>
                    <a:pt x="2191" y="1"/>
                  </a:moveTo>
                  <a:cubicBezTo>
                    <a:pt x="2106" y="1"/>
                    <a:pt x="2013" y="66"/>
                    <a:pt x="2035" y="132"/>
                  </a:cubicBezTo>
                  <a:cubicBezTo>
                    <a:pt x="2602" y="1633"/>
                    <a:pt x="3036" y="3067"/>
                    <a:pt x="2969" y="4702"/>
                  </a:cubicBezTo>
                  <a:cubicBezTo>
                    <a:pt x="2836" y="6436"/>
                    <a:pt x="2035" y="7937"/>
                    <a:pt x="1335" y="9539"/>
                  </a:cubicBezTo>
                  <a:cubicBezTo>
                    <a:pt x="868" y="10473"/>
                    <a:pt x="434" y="11473"/>
                    <a:pt x="267" y="12541"/>
                  </a:cubicBezTo>
                  <a:cubicBezTo>
                    <a:pt x="0" y="13908"/>
                    <a:pt x="434" y="15243"/>
                    <a:pt x="100" y="16577"/>
                  </a:cubicBezTo>
                  <a:cubicBezTo>
                    <a:pt x="100" y="16619"/>
                    <a:pt x="154" y="16661"/>
                    <a:pt x="201" y="16661"/>
                  </a:cubicBezTo>
                  <a:cubicBezTo>
                    <a:pt x="229" y="16661"/>
                    <a:pt x="255" y="16647"/>
                    <a:pt x="267" y="16610"/>
                  </a:cubicBezTo>
                  <a:cubicBezTo>
                    <a:pt x="667" y="15076"/>
                    <a:pt x="200" y="13541"/>
                    <a:pt x="634" y="11974"/>
                  </a:cubicBezTo>
                  <a:cubicBezTo>
                    <a:pt x="1034" y="10306"/>
                    <a:pt x="2035" y="8905"/>
                    <a:pt x="2669" y="7304"/>
                  </a:cubicBezTo>
                  <a:cubicBezTo>
                    <a:pt x="3603" y="4969"/>
                    <a:pt x="3770" y="2233"/>
                    <a:pt x="2302" y="65"/>
                  </a:cubicBezTo>
                  <a:cubicBezTo>
                    <a:pt x="2279" y="19"/>
                    <a:pt x="2236" y="1"/>
                    <a:pt x="2191"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5"/>
            <p:cNvSpPr/>
            <p:nvPr/>
          </p:nvSpPr>
          <p:spPr>
            <a:xfrm>
              <a:off x="6304675" y="1093100"/>
              <a:ext cx="53400" cy="250500"/>
            </a:xfrm>
            <a:custGeom>
              <a:avLst/>
              <a:gdLst/>
              <a:ahLst/>
              <a:cxnLst/>
              <a:rect l="l" t="t" r="r" b="b"/>
              <a:pathLst>
                <a:path w="2136" h="10020" extrusionOk="0">
                  <a:moveTo>
                    <a:pt x="2127" y="0"/>
                  </a:moveTo>
                  <a:cubicBezTo>
                    <a:pt x="2119" y="0"/>
                    <a:pt x="2102" y="9"/>
                    <a:pt x="2102" y="26"/>
                  </a:cubicBezTo>
                  <a:cubicBezTo>
                    <a:pt x="2135" y="9"/>
                    <a:pt x="2135" y="0"/>
                    <a:pt x="2127" y="0"/>
                  </a:cubicBezTo>
                  <a:close/>
                  <a:moveTo>
                    <a:pt x="2102" y="26"/>
                  </a:moveTo>
                  <a:lnTo>
                    <a:pt x="2102" y="26"/>
                  </a:lnTo>
                  <a:cubicBezTo>
                    <a:pt x="901" y="2961"/>
                    <a:pt x="0" y="6730"/>
                    <a:pt x="568" y="9933"/>
                  </a:cubicBezTo>
                  <a:cubicBezTo>
                    <a:pt x="580" y="9995"/>
                    <a:pt x="620" y="10020"/>
                    <a:pt x="666" y="10020"/>
                  </a:cubicBezTo>
                  <a:cubicBezTo>
                    <a:pt x="743" y="10020"/>
                    <a:pt x="834" y="9949"/>
                    <a:pt x="834" y="9866"/>
                  </a:cubicBezTo>
                  <a:cubicBezTo>
                    <a:pt x="1001" y="8331"/>
                    <a:pt x="934" y="6797"/>
                    <a:pt x="1101" y="5263"/>
                  </a:cubicBezTo>
                  <a:cubicBezTo>
                    <a:pt x="1268" y="3461"/>
                    <a:pt x="1735" y="1793"/>
                    <a:pt x="2102" y="26"/>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5"/>
            <p:cNvSpPr/>
            <p:nvPr/>
          </p:nvSpPr>
          <p:spPr>
            <a:xfrm>
              <a:off x="6373550" y="2482225"/>
              <a:ext cx="15375" cy="16225"/>
            </a:xfrm>
            <a:custGeom>
              <a:avLst/>
              <a:gdLst/>
              <a:ahLst/>
              <a:cxnLst/>
              <a:rect l="l" t="t" r="r" b="b"/>
              <a:pathLst>
                <a:path w="615" h="649" extrusionOk="0">
                  <a:moveTo>
                    <a:pt x="181" y="0"/>
                  </a:moveTo>
                  <a:cubicBezTo>
                    <a:pt x="1" y="270"/>
                    <a:pt x="199" y="649"/>
                    <a:pt x="483" y="649"/>
                  </a:cubicBezTo>
                  <a:cubicBezTo>
                    <a:pt x="515" y="649"/>
                    <a:pt x="548" y="644"/>
                    <a:pt x="581" y="634"/>
                  </a:cubicBezTo>
                  <a:cubicBezTo>
                    <a:pt x="615" y="634"/>
                    <a:pt x="615" y="601"/>
                    <a:pt x="581" y="601"/>
                  </a:cubicBezTo>
                  <a:cubicBezTo>
                    <a:pt x="281" y="601"/>
                    <a:pt x="81" y="267"/>
                    <a:pt x="181"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5"/>
            <p:cNvSpPr/>
            <p:nvPr/>
          </p:nvSpPr>
          <p:spPr>
            <a:xfrm>
              <a:off x="6435600" y="2513675"/>
              <a:ext cx="118950" cy="120400"/>
            </a:xfrm>
            <a:custGeom>
              <a:avLst/>
              <a:gdLst/>
              <a:ahLst/>
              <a:cxnLst/>
              <a:rect l="l" t="t" r="r" b="b"/>
              <a:pathLst>
                <a:path w="4758" h="4816" extrusionOk="0">
                  <a:moveTo>
                    <a:pt x="395" y="1"/>
                  </a:moveTo>
                  <a:cubicBezTo>
                    <a:pt x="296" y="1"/>
                    <a:pt x="201" y="70"/>
                    <a:pt x="201" y="177"/>
                  </a:cubicBezTo>
                  <a:cubicBezTo>
                    <a:pt x="1" y="1811"/>
                    <a:pt x="34" y="4013"/>
                    <a:pt x="1869" y="4713"/>
                  </a:cubicBezTo>
                  <a:cubicBezTo>
                    <a:pt x="2051" y="4783"/>
                    <a:pt x="2253" y="4816"/>
                    <a:pt x="2460" y="4816"/>
                  </a:cubicBezTo>
                  <a:cubicBezTo>
                    <a:pt x="3538" y="4816"/>
                    <a:pt x="4758" y="3931"/>
                    <a:pt x="4170" y="2812"/>
                  </a:cubicBezTo>
                  <a:cubicBezTo>
                    <a:pt x="4139" y="2749"/>
                    <a:pt x="4070" y="2716"/>
                    <a:pt x="4006" y="2716"/>
                  </a:cubicBezTo>
                  <a:cubicBezTo>
                    <a:pt x="3935" y="2716"/>
                    <a:pt x="3870" y="2757"/>
                    <a:pt x="3870" y="2845"/>
                  </a:cubicBezTo>
                  <a:cubicBezTo>
                    <a:pt x="3737" y="3721"/>
                    <a:pt x="3147" y="4184"/>
                    <a:pt x="2510" y="4184"/>
                  </a:cubicBezTo>
                  <a:cubicBezTo>
                    <a:pt x="2031" y="4184"/>
                    <a:pt x="1526" y="3923"/>
                    <a:pt x="1168" y="3379"/>
                  </a:cubicBezTo>
                  <a:cubicBezTo>
                    <a:pt x="534" y="2478"/>
                    <a:pt x="601" y="1244"/>
                    <a:pt x="601" y="177"/>
                  </a:cubicBezTo>
                  <a:cubicBezTo>
                    <a:pt x="570" y="53"/>
                    <a:pt x="481" y="1"/>
                    <a:pt x="395"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5"/>
            <p:cNvSpPr/>
            <p:nvPr/>
          </p:nvSpPr>
          <p:spPr>
            <a:xfrm>
              <a:off x="6373900" y="2726550"/>
              <a:ext cx="253725" cy="1264100"/>
            </a:xfrm>
            <a:custGeom>
              <a:avLst/>
              <a:gdLst/>
              <a:ahLst/>
              <a:cxnLst/>
              <a:rect l="l" t="t" r="r" b="b"/>
              <a:pathLst>
                <a:path w="10149" h="50564" extrusionOk="0">
                  <a:moveTo>
                    <a:pt x="0" y="1"/>
                  </a:moveTo>
                  <a:lnTo>
                    <a:pt x="0" y="1"/>
                  </a:lnTo>
                  <a:cubicBezTo>
                    <a:pt x="267" y="1535"/>
                    <a:pt x="1134" y="2770"/>
                    <a:pt x="2102" y="3970"/>
                  </a:cubicBezTo>
                  <a:cubicBezTo>
                    <a:pt x="3669" y="5972"/>
                    <a:pt x="5104" y="7873"/>
                    <a:pt x="6071" y="10275"/>
                  </a:cubicBezTo>
                  <a:cubicBezTo>
                    <a:pt x="7906" y="15045"/>
                    <a:pt x="8640" y="20282"/>
                    <a:pt x="8773" y="25386"/>
                  </a:cubicBezTo>
                  <a:cubicBezTo>
                    <a:pt x="8873" y="30022"/>
                    <a:pt x="8106" y="34459"/>
                    <a:pt x="7706" y="39062"/>
                  </a:cubicBezTo>
                  <a:cubicBezTo>
                    <a:pt x="7439" y="42765"/>
                    <a:pt x="7405" y="47335"/>
                    <a:pt x="9707" y="50470"/>
                  </a:cubicBezTo>
                  <a:cubicBezTo>
                    <a:pt x="9757" y="50533"/>
                    <a:pt x="9836" y="50563"/>
                    <a:pt x="9911" y="50563"/>
                  </a:cubicBezTo>
                  <a:cubicBezTo>
                    <a:pt x="10035" y="50563"/>
                    <a:pt x="10149" y="50482"/>
                    <a:pt x="10107" y="50337"/>
                  </a:cubicBezTo>
                  <a:cubicBezTo>
                    <a:pt x="9273" y="48169"/>
                    <a:pt x="8540" y="46167"/>
                    <a:pt x="8339" y="43766"/>
                  </a:cubicBezTo>
                  <a:cubicBezTo>
                    <a:pt x="8173" y="41664"/>
                    <a:pt x="8339" y="39496"/>
                    <a:pt x="8540" y="37328"/>
                  </a:cubicBezTo>
                  <a:cubicBezTo>
                    <a:pt x="9007" y="32658"/>
                    <a:pt x="9607" y="28088"/>
                    <a:pt x="9307" y="23418"/>
                  </a:cubicBezTo>
                  <a:cubicBezTo>
                    <a:pt x="9007" y="19048"/>
                    <a:pt x="8306" y="14545"/>
                    <a:pt x="6705" y="10442"/>
                  </a:cubicBezTo>
                  <a:cubicBezTo>
                    <a:pt x="6038" y="8774"/>
                    <a:pt x="5204" y="7206"/>
                    <a:pt x="4136" y="5738"/>
                  </a:cubicBezTo>
                  <a:cubicBezTo>
                    <a:pt x="2602" y="3870"/>
                    <a:pt x="934" y="2336"/>
                    <a:pt x="0"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5"/>
            <p:cNvSpPr/>
            <p:nvPr/>
          </p:nvSpPr>
          <p:spPr>
            <a:xfrm>
              <a:off x="6539000" y="4088500"/>
              <a:ext cx="138475" cy="642325"/>
            </a:xfrm>
            <a:custGeom>
              <a:avLst/>
              <a:gdLst/>
              <a:ahLst/>
              <a:cxnLst/>
              <a:rect l="l" t="t" r="r" b="b"/>
              <a:pathLst>
                <a:path w="5539" h="25693" extrusionOk="0">
                  <a:moveTo>
                    <a:pt x="1031" y="0"/>
                  </a:moveTo>
                  <a:cubicBezTo>
                    <a:pt x="1000" y="0"/>
                    <a:pt x="968" y="39"/>
                    <a:pt x="968" y="62"/>
                  </a:cubicBezTo>
                  <a:cubicBezTo>
                    <a:pt x="968" y="95"/>
                    <a:pt x="901" y="129"/>
                    <a:pt x="901" y="195"/>
                  </a:cubicBezTo>
                  <a:cubicBezTo>
                    <a:pt x="901" y="229"/>
                    <a:pt x="901" y="229"/>
                    <a:pt x="968" y="262"/>
                  </a:cubicBezTo>
                  <a:cubicBezTo>
                    <a:pt x="1002" y="262"/>
                    <a:pt x="1002" y="295"/>
                    <a:pt x="1035" y="295"/>
                  </a:cubicBezTo>
                  <a:cubicBezTo>
                    <a:pt x="1065" y="295"/>
                    <a:pt x="1095" y="269"/>
                    <a:pt x="1076" y="239"/>
                  </a:cubicBezTo>
                  <a:lnTo>
                    <a:pt x="1076" y="239"/>
                  </a:lnTo>
                  <a:cubicBezTo>
                    <a:pt x="2204" y="1645"/>
                    <a:pt x="2503" y="4736"/>
                    <a:pt x="2636" y="6400"/>
                  </a:cubicBezTo>
                  <a:cubicBezTo>
                    <a:pt x="2736" y="8535"/>
                    <a:pt x="2536" y="10636"/>
                    <a:pt x="2036" y="12704"/>
                  </a:cubicBezTo>
                  <a:cubicBezTo>
                    <a:pt x="1335" y="15606"/>
                    <a:pt x="1" y="18542"/>
                    <a:pt x="368" y="21611"/>
                  </a:cubicBezTo>
                  <a:cubicBezTo>
                    <a:pt x="520" y="22771"/>
                    <a:pt x="1260" y="25692"/>
                    <a:pt x="2868" y="25692"/>
                  </a:cubicBezTo>
                  <a:cubicBezTo>
                    <a:pt x="3017" y="25692"/>
                    <a:pt x="3173" y="25667"/>
                    <a:pt x="3337" y="25614"/>
                  </a:cubicBezTo>
                  <a:cubicBezTo>
                    <a:pt x="5538" y="24880"/>
                    <a:pt x="5305" y="20810"/>
                    <a:pt x="4404" y="19309"/>
                  </a:cubicBezTo>
                  <a:cubicBezTo>
                    <a:pt x="4382" y="19276"/>
                    <a:pt x="4348" y="19261"/>
                    <a:pt x="4315" y="19261"/>
                  </a:cubicBezTo>
                  <a:cubicBezTo>
                    <a:pt x="4248" y="19261"/>
                    <a:pt x="4182" y="19320"/>
                    <a:pt x="4204" y="19409"/>
                  </a:cubicBezTo>
                  <a:cubicBezTo>
                    <a:pt x="4356" y="20355"/>
                    <a:pt x="4760" y="24871"/>
                    <a:pt x="2940" y="24871"/>
                  </a:cubicBezTo>
                  <a:cubicBezTo>
                    <a:pt x="2770" y="24871"/>
                    <a:pt x="2580" y="24832"/>
                    <a:pt x="2369" y="24746"/>
                  </a:cubicBezTo>
                  <a:cubicBezTo>
                    <a:pt x="1168" y="24246"/>
                    <a:pt x="901" y="21277"/>
                    <a:pt x="901" y="20243"/>
                  </a:cubicBezTo>
                  <a:cubicBezTo>
                    <a:pt x="901" y="17374"/>
                    <a:pt x="2236" y="14606"/>
                    <a:pt x="2736" y="11804"/>
                  </a:cubicBezTo>
                  <a:cubicBezTo>
                    <a:pt x="3170" y="9569"/>
                    <a:pt x="3236" y="7267"/>
                    <a:pt x="2903" y="4965"/>
                  </a:cubicBezTo>
                  <a:cubicBezTo>
                    <a:pt x="2703" y="3598"/>
                    <a:pt x="2336" y="896"/>
                    <a:pt x="1068" y="29"/>
                  </a:cubicBezTo>
                  <a:cubicBezTo>
                    <a:pt x="1058" y="8"/>
                    <a:pt x="1044" y="0"/>
                    <a:pt x="1031"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5"/>
            <p:cNvSpPr/>
            <p:nvPr/>
          </p:nvSpPr>
          <p:spPr>
            <a:xfrm>
              <a:off x="6593225" y="4123975"/>
              <a:ext cx="130950" cy="1595350"/>
            </a:xfrm>
            <a:custGeom>
              <a:avLst/>
              <a:gdLst/>
              <a:ahLst/>
              <a:cxnLst/>
              <a:rect l="l" t="t" r="r" b="b"/>
              <a:pathLst>
                <a:path w="5238" h="63814" extrusionOk="0">
                  <a:moveTo>
                    <a:pt x="3097" y="0"/>
                  </a:moveTo>
                  <a:cubicBezTo>
                    <a:pt x="3043" y="0"/>
                    <a:pt x="2983" y="33"/>
                    <a:pt x="3002" y="111"/>
                  </a:cubicBezTo>
                  <a:cubicBezTo>
                    <a:pt x="3302" y="5881"/>
                    <a:pt x="3803" y="11686"/>
                    <a:pt x="3936" y="17490"/>
                  </a:cubicBezTo>
                  <a:cubicBezTo>
                    <a:pt x="4036" y="20492"/>
                    <a:pt x="4170" y="23494"/>
                    <a:pt x="4070" y="26496"/>
                  </a:cubicBezTo>
                  <a:cubicBezTo>
                    <a:pt x="4003" y="29498"/>
                    <a:pt x="2902" y="31900"/>
                    <a:pt x="1868" y="34669"/>
                  </a:cubicBezTo>
                  <a:cubicBezTo>
                    <a:pt x="67" y="39372"/>
                    <a:pt x="33" y="44409"/>
                    <a:pt x="167" y="49379"/>
                  </a:cubicBezTo>
                  <a:cubicBezTo>
                    <a:pt x="267" y="53916"/>
                    <a:pt x="0" y="59687"/>
                    <a:pt x="2268" y="63723"/>
                  </a:cubicBezTo>
                  <a:cubicBezTo>
                    <a:pt x="2311" y="63787"/>
                    <a:pt x="2367" y="63813"/>
                    <a:pt x="2422" y="63813"/>
                  </a:cubicBezTo>
                  <a:cubicBezTo>
                    <a:pt x="2538" y="63813"/>
                    <a:pt x="2647" y="63692"/>
                    <a:pt x="2602" y="63556"/>
                  </a:cubicBezTo>
                  <a:cubicBezTo>
                    <a:pt x="2202" y="60888"/>
                    <a:pt x="1501" y="58352"/>
                    <a:pt x="1234" y="55650"/>
                  </a:cubicBezTo>
                  <a:cubicBezTo>
                    <a:pt x="1034" y="53049"/>
                    <a:pt x="934" y="50413"/>
                    <a:pt x="867" y="47845"/>
                  </a:cubicBezTo>
                  <a:cubicBezTo>
                    <a:pt x="767" y="45243"/>
                    <a:pt x="767" y="42674"/>
                    <a:pt x="1134" y="40073"/>
                  </a:cubicBezTo>
                  <a:cubicBezTo>
                    <a:pt x="1501" y="37337"/>
                    <a:pt x="2368" y="34902"/>
                    <a:pt x="3369" y="32367"/>
                  </a:cubicBezTo>
                  <a:cubicBezTo>
                    <a:pt x="5237" y="27664"/>
                    <a:pt x="4570" y="22393"/>
                    <a:pt x="4403" y="17456"/>
                  </a:cubicBezTo>
                  <a:cubicBezTo>
                    <a:pt x="4203" y="11652"/>
                    <a:pt x="3903" y="5815"/>
                    <a:pt x="3169" y="44"/>
                  </a:cubicBezTo>
                  <a:cubicBezTo>
                    <a:pt x="3169" y="16"/>
                    <a:pt x="3135" y="0"/>
                    <a:pt x="3097"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5"/>
            <p:cNvSpPr/>
            <p:nvPr/>
          </p:nvSpPr>
          <p:spPr>
            <a:xfrm>
              <a:off x="6486475" y="4227000"/>
              <a:ext cx="140550" cy="1475475"/>
            </a:xfrm>
            <a:custGeom>
              <a:avLst/>
              <a:gdLst/>
              <a:ahLst/>
              <a:cxnLst/>
              <a:rect l="l" t="t" r="r" b="b"/>
              <a:pathLst>
                <a:path w="5622" h="59019" extrusionOk="0">
                  <a:moveTo>
                    <a:pt x="647" y="1"/>
                  </a:moveTo>
                  <a:cubicBezTo>
                    <a:pt x="642" y="1"/>
                    <a:pt x="634" y="9"/>
                    <a:pt x="634" y="26"/>
                  </a:cubicBezTo>
                  <a:cubicBezTo>
                    <a:pt x="651" y="9"/>
                    <a:pt x="651" y="1"/>
                    <a:pt x="647" y="1"/>
                  </a:cubicBezTo>
                  <a:close/>
                  <a:moveTo>
                    <a:pt x="634" y="26"/>
                  </a:moveTo>
                  <a:cubicBezTo>
                    <a:pt x="1268" y="4929"/>
                    <a:pt x="567" y="9833"/>
                    <a:pt x="301" y="14736"/>
                  </a:cubicBezTo>
                  <a:cubicBezTo>
                    <a:pt x="0" y="19773"/>
                    <a:pt x="67" y="24877"/>
                    <a:pt x="334" y="29914"/>
                  </a:cubicBezTo>
                  <a:cubicBezTo>
                    <a:pt x="634" y="34617"/>
                    <a:pt x="1101" y="39287"/>
                    <a:pt x="1802" y="43957"/>
                  </a:cubicBezTo>
                  <a:cubicBezTo>
                    <a:pt x="2569" y="48828"/>
                    <a:pt x="3236" y="54131"/>
                    <a:pt x="5004" y="58801"/>
                  </a:cubicBezTo>
                  <a:cubicBezTo>
                    <a:pt x="5067" y="58944"/>
                    <a:pt x="5213" y="59019"/>
                    <a:pt x="5346" y="59019"/>
                  </a:cubicBezTo>
                  <a:cubicBezTo>
                    <a:pt x="5492" y="59019"/>
                    <a:pt x="5622" y="58927"/>
                    <a:pt x="5604" y="58735"/>
                  </a:cubicBezTo>
                  <a:cubicBezTo>
                    <a:pt x="5004" y="54098"/>
                    <a:pt x="3670" y="49495"/>
                    <a:pt x="2936" y="44891"/>
                  </a:cubicBezTo>
                  <a:cubicBezTo>
                    <a:pt x="2102" y="39654"/>
                    <a:pt x="1568" y="34417"/>
                    <a:pt x="1268" y="29113"/>
                  </a:cubicBezTo>
                  <a:cubicBezTo>
                    <a:pt x="1001" y="24210"/>
                    <a:pt x="968" y="19273"/>
                    <a:pt x="1101" y="14303"/>
                  </a:cubicBezTo>
                  <a:cubicBezTo>
                    <a:pt x="1268" y="9533"/>
                    <a:pt x="1568" y="4729"/>
                    <a:pt x="634" y="26"/>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5"/>
            <p:cNvSpPr/>
            <p:nvPr/>
          </p:nvSpPr>
          <p:spPr>
            <a:xfrm>
              <a:off x="5016250" y="1641100"/>
              <a:ext cx="1840500" cy="1106125"/>
            </a:xfrm>
            <a:custGeom>
              <a:avLst/>
              <a:gdLst/>
              <a:ahLst/>
              <a:cxnLst/>
              <a:rect l="l" t="t" r="r" b="b"/>
              <a:pathLst>
                <a:path w="73620" h="44245" extrusionOk="0">
                  <a:moveTo>
                    <a:pt x="64280" y="20069"/>
                  </a:moveTo>
                  <a:lnTo>
                    <a:pt x="64213" y="20269"/>
                  </a:lnTo>
                  <a:cubicBezTo>
                    <a:pt x="64146" y="20269"/>
                    <a:pt x="64146" y="20269"/>
                    <a:pt x="64113" y="20236"/>
                  </a:cubicBezTo>
                  <a:lnTo>
                    <a:pt x="64280" y="20069"/>
                  </a:lnTo>
                  <a:close/>
                  <a:moveTo>
                    <a:pt x="44008" y="0"/>
                  </a:moveTo>
                  <a:cubicBezTo>
                    <a:pt x="43806" y="0"/>
                    <a:pt x="43602" y="7"/>
                    <a:pt x="43398" y="21"/>
                  </a:cubicBezTo>
                  <a:cubicBezTo>
                    <a:pt x="39596" y="255"/>
                    <a:pt x="36360" y="2923"/>
                    <a:pt x="34959" y="6459"/>
                  </a:cubicBezTo>
                  <a:cubicBezTo>
                    <a:pt x="32740" y="4019"/>
                    <a:pt x="29645" y="1993"/>
                    <a:pt x="26364" y="1993"/>
                  </a:cubicBezTo>
                  <a:cubicBezTo>
                    <a:pt x="25699" y="1993"/>
                    <a:pt x="25026" y="2076"/>
                    <a:pt x="24351" y="2256"/>
                  </a:cubicBezTo>
                  <a:cubicBezTo>
                    <a:pt x="21182" y="3123"/>
                    <a:pt x="18681" y="6226"/>
                    <a:pt x="18914" y="9595"/>
                  </a:cubicBezTo>
                  <a:cubicBezTo>
                    <a:pt x="16779" y="8427"/>
                    <a:pt x="14511" y="7627"/>
                    <a:pt x="12076" y="7393"/>
                  </a:cubicBezTo>
                  <a:cubicBezTo>
                    <a:pt x="11319" y="7301"/>
                    <a:pt x="10490" y="7237"/>
                    <a:pt x="9645" y="7237"/>
                  </a:cubicBezTo>
                  <a:cubicBezTo>
                    <a:pt x="7736" y="7237"/>
                    <a:pt x="5748" y="7563"/>
                    <a:pt x="4337" y="8627"/>
                  </a:cubicBezTo>
                  <a:cubicBezTo>
                    <a:pt x="1" y="11930"/>
                    <a:pt x="3170" y="17701"/>
                    <a:pt x="5738" y="21103"/>
                  </a:cubicBezTo>
                  <a:cubicBezTo>
                    <a:pt x="2002" y="22404"/>
                    <a:pt x="568" y="27307"/>
                    <a:pt x="2569" y="30777"/>
                  </a:cubicBezTo>
                  <a:cubicBezTo>
                    <a:pt x="4011" y="33259"/>
                    <a:pt x="6660" y="34334"/>
                    <a:pt x="9339" y="34334"/>
                  </a:cubicBezTo>
                  <a:cubicBezTo>
                    <a:pt x="10440" y="34334"/>
                    <a:pt x="11546" y="34152"/>
                    <a:pt x="12576" y="33812"/>
                  </a:cubicBezTo>
                  <a:lnTo>
                    <a:pt x="12576" y="33812"/>
                  </a:lnTo>
                  <a:cubicBezTo>
                    <a:pt x="11242" y="37615"/>
                    <a:pt x="13610" y="42285"/>
                    <a:pt x="17380" y="43752"/>
                  </a:cubicBezTo>
                  <a:cubicBezTo>
                    <a:pt x="18258" y="44090"/>
                    <a:pt x="19139" y="44244"/>
                    <a:pt x="20003" y="44244"/>
                  </a:cubicBezTo>
                  <a:cubicBezTo>
                    <a:pt x="23927" y="44244"/>
                    <a:pt x="27500" y="41054"/>
                    <a:pt x="28921" y="37281"/>
                  </a:cubicBezTo>
                  <a:cubicBezTo>
                    <a:pt x="30561" y="39448"/>
                    <a:pt x="33024" y="41153"/>
                    <a:pt x="35678" y="41153"/>
                  </a:cubicBezTo>
                  <a:cubicBezTo>
                    <a:pt x="36046" y="41153"/>
                    <a:pt x="36419" y="41120"/>
                    <a:pt x="36794" y="41051"/>
                  </a:cubicBezTo>
                  <a:cubicBezTo>
                    <a:pt x="39095" y="40584"/>
                    <a:pt x="40930" y="38749"/>
                    <a:pt x="41464" y="36547"/>
                  </a:cubicBezTo>
                  <a:cubicBezTo>
                    <a:pt x="43245" y="39577"/>
                    <a:pt x="46244" y="42103"/>
                    <a:pt x="49752" y="42103"/>
                  </a:cubicBezTo>
                  <a:cubicBezTo>
                    <a:pt x="50184" y="42103"/>
                    <a:pt x="50624" y="42065"/>
                    <a:pt x="51070" y="41985"/>
                  </a:cubicBezTo>
                  <a:cubicBezTo>
                    <a:pt x="54806" y="41317"/>
                    <a:pt x="57642" y="37281"/>
                    <a:pt x="56841" y="33545"/>
                  </a:cubicBezTo>
                  <a:lnTo>
                    <a:pt x="56841" y="33545"/>
                  </a:lnTo>
                  <a:cubicBezTo>
                    <a:pt x="58239" y="34244"/>
                    <a:pt x="59825" y="34612"/>
                    <a:pt x="61385" y="34612"/>
                  </a:cubicBezTo>
                  <a:cubicBezTo>
                    <a:pt x="64365" y="34612"/>
                    <a:pt x="67246" y="33266"/>
                    <a:pt x="68516" y="30310"/>
                  </a:cubicBezTo>
                  <a:cubicBezTo>
                    <a:pt x="69117" y="28942"/>
                    <a:pt x="69250" y="27374"/>
                    <a:pt x="68917" y="25906"/>
                  </a:cubicBezTo>
                  <a:cubicBezTo>
                    <a:pt x="70318" y="25139"/>
                    <a:pt x="71485" y="24038"/>
                    <a:pt x="72152" y="22437"/>
                  </a:cubicBezTo>
                  <a:cubicBezTo>
                    <a:pt x="73620" y="19035"/>
                    <a:pt x="72152" y="15065"/>
                    <a:pt x="69283" y="12964"/>
                  </a:cubicBezTo>
                  <a:cubicBezTo>
                    <a:pt x="70584" y="9795"/>
                    <a:pt x="70718" y="6426"/>
                    <a:pt x="68383" y="3257"/>
                  </a:cubicBezTo>
                  <a:cubicBezTo>
                    <a:pt x="66829" y="1149"/>
                    <a:pt x="64874" y="324"/>
                    <a:pt x="62826" y="324"/>
                  </a:cubicBezTo>
                  <a:cubicBezTo>
                    <a:pt x="59203" y="324"/>
                    <a:pt x="55286" y="2904"/>
                    <a:pt x="52772" y="5525"/>
                  </a:cubicBezTo>
                  <a:cubicBezTo>
                    <a:pt x="51034" y="2239"/>
                    <a:pt x="47649" y="0"/>
                    <a:pt x="44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5"/>
            <p:cNvSpPr/>
            <p:nvPr/>
          </p:nvSpPr>
          <p:spPr>
            <a:xfrm>
              <a:off x="5504925" y="2527250"/>
              <a:ext cx="78425" cy="148475"/>
            </a:xfrm>
            <a:custGeom>
              <a:avLst/>
              <a:gdLst/>
              <a:ahLst/>
              <a:cxnLst/>
              <a:rect l="l" t="t" r="r" b="b"/>
              <a:pathLst>
                <a:path w="3137" h="5939" fill="none" extrusionOk="0">
                  <a:moveTo>
                    <a:pt x="2870" y="4037"/>
                  </a:moveTo>
                  <a:cubicBezTo>
                    <a:pt x="2169" y="4437"/>
                    <a:pt x="2236" y="5805"/>
                    <a:pt x="1402" y="5871"/>
                  </a:cubicBezTo>
                  <a:cubicBezTo>
                    <a:pt x="868" y="5938"/>
                    <a:pt x="535" y="5204"/>
                    <a:pt x="701" y="4671"/>
                  </a:cubicBezTo>
                  <a:cubicBezTo>
                    <a:pt x="868" y="4170"/>
                    <a:pt x="1369" y="3837"/>
                    <a:pt x="1836" y="3536"/>
                  </a:cubicBezTo>
                  <a:cubicBezTo>
                    <a:pt x="968" y="3536"/>
                    <a:pt x="134" y="2769"/>
                    <a:pt x="1" y="1835"/>
                  </a:cubicBezTo>
                  <a:cubicBezTo>
                    <a:pt x="1" y="1668"/>
                    <a:pt x="1" y="1502"/>
                    <a:pt x="134" y="1435"/>
                  </a:cubicBezTo>
                  <a:cubicBezTo>
                    <a:pt x="301" y="1268"/>
                    <a:pt x="568" y="1468"/>
                    <a:pt x="735" y="1602"/>
                  </a:cubicBezTo>
                  <a:cubicBezTo>
                    <a:pt x="1002" y="1802"/>
                    <a:pt x="1302" y="2002"/>
                    <a:pt x="1635" y="2169"/>
                  </a:cubicBezTo>
                  <a:cubicBezTo>
                    <a:pt x="1669" y="2202"/>
                    <a:pt x="1735" y="2202"/>
                    <a:pt x="1802" y="2202"/>
                  </a:cubicBezTo>
                  <a:cubicBezTo>
                    <a:pt x="1836" y="2202"/>
                    <a:pt x="1869" y="2135"/>
                    <a:pt x="1869" y="2102"/>
                  </a:cubicBezTo>
                  <a:cubicBezTo>
                    <a:pt x="2002" y="1702"/>
                    <a:pt x="1735" y="1335"/>
                    <a:pt x="1669" y="935"/>
                  </a:cubicBezTo>
                  <a:cubicBezTo>
                    <a:pt x="1535" y="534"/>
                    <a:pt x="1669" y="1"/>
                    <a:pt x="2069" y="1"/>
                  </a:cubicBezTo>
                  <a:cubicBezTo>
                    <a:pt x="2303" y="1"/>
                    <a:pt x="2469" y="167"/>
                    <a:pt x="2569" y="334"/>
                  </a:cubicBezTo>
                  <a:cubicBezTo>
                    <a:pt x="2970" y="868"/>
                    <a:pt x="3136" y="1602"/>
                    <a:pt x="2970" y="2202"/>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5"/>
            <p:cNvSpPr/>
            <p:nvPr/>
          </p:nvSpPr>
          <p:spPr>
            <a:xfrm>
              <a:off x="5404875" y="2170325"/>
              <a:ext cx="205150" cy="157650"/>
            </a:xfrm>
            <a:custGeom>
              <a:avLst/>
              <a:gdLst/>
              <a:ahLst/>
              <a:cxnLst/>
              <a:rect l="l" t="t" r="r" b="b"/>
              <a:pathLst>
                <a:path w="8206" h="6306" fill="none" extrusionOk="0">
                  <a:moveTo>
                    <a:pt x="4170" y="6272"/>
                  </a:moveTo>
                  <a:cubicBezTo>
                    <a:pt x="3036" y="6305"/>
                    <a:pt x="1901" y="6105"/>
                    <a:pt x="867" y="5638"/>
                  </a:cubicBezTo>
                  <a:cubicBezTo>
                    <a:pt x="567" y="5538"/>
                    <a:pt x="300" y="5371"/>
                    <a:pt x="167" y="5104"/>
                  </a:cubicBezTo>
                  <a:cubicBezTo>
                    <a:pt x="0" y="4871"/>
                    <a:pt x="33" y="4437"/>
                    <a:pt x="300" y="4270"/>
                  </a:cubicBezTo>
                  <a:cubicBezTo>
                    <a:pt x="400" y="4204"/>
                    <a:pt x="567" y="4204"/>
                    <a:pt x="734" y="4204"/>
                  </a:cubicBezTo>
                  <a:cubicBezTo>
                    <a:pt x="1468" y="4237"/>
                    <a:pt x="2202" y="4270"/>
                    <a:pt x="2902" y="4270"/>
                  </a:cubicBezTo>
                  <a:cubicBezTo>
                    <a:pt x="2335" y="3637"/>
                    <a:pt x="2001" y="2803"/>
                    <a:pt x="1968" y="1969"/>
                  </a:cubicBezTo>
                  <a:cubicBezTo>
                    <a:pt x="1968" y="1602"/>
                    <a:pt x="2135" y="1101"/>
                    <a:pt x="2502" y="1202"/>
                  </a:cubicBezTo>
                  <a:cubicBezTo>
                    <a:pt x="2669" y="1235"/>
                    <a:pt x="2802" y="1368"/>
                    <a:pt x="2869" y="1535"/>
                  </a:cubicBezTo>
                  <a:cubicBezTo>
                    <a:pt x="3336" y="2136"/>
                    <a:pt x="3736" y="2736"/>
                    <a:pt x="4203" y="3370"/>
                  </a:cubicBezTo>
                  <a:cubicBezTo>
                    <a:pt x="4170" y="2803"/>
                    <a:pt x="4070" y="2302"/>
                    <a:pt x="4036" y="1769"/>
                  </a:cubicBezTo>
                  <a:cubicBezTo>
                    <a:pt x="4003" y="1402"/>
                    <a:pt x="3970" y="968"/>
                    <a:pt x="4136" y="701"/>
                  </a:cubicBezTo>
                  <a:cubicBezTo>
                    <a:pt x="4303" y="368"/>
                    <a:pt x="4737" y="201"/>
                    <a:pt x="5037" y="434"/>
                  </a:cubicBezTo>
                  <a:cubicBezTo>
                    <a:pt x="5170" y="568"/>
                    <a:pt x="5204" y="768"/>
                    <a:pt x="5237" y="935"/>
                  </a:cubicBezTo>
                  <a:cubicBezTo>
                    <a:pt x="5371" y="1468"/>
                    <a:pt x="5537" y="2069"/>
                    <a:pt x="5671" y="2603"/>
                  </a:cubicBezTo>
                  <a:cubicBezTo>
                    <a:pt x="5571" y="1869"/>
                    <a:pt x="5838" y="1068"/>
                    <a:pt x="6371" y="568"/>
                  </a:cubicBezTo>
                  <a:cubicBezTo>
                    <a:pt x="6705" y="234"/>
                    <a:pt x="7172" y="1"/>
                    <a:pt x="7572" y="201"/>
                  </a:cubicBezTo>
                  <a:cubicBezTo>
                    <a:pt x="8173" y="434"/>
                    <a:pt x="8206" y="1268"/>
                    <a:pt x="8072" y="1869"/>
                  </a:cubicBezTo>
                  <a:cubicBezTo>
                    <a:pt x="7839" y="2936"/>
                    <a:pt x="7172" y="3903"/>
                    <a:pt x="6305" y="4571"/>
                  </a:cubicBezTo>
                  <a:cubicBezTo>
                    <a:pt x="6171" y="4637"/>
                    <a:pt x="6038" y="4737"/>
                    <a:pt x="5971" y="4637"/>
                  </a:cubicBezTo>
                  <a:cubicBezTo>
                    <a:pt x="5838" y="4571"/>
                    <a:pt x="5904" y="4370"/>
                    <a:pt x="6038" y="4404"/>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5"/>
            <p:cNvSpPr/>
            <p:nvPr/>
          </p:nvSpPr>
          <p:spPr>
            <a:xfrm>
              <a:off x="5893550" y="2096100"/>
              <a:ext cx="230175" cy="166825"/>
            </a:xfrm>
            <a:custGeom>
              <a:avLst/>
              <a:gdLst/>
              <a:ahLst/>
              <a:cxnLst/>
              <a:rect l="l" t="t" r="r" b="b"/>
              <a:pathLst>
                <a:path w="9207" h="6673" fill="none" extrusionOk="0">
                  <a:moveTo>
                    <a:pt x="2836" y="6339"/>
                  </a:moveTo>
                  <a:cubicBezTo>
                    <a:pt x="2302" y="6672"/>
                    <a:pt x="1602" y="6239"/>
                    <a:pt x="1135" y="5772"/>
                  </a:cubicBezTo>
                  <a:cubicBezTo>
                    <a:pt x="801" y="5438"/>
                    <a:pt x="534" y="5071"/>
                    <a:pt x="301" y="4704"/>
                  </a:cubicBezTo>
                  <a:cubicBezTo>
                    <a:pt x="134" y="4404"/>
                    <a:pt x="0" y="4104"/>
                    <a:pt x="0" y="3770"/>
                  </a:cubicBezTo>
                  <a:cubicBezTo>
                    <a:pt x="34" y="3437"/>
                    <a:pt x="301" y="3170"/>
                    <a:pt x="634" y="3203"/>
                  </a:cubicBezTo>
                  <a:cubicBezTo>
                    <a:pt x="801" y="3203"/>
                    <a:pt x="968" y="3337"/>
                    <a:pt x="1101" y="3437"/>
                  </a:cubicBezTo>
                  <a:cubicBezTo>
                    <a:pt x="1668" y="3904"/>
                    <a:pt x="2202" y="4371"/>
                    <a:pt x="2802" y="4838"/>
                  </a:cubicBezTo>
                  <a:cubicBezTo>
                    <a:pt x="2602" y="3870"/>
                    <a:pt x="2369" y="2770"/>
                    <a:pt x="2836" y="1902"/>
                  </a:cubicBezTo>
                  <a:cubicBezTo>
                    <a:pt x="2936" y="1735"/>
                    <a:pt x="3003" y="1602"/>
                    <a:pt x="3169" y="1535"/>
                  </a:cubicBezTo>
                  <a:cubicBezTo>
                    <a:pt x="3636" y="1335"/>
                    <a:pt x="4103" y="1836"/>
                    <a:pt x="4203" y="2336"/>
                  </a:cubicBezTo>
                  <a:cubicBezTo>
                    <a:pt x="4337" y="2836"/>
                    <a:pt x="4437" y="3403"/>
                    <a:pt x="4837" y="3670"/>
                  </a:cubicBezTo>
                  <a:cubicBezTo>
                    <a:pt x="4704" y="2703"/>
                    <a:pt x="4871" y="1702"/>
                    <a:pt x="5271" y="835"/>
                  </a:cubicBezTo>
                  <a:cubicBezTo>
                    <a:pt x="5371" y="568"/>
                    <a:pt x="5504" y="334"/>
                    <a:pt x="5704" y="201"/>
                  </a:cubicBezTo>
                  <a:cubicBezTo>
                    <a:pt x="5938" y="34"/>
                    <a:pt x="6272" y="1"/>
                    <a:pt x="6472" y="168"/>
                  </a:cubicBezTo>
                  <a:cubicBezTo>
                    <a:pt x="6705" y="368"/>
                    <a:pt x="6772" y="735"/>
                    <a:pt x="6772" y="1035"/>
                  </a:cubicBezTo>
                  <a:cubicBezTo>
                    <a:pt x="6772" y="2002"/>
                    <a:pt x="6705" y="2970"/>
                    <a:pt x="6705" y="3937"/>
                  </a:cubicBezTo>
                  <a:cubicBezTo>
                    <a:pt x="6705" y="3270"/>
                    <a:pt x="6939" y="2603"/>
                    <a:pt x="7306" y="2069"/>
                  </a:cubicBezTo>
                  <a:cubicBezTo>
                    <a:pt x="7506" y="1769"/>
                    <a:pt x="7806" y="1502"/>
                    <a:pt x="8140" y="1402"/>
                  </a:cubicBezTo>
                  <a:cubicBezTo>
                    <a:pt x="8473" y="1335"/>
                    <a:pt x="8940" y="1435"/>
                    <a:pt x="9107" y="1769"/>
                  </a:cubicBezTo>
                  <a:cubicBezTo>
                    <a:pt x="9207" y="2002"/>
                    <a:pt x="9207" y="2269"/>
                    <a:pt x="9174" y="2536"/>
                  </a:cubicBezTo>
                  <a:cubicBezTo>
                    <a:pt x="9040" y="3203"/>
                    <a:pt x="8807" y="3770"/>
                    <a:pt x="8373" y="4271"/>
                  </a:cubicBezTo>
                  <a:cubicBezTo>
                    <a:pt x="8206" y="4504"/>
                    <a:pt x="8039" y="4671"/>
                    <a:pt x="7806" y="4738"/>
                  </a:cubicBezTo>
                  <a:cubicBezTo>
                    <a:pt x="7539" y="4838"/>
                    <a:pt x="7272" y="4738"/>
                    <a:pt x="7139" y="4504"/>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5"/>
            <p:cNvSpPr/>
            <p:nvPr/>
          </p:nvSpPr>
          <p:spPr>
            <a:xfrm>
              <a:off x="6356375" y="2012725"/>
              <a:ext cx="280225" cy="125950"/>
            </a:xfrm>
            <a:custGeom>
              <a:avLst/>
              <a:gdLst/>
              <a:ahLst/>
              <a:cxnLst/>
              <a:rect l="l" t="t" r="r" b="b"/>
              <a:pathLst>
                <a:path w="11209" h="5038" fill="none" extrusionOk="0">
                  <a:moveTo>
                    <a:pt x="968" y="4737"/>
                  </a:moveTo>
                  <a:cubicBezTo>
                    <a:pt x="1035" y="4870"/>
                    <a:pt x="901" y="5037"/>
                    <a:pt x="801" y="5004"/>
                  </a:cubicBezTo>
                  <a:cubicBezTo>
                    <a:pt x="468" y="4103"/>
                    <a:pt x="201" y="3202"/>
                    <a:pt x="34" y="2235"/>
                  </a:cubicBezTo>
                  <a:cubicBezTo>
                    <a:pt x="1" y="2002"/>
                    <a:pt x="1" y="1701"/>
                    <a:pt x="267" y="1601"/>
                  </a:cubicBezTo>
                  <a:cubicBezTo>
                    <a:pt x="434" y="1568"/>
                    <a:pt x="601" y="1668"/>
                    <a:pt x="701" y="1768"/>
                  </a:cubicBezTo>
                  <a:cubicBezTo>
                    <a:pt x="1335" y="2268"/>
                    <a:pt x="1869" y="2869"/>
                    <a:pt x="2336" y="3536"/>
                  </a:cubicBezTo>
                  <a:cubicBezTo>
                    <a:pt x="2302" y="2902"/>
                    <a:pt x="2302" y="2268"/>
                    <a:pt x="2269" y="1668"/>
                  </a:cubicBezTo>
                  <a:cubicBezTo>
                    <a:pt x="2202" y="1168"/>
                    <a:pt x="2302" y="467"/>
                    <a:pt x="2803" y="367"/>
                  </a:cubicBezTo>
                  <a:cubicBezTo>
                    <a:pt x="3270" y="234"/>
                    <a:pt x="3670" y="767"/>
                    <a:pt x="3870" y="1201"/>
                  </a:cubicBezTo>
                  <a:cubicBezTo>
                    <a:pt x="4270" y="1935"/>
                    <a:pt x="4604" y="2702"/>
                    <a:pt x="4871" y="3503"/>
                  </a:cubicBezTo>
                  <a:cubicBezTo>
                    <a:pt x="4937" y="2769"/>
                    <a:pt x="5004" y="2035"/>
                    <a:pt x="5038" y="1334"/>
                  </a:cubicBezTo>
                  <a:cubicBezTo>
                    <a:pt x="5104" y="1068"/>
                    <a:pt x="5104" y="767"/>
                    <a:pt x="5204" y="567"/>
                  </a:cubicBezTo>
                  <a:cubicBezTo>
                    <a:pt x="5338" y="367"/>
                    <a:pt x="5638" y="200"/>
                    <a:pt x="5871" y="334"/>
                  </a:cubicBezTo>
                  <a:cubicBezTo>
                    <a:pt x="6105" y="400"/>
                    <a:pt x="6172" y="701"/>
                    <a:pt x="6272" y="934"/>
                  </a:cubicBezTo>
                  <a:cubicBezTo>
                    <a:pt x="6405" y="1568"/>
                    <a:pt x="6539" y="2202"/>
                    <a:pt x="6705" y="2769"/>
                  </a:cubicBezTo>
                  <a:cubicBezTo>
                    <a:pt x="6772" y="3036"/>
                    <a:pt x="7006" y="3336"/>
                    <a:pt x="7172" y="3169"/>
                  </a:cubicBezTo>
                  <a:cubicBezTo>
                    <a:pt x="7139" y="2335"/>
                    <a:pt x="7272" y="1501"/>
                    <a:pt x="7506" y="734"/>
                  </a:cubicBezTo>
                  <a:cubicBezTo>
                    <a:pt x="7639" y="400"/>
                    <a:pt x="7873" y="0"/>
                    <a:pt x="8240" y="0"/>
                  </a:cubicBezTo>
                  <a:cubicBezTo>
                    <a:pt x="8740" y="0"/>
                    <a:pt x="8974" y="667"/>
                    <a:pt x="9007" y="1201"/>
                  </a:cubicBezTo>
                  <a:lnTo>
                    <a:pt x="9140" y="2936"/>
                  </a:lnTo>
                  <a:cubicBezTo>
                    <a:pt x="9174" y="2535"/>
                    <a:pt x="9207" y="2102"/>
                    <a:pt x="9407" y="1768"/>
                  </a:cubicBezTo>
                  <a:cubicBezTo>
                    <a:pt x="9641" y="1401"/>
                    <a:pt x="10008" y="1134"/>
                    <a:pt x="10408" y="1234"/>
                  </a:cubicBezTo>
                  <a:cubicBezTo>
                    <a:pt x="11008" y="1368"/>
                    <a:pt x="11209" y="2102"/>
                    <a:pt x="11075" y="2702"/>
                  </a:cubicBezTo>
                  <a:cubicBezTo>
                    <a:pt x="10908" y="3469"/>
                    <a:pt x="10375" y="4203"/>
                    <a:pt x="9674" y="4470"/>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5"/>
            <p:cNvSpPr/>
            <p:nvPr/>
          </p:nvSpPr>
          <p:spPr>
            <a:xfrm>
              <a:off x="6207100" y="2307100"/>
              <a:ext cx="319425" cy="211825"/>
            </a:xfrm>
            <a:custGeom>
              <a:avLst/>
              <a:gdLst/>
              <a:ahLst/>
              <a:cxnLst/>
              <a:rect l="l" t="t" r="r" b="b"/>
              <a:pathLst>
                <a:path w="12777" h="8473" fill="none" extrusionOk="0">
                  <a:moveTo>
                    <a:pt x="3637" y="7839"/>
                  </a:moveTo>
                  <a:cubicBezTo>
                    <a:pt x="3003" y="8473"/>
                    <a:pt x="1935" y="8139"/>
                    <a:pt x="1135" y="7772"/>
                  </a:cubicBezTo>
                  <a:cubicBezTo>
                    <a:pt x="634" y="7506"/>
                    <a:pt x="1" y="7105"/>
                    <a:pt x="134" y="6572"/>
                  </a:cubicBezTo>
                  <a:cubicBezTo>
                    <a:pt x="268" y="6071"/>
                    <a:pt x="968" y="5938"/>
                    <a:pt x="1468" y="6105"/>
                  </a:cubicBezTo>
                  <a:cubicBezTo>
                    <a:pt x="1969" y="6271"/>
                    <a:pt x="2469" y="6572"/>
                    <a:pt x="2969" y="6472"/>
                  </a:cubicBezTo>
                  <a:cubicBezTo>
                    <a:pt x="2336" y="5971"/>
                    <a:pt x="1935" y="5171"/>
                    <a:pt x="1902" y="4337"/>
                  </a:cubicBezTo>
                  <a:cubicBezTo>
                    <a:pt x="1902" y="4170"/>
                    <a:pt x="1902" y="3970"/>
                    <a:pt x="2002" y="3836"/>
                  </a:cubicBezTo>
                  <a:cubicBezTo>
                    <a:pt x="2302" y="3436"/>
                    <a:pt x="2936" y="3670"/>
                    <a:pt x="3336" y="3970"/>
                  </a:cubicBezTo>
                  <a:cubicBezTo>
                    <a:pt x="3903" y="4403"/>
                    <a:pt x="4437" y="4804"/>
                    <a:pt x="4971" y="5271"/>
                  </a:cubicBezTo>
                  <a:cubicBezTo>
                    <a:pt x="4971" y="4337"/>
                    <a:pt x="4938" y="3469"/>
                    <a:pt x="4938" y="2569"/>
                  </a:cubicBezTo>
                  <a:cubicBezTo>
                    <a:pt x="4938" y="2269"/>
                    <a:pt x="4938" y="1968"/>
                    <a:pt x="5104" y="1768"/>
                  </a:cubicBezTo>
                  <a:cubicBezTo>
                    <a:pt x="5371" y="1301"/>
                    <a:pt x="6105" y="1435"/>
                    <a:pt x="6472" y="1802"/>
                  </a:cubicBezTo>
                  <a:cubicBezTo>
                    <a:pt x="6839" y="2168"/>
                    <a:pt x="6972" y="2769"/>
                    <a:pt x="7172" y="3269"/>
                  </a:cubicBezTo>
                  <a:cubicBezTo>
                    <a:pt x="7339" y="3770"/>
                    <a:pt x="7639" y="4303"/>
                    <a:pt x="8140" y="4503"/>
                  </a:cubicBezTo>
                  <a:cubicBezTo>
                    <a:pt x="7606" y="3102"/>
                    <a:pt x="8073" y="1401"/>
                    <a:pt x="9174" y="401"/>
                  </a:cubicBezTo>
                  <a:cubicBezTo>
                    <a:pt x="9441" y="167"/>
                    <a:pt x="9808" y="0"/>
                    <a:pt x="10075" y="234"/>
                  </a:cubicBezTo>
                  <a:cubicBezTo>
                    <a:pt x="10208" y="334"/>
                    <a:pt x="10208" y="601"/>
                    <a:pt x="10275" y="801"/>
                  </a:cubicBezTo>
                  <a:cubicBezTo>
                    <a:pt x="10308" y="1735"/>
                    <a:pt x="10341" y="2669"/>
                    <a:pt x="10308" y="3603"/>
                  </a:cubicBezTo>
                  <a:cubicBezTo>
                    <a:pt x="10475" y="2936"/>
                    <a:pt x="10775" y="2135"/>
                    <a:pt x="11442" y="2002"/>
                  </a:cubicBezTo>
                  <a:cubicBezTo>
                    <a:pt x="12176" y="1902"/>
                    <a:pt x="12776" y="2836"/>
                    <a:pt x="12676" y="3636"/>
                  </a:cubicBezTo>
                  <a:cubicBezTo>
                    <a:pt x="12576" y="4303"/>
                    <a:pt x="11976" y="4970"/>
                    <a:pt x="11309" y="4804"/>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5"/>
            <p:cNvSpPr/>
            <p:nvPr/>
          </p:nvSpPr>
          <p:spPr>
            <a:xfrm>
              <a:off x="6148725" y="1805075"/>
              <a:ext cx="179325" cy="134275"/>
            </a:xfrm>
            <a:custGeom>
              <a:avLst/>
              <a:gdLst/>
              <a:ahLst/>
              <a:cxnLst/>
              <a:rect l="l" t="t" r="r" b="b"/>
              <a:pathLst>
                <a:path w="7173" h="5371" fill="none" extrusionOk="0">
                  <a:moveTo>
                    <a:pt x="3503" y="4737"/>
                  </a:moveTo>
                  <a:cubicBezTo>
                    <a:pt x="2102" y="5004"/>
                    <a:pt x="568" y="4103"/>
                    <a:pt x="1" y="2702"/>
                  </a:cubicBezTo>
                  <a:cubicBezTo>
                    <a:pt x="1235" y="2669"/>
                    <a:pt x="2136" y="4203"/>
                    <a:pt x="3303" y="4036"/>
                  </a:cubicBezTo>
                  <a:cubicBezTo>
                    <a:pt x="2736" y="3436"/>
                    <a:pt x="2302" y="2702"/>
                    <a:pt x="2069" y="1902"/>
                  </a:cubicBezTo>
                  <a:cubicBezTo>
                    <a:pt x="1935" y="1535"/>
                    <a:pt x="1969" y="934"/>
                    <a:pt x="2336" y="901"/>
                  </a:cubicBezTo>
                  <a:cubicBezTo>
                    <a:pt x="2502" y="901"/>
                    <a:pt x="2669" y="1001"/>
                    <a:pt x="2836" y="1101"/>
                  </a:cubicBezTo>
                  <a:cubicBezTo>
                    <a:pt x="3737" y="1835"/>
                    <a:pt x="4437" y="2702"/>
                    <a:pt x="5004" y="3669"/>
                  </a:cubicBezTo>
                  <a:cubicBezTo>
                    <a:pt x="5104" y="2902"/>
                    <a:pt x="4904" y="2168"/>
                    <a:pt x="5004" y="1435"/>
                  </a:cubicBezTo>
                  <a:cubicBezTo>
                    <a:pt x="5138" y="734"/>
                    <a:pt x="5805" y="0"/>
                    <a:pt x="6505" y="267"/>
                  </a:cubicBezTo>
                  <a:cubicBezTo>
                    <a:pt x="6939" y="434"/>
                    <a:pt x="7172" y="934"/>
                    <a:pt x="7172" y="1401"/>
                  </a:cubicBezTo>
                  <a:cubicBezTo>
                    <a:pt x="7172" y="1868"/>
                    <a:pt x="7006" y="2335"/>
                    <a:pt x="6806" y="2735"/>
                  </a:cubicBezTo>
                  <a:cubicBezTo>
                    <a:pt x="6439" y="3603"/>
                    <a:pt x="6072" y="4503"/>
                    <a:pt x="5738" y="5371"/>
                  </a:cubicBezTo>
                  <a:cubicBezTo>
                    <a:pt x="5571" y="5337"/>
                    <a:pt x="5471" y="5171"/>
                    <a:pt x="5471" y="5004"/>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5"/>
            <p:cNvSpPr/>
            <p:nvPr/>
          </p:nvSpPr>
          <p:spPr>
            <a:xfrm>
              <a:off x="5179700" y="1923475"/>
              <a:ext cx="187650" cy="143475"/>
            </a:xfrm>
            <a:custGeom>
              <a:avLst/>
              <a:gdLst/>
              <a:ahLst/>
              <a:cxnLst/>
              <a:rect l="l" t="t" r="r" b="b"/>
              <a:pathLst>
                <a:path w="7506" h="5739" fill="none" extrusionOk="0">
                  <a:moveTo>
                    <a:pt x="4470" y="5338"/>
                  </a:moveTo>
                  <a:cubicBezTo>
                    <a:pt x="3069" y="5738"/>
                    <a:pt x="1535" y="5438"/>
                    <a:pt x="368" y="4604"/>
                  </a:cubicBezTo>
                  <a:cubicBezTo>
                    <a:pt x="234" y="4504"/>
                    <a:pt x="167" y="4437"/>
                    <a:pt x="101" y="4304"/>
                  </a:cubicBezTo>
                  <a:cubicBezTo>
                    <a:pt x="1" y="4004"/>
                    <a:pt x="267" y="3737"/>
                    <a:pt x="568" y="3737"/>
                  </a:cubicBezTo>
                  <a:cubicBezTo>
                    <a:pt x="868" y="3670"/>
                    <a:pt x="1168" y="3837"/>
                    <a:pt x="1402" y="3970"/>
                  </a:cubicBezTo>
                  <a:cubicBezTo>
                    <a:pt x="1668" y="4104"/>
                    <a:pt x="2002" y="4171"/>
                    <a:pt x="2236" y="4104"/>
                  </a:cubicBezTo>
                  <a:cubicBezTo>
                    <a:pt x="935" y="3503"/>
                    <a:pt x="167" y="1936"/>
                    <a:pt x="401" y="501"/>
                  </a:cubicBezTo>
                  <a:cubicBezTo>
                    <a:pt x="1468" y="1435"/>
                    <a:pt x="2502" y="2336"/>
                    <a:pt x="3637" y="3170"/>
                  </a:cubicBezTo>
                  <a:cubicBezTo>
                    <a:pt x="3470" y="2269"/>
                    <a:pt x="3503" y="1335"/>
                    <a:pt x="3670" y="468"/>
                  </a:cubicBezTo>
                  <a:cubicBezTo>
                    <a:pt x="3703" y="334"/>
                    <a:pt x="3703" y="234"/>
                    <a:pt x="3837" y="134"/>
                  </a:cubicBezTo>
                  <a:cubicBezTo>
                    <a:pt x="4003" y="1"/>
                    <a:pt x="4204" y="134"/>
                    <a:pt x="4337" y="268"/>
                  </a:cubicBezTo>
                  <a:cubicBezTo>
                    <a:pt x="5104" y="935"/>
                    <a:pt x="5304" y="2136"/>
                    <a:pt x="5338" y="3237"/>
                  </a:cubicBezTo>
                  <a:cubicBezTo>
                    <a:pt x="5338" y="2736"/>
                    <a:pt x="5371" y="2169"/>
                    <a:pt x="5605" y="1736"/>
                  </a:cubicBezTo>
                  <a:cubicBezTo>
                    <a:pt x="5871" y="1269"/>
                    <a:pt x="6405" y="968"/>
                    <a:pt x="6872" y="1168"/>
                  </a:cubicBezTo>
                  <a:cubicBezTo>
                    <a:pt x="7339" y="1402"/>
                    <a:pt x="7506" y="1969"/>
                    <a:pt x="7373" y="2469"/>
                  </a:cubicBezTo>
                  <a:cubicBezTo>
                    <a:pt x="7239" y="2970"/>
                    <a:pt x="6906" y="3337"/>
                    <a:pt x="6605" y="3737"/>
                  </a:cubicBezTo>
                  <a:cubicBezTo>
                    <a:pt x="6505" y="3837"/>
                    <a:pt x="6205" y="3837"/>
                    <a:pt x="6272" y="3737"/>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5"/>
            <p:cNvSpPr/>
            <p:nvPr/>
          </p:nvSpPr>
          <p:spPr>
            <a:xfrm>
              <a:off x="5181375" y="2322100"/>
              <a:ext cx="100100" cy="97600"/>
            </a:xfrm>
            <a:custGeom>
              <a:avLst/>
              <a:gdLst/>
              <a:ahLst/>
              <a:cxnLst/>
              <a:rect l="l" t="t" r="r" b="b"/>
              <a:pathLst>
                <a:path w="4004" h="3904" fill="none" extrusionOk="0">
                  <a:moveTo>
                    <a:pt x="4003" y="3737"/>
                  </a:moveTo>
                  <a:cubicBezTo>
                    <a:pt x="3236" y="3837"/>
                    <a:pt x="2402" y="3903"/>
                    <a:pt x="1601" y="3703"/>
                  </a:cubicBezTo>
                  <a:cubicBezTo>
                    <a:pt x="801" y="3470"/>
                    <a:pt x="100" y="2803"/>
                    <a:pt x="0" y="1969"/>
                  </a:cubicBezTo>
                  <a:cubicBezTo>
                    <a:pt x="801" y="2202"/>
                    <a:pt x="1601" y="2536"/>
                    <a:pt x="2302" y="2969"/>
                  </a:cubicBezTo>
                  <a:cubicBezTo>
                    <a:pt x="2235" y="2402"/>
                    <a:pt x="1902" y="1969"/>
                    <a:pt x="1635" y="1502"/>
                  </a:cubicBezTo>
                  <a:cubicBezTo>
                    <a:pt x="1435" y="1001"/>
                    <a:pt x="1368" y="334"/>
                    <a:pt x="1802" y="1"/>
                  </a:cubicBezTo>
                  <a:cubicBezTo>
                    <a:pt x="2469" y="668"/>
                    <a:pt x="3002" y="1502"/>
                    <a:pt x="3336" y="2369"/>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5"/>
            <p:cNvSpPr/>
            <p:nvPr/>
          </p:nvSpPr>
          <p:spPr>
            <a:xfrm>
              <a:off x="6510650" y="1802575"/>
              <a:ext cx="105100" cy="131775"/>
            </a:xfrm>
            <a:custGeom>
              <a:avLst/>
              <a:gdLst/>
              <a:ahLst/>
              <a:cxnLst/>
              <a:rect l="l" t="t" r="r" b="b"/>
              <a:pathLst>
                <a:path w="4204" h="5271" fill="none" extrusionOk="0">
                  <a:moveTo>
                    <a:pt x="701" y="4103"/>
                  </a:moveTo>
                  <a:cubicBezTo>
                    <a:pt x="534" y="3469"/>
                    <a:pt x="368" y="2902"/>
                    <a:pt x="201" y="2268"/>
                  </a:cubicBezTo>
                  <a:cubicBezTo>
                    <a:pt x="101" y="1901"/>
                    <a:pt x="1" y="1468"/>
                    <a:pt x="1" y="1068"/>
                  </a:cubicBezTo>
                  <a:cubicBezTo>
                    <a:pt x="34" y="634"/>
                    <a:pt x="201" y="234"/>
                    <a:pt x="534" y="0"/>
                  </a:cubicBezTo>
                  <a:lnTo>
                    <a:pt x="1435" y="3503"/>
                  </a:lnTo>
                  <a:cubicBezTo>
                    <a:pt x="1702" y="3069"/>
                    <a:pt x="1702" y="2469"/>
                    <a:pt x="1702" y="1935"/>
                  </a:cubicBezTo>
                  <a:cubicBezTo>
                    <a:pt x="1702" y="1635"/>
                    <a:pt x="1702" y="1334"/>
                    <a:pt x="1869" y="1168"/>
                  </a:cubicBezTo>
                  <a:cubicBezTo>
                    <a:pt x="2136" y="934"/>
                    <a:pt x="2603" y="1134"/>
                    <a:pt x="2769" y="1434"/>
                  </a:cubicBezTo>
                  <a:cubicBezTo>
                    <a:pt x="2936" y="1701"/>
                    <a:pt x="2869" y="2135"/>
                    <a:pt x="2869" y="2502"/>
                  </a:cubicBezTo>
                  <a:cubicBezTo>
                    <a:pt x="2836" y="3102"/>
                    <a:pt x="2769" y="3636"/>
                    <a:pt x="2703" y="4203"/>
                  </a:cubicBezTo>
                  <a:cubicBezTo>
                    <a:pt x="2769" y="3669"/>
                    <a:pt x="2936" y="3169"/>
                    <a:pt x="3170" y="2702"/>
                  </a:cubicBezTo>
                  <a:cubicBezTo>
                    <a:pt x="3370" y="2368"/>
                    <a:pt x="3770" y="2102"/>
                    <a:pt x="4037" y="2335"/>
                  </a:cubicBezTo>
                  <a:cubicBezTo>
                    <a:pt x="4204" y="2502"/>
                    <a:pt x="4204" y="2769"/>
                    <a:pt x="4170" y="3002"/>
                  </a:cubicBezTo>
                  <a:cubicBezTo>
                    <a:pt x="4037" y="3870"/>
                    <a:pt x="3837" y="4937"/>
                    <a:pt x="3036" y="5271"/>
                  </a:cubicBezTo>
                  <a:lnTo>
                    <a:pt x="3036" y="4937"/>
                  </a:ln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5"/>
            <p:cNvSpPr/>
            <p:nvPr/>
          </p:nvSpPr>
          <p:spPr>
            <a:xfrm>
              <a:off x="5708425" y="2329600"/>
              <a:ext cx="417800" cy="206850"/>
            </a:xfrm>
            <a:custGeom>
              <a:avLst/>
              <a:gdLst/>
              <a:ahLst/>
              <a:cxnLst/>
              <a:rect l="l" t="t" r="r" b="b"/>
              <a:pathLst>
                <a:path w="16712" h="8274" fill="none" extrusionOk="0">
                  <a:moveTo>
                    <a:pt x="3369" y="8273"/>
                  </a:moveTo>
                  <a:cubicBezTo>
                    <a:pt x="1568" y="8207"/>
                    <a:pt x="0" y="6439"/>
                    <a:pt x="33" y="4604"/>
                  </a:cubicBezTo>
                  <a:cubicBezTo>
                    <a:pt x="901" y="5071"/>
                    <a:pt x="1735" y="5505"/>
                    <a:pt x="2602" y="5938"/>
                  </a:cubicBezTo>
                  <a:cubicBezTo>
                    <a:pt x="1835" y="4871"/>
                    <a:pt x="1368" y="3537"/>
                    <a:pt x="1368" y="2169"/>
                  </a:cubicBezTo>
                  <a:cubicBezTo>
                    <a:pt x="2502" y="3170"/>
                    <a:pt x="3603" y="4171"/>
                    <a:pt x="4770" y="5205"/>
                  </a:cubicBezTo>
                  <a:cubicBezTo>
                    <a:pt x="4670" y="4504"/>
                    <a:pt x="4570" y="3770"/>
                    <a:pt x="4503" y="3070"/>
                  </a:cubicBezTo>
                  <a:cubicBezTo>
                    <a:pt x="4503" y="2836"/>
                    <a:pt x="4437" y="2569"/>
                    <a:pt x="4603" y="2336"/>
                  </a:cubicBezTo>
                  <a:cubicBezTo>
                    <a:pt x="4870" y="1869"/>
                    <a:pt x="5571" y="1936"/>
                    <a:pt x="5938" y="2336"/>
                  </a:cubicBezTo>
                  <a:cubicBezTo>
                    <a:pt x="6338" y="2703"/>
                    <a:pt x="6505" y="3237"/>
                    <a:pt x="6705" y="3704"/>
                  </a:cubicBezTo>
                  <a:cubicBezTo>
                    <a:pt x="6938" y="4171"/>
                    <a:pt x="7339" y="4671"/>
                    <a:pt x="7839" y="4671"/>
                  </a:cubicBezTo>
                  <a:cubicBezTo>
                    <a:pt x="7439" y="3503"/>
                    <a:pt x="7539" y="2169"/>
                    <a:pt x="8106" y="1068"/>
                  </a:cubicBezTo>
                  <a:cubicBezTo>
                    <a:pt x="9173" y="1502"/>
                    <a:pt x="8840" y="3337"/>
                    <a:pt x="9774" y="4004"/>
                  </a:cubicBezTo>
                  <a:cubicBezTo>
                    <a:pt x="9707" y="2669"/>
                    <a:pt x="10007" y="1268"/>
                    <a:pt x="10608" y="101"/>
                  </a:cubicBezTo>
                  <a:cubicBezTo>
                    <a:pt x="11408" y="868"/>
                    <a:pt x="11909" y="1902"/>
                    <a:pt x="12109" y="3003"/>
                  </a:cubicBezTo>
                  <a:cubicBezTo>
                    <a:pt x="12242" y="1769"/>
                    <a:pt x="12576" y="268"/>
                    <a:pt x="13743" y="1"/>
                  </a:cubicBezTo>
                  <a:cubicBezTo>
                    <a:pt x="14010" y="902"/>
                    <a:pt x="14210" y="1769"/>
                    <a:pt x="14444" y="2703"/>
                  </a:cubicBezTo>
                  <a:cubicBezTo>
                    <a:pt x="14510" y="2002"/>
                    <a:pt x="14711" y="1335"/>
                    <a:pt x="15044" y="735"/>
                  </a:cubicBezTo>
                  <a:cubicBezTo>
                    <a:pt x="15111" y="601"/>
                    <a:pt x="15244" y="435"/>
                    <a:pt x="15378" y="401"/>
                  </a:cubicBezTo>
                  <a:cubicBezTo>
                    <a:pt x="15745" y="268"/>
                    <a:pt x="16045" y="701"/>
                    <a:pt x="16145" y="1068"/>
                  </a:cubicBezTo>
                  <a:cubicBezTo>
                    <a:pt x="16712" y="2603"/>
                    <a:pt x="16445" y="4437"/>
                    <a:pt x="15545" y="5772"/>
                  </a:cubicBezTo>
                  <a:cubicBezTo>
                    <a:pt x="15411" y="5838"/>
                    <a:pt x="15244" y="5672"/>
                    <a:pt x="15278" y="5505"/>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45"/>
            <p:cNvSpPr/>
            <p:nvPr/>
          </p:nvSpPr>
          <p:spPr>
            <a:xfrm>
              <a:off x="5584150" y="1848425"/>
              <a:ext cx="455350" cy="239375"/>
            </a:xfrm>
            <a:custGeom>
              <a:avLst/>
              <a:gdLst/>
              <a:ahLst/>
              <a:cxnLst/>
              <a:rect l="l" t="t" r="r" b="b"/>
              <a:pathLst>
                <a:path w="18214" h="9575" fill="none" extrusionOk="0">
                  <a:moveTo>
                    <a:pt x="1869" y="9574"/>
                  </a:moveTo>
                  <a:cubicBezTo>
                    <a:pt x="1368" y="9274"/>
                    <a:pt x="901" y="8907"/>
                    <a:pt x="501" y="8474"/>
                  </a:cubicBezTo>
                  <a:cubicBezTo>
                    <a:pt x="234" y="8173"/>
                    <a:pt x="1" y="7773"/>
                    <a:pt x="168" y="7406"/>
                  </a:cubicBezTo>
                  <a:cubicBezTo>
                    <a:pt x="368" y="7006"/>
                    <a:pt x="868" y="6972"/>
                    <a:pt x="1302" y="7106"/>
                  </a:cubicBezTo>
                  <a:cubicBezTo>
                    <a:pt x="2069" y="7273"/>
                    <a:pt x="2870" y="7673"/>
                    <a:pt x="3503" y="8240"/>
                  </a:cubicBezTo>
                  <a:cubicBezTo>
                    <a:pt x="3070" y="6739"/>
                    <a:pt x="2736" y="5171"/>
                    <a:pt x="2569" y="3603"/>
                  </a:cubicBezTo>
                  <a:cubicBezTo>
                    <a:pt x="3703" y="4004"/>
                    <a:pt x="4671" y="4904"/>
                    <a:pt x="5205" y="5972"/>
                  </a:cubicBezTo>
                  <a:cubicBezTo>
                    <a:pt x="5338" y="6172"/>
                    <a:pt x="5538" y="6472"/>
                    <a:pt x="5738" y="6405"/>
                  </a:cubicBezTo>
                  <a:cubicBezTo>
                    <a:pt x="5972" y="6305"/>
                    <a:pt x="5905" y="5972"/>
                    <a:pt x="5872" y="5772"/>
                  </a:cubicBezTo>
                  <a:cubicBezTo>
                    <a:pt x="5505" y="4337"/>
                    <a:pt x="5138" y="2970"/>
                    <a:pt x="4738" y="1569"/>
                  </a:cubicBezTo>
                  <a:cubicBezTo>
                    <a:pt x="6205" y="2302"/>
                    <a:pt x="7139" y="3804"/>
                    <a:pt x="7973" y="5238"/>
                  </a:cubicBezTo>
                  <a:cubicBezTo>
                    <a:pt x="7640" y="3570"/>
                    <a:pt x="7473" y="1835"/>
                    <a:pt x="7540" y="134"/>
                  </a:cubicBezTo>
                  <a:cubicBezTo>
                    <a:pt x="8040" y="1"/>
                    <a:pt x="8474" y="601"/>
                    <a:pt x="8674" y="1068"/>
                  </a:cubicBezTo>
                  <a:cubicBezTo>
                    <a:pt x="9241" y="2236"/>
                    <a:pt x="9841" y="3437"/>
                    <a:pt x="10408" y="4604"/>
                  </a:cubicBezTo>
                  <a:cubicBezTo>
                    <a:pt x="10975" y="4137"/>
                    <a:pt x="10708" y="3270"/>
                    <a:pt x="10575" y="2569"/>
                  </a:cubicBezTo>
                  <a:cubicBezTo>
                    <a:pt x="10475" y="1835"/>
                    <a:pt x="10909" y="835"/>
                    <a:pt x="11576" y="1135"/>
                  </a:cubicBezTo>
                  <a:cubicBezTo>
                    <a:pt x="11876" y="1268"/>
                    <a:pt x="12009" y="1569"/>
                    <a:pt x="12143" y="1835"/>
                  </a:cubicBezTo>
                  <a:cubicBezTo>
                    <a:pt x="12510" y="2736"/>
                    <a:pt x="12810" y="3603"/>
                    <a:pt x="13044" y="4504"/>
                  </a:cubicBezTo>
                  <a:cubicBezTo>
                    <a:pt x="12743" y="3603"/>
                    <a:pt x="13244" y="2436"/>
                    <a:pt x="14178" y="2269"/>
                  </a:cubicBezTo>
                  <a:cubicBezTo>
                    <a:pt x="15078" y="2102"/>
                    <a:pt x="16012" y="3303"/>
                    <a:pt x="15512" y="4104"/>
                  </a:cubicBezTo>
                  <a:cubicBezTo>
                    <a:pt x="15545" y="3403"/>
                    <a:pt x="16346" y="2903"/>
                    <a:pt x="17013" y="3103"/>
                  </a:cubicBezTo>
                  <a:cubicBezTo>
                    <a:pt x="17680" y="3270"/>
                    <a:pt x="18114" y="3970"/>
                    <a:pt x="18181" y="4671"/>
                  </a:cubicBezTo>
                  <a:cubicBezTo>
                    <a:pt x="18214" y="5405"/>
                    <a:pt x="17847" y="6072"/>
                    <a:pt x="17380" y="6572"/>
                  </a:cubicBezTo>
                </a:path>
              </a:pathLst>
            </a:custGeom>
            <a:noFill/>
            <a:ln w="15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45"/>
            <p:cNvSpPr/>
            <p:nvPr/>
          </p:nvSpPr>
          <p:spPr>
            <a:xfrm>
              <a:off x="4862800" y="299000"/>
              <a:ext cx="87600" cy="129275"/>
            </a:xfrm>
            <a:custGeom>
              <a:avLst/>
              <a:gdLst/>
              <a:ahLst/>
              <a:cxnLst/>
              <a:rect l="l" t="t" r="r" b="b"/>
              <a:pathLst>
                <a:path w="3504" h="5171" extrusionOk="0">
                  <a:moveTo>
                    <a:pt x="1469" y="100"/>
                  </a:moveTo>
                  <a:cubicBezTo>
                    <a:pt x="2336" y="0"/>
                    <a:pt x="3170" y="967"/>
                    <a:pt x="3337" y="2368"/>
                  </a:cubicBezTo>
                  <a:cubicBezTo>
                    <a:pt x="3503" y="3736"/>
                    <a:pt x="2903" y="4904"/>
                    <a:pt x="2036" y="5037"/>
                  </a:cubicBezTo>
                  <a:cubicBezTo>
                    <a:pt x="1168" y="5170"/>
                    <a:pt x="334" y="4170"/>
                    <a:pt x="168" y="2769"/>
                  </a:cubicBezTo>
                  <a:cubicBezTo>
                    <a:pt x="1" y="1434"/>
                    <a:pt x="568" y="234"/>
                    <a:pt x="1469" y="10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45"/>
            <p:cNvSpPr/>
            <p:nvPr/>
          </p:nvSpPr>
          <p:spPr>
            <a:xfrm>
              <a:off x="4913675" y="350700"/>
              <a:ext cx="121775" cy="107600"/>
            </a:xfrm>
            <a:custGeom>
              <a:avLst/>
              <a:gdLst/>
              <a:ahLst/>
              <a:cxnLst/>
              <a:rect l="l" t="t" r="r" b="b"/>
              <a:pathLst>
                <a:path w="4871" h="4304" extrusionOk="0">
                  <a:moveTo>
                    <a:pt x="4504" y="1101"/>
                  </a:moveTo>
                  <a:cubicBezTo>
                    <a:pt x="4871" y="1968"/>
                    <a:pt x="4270" y="3136"/>
                    <a:pt x="3136" y="3703"/>
                  </a:cubicBezTo>
                  <a:cubicBezTo>
                    <a:pt x="2002" y="4303"/>
                    <a:pt x="768" y="4103"/>
                    <a:pt x="368" y="3203"/>
                  </a:cubicBezTo>
                  <a:cubicBezTo>
                    <a:pt x="1" y="2335"/>
                    <a:pt x="634" y="1168"/>
                    <a:pt x="1769" y="601"/>
                  </a:cubicBezTo>
                  <a:cubicBezTo>
                    <a:pt x="2936" y="0"/>
                    <a:pt x="4137" y="200"/>
                    <a:pt x="4504" y="11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45"/>
            <p:cNvSpPr/>
            <p:nvPr/>
          </p:nvSpPr>
          <p:spPr>
            <a:xfrm>
              <a:off x="4905350" y="425750"/>
              <a:ext cx="110925" cy="124275"/>
            </a:xfrm>
            <a:custGeom>
              <a:avLst/>
              <a:gdLst/>
              <a:ahLst/>
              <a:cxnLst/>
              <a:rect l="l" t="t" r="r" b="b"/>
              <a:pathLst>
                <a:path w="4437" h="4971" extrusionOk="0">
                  <a:moveTo>
                    <a:pt x="3769" y="4303"/>
                  </a:moveTo>
                  <a:cubicBezTo>
                    <a:pt x="3136" y="4971"/>
                    <a:pt x="1868" y="4670"/>
                    <a:pt x="1034" y="3670"/>
                  </a:cubicBezTo>
                  <a:cubicBezTo>
                    <a:pt x="167" y="2669"/>
                    <a:pt x="0" y="1335"/>
                    <a:pt x="634" y="668"/>
                  </a:cubicBezTo>
                  <a:cubicBezTo>
                    <a:pt x="1268" y="0"/>
                    <a:pt x="2502" y="301"/>
                    <a:pt x="3336" y="1301"/>
                  </a:cubicBezTo>
                  <a:cubicBezTo>
                    <a:pt x="4203" y="2302"/>
                    <a:pt x="4437" y="3636"/>
                    <a:pt x="3769" y="430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45"/>
            <p:cNvSpPr/>
            <p:nvPr/>
          </p:nvSpPr>
          <p:spPr>
            <a:xfrm>
              <a:off x="4832800" y="433250"/>
              <a:ext cx="100925" cy="130950"/>
            </a:xfrm>
            <a:custGeom>
              <a:avLst/>
              <a:gdLst/>
              <a:ahLst/>
              <a:cxnLst/>
              <a:rect l="l" t="t" r="r" b="b"/>
              <a:pathLst>
                <a:path w="4037" h="5238" extrusionOk="0">
                  <a:moveTo>
                    <a:pt x="901" y="4804"/>
                  </a:moveTo>
                  <a:cubicBezTo>
                    <a:pt x="167" y="4337"/>
                    <a:pt x="0" y="3003"/>
                    <a:pt x="600" y="1802"/>
                  </a:cubicBezTo>
                  <a:cubicBezTo>
                    <a:pt x="1234" y="568"/>
                    <a:pt x="2335" y="1"/>
                    <a:pt x="3102" y="468"/>
                  </a:cubicBezTo>
                  <a:cubicBezTo>
                    <a:pt x="3869" y="901"/>
                    <a:pt x="4036" y="2236"/>
                    <a:pt x="3402" y="3470"/>
                  </a:cubicBezTo>
                  <a:cubicBezTo>
                    <a:pt x="2769" y="4637"/>
                    <a:pt x="1668" y="5238"/>
                    <a:pt x="901" y="480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45"/>
            <p:cNvSpPr/>
            <p:nvPr/>
          </p:nvSpPr>
          <p:spPr>
            <a:xfrm>
              <a:off x="4788600" y="372375"/>
              <a:ext cx="120925" cy="98425"/>
            </a:xfrm>
            <a:custGeom>
              <a:avLst/>
              <a:gdLst/>
              <a:ahLst/>
              <a:cxnLst/>
              <a:rect l="l" t="t" r="r" b="b"/>
              <a:pathLst>
                <a:path w="4837" h="3937" extrusionOk="0">
                  <a:moveTo>
                    <a:pt x="167" y="1502"/>
                  </a:moveTo>
                  <a:cubicBezTo>
                    <a:pt x="334" y="601"/>
                    <a:pt x="1468" y="1"/>
                    <a:pt x="2702" y="267"/>
                  </a:cubicBezTo>
                  <a:cubicBezTo>
                    <a:pt x="3970" y="501"/>
                    <a:pt x="4837" y="1468"/>
                    <a:pt x="4670" y="2436"/>
                  </a:cubicBezTo>
                  <a:cubicBezTo>
                    <a:pt x="4503" y="3336"/>
                    <a:pt x="3369" y="3937"/>
                    <a:pt x="2135" y="3670"/>
                  </a:cubicBezTo>
                  <a:cubicBezTo>
                    <a:pt x="867" y="3436"/>
                    <a:pt x="0" y="2469"/>
                    <a:pt x="167" y="150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45"/>
            <p:cNvSpPr/>
            <p:nvPr/>
          </p:nvSpPr>
          <p:spPr>
            <a:xfrm>
              <a:off x="4866975" y="384050"/>
              <a:ext cx="95100" cy="102600"/>
            </a:xfrm>
            <a:custGeom>
              <a:avLst/>
              <a:gdLst/>
              <a:ahLst/>
              <a:cxnLst/>
              <a:rect l="l" t="t" r="r" b="b"/>
              <a:pathLst>
                <a:path w="3804" h="4104" extrusionOk="0">
                  <a:moveTo>
                    <a:pt x="1669" y="134"/>
                  </a:moveTo>
                  <a:cubicBezTo>
                    <a:pt x="2636" y="1"/>
                    <a:pt x="3537" y="768"/>
                    <a:pt x="3670" y="1802"/>
                  </a:cubicBezTo>
                  <a:cubicBezTo>
                    <a:pt x="3803" y="2836"/>
                    <a:pt x="3070" y="3837"/>
                    <a:pt x="2136" y="3970"/>
                  </a:cubicBezTo>
                  <a:cubicBezTo>
                    <a:pt x="1168" y="4103"/>
                    <a:pt x="234" y="3336"/>
                    <a:pt x="134" y="2302"/>
                  </a:cubicBezTo>
                  <a:cubicBezTo>
                    <a:pt x="1" y="1268"/>
                    <a:pt x="701" y="267"/>
                    <a:pt x="1669"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45"/>
            <p:cNvSpPr/>
            <p:nvPr/>
          </p:nvSpPr>
          <p:spPr>
            <a:xfrm>
              <a:off x="6205425" y="636725"/>
              <a:ext cx="87600" cy="128450"/>
            </a:xfrm>
            <a:custGeom>
              <a:avLst/>
              <a:gdLst/>
              <a:ahLst/>
              <a:cxnLst/>
              <a:rect l="l" t="t" r="r" b="b"/>
              <a:pathLst>
                <a:path w="3504" h="5138" extrusionOk="0">
                  <a:moveTo>
                    <a:pt x="1469" y="101"/>
                  </a:moveTo>
                  <a:cubicBezTo>
                    <a:pt x="2336" y="1"/>
                    <a:pt x="3170" y="1001"/>
                    <a:pt x="3337" y="2369"/>
                  </a:cubicBezTo>
                  <a:cubicBezTo>
                    <a:pt x="3503" y="3737"/>
                    <a:pt x="2903" y="4904"/>
                    <a:pt x="2036" y="5038"/>
                  </a:cubicBezTo>
                  <a:cubicBezTo>
                    <a:pt x="1168" y="5138"/>
                    <a:pt x="335" y="4170"/>
                    <a:pt x="168" y="2769"/>
                  </a:cubicBezTo>
                  <a:cubicBezTo>
                    <a:pt x="1" y="1435"/>
                    <a:pt x="568" y="234"/>
                    <a:pt x="1469" y="1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45"/>
            <p:cNvSpPr/>
            <p:nvPr/>
          </p:nvSpPr>
          <p:spPr>
            <a:xfrm>
              <a:off x="6257150" y="688425"/>
              <a:ext cx="121775" cy="107600"/>
            </a:xfrm>
            <a:custGeom>
              <a:avLst/>
              <a:gdLst/>
              <a:ahLst/>
              <a:cxnLst/>
              <a:rect l="l" t="t" r="r" b="b"/>
              <a:pathLst>
                <a:path w="4871" h="4304" extrusionOk="0">
                  <a:moveTo>
                    <a:pt x="4503" y="1102"/>
                  </a:moveTo>
                  <a:cubicBezTo>
                    <a:pt x="4870" y="1969"/>
                    <a:pt x="4270" y="3136"/>
                    <a:pt x="3136" y="3704"/>
                  </a:cubicBezTo>
                  <a:cubicBezTo>
                    <a:pt x="2002" y="4304"/>
                    <a:pt x="767" y="4070"/>
                    <a:pt x="367" y="3203"/>
                  </a:cubicBezTo>
                  <a:cubicBezTo>
                    <a:pt x="0" y="2336"/>
                    <a:pt x="634" y="1168"/>
                    <a:pt x="1768" y="568"/>
                  </a:cubicBezTo>
                  <a:cubicBezTo>
                    <a:pt x="2902" y="1"/>
                    <a:pt x="4136" y="201"/>
                    <a:pt x="4503" y="110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45"/>
            <p:cNvSpPr/>
            <p:nvPr/>
          </p:nvSpPr>
          <p:spPr>
            <a:xfrm>
              <a:off x="6248800" y="762650"/>
              <a:ext cx="110100" cy="124275"/>
            </a:xfrm>
            <a:custGeom>
              <a:avLst/>
              <a:gdLst/>
              <a:ahLst/>
              <a:cxnLst/>
              <a:rect l="l" t="t" r="r" b="b"/>
              <a:pathLst>
                <a:path w="4404" h="4971" extrusionOk="0">
                  <a:moveTo>
                    <a:pt x="3770" y="4304"/>
                  </a:moveTo>
                  <a:cubicBezTo>
                    <a:pt x="3136" y="4971"/>
                    <a:pt x="1902" y="4671"/>
                    <a:pt x="1068" y="3670"/>
                  </a:cubicBezTo>
                  <a:cubicBezTo>
                    <a:pt x="167" y="2669"/>
                    <a:pt x="1" y="1335"/>
                    <a:pt x="634" y="668"/>
                  </a:cubicBezTo>
                  <a:cubicBezTo>
                    <a:pt x="1268" y="1"/>
                    <a:pt x="2502" y="301"/>
                    <a:pt x="3336" y="1302"/>
                  </a:cubicBezTo>
                  <a:cubicBezTo>
                    <a:pt x="4170" y="2336"/>
                    <a:pt x="4404" y="3670"/>
                    <a:pt x="3770" y="430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45"/>
            <p:cNvSpPr/>
            <p:nvPr/>
          </p:nvSpPr>
          <p:spPr>
            <a:xfrm>
              <a:off x="6175425" y="771000"/>
              <a:ext cx="100925" cy="130950"/>
            </a:xfrm>
            <a:custGeom>
              <a:avLst/>
              <a:gdLst/>
              <a:ahLst/>
              <a:cxnLst/>
              <a:rect l="l" t="t" r="r" b="b"/>
              <a:pathLst>
                <a:path w="4037" h="5238" extrusionOk="0">
                  <a:moveTo>
                    <a:pt x="901" y="4804"/>
                  </a:moveTo>
                  <a:cubicBezTo>
                    <a:pt x="167" y="4337"/>
                    <a:pt x="0" y="3002"/>
                    <a:pt x="601" y="1802"/>
                  </a:cubicBezTo>
                  <a:cubicBezTo>
                    <a:pt x="1234" y="567"/>
                    <a:pt x="2335" y="0"/>
                    <a:pt x="3102" y="467"/>
                  </a:cubicBezTo>
                  <a:cubicBezTo>
                    <a:pt x="3870" y="901"/>
                    <a:pt x="4036" y="2235"/>
                    <a:pt x="3403" y="3469"/>
                  </a:cubicBezTo>
                  <a:cubicBezTo>
                    <a:pt x="2769" y="4637"/>
                    <a:pt x="1701" y="5237"/>
                    <a:pt x="901" y="480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45"/>
            <p:cNvSpPr/>
            <p:nvPr/>
          </p:nvSpPr>
          <p:spPr>
            <a:xfrm>
              <a:off x="6132050" y="710125"/>
              <a:ext cx="120100" cy="98425"/>
            </a:xfrm>
            <a:custGeom>
              <a:avLst/>
              <a:gdLst/>
              <a:ahLst/>
              <a:cxnLst/>
              <a:rect l="l" t="t" r="r" b="b"/>
              <a:pathLst>
                <a:path w="4804" h="3937" extrusionOk="0">
                  <a:moveTo>
                    <a:pt x="134" y="1501"/>
                  </a:moveTo>
                  <a:cubicBezTo>
                    <a:pt x="301" y="601"/>
                    <a:pt x="1435" y="0"/>
                    <a:pt x="2669" y="267"/>
                  </a:cubicBezTo>
                  <a:cubicBezTo>
                    <a:pt x="3937" y="501"/>
                    <a:pt x="4804" y="1468"/>
                    <a:pt x="4637" y="2435"/>
                  </a:cubicBezTo>
                  <a:cubicBezTo>
                    <a:pt x="4470" y="3336"/>
                    <a:pt x="3336" y="3936"/>
                    <a:pt x="2102" y="3669"/>
                  </a:cubicBezTo>
                  <a:cubicBezTo>
                    <a:pt x="901" y="3403"/>
                    <a:pt x="1" y="2435"/>
                    <a:pt x="134" y="15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45"/>
            <p:cNvSpPr/>
            <p:nvPr/>
          </p:nvSpPr>
          <p:spPr>
            <a:xfrm>
              <a:off x="6210450" y="721800"/>
              <a:ext cx="95075" cy="102600"/>
            </a:xfrm>
            <a:custGeom>
              <a:avLst/>
              <a:gdLst/>
              <a:ahLst/>
              <a:cxnLst/>
              <a:rect l="l" t="t" r="r" b="b"/>
              <a:pathLst>
                <a:path w="3803" h="4104" extrusionOk="0">
                  <a:moveTo>
                    <a:pt x="1668" y="134"/>
                  </a:moveTo>
                  <a:cubicBezTo>
                    <a:pt x="2635" y="0"/>
                    <a:pt x="3536" y="767"/>
                    <a:pt x="3669" y="1801"/>
                  </a:cubicBezTo>
                  <a:cubicBezTo>
                    <a:pt x="3803" y="2836"/>
                    <a:pt x="3102" y="3836"/>
                    <a:pt x="2135" y="3970"/>
                  </a:cubicBezTo>
                  <a:cubicBezTo>
                    <a:pt x="1168" y="4103"/>
                    <a:pt x="267" y="3336"/>
                    <a:pt x="134" y="2302"/>
                  </a:cubicBezTo>
                  <a:cubicBezTo>
                    <a:pt x="0" y="1201"/>
                    <a:pt x="667" y="267"/>
                    <a:pt x="16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45"/>
            <p:cNvSpPr/>
            <p:nvPr/>
          </p:nvSpPr>
          <p:spPr>
            <a:xfrm>
              <a:off x="5741775" y="248950"/>
              <a:ext cx="87575" cy="129300"/>
            </a:xfrm>
            <a:custGeom>
              <a:avLst/>
              <a:gdLst/>
              <a:ahLst/>
              <a:cxnLst/>
              <a:rect l="l" t="t" r="r" b="b"/>
              <a:pathLst>
                <a:path w="3503" h="5172" extrusionOk="0">
                  <a:moveTo>
                    <a:pt x="1435" y="101"/>
                  </a:moveTo>
                  <a:cubicBezTo>
                    <a:pt x="2335" y="1"/>
                    <a:pt x="3169" y="1001"/>
                    <a:pt x="3336" y="2369"/>
                  </a:cubicBezTo>
                  <a:cubicBezTo>
                    <a:pt x="3503" y="3737"/>
                    <a:pt x="2902" y="4904"/>
                    <a:pt x="2035" y="5038"/>
                  </a:cubicBezTo>
                  <a:cubicBezTo>
                    <a:pt x="1168" y="5171"/>
                    <a:pt x="334" y="4170"/>
                    <a:pt x="167" y="2769"/>
                  </a:cubicBezTo>
                  <a:cubicBezTo>
                    <a:pt x="0" y="1435"/>
                    <a:pt x="567" y="234"/>
                    <a:pt x="1435" y="1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45"/>
            <p:cNvSpPr/>
            <p:nvPr/>
          </p:nvSpPr>
          <p:spPr>
            <a:xfrm>
              <a:off x="5792650" y="300650"/>
              <a:ext cx="121775" cy="107600"/>
            </a:xfrm>
            <a:custGeom>
              <a:avLst/>
              <a:gdLst/>
              <a:ahLst/>
              <a:cxnLst/>
              <a:rect l="l" t="t" r="r" b="b"/>
              <a:pathLst>
                <a:path w="4871" h="4304" extrusionOk="0">
                  <a:moveTo>
                    <a:pt x="4503" y="1102"/>
                  </a:moveTo>
                  <a:cubicBezTo>
                    <a:pt x="4870" y="1969"/>
                    <a:pt x="4237" y="3136"/>
                    <a:pt x="3136" y="3703"/>
                  </a:cubicBezTo>
                  <a:cubicBezTo>
                    <a:pt x="2002" y="4304"/>
                    <a:pt x="734" y="4104"/>
                    <a:pt x="367" y="3203"/>
                  </a:cubicBezTo>
                  <a:cubicBezTo>
                    <a:pt x="0" y="2336"/>
                    <a:pt x="634" y="1168"/>
                    <a:pt x="1735" y="601"/>
                  </a:cubicBezTo>
                  <a:cubicBezTo>
                    <a:pt x="2902" y="1"/>
                    <a:pt x="4136" y="201"/>
                    <a:pt x="4503" y="110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45"/>
            <p:cNvSpPr/>
            <p:nvPr/>
          </p:nvSpPr>
          <p:spPr>
            <a:xfrm>
              <a:off x="5784300" y="374875"/>
              <a:ext cx="110100" cy="124275"/>
            </a:xfrm>
            <a:custGeom>
              <a:avLst/>
              <a:gdLst/>
              <a:ahLst/>
              <a:cxnLst/>
              <a:rect l="l" t="t" r="r" b="b"/>
              <a:pathLst>
                <a:path w="4404" h="4971" extrusionOk="0">
                  <a:moveTo>
                    <a:pt x="3737" y="4304"/>
                  </a:moveTo>
                  <a:cubicBezTo>
                    <a:pt x="3136" y="4971"/>
                    <a:pt x="1869" y="4671"/>
                    <a:pt x="1035" y="3670"/>
                  </a:cubicBezTo>
                  <a:cubicBezTo>
                    <a:pt x="167" y="2669"/>
                    <a:pt x="1" y="1335"/>
                    <a:pt x="634" y="668"/>
                  </a:cubicBezTo>
                  <a:cubicBezTo>
                    <a:pt x="1235" y="1"/>
                    <a:pt x="2502" y="301"/>
                    <a:pt x="3336" y="1302"/>
                  </a:cubicBezTo>
                  <a:cubicBezTo>
                    <a:pt x="4204" y="2336"/>
                    <a:pt x="4404" y="3670"/>
                    <a:pt x="3737" y="430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45"/>
            <p:cNvSpPr/>
            <p:nvPr/>
          </p:nvSpPr>
          <p:spPr>
            <a:xfrm>
              <a:off x="5710925" y="383225"/>
              <a:ext cx="101750" cy="130950"/>
            </a:xfrm>
            <a:custGeom>
              <a:avLst/>
              <a:gdLst/>
              <a:ahLst/>
              <a:cxnLst/>
              <a:rect l="l" t="t" r="r" b="b"/>
              <a:pathLst>
                <a:path w="4070" h="5238" extrusionOk="0">
                  <a:moveTo>
                    <a:pt x="934" y="4804"/>
                  </a:moveTo>
                  <a:cubicBezTo>
                    <a:pt x="167" y="4337"/>
                    <a:pt x="0" y="3002"/>
                    <a:pt x="634" y="1801"/>
                  </a:cubicBezTo>
                  <a:cubicBezTo>
                    <a:pt x="1268" y="567"/>
                    <a:pt x="2335" y="0"/>
                    <a:pt x="3136" y="467"/>
                  </a:cubicBezTo>
                  <a:cubicBezTo>
                    <a:pt x="3903" y="901"/>
                    <a:pt x="4070" y="2235"/>
                    <a:pt x="3436" y="3469"/>
                  </a:cubicBezTo>
                  <a:cubicBezTo>
                    <a:pt x="2802" y="4637"/>
                    <a:pt x="1668" y="5237"/>
                    <a:pt x="934" y="480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45"/>
            <p:cNvSpPr/>
            <p:nvPr/>
          </p:nvSpPr>
          <p:spPr>
            <a:xfrm>
              <a:off x="5667550" y="322350"/>
              <a:ext cx="120950" cy="98425"/>
            </a:xfrm>
            <a:custGeom>
              <a:avLst/>
              <a:gdLst/>
              <a:ahLst/>
              <a:cxnLst/>
              <a:rect l="l" t="t" r="r" b="b"/>
              <a:pathLst>
                <a:path w="4838" h="3937" extrusionOk="0">
                  <a:moveTo>
                    <a:pt x="167" y="1501"/>
                  </a:moveTo>
                  <a:cubicBezTo>
                    <a:pt x="334" y="601"/>
                    <a:pt x="1468" y="0"/>
                    <a:pt x="2702" y="267"/>
                  </a:cubicBezTo>
                  <a:cubicBezTo>
                    <a:pt x="3970" y="500"/>
                    <a:pt x="4837" y="1468"/>
                    <a:pt x="4671" y="2435"/>
                  </a:cubicBezTo>
                  <a:cubicBezTo>
                    <a:pt x="4504" y="3336"/>
                    <a:pt x="3370" y="3936"/>
                    <a:pt x="2135" y="3669"/>
                  </a:cubicBezTo>
                  <a:cubicBezTo>
                    <a:pt x="868" y="3403"/>
                    <a:pt x="1" y="2435"/>
                    <a:pt x="167" y="15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45"/>
            <p:cNvSpPr/>
            <p:nvPr/>
          </p:nvSpPr>
          <p:spPr>
            <a:xfrm>
              <a:off x="5745950" y="334025"/>
              <a:ext cx="94250" cy="102600"/>
            </a:xfrm>
            <a:custGeom>
              <a:avLst/>
              <a:gdLst/>
              <a:ahLst/>
              <a:cxnLst/>
              <a:rect l="l" t="t" r="r" b="b"/>
              <a:pathLst>
                <a:path w="3770" h="4104" extrusionOk="0">
                  <a:moveTo>
                    <a:pt x="1668" y="134"/>
                  </a:moveTo>
                  <a:cubicBezTo>
                    <a:pt x="2602" y="0"/>
                    <a:pt x="3536" y="767"/>
                    <a:pt x="3669" y="1801"/>
                  </a:cubicBezTo>
                  <a:cubicBezTo>
                    <a:pt x="3769" y="2835"/>
                    <a:pt x="3069" y="3836"/>
                    <a:pt x="2102" y="3970"/>
                  </a:cubicBezTo>
                  <a:cubicBezTo>
                    <a:pt x="1168" y="4103"/>
                    <a:pt x="234" y="3336"/>
                    <a:pt x="100" y="2302"/>
                  </a:cubicBezTo>
                  <a:cubicBezTo>
                    <a:pt x="0" y="1201"/>
                    <a:pt x="701" y="267"/>
                    <a:pt x="16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45"/>
            <p:cNvSpPr/>
            <p:nvPr/>
          </p:nvSpPr>
          <p:spPr>
            <a:xfrm>
              <a:off x="5476575" y="770150"/>
              <a:ext cx="86750" cy="128450"/>
            </a:xfrm>
            <a:custGeom>
              <a:avLst/>
              <a:gdLst/>
              <a:ahLst/>
              <a:cxnLst/>
              <a:rect l="l" t="t" r="r" b="b"/>
              <a:pathLst>
                <a:path w="3470" h="5138" extrusionOk="0">
                  <a:moveTo>
                    <a:pt x="1435" y="101"/>
                  </a:moveTo>
                  <a:cubicBezTo>
                    <a:pt x="2302" y="1"/>
                    <a:pt x="3136" y="1002"/>
                    <a:pt x="3303" y="2369"/>
                  </a:cubicBezTo>
                  <a:cubicBezTo>
                    <a:pt x="3470" y="3737"/>
                    <a:pt x="2869" y="4904"/>
                    <a:pt x="2002" y="5038"/>
                  </a:cubicBezTo>
                  <a:cubicBezTo>
                    <a:pt x="1135" y="5138"/>
                    <a:pt x="301" y="4137"/>
                    <a:pt x="134" y="2770"/>
                  </a:cubicBezTo>
                  <a:cubicBezTo>
                    <a:pt x="1" y="1402"/>
                    <a:pt x="601" y="234"/>
                    <a:pt x="1435" y="1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45"/>
            <p:cNvSpPr/>
            <p:nvPr/>
          </p:nvSpPr>
          <p:spPr>
            <a:xfrm>
              <a:off x="5527450" y="821025"/>
              <a:ext cx="121775" cy="107600"/>
            </a:xfrm>
            <a:custGeom>
              <a:avLst/>
              <a:gdLst/>
              <a:ahLst/>
              <a:cxnLst/>
              <a:rect l="l" t="t" r="r" b="b"/>
              <a:pathLst>
                <a:path w="4871" h="4304" extrusionOk="0">
                  <a:moveTo>
                    <a:pt x="4504" y="1068"/>
                  </a:moveTo>
                  <a:cubicBezTo>
                    <a:pt x="4871" y="1969"/>
                    <a:pt x="4270" y="3136"/>
                    <a:pt x="3136" y="3703"/>
                  </a:cubicBezTo>
                  <a:cubicBezTo>
                    <a:pt x="2002" y="4304"/>
                    <a:pt x="768" y="4070"/>
                    <a:pt x="367" y="3203"/>
                  </a:cubicBezTo>
                  <a:cubicBezTo>
                    <a:pt x="1" y="2336"/>
                    <a:pt x="634" y="1168"/>
                    <a:pt x="1768" y="568"/>
                  </a:cubicBezTo>
                  <a:cubicBezTo>
                    <a:pt x="2903" y="1"/>
                    <a:pt x="4137" y="234"/>
                    <a:pt x="4504" y="106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45"/>
            <p:cNvSpPr/>
            <p:nvPr/>
          </p:nvSpPr>
          <p:spPr>
            <a:xfrm>
              <a:off x="5519100" y="896075"/>
              <a:ext cx="110125" cy="124300"/>
            </a:xfrm>
            <a:custGeom>
              <a:avLst/>
              <a:gdLst/>
              <a:ahLst/>
              <a:cxnLst/>
              <a:rect l="l" t="t" r="r" b="b"/>
              <a:pathLst>
                <a:path w="4405" h="4972" extrusionOk="0">
                  <a:moveTo>
                    <a:pt x="3770" y="4304"/>
                  </a:moveTo>
                  <a:cubicBezTo>
                    <a:pt x="3137" y="4971"/>
                    <a:pt x="1902" y="4671"/>
                    <a:pt x="1068" y="3670"/>
                  </a:cubicBezTo>
                  <a:cubicBezTo>
                    <a:pt x="168" y="2669"/>
                    <a:pt x="1" y="1335"/>
                    <a:pt x="635" y="668"/>
                  </a:cubicBezTo>
                  <a:cubicBezTo>
                    <a:pt x="1269" y="1"/>
                    <a:pt x="2503" y="301"/>
                    <a:pt x="3337" y="1302"/>
                  </a:cubicBezTo>
                  <a:cubicBezTo>
                    <a:pt x="4237" y="2269"/>
                    <a:pt x="4404" y="3637"/>
                    <a:pt x="3770" y="430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45"/>
            <p:cNvSpPr/>
            <p:nvPr/>
          </p:nvSpPr>
          <p:spPr>
            <a:xfrm>
              <a:off x="5446550" y="903600"/>
              <a:ext cx="100950" cy="130950"/>
            </a:xfrm>
            <a:custGeom>
              <a:avLst/>
              <a:gdLst/>
              <a:ahLst/>
              <a:cxnLst/>
              <a:rect l="l" t="t" r="r" b="b"/>
              <a:pathLst>
                <a:path w="4038" h="5238" extrusionOk="0">
                  <a:moveTo>
                    <a:pt x="902" y="4770"/>
                  </a:moveTo>
                  <a:cubicBezTo>
                    <a:pt x="168" y="4336"/>
                    <a:pt x="1" y="3002"/>
                    <a:pt x="635" y="1768"/>
                  </a:cubicBezTo>
                  <a:cubicBezTo>
                    <a:pt x="1235" y="567"/>
                    <a:pt x="2336" y="0"/>
                    <a:pt x="3136" y="434"/>
                  </a:cubicBezTo>
                  <a:cubicBezTo>
                    <a:pt x="3870" y="901"/>
                    <a:pt x="4037" y="2235"/>
                    <a:pt x="3403" y="3436"/>
                  </a:cubicBezTo>
                  <a:cubicBezTo>
                    <a:pt x="2803" y="4670"/>
                    <a:pt x="1669" y="5237"/>
                    <a:pt x="902" y="477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45"/>
            <p:cNvSpPr/>
            <p:nvPr/>
          </p:nvSpPr>
          <p:spPr>
            <a:xfrm>
              <a:off x="5402350" y="843550"/>
              <a:ext cx="120950" cy="98425"/>
            </a:xfrm>
            <a:custGeom>
              <a:avLst/>
              <a:gdLst/>
              <a:ahLst/>
              <a:cxnLst/>
              <a:rect l="l" t="t" r="r" b="b"/>
              <a:pathLst>
                <a:path w="4838" h="3937" extrusionOk="0">
                  <a:moveTo>
                    <a:pt x="168" y="1501"/>
                  </a:moveTo>
                  <a:cubicBezTo>
                    <a:pt x="335" y="601"/>
                    <a:pt x="1469" y="0"/>
                    <a:pt x="2736" y="267"/>
                  </a:cubicBezTo>
                  <a:cubicBezTo>
                    <a:pt x="3970" y="501"/>
                    <a:pt x="4838" y="1468"/>
                    <a:pt x="4671" y="2435"/>
                  </a:cubicBezTo>
                  <a:cubicBezTo>
                    <a:pt x="4504" y="3336"/>
                    <a:pt x="3403" y="3936"/>
                    <a:pt x="2136" y="3670"/>
                  </a:cubicBezTo>
                  <a:cubicBezTo>
                    <a:pt x="902" y="3403"/>
                    <a:pt x="1" y="2435"/>
                    <a:pt x="168" y="150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45"/>
            <p:cNvSpPr/>
            <p:nvPr/>
          </p:nvSpPr>
          <p:spPr>
            <a:xfrm>
              <a:off x="5480750" y="854375"/>
              <a:ext cx="95100" cy="101775"/>
            </a:xfrm>
            <a:custGeom>
              <a:avLst/>
              <a:gdLst/>
              <a:ahLst/>
              <a:cxnLst/>
              <a:rect l="l" t="t" r="r" b="b"/>
              <a:pathLst>
                <a:path w="3804" h="4071" extrusionOk="0">
                  <a:moveTo>
                    <a:pt x="1668" y="134"/>
                  </a:moveTo>
                  <a:cubicBezTo>
                    <a:pt x="2636" y="1"/>
                    <a:pt x="3536" y="735"/>
                    <a:pt x="3670" y="1802"/>
                  </a:cubicBezTo>
                  <a:cubicBezTo>
                    <a:pt x="3803" y="2836"/>
                    <a:pt x="3103" y="3837"/>
                    <a:pt x="2135" y="3937"/>
                  </a:cubicBezTo>
                  <a:cubicBezTo>
                    <a:pt x="1168" y="4071"/>
                    <a:pt x="267" y="3337"/>
                    <a:pt x="134" y="2269"/>
                  </a:cubicBezTo>
                  <a:cubicBezTo>
                    <a:pt x="1" y="1235"/>
                    <a:pt x="701" y="301"/>
                    <a:pt x="16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45"/>
            <p:cNvSpPr/>
            <p:nvPr/>
          </p:nvSpPr>
          <p:spPr>
            <a:xfrm>
              <a:off x="5317300" y="1931825"/>
              <a:ext cx="87600" cy="129275"/>
            </a:xfrm>
            <a:custGeom>
              <a:avLst/>
              <a:gdLst/>
              <a:ahLst/>
              <a:cxnLst/>
              <a:rect l="l" t="t" r="r" b="b"/>
              <a:pathLst>
                <a:path w="3504" h="5171" extrusionOk="0">
                  <a:moveTo>
                    <a:pt x="1468" y="134"/>
                  </a:moveTo>
                  <a:cubicBezTo>
                    <a:pt x="2336" y="0"/>
                    <a:pt x="3169" y="1001"/>
                    <a:pt x="3336" y="2402"/>
                  </a:cubicBezTo>
                  <a:cubicBezTo>
                    <a:pt x="3503" y="3770"/>
                    <a:pt x="2903" y="4937"/>
                    <a:pt x="2035" y="5071"/>
                  </a:cubicBezTo>
                  <a:cubicBezTo>
                    <a:pt x="1168" y="5171"/>
                    <a:pt x="334" y="4170"/>
                    <a:pt x="167" y="2803"/>
                  </a:cubicBezTo>
                  <a:cubicBezTo>
                    <a:pt x="1" y="1468"/>
                    <a:pt x="568" y="267"/>
                    <a:pt x="1468" y="13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45"/>
            <p:cNvSpPr/>
            <p:nvPr/>
          </p:nvSpPr>
          <p:spPr>
            <a:xfrm>
              <a:off x="5368175" y="1984375"/>
              <a:ext cx="121775" cy="107600"/>
            </a:xfrm>
            <a:custGeom>
              <a:avLst/>
              <a:gdLst/>
              <a:ahLst/>
              <a:cxnLst/>
              <a:rect l="l" t="t" r="r" b="b"/>
              <a:pathLst>
                <a:path w="4871" h="4304" extrusionOk="0">
                  <a:moveTo>
                    <a:pt x="4504" y="1067"/>
                  </a:moveTo>
                  <a:cubicBezTo>
                    <a:pt x="4870" y="1968"/>
                    <a:pt x="4270" y="3136"/>
                    <a:pt x="3136" y="3703"/>
                  </a:cubicBezTo>
                  <a:cubicBezTo>
                    <a:pt x="2002" y="4303"/>
                    <a:pt x="768" y="4070"/>
                    <a:pt x="367" y="3202"/>
                  </a:cubicBezTo>
                  <a:cubicBezTo>
                    <a:pt x="0" y="2335"/>
                    <a:pt x="634" y="1168"/>
                    <a:pt x="1768" y="567"/>
                  </a:cubicBezTo>
                  <a:cubicBezTo>
                    <a:pt x="2936" y="0"/>
                    <a:pt x="4137" y="200"/>
                    <a:pt x="4504" y="106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45"/>
            <p:cNvSpPr/>
            <p:nvPr/>
          </p:nvSpPr>
          <p:spPr>
            <a:xfrm>
              <a:off x="5359825" y="2058575"/>
              <a:ext cx="110950" cy="123450"/>
            </a:xfrm>
            <a:custGeom>
              <a:avLst/>
              <a:gdLst/>
              <a:ahLst/>
              <a:cxnLst/>
              <a:rect l="l" t="t" r="r" b="b"/>
              <a:pathLst>
                <a:path w="4438" h="4938" extrusionOk="0">
                  <a:moveTo>
                    <a:pt x="3770" y="4271"/>
                  </a:moveTo>
                  <a:cubicBezTo>
                    <a:pt x="3136" y="4938"/>
                    <a:pt x="1869" y="4671"/>
                    <a:pt x="1035" y="3670"/>
                  </a:cubicBezTo>
                  <a:cubicBezTo>
                    <a:pt x="168" y="2669"/>
                    <a:pt x="1" y="1335"/>
                    <a:pt x="635" y="668"/>
                  </a:cubicBezTo>
                  <a:cubicBezTo>
                    <a:pt x="1268" y="1"/>
                    <a:pt x="2503" y="268"/>
                    <a:pt x="3336" y="1268"/>
                  </a:cubicBezTo>
                  <a:cubicBezTo>
                    <a:pt x="4204" y="2336"/>
                    <a:pt x="4437" y="3670"/>
                    <a:pt x="3770" y="42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45"/>
            <p:cNvSpPr/>
            <p:nvPr/>
          </p:nvSpPr>
          <p:spPr>
            <a:xfrm>
              <a:off x="5287275" y="2066925"/>
              <a:ext cx="100925" cy="130950"/>
            </a:xfrm>
            <a:custGeom>
              <a:avLst/>
              <a:gdLst/>
              <a:ahLst/>
              <a:cxnLst/>
              <a:rect l="l" t="t" r="r" b="b"/>
              <a:pathLst>
                <a:path w="4037" h="5238" extrusionOk="0">
                  <a:moveTo>
                    <a:pt x="901" y="4770"/>
                  </a:moveTo>
                  <a:cubicBezTo>
                    <a:pt x="167" y="4337"/>
                    <a:pt x="1" y="3003"/>
                    <a:pt x="601" y="1768"/>
                  </a:cubicBezTo>
                  <a:cubicBezTo>
                    <a:pt x="1235" y="567"/>
                    <a:pt x="2336" y="0"/>
                    <a:pt x="3103" y="434"/>
                  </a:cubicBezTo>
                  <a:cubicBezTo>
                    <a:pt x="3870" y="901"/>
                    <a:pt x="4037" y="2235"/>
                    <a:pt x="3403" y="3436"/>
                  </a:cubicBezTo>
                  <a:cubicBezTo>
                    <a:pt x="2769" y="4604"/>
                    <a:pt x="1669" y="5237"/>
                    <a:pt x="901" y="47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45"/>
            <p:cNvSpPr/>
            <p:nvPr/>
          </p:nvSpPr>
          <p:spPr>
            <a:xfrm>
              <a:off x="5243075" y="2006050"/>
              <a:ext cx="120950" cy="97600"/>
            </a:xfrm>
            <a:custGeom>
              <a:avLst/>
              <a:gdLst/>
              <a:ahLst/>
              <a:cxnLst/>
              <a:rect l="l" t="t" r="r" b="b"/>
              <a:pathLst>
                <a:path w="4838" h="3904" extrusionOk="0">
                  <a:moveTo>
                    <a:pt x="168" y="1501"/>
                  </a:moveTo>
                  <a:cubicBezTo>
                    <a:pt x="334" y="601"/>
                    <a:pt x="1468" y="0"/>
                    <a:pt x="2703" y="267"/>
                  </a:cubicBezTo>
                  <a:cubicBezTo>
                    <a:pt x="3970" y="501"/>
                    <a:pt x="4838" y="1468"/>
                    <a:pt x="4671" y="2402"/>
                  </a:cubicBezTo>
                  <a:cubicBezTo>
                    <a:pt x="4504" y="3336"/>
                    <a:pt x="3370" y="3903"/>
                    <a:pt x="2136" y="3670"/>
                  </a:cubicBezTo>
                  <a:cubicBezTo>
                    <a:pt x="868" y="3369"/>
                    <a:pt x="1" y="2435"/>
                    <a:pt x="168" y="15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45"/>
            <p:cNvSpPr/>
            <p:nvPr/>
          </p:nvSpPr>
          <p:spPr>
            <a:xfrm>
              <a:off x="5321475" y="2017725"/>
              <a:ext cx="95100" cy="101750"/>
            </a:xfrm>
            <a:custGeom>
              <a:avLst/>
              <a:gdLst/>
              <a:ahLst/>
              <a:cxnLst/>
              <a:rect l="l" t="t" r="r" b="b"/>
              <a:pathLst>
                <a:path w="3804" h="4070" extrusionOk="0">
                  <a:moveTo>
                    <a:pt x="1668" y="134"/>
                  </a:moveTo>
                  <a:cubicBezTo>
                    <a:pt x="2636" y="0"/>
                    <a:pt x="3536" y="734"/>
                    <a:pt x="3670" y="1802"/>
                  </a:cubicBezTo>
                  <a:cubicBezTo>
                    <a:pt x="3803" y="2836"/>
                    <a:pt x="3069" y="3836"/>
                    <a:pt x="2135" y="3970"/>
                  </a:cubicBezTo>
                  <a:cubicBezTo>
                    <a:pt x="1168" y="4070"/>
                    <a:pt x="234" y="3336"/>
                    <a:pt x="134" y="2302"/>
                  </a:cubicBezTo>
                  <a:cubicBezTo>
                    <a:pt x="0" y="1201"/>
                    <a:pt x="701" y="234"/>
                    <a:pt x="16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45"/>
            <p:cNvSpPr/>
            <p:nvPr/>
          </p:nvSpPr>
          <p:spPr>
            <a:xfrm>
              <a:off x="6059500" y="2134475"/>
              <a:ext cx="86750" cy="129275"/>
            </a:xfrm>
            <a:custGeom>
              <a:avLst/>
              <a:gdLst/>
              <a:ahLst/>
              <a:cxnLst/>
              <a:rect l="l" t="t" r="r" b="b"/>
              <a:pathLst>
                <a:path w="3470" h="5171" extrusionOk="0">
                  <a:moveTo>
                    <a:pt x="1401" y="134"/>
                  </a:moveTo>
                  <a:cubicBezTo>
                    <a:pt x="2302" y="0"/>
                    <a:pt x="3136" y="1001"/>
                    <a:pt x="3303" y="2369"/>
                  </a:cubicBezTo>
                  <a:cubicBezTo>
                    <a:pt x="3470" y="3736"/>
                    <a:pt x="2869" y="4904"/>
                    <a:pt x="2002" y="5037"/>
                  </a:cubicBezTo>
                  <a:cubicBezTo>
                    <a:pt x="1101" y="5171"/>
                    <a:pt x="267" y="4170"/>
                    <a:pt x="134" y="2802"/>
                  </a:cubicBezTo>
                  <a:cubicBezTo>
                    <a:pt x="0" y="1468"/>
                    <a:pt x="568" y="234"/>
                    <a:pt x="1401" y="13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45"/>
            <p:cNvSpPr/>
            <p:nvPr/>
          </p:nvSpPr>
          <p:spPr>
            <a:xfrm>
              <a:off x="6110375" y="2186175"/>
              <a:ext cx="121775" cy="106775"/>
            </a:xfrm>
            <a:custGeom>
              <a:avLst/>
              <a:gdLst/>
              <a:ahLst/>
              <a:cxnLst/>
              <a:rect l="l" t="t" r="r" b="b"/>
              <a:pathLst>
                <a:path w="4871" h="4271" extrusionOk="0">
                  <a:moveTo>
                    <a:pt x="4503" y="1068"/>
                  </a:moveTo>
                  <a:cubicBezTo>
                    <a:pt x="4870" y="1935"/>
                    <a:pt x="4270" y="3103"/>
                    <a:pt x="3136" y="3670"/>
                  </a:cubicBezTo>
                  <a:cubicBezTo>
                    <a:pt x="2002" y="4270"/>
                    <a:pt x="767" y="4070"/>
                    <a:pt x="367" y="3169"/>
                  </a:cubicBezTo>
                  <a:cubicBezTo>
                    <a:pt x="0" y="2302"/>
                    <a:pt x="634" y="1135"/>
                    <a:pt x="1768" y="568"/>
                  </a:cubicBezTo>
                  <a:cubicBezTo>
                    <a:pt x="2869" y="0"/>
                    <a:pt x="4137" y="234"/>
                    <a:pt x="4503" y="10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45"/>
            <p:cNvSpPr/>
            <p:nvPr/>
          </p:nvSpPr>
          <p:spPr>
            <a:xfrm>
              <a:off x="6102025" y="2260400"/>
              <a:ext cx="109275" cy="124275"/>
            </a:xfrm>
            <a:custGeom>
              <a:avLst/>
              <a:gdLst/>
              <a:ahLst/>
              <a:cxnLst/>
              <a:rect l="l" t="t" r="r" b="b"/>
              <a:pathLst>
                <a:path w="4371" h="4971" extrusionOk="0">
                  <a:moveTo>
                    <a:pt x="3770" y="4303"/>
                  </a:moveTo>
                  <a:cubicBezTo>
                    <a:pt x="3136" y="4970"/>
                    <a:pt x="1869" y="4670"/>
                    <a:pt x="1035" y="3670"/>
                  </a:cubicBezTo>
                  <a:cubicBezTo>
                    <a:pt x="167" y="2669"/>
                    <a:pt x="1" y="1335"/>
                    <a:pt x="634" y="667"/>
                  </a:cubicBezTo>
                  <a:cubicBezTo>
                    <a:pt x="1268" y="0"/>
                    <a:pt x="2502" y="300"/>
                    <a:pt x="3336" y="1301"/>
                  </a:cubicBezTo>
                  <a:cubicBezTo>
                    <a:pt x="4204" y="2302"/>
                    <a:pt x="4370" y="3670"/>
                    <a:pt x="3770" y="430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45"/>
            <p:cNvSpPr/>
            <p:nvPr/>
          </p:nvSpPr>
          <p:spPr>
            <a:xfrm>
              <a:off x="6029475" y="2267900"/>
              <a:ext cx="100925" cy="130950"/>
            </a:xfrm>
            <a:custGeom>
              <a:avLst/>
              <a:gdLst/>
              <a:ahLst/>
              <a:cxnLst/>
              <a:rect l="l" t="t" r="r" b="b"/>
              <a:pathLst>
                <a:path w="4037" h="5238" extrusionOk="0">
                  <a:moveTo>
                    <a:pt x="901" y="4804"/>
                  </a:moveTo>
                  <a:cubicBezTo>
                    <a:pt x="167" y="4337"/>
                    <a:pt x="1" y="3003"/>
                    <a:pt x="601" y="1802"/>
                  </a:cubicBezTo>
                  <a:cubicBezTo>
                    <a:pt x="1235" y="568"/>
                    <a:pt x="2336" y="0"/>
                    <a:pt x="3103" y="467"/>
                  </a:cubicBezTo>
                  <a:cubicBezTo>
                    <a:pt x="3870" y="901"/>
                    <a:pt x="4037" y="2235"/>
                    <a:pt x="3403" y="3470"/>
                  </a:cubicBezTo>
                  <a:cubicBezTo>
                    <a:pt x="2769" y="4670"/>
                    <a:pt x="1668" y="5238"/>
                    <a:pt x="901" y="480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45"/>
            <p:cNvSpPr/>
            <p:nvPr/>
          </p:nvSpPr>
          <p:spPr>
            <a:xfrm>
              <a:off x="5985275" y="2208700"/>
              <a:ext cx="120950" cy="97575"/>
            </a:xfrm>
            <a:custGeom>
              <a:avLst/>
              <a:gdLst/>
              <a:ahLst/>
              <a:cxnLst/>
              <a:rect l="l" t="t" r="r" b="b"/>
              <a:pathLst>
                <a:path w="4838" h="3903" extrusionOk="0">
                  <a:moveTo>
                    <a:pt x="167" y="1501"/>
                  </a:moveTo>
                  <a:cubicBezTo>
                    <a:pt x="334" y="567"/>
                    <a:pt x="1468" y="0"/>
                    <a:pt x="2703" y="234"/>
                  </a:cubicBezTo>
                  <a:cubicBezTo>
                    <a:pt x="3970" y="500"/>
                    <a:pt x="4837" y="1434"/>
                    <a:pt x="4671" y="2402"/>
                  </a:cubicBezTo>
                  <a:cubicBezTo>
                    <a:pt x="4504" y="3302"/>
                    <a:pt x="3370" y="3903"/>
                    <a:pt x="2136" y="3669"/>
                  </a:cubicBezTo>
                  <a:cubicBezTo>
                    <a:pt x="868" y="3369"/>
                    <a:pt x="1" y="2402"/>
                    <a:pt x="167" y="15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45"/>
            <p:cNvSpPr/>
            <p:nvPr/>
          </p:nvSpPr>
          <p:spPr>
            <a:xfrm>
              <a:off x="6063675" y="2219525"/>
              <a:ext cx="95075" cy="102600"/>
            </a:xfrm>
            <a:custGeom>
              <a:avLst/>
              <a:gdLst/>
              <a:ahLst/>
              <a:cxnLst/>
              <a:rect l="l" t="t" r="r" b="b"/>
              <a:pathLst>
                <a:path w="3803" h="4104" extrusionOk="0">
                  <a:moveTo>
                    <a:pt x="1668" y="134"/>
                  </a:moveTo>
                  <a:cubicBezTo>
                    <a:pt x="2635" y="1"/>
                    <a:pt x="3536" y="768"/>
                    <a:pt x="3670" y="1802"/>
                  </a:cubicBezTo>
                  <a:cubicBezTo>
                    <a:pt x="3803" y="2836"/>
                    <a:pt x="3069" y="3837"/>
                    <a:pt x="2135" y="3970"/>
                  </a:cubicBezTo>
                  <a:cubicBezTo>
                    <a:pt x="1168" y="4104"/>
                    <a:pt x="234" y="3336"/>
                    <a:pt x="134" y="2302"/>
                  </a:cubicBezTo>
                  <a:cubicBezTo>
                    <a:pt x="0" y="1235"/>
                    <a:pt x="701" y="268"/>
                    <a:pt x="16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91"/>
        <p:cNvGrpSpPr/>
        <p:nvPr/>
      </p:nvGrpSpPr>
      <p:grpSpPr>
        <a:xfrm>
          <a:off x="0" y="0"/>
          <a:ext cx="0" cy="0"/>
          <a:chOff x="0" y="0"/>
          <a:chExt cx="0" cy="0"/>
        </a:xfrm>
      </p:grpSpPr>
      <p:sp>
        <p:nvSpPr>
          <p:cNvPr id="4492" name="Google Shape;4492;p55"/>
          <p:cNvSpPr txBox="1">
            <a:spLocks noGrp="1"/>
          </p:cNvSpPr>
          <p:nvPr>
            <p:ph type="subTitle" idx="1"/>
          </p:nvPr>
        </p:nvSpPr>
        <p:spPr>
          <a:xfrm>
            <a:off x="287244" y="1483118"/>
            <a:ext cx="7644384" cy="2344753"/>
          </a:xfrm>
          <a:prstGeom prst="rect">
            <a:avLst/>
          </a:prstGeom>
        </p:spPr>
        <p:txBody>
          <a:bodyPr spcFirstLastPara="1" wrap="square" lIns="91425" tIns="91425" rIns="91425" bIns="91425" anchor="b" anchorCtr="0">
            <a:noAutofit/>
          </a:bodyPr>
          <a:lstStyle/>
          <a:p>
            <a:pPr marL="139700" indent="0" algn="l">
              <a:lnSpc>
                <a:spcPct val="150000"/>
              </a:lnSpc>
            </a:pPr>
            <a:r>
              <a:rPr lang="en-IN" sz="1600" dirty="0"/>
              <a:t>Develop a real-time </a:t>
            </a:r>
            <a:r>
              <a:rPr lang="en-IN" sz="1600" b="0" i="0" dirty="0">
                <a:solidFill>
                  <a:srgbClr val="542C18"/>
                </a:solidFill>
                <a:effectLst/>
                <a:latin typeface="Lato" panose="020F0502020204030203" pitchFamily="34" charset="0"/>
                <a:ea typeface="Lato" panose="020F0502020204030203" pitchFamily="34" charset="0"/>
                <a:cs typeface="Lato" panose="020F0502020204030203" pitchFamily="34" charset="0"/>
              </a:rPr>
              <a:t>app for real-time bird detection and classification.</a:t>
            </a:r>
          </a:p>
          <a:p>
            <a:pPr marL="139700" indent="0" algn="l">
              <a:lnSpc>
                <a:spcPct val="150000"/>
              </a:lnSpc>
            </a:pPr>
            <a:r>
              <a:rPr lang="en-US" sz="1600" dirty="0"/>
              <a:t>Utilize a custom-built, class-balanced dataset of Indian bird species to train</a:t>
            </a:r>
          </a:p>
          <a:p>
            <a:pPr marL="139700" indent="0" algn="l">
              <a:lnSpc>
                <a:spcPct val="150000"/>
              </a:lnSpc>
            </a:pPr>
            <a:r>
              <a:rPr lang="en-US" sz="1600" dirty="0"/>
              <a:t>a deep learning model</a:t>
            </a:r>
            <a:endParaRPr lang="en-IN" sz="1600" b="0" i="0" dirty="0">
              <a:solidFill>
                <a:srgbClr val="542C18"/>
              </a:solidFill>
              <a:effectLst/>
              <a:latin typeface="Lato" panose="020F0502020204030203" pitchFamily="34" charset="0"/>
              <a:ea typeface="Lato" panose="020F0502020204030203" pitchFamily="34" charset="0"/>
              <a:cs typeface="Lato" panose="020F0502020204030203" pitchFamily="34" charset="0"/>
            </a:endParaRPr>
          </a:p>
          <a:p>
            <a:pPr marL="139700" indent="0" algn="l">
              <a:lnSpc>
                <a:spcPct val="150000"/>
              </a:lnSpc>
            </a:pPr>
            <a:r>
              <a:rPr lang="en-US" sz="1600" dirty="0"/>
              <a:t>Design a clean, intuitive UI/UX that allows users to capture or upload images and instantly view results with bird details.</a:t>
            </a:r>
          </a:p>
          <a:p>
            <a:pPr marL="139700" indent="0" algn="l">
              <a:lnSpc>
                <a:spcPct val="150000"/>
              </a:lnSpc>
            </a:pPr>
            <a:r>
              <a:rPr lang="en-IN" sz="1600" b="0" i="0" dirty="0">
                <a:solidFill>
                  <a:srgbClr val="542C18"/>
                </a:solidFill>
                <a:effectLst/>
                <a:latin typeface="Lato" panose="020F0502020204030203" pitchFamily="34" charset="0"/>
                <a:ea typeface="Lato" panose="020F0502020204030203" pitchFamily="34" charset="0"/>
                <a:cs typeface="Lato" panose="020F0502020204030203" pitchFamily="34" charset="0"/>
              </a:rPr>
              <a:t>Integrate backend services for efficient data processing and storage.</a:t>
            </a:r>
          </a:p>
        </p:txBody>
      </p:sp>
      <p:sp>
        <p:nvSpPr>
          <p:cNvPr id="4493" name="Google Shape;4493;p55"/>
          <p:cNvSpPr txBox="1">
            <a:spLocks noGrp="1"/>
          </p:cNvSpPr>
          <p:nvPr>
            <p:ph type="title"/>
          </p:nvPr>
        </p:nvSpPr>
        <p:spPr>
          <a:xfrm>
            <a:off x="2401388" y="821318"/>
            <a:ext cx="3006192" cy="66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OBJECTIVES</a:t>
            </a:r>
            <a:endParaRPr dirty="0"/>
          </a:p>
        </p:txBody>
      </p:sp>
      <p:sp>
        <p:nvSpPr>
          <p:cNvPr id="3" name="Oval 2">
            <a:extLst>
              <a:ext uri="{FF2B5EF4-FFF2-40B4-BE49-F238E27FC236}">
                <a16:creationId xmlns:a16="http://schemas.microsoft.com/office/drawing/2014/main" id="{AD913A1C-DFF2-A3AC-B7D0-5DD59D0C4BCA}"/>
              </a:ext>
            </a:extLst>
          </p:cNvPr>
          <p:cNvSpPr/>
          <p:nvPr/>
        </p:nvSpPr>
        <p:spPr>
          <a:xfrm>
            <a:off x="362607" y="1727659"/>
            <a:ext cx="45719" cy="45719"/>
          </a:xfrm>
          <a:prstGeom prst="ellipse">
            <a:avLst/>
          </a:prstGeom>
          <a:solidFill>
            <a:srgbClr val="542C18"/>
          </a:solidFill>
          <a:ln>
            <a:solidFill>
              <a:srgbClr val="542C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10B80DE0-C65B-0974-761B-4C0196408610}"/>
              </a:ext>
            </a:extLst>
          </p:cNvPr>
          <p:cNvSpPr/>
          <p:nvPr/>
        </p:nvSpPr>
        <p:spPr>
          <a:xfrm>
            <a:off x="356563" y="2092893"/>
            <a:ext cx="45719" cy="45719"/>
          </a:xfrm>
          <a:prstGeom prst="ellipse">
            <a:avLst/>
          </a:prstGeom>
          <a:solidFill>
            <a:srgbClr val="542C18"/>
          </a:solidFill>
          <a:ln>
            <a:solidFill>
              <a:srgbClr val="542C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85823D6D-4EB2-031A-2763-E50492B0060E}"/>
              </a:ext>
            </a:extLst>
          </p:cNvPr>
          <p:cNvSpPr/>
          <p:nvPr/>
        </p:nvSpPr>
        <p:spPr>
          <a:xfrm>
            <a:off x="356563" y="2800412"/>
            <a:ext cx="45719" cy="45719"/>
          </a:xfrm>
          <a:prstGeom prst="ellipse">
            <a:avLst/>
          </a:prstGeom>
          <a:solidFill>
            <a:srgbClr val="542C18"/>
          </a:solidFill>
          <a:ln>
            <a:solidFill>
              <a:srgbClr val="542C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01912949-2AE9-37FB-D151-0F64FBFB0CCF}"/>
              </a:ext>
            </a:extLst>
          </p:cNvPr>
          <p:cNvSpPr/>
          <p:nvPr/>
        </p:nvSpPr>
        <p:spPr>
          <a:xfrm>
            <a:off x="356563" y="3563111"/>
            <a:ext cx="45719" cy="45719"/>
          </a:xfrm>
          <a:prstGeom prst="ellipse">
            <a:avLst/>
          </a:prstGeom>
          <a:solidFill>
            <a:srgbClr val="542C18"/>
          </a:solidFill>
          <a:ln>
            <a:solidFill>
              <a:srgbClr val="542C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53"/>
        <p:cNvGrpSpPr/>
        <p:nvPr/>
      </p:nvGrpSpPr>
      <p:grpSpPr>
        <a:xfrm>
          <a:off x="0" y="0"/>
          <a:ext cx="0" cy="0"/>
          <a:chOff x="0" y="0"/>
          <a:chExt cx="0" cy="0"/>
        </a:xfrm>
      </p:grpSpPr>
      <p:pic>
        <p:nvPicPr>
          <p:cNvPr id="5" name="Picture 4">
            <a:extLst>
              <a:ext uri="{FF2B5EF4-FFF2-40B4-BE49-F238E27FC236}">
                <a16:creationId xmlns:a16="http://schemas.microsoft.com/office/drawing/2014/main" id="{C30D3E58-3A33-49DE-31EB-D2B22C69E174}"/>
              </a:ext>
            </a:extLst>
          </p:cNvPr>
          <p:cNvPicPr>
            <a:picLocks noChangeAspect="1"/>
          </p:cNvPicPr>
          <p:nvPr/>
        </p:nvPicPr>
        <p:blipFill>
          <a:blip r:embed="rId3"/>
          <a:stretch>
            <a:fillRect/>
          </a:stretch>
        </p:blipFill>
        <p:spPr>
          <a:xfrm>
            <a:off x="0" y="907048"/>
            <a:ext cx="1926336" cy="4236452"/>
          </a:xfrm>
          <a:prstGeom prst="rect">
            <a:avLst/>
          </a:prstGeom>
        </p:spPr>
      </p:pic>
      <p:sp>
        <p:nvSpPr>
          <p:cNvPr id="10" name="TextBox 9">
            <a:extLst>
              <a:ext uri="{FF2B5EF4-FFF2-40B4-BE49-F238E27FC236}">
                <a16:creationId xmlns:a16="http://schemas.microsoft.com/office/drawing/2014/main" id="{57F09C93-9A21-B55A-88D2-DCB3EE9AC92B}"/>
              </a:ext>
            </a:extLst>
          </p:cNvPr>
          <p:cNvSpPr txBox="1"/>
          <p:nvPr/>
        </p:nvSpPr>
        <p:spPr>
          <a:xfrm>
            <a:off x="1612392" y="126980"/>
            <a:ext cx="5919216" cy="400110"/>
          </a:xfrm>
          <a:prstGeom prst="rect">
            <a:avLst/>
          </a:prstGeom>
          <a:noFill/>
        </p:spPr>
        <p:txBody>
          <a:bodyPr wrap="square">
            <a:spAutoFit/>
          </a:bodyPr>
          <a:lstStyle/>
          <a:p>
            <a:r>
              <a:rPr lang="en-IN" sz="2000" dirty="0">
                <a:solidFill>
                  <a:srgbClr val="F5582B"/>
                </a:solidFill>
                <a:latin typeface="BioRhyme" panose="020B0604020202020204" charset="0"/>
                <a:ea typeface="BioRhyme" panose="020B0604020202020204" charset="0"/>
              </a:rPr>
              <a:t>Models Used &amp; Deployment Architecture</a:t>
            </a:r>
          </a:p>
        </p:txBody>
      </p:sp>
      <p:sp>
        <p:nvSpPr>
          <p:cNvPr id="13" name="TextBox 12">
            <a:extLst>
              <a:ext uri="{FF2B5EF4-FFF2-40B4-BE49-F238E27FC236}">
                <a16:creationId xmlns:a16="http://schemas.microsoft.com/office/drawing/2014/main" id="{0BBF3D39-FC04-0FAE-5391-DE8D5B5DBF2A}"/>
              </a:ext>
            </a:extLst>
          </p:cNvPr>
          <p:cNvSpPr txBox="1"/>
          <p:nvPr/>
        </p:nvSpPr>
        <p:spPr>
          <a:xfrm>
            <a:off x="560832" y="1189464"/>
            <a:ext cx="8412480" cy="2800767"/>
          </a:xfrm>
          <a:prstGeom prst="rect">
            <a:avLst/>
          </a:prstGeom>
          <a:noFill/>
        </p:spPr>
        <p:txBody>
          <a:bodyPr wrap="square">
            <a:spAutoFit/>
          </a:bodyPr>
          <a:lstStyle/>
          <a:p>
            <a:pPr algn="just">
              <a:buNone/>
            </a:pPr>
            <a:r>
              <a:rPr lang="en-US" sz="1600" b="1" dirty="0">
                <a:solidFill>
                  <a:srgbClr val="542C18"/>
                </a:solidFill>
                <a:latin typeface="Lato" panose="020F0502020204030203" pitchFamily="34" charset="0"/>
                <a:ea typeface="Lato" panose="020F0502020204030203" pitchFamily="34" charset="0"/>
                <a:cs typeface="Lato" panose="020F0502020204030203" pitchFamily="34" charset="0"/>
              </a:rPr>
              <a:t>YOLOv12 – Bird Detection (</a:t>
            </a: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Detects whether a bird is present in the uploaded image)</a:t>
            </a:r>
          </a:p>
          <a:p>
            <a:pPr algn="just"/>
            <a:endParaRPr lang="en-US" sz="1600" b="1" dirty="0">
              <a:solidFill>
                <a:srgbClr val="542C18"/>
              </a:solidFill>
              <a:latin typeface="Lato" panose="020F0502020204030203" pitchFamily="34" charset="0"/>
              <a:ea typeface="Lato" panose="020F0502020204030203" pitchFamily="34" charset="0"/>
              <a:cs typeface="Lato" panose="020F0502020204030203" pitchFamily="34" charset="0"/>
            </a:endParaRPr>
          </a:p>
          <a:p>
            <a:pPr algn="just"/>
            <a:r>
              <a:rPr lang="en-US" sz="1600" b="1" dirty="0">
                <a:solidFill>
                  <a:srgbClr val="542C18"/>
                </a:solidFill>
                <a:latin typeface="Lato" panose="020F0502020204030203" pitchFamily="34" charset="0"/>
                <a:ea typeface="Lato" panose="020F0502020204030203" pitchFamily="34" charset="0"/>
                <a:cs typeface="Lato" panose="020F0502020204030203" pitchFamily="34" charset="0"/>
              </a:rPr>
              <a:t>Details</a:t>
            </a:r>
            <a:endParaRPr lang="en-US" sz="1600" dirty="0">
              <a:solidFill>
                <a:srgbClr val="542C18"/>
              </a:solidFill>
              <a:latin typeface="Lato" panose="020F0502020204030203" pitchFamily="34" charset="0"/>
              <a:ea typeface="Lato" panose="020F0502020204030203" pitchFamily="34" charset="0"/>
              <a:cs typeface="Lato" panose="020F0502020204030203" pitchFamily="34" charset="0"/>
            </a:endParaRPr>
          </a:p>
          <a:p>
            <a:pPr marL="742950" lvl="1" indent="-285750" algn="just">
              <a:buFont typeface="Arial" panose="020B0604020202020204" pitchFamily="34" charset="0"/>
              <a:buChar char="•"/>
            </a:pP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Accurately filters non-bird images, reducing unnecessary classification attempts.</a:t>
            </a:r>
          </a:p>
          <a:p>
            <a:pPr marL="742950" lvl="1" indent="-285750" algn="just">
              <a:buFont typeface="Arial" panose="020B0604020202020204" pitchFamily="34" charset="0"/>
              <a:buChar char="•"/>
            </a:pP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Trained on a mix of COCO and custom bird-labeled datasets.</a:t>
            </a:r>
          </a:p>
          <a:p>
            <a:pPr marL="742950" lvl="1" indent="-285750" algn="just">
              <a:buFont typeface="Arial" panose="020B0604020202020204" pitchFamily="34" charset="0"/>
              <a:buChar char="•"/>
            </a:pP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Outputs bounding boxes and confidence scores for bird presence.</a:t>
            </a:r>
          </a:p>
          <a:p>
            <a:pPr algn="just"/>
            <a:endParaRPr lang="en-US" sz="1600" b="1" dirty="0">
              <a:solidFill>
                <a:srgbClr val="542C18"/>
              </a:solidFill>
              <a:latin typeface="Lato" panose="020F0502020204030203" pitchFamily="34" charset="0"/>
              <a:ea typeface="Lato" panose="020F0502020204030203" pitchFamily="34" charset="0"/>
              <a:cs typeface="Lato" panose="020F0502020204030203" pitchFamily="34" charset="0"/>
            </a:endParaRPr>
          </a:p>
          <a:p>
            <a:pPr algn="just"/>
            <a:r>
              <a:rPr lang="en-US" sz="1600" b="1" dirty="0">
                <a:solidFill>
                  <a:srgbClr val="542C18"/>
                </a:solidFill>
                <a:latin typeface="Lato" panose="020F0502020204030203" pitchFamily="34" charset="0"/>
                <a:ea typeface="Lato" panose="020F0502020204030203" pitchFamily="34" charset="0"/>
                <a:cs typeface="Lato" panose="020F0502020204030203" pitchFamily="34" charset="0"/>
              </a:rPr>
              <a:t>Deployment</a:t>
            </a:r>
            <a:endParaRPr lang="en-US" sz="1600" dirty="0">
              <a:solidFill>
                <a:srgbClr val="542C18"/>
              </a:solidFill>
              <a:latin typeface="Lato" panose="020F0502020204030203" pitchFamily="34" charset="0"/>
              <a:ea typeface="Lato" panose="020F0502020204030203" pitchFamily="34" charset="0"/>
              <a:cs typeface="Lato" panose="020F0502020204030203" pitchFamily="34" charset="0"/>
            </a:endParaRPr>
          </a:p>
          <a:p>
            <a:pPr marL="742950" lvl="1" indent="-285750" algn="just">
              <a:buFont typeface="Arial" panose="020B0604020202020204" pitchFamily="34" charset="0"/>
              <a:buChar char="•"/>
            </a:pP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Hosted on </a:t>
            </a:r>
            <a:r>
              <a:rPr lang="en-US" sz="1600" b="1" dirty="0">
                <a:solidFill>
                  <a:srgbClr val="542C18"/>
                </a:solidFill>
                <a:latin typeface="Lato" panose="020F0502020204030203" pitchFamily="34" charset="0"/>
                <a:ea typeface="Lato" panose="020F0502020204030203" pitchFamily="34" charset="0"/>
                <a:cs typeface="Lato" panose="020F0502020204030203" pitchFamily="34" charset="0"/>
              </a:rPr>
              <a:t>AWS ECS</a:t>
            </a: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 in a Docker container.</a:t>
            </a:r>
          </a:p>
          <a:p>
            <a:pPr marL="742950" lvl="1" indent="-285750" algn="just">
              <a:buFont typeface="Arial" panose="020B0604020202020204" pitchFamily="34" charset="0"/>
              <a:buChar char="•"/>
            </a:pP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Invoked via </a:t>
            </a:r>
            <a:r>
              <a:rPr lang="en-US" sz="1600" b="1" dirty="0">
                <a:solidFill>
                  <a:srgbClr val="542C18"/>
                </a:solidFill>
                <a:latin typeface="Lato" panose="020F0502020204030203" pitchFamily="34" charset="0"/>
                <a:ea typeface="Lato" panose="020F0502020204030203" pitchFamily="34" charset="0"/>
                <a:cs typeface="Lato" panose="020F0502020204030203" pitchFamily="34" charset="0"/>
              </a:rPr>
              <a:t>Node.js backend</a:t>
            </a: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 as an API call from the Flutter app.</a:t>
            </a:r>
          </a:p>
          <a:p>
            <a:pPr marL="742950" lvl="1" indent="-285750" algn="just">
              <a:buFont typeface="Arial" panose="020B0604020202020204" pitchFamily="34" charset="0"/>
              <a:buChar char="•"/>
            </a:pP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Input images temporarily stored on </a:t>
            </a:r>
            <a:r>
              <a:rPr lang="en-US" sz="1600" b="1" dirty="0">
                <a:solidFill>
                  <a:srgbClr val="542C18"/>
                </a:solidFill>
                <a:latin typeface="Lato" panose="020F0502020204030203" pitchFamily="34" charset="0"/>
                <a:ea typeface="Lato" panose="020F0502020204030203" pitchFamily="34" charset="0"/>
                <a:cs typeface="Lato" panose="020F0502020204030203" pitchFamily="34" charset="0"/>
              </a:rPr>
              <a:t>AWS S3</a:t>
            </a:r>
            <a:r>
              <a:rPr lang="en-US" sz="1600" dirty="0">
                <a:solidFill>
                  <a:srgbClr val="542C18"/>
                </a:solidFill>
                <a:latin typeface="Lato" panose="020F0502020204030203" pitchFamily="34" charset="0"/>
                <a:ea typeface="Lato" panose="020F0502020204030203" pitchFamily="34" charset="0"/>
                <a:cs typeface="Lato" panose="020F0502020204030203" pitchFamily="34" charset="0"/>
              </a:rPr>
              <a:t> for processing.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48"/>
        <p:cNvGrpSpPr/>
        <p:nvPr/>
      </p:nvGrpSpPr>
      <p:grpSpPr>
        <a:xfrm>
          <a:off x="0" y="0"/>
          <a:ext cx="0" cy="0"/>
          <a:chOff x="0" y="0"/>
          <a:chExt cx="0" cy="0"/>
        </a:xfrm>
      </p:grpSpPr>
      <p:pic>
        <p:nvPicPr>
          <p:cNvPr id="5" name="Picture 4">
            <a:extLst>
              <a:ext uri="{FF2B5EF4-FFF2-40B4-BE49-F238E27FC236}">
                <a16:creationId xmlns:a16="http://schemas.microsoft.com/office/drawing/2014/main" id="{807BF079-60B6-C239-C069-BD9107A9523D}"/>
              </a:ext>
            </a:extLst>
          </p:cNvPr>
          <p:cNvPicPr>
            <a:picLocks noChangeAspect="1"/>
          </p:cNvPicPr>
          <p:nvPr/>
        </p:nvPicPr>
        <p:blipFill>
          <a:blip r:embed="rId3"/>
          <a:stretch>
            <a:fillRect/>
          </a:stretch>
        </p:blipFill>
        <p:spPr>
          <a:xfrm>
            <a:off x="0" y="2571750"/>
            <a:ext cx="899003" cy="2571750"/>
          </a:xfrm>
          <a:prstGeom prst="rect">
            <a:avLst/>
          </a:prstGeom>
        </p:spPr>
      </p:pic>
      <p:pic>
        <p:nvPicPr>
          <p:cNvPr id="3" name="Picture 2">
            <a:extLst>
              <a:ext uri="{FF2B5EF4-FFF2-40B4-BE49-F238E27FC236}">
                <a16:creationId xmlns:a16="http://schemas.microsoft.com/office/drawing/2014/main" id="{982378B4-7B23-0976-B99C-69FE84B3948B}"/>
              </a:ext>
            </a:extLst>
          </p:cNvPr>
          <p:cNvPicPr>
            <a:picLocks noChangeAspect="1"/>
          </p:cNvPicPr>
          <p:nvPr/>
        </p:nvPicPr>
        <p:blipFill>
          <a:blip r:embed="rId4"/>
          <a:stretch>
            <a:fillRect/>
          </a:stretch>
        </p:blipFill>
        <p:spPr>
          <a:xfrm>
            <a:off x="90698" y="800839"/>
            <a:ext cx="4368521" cy="2864594"/>
          </a:xfrm>
          <a:prstGeom prst="rect">
            <a:avLst/>
          </a:prstGeom>
        </p:spPr>
      </p:pic>
      <p:pic>
        <p:nvPicPr>
          <p:cNvPr id="8" name="Picture 7">
            <a:extLst>
              <a:ext uri="{FF2B5EF4-FFF2-40B4-BE49-F238E27FC236}">
                <a16:creationId xmlns:a16="http://schemas.microsoft.com/office/drawing/2014/main" id="{986D2284-7B38-6595-C5F0-92DE6AD9B111}"/>
              </a:ext>
            </a:extLst>
          </p:cNvPr>
          <p:cNvPicPr>
            <a:picLocks noChangeAspect="1"/>
          </p:cNvPicPr>
          <p:nvPr/>
        </p:nvPicPr>
        <p:blipFill>
          <a:blip r:embed="rId3"/>
          <a:stretch>
            <a:fillRect/>
          </a:stretch>
        </p:blipFill>
        <p:spPr>
          <a:xfrm>
            <a:off x="8244997" y="2354067"/>
            <a:ext cx="899003" cy="2571750"/>
          </a:xfrm>
          <a:prstGeom prst="rect">
            <a:avLst/>
          </a:prstGeom>
        </p:spPr>
      </p:pic>
      <p:pic>
        <p:nvPicPr>
          <p:cNvPr id="7" name="Picture 6">
            <a:extLst>
              <a:ext uri="{FF2B5EF4-FFF2-40B4-BE49-F238E27FC236}">
                <a16:creationId xmlns:a16="http://schemas.microsoft.com/office/drawing/2014/main" id="{12AA6C92-6FBF-E9BE-8184-DAC9945F3BEA}"/>
              </a:ext>
            </a:extLst>
          </p:cNvPr>
          <p:cNvPicPr>
            <a:picLocks noChangeAspect="1"/>
          </p:cNvPicPr>
          <p:nvPr/>
        </p:nvPicPr>
        <p:blipFill>
          <a:blip r:embed="rId5"/>
          <a:stretch>
            <a:fillRect/>
          </a:stretch>
        </p:blipFill>
        <p:spPr>
          <a:xfrm>
            <a:off x="4670059" y="800839"/>
            <a:ext cx="4263101" cy="29261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53">
          <a:extLst>
            <a:ext uri="{FF2B5EF4-FFF2-40B4-BE49-F238E27FC236}">
              <a16:creationId xmlns:a16="http://schemas.microsoft.com/office/drawing/2014/main" id="{1A51854F-94B3-44E7-304C-58231F02789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756E6B-803B-1072-8268-7A00E2D3E302}"/>
              </a:ext>
            </a:extLst>
          </p:cNvPr>
          <p:cNvPicPr>
            <a:picLocks noChangeAspect="1"/>
          </p:cNvPicPr>
          <p:nvPr/>
        </p:nvPicPr>
        <p:blipFill>
          <a:blip r:embed="rId3"/>
          <a:stretch>
            <a:fillRect/>
          </a:stretch>
        </p:blipFill>
        <p:spPr>
          <a:xfrm>
            <a:off x="0" y="0"/>
            <a:ext cx="9144000" cy="5143499"/>
          </a:xfrm>
          <a:prstGeom prst="rect">
            <a:avLst/>
          </a:prstGeom>
        </p:spPr>
      </p:pic>
      <p:sp>
        <p:nvSpPr>
          <p:cNvPr id="6" name="TextBox 5">
            <a:extLst>
              <a:ext uri="{FF2B5EF4-FFF2-40B4-BE49-F238E27FC236}">
                <a16:creationId xmlns:a16="http://schemas.microsoft.com/office/drawing/2014/main" id="{49D65F07-5EB6-8A38-6571-381181E84703}"/>
              </a:ext>
            </a:extLst>
          </p:cNvPr>
          <p:cNvSpPr txBox="1"/>
          <p:nvPr/>
        </p:nvSpPr>
        <p:spPr>
          <a:xfrm>
            <a:off x="3665483" y="0"/>
            <a:ext cx="2025869" cy="307777"/>
          </a:xfrm>
          <a:prstGeom prst="rect">
            <a:avLst/>
          </a:prstGeom>
          <a:noFill/>
        </p:spPr>
        <p:txBody>
          <a:bodyPr wrap="square">
            <a:spAutoFit/>
          </a:bodyPr>
          <a:lstStyle/>
          <a:p>
            <a:r>
              <a:rPr lang="en-IN" dirty="0"/>
              <a:t>YOLOv12 Architecture</a:t>
            </a:r>
          </a:p>
        </p:txBody>
      </p:sp>
    </p:spTree>
    <p:extLst>
      <p:ext uri="{BB962C8B-B14F-4D97-AF65-F5344CB8AC3E}">
        <p14:creationId xmlns:p14="http://schemas.microsoft.com/office/powerpoint/2010/main" val="3453981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53">
          <a:extLst>
            <a:ext uri="{FF2B5EF4-FFF2-40B4-BE49-F238E27FC236}">
              <a16:creationId xmlns:a16="http://schemas.microsoft.com/office/drawing/2014/main" id="{2A7DB52A-C287-39B0-F619-4B8FD754A7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4358B3-6FB4-AEC8-8A99-FAA808E19F85}"/>
              </a:ext>
            </a:extLst>
          </p:cNvPr>
          <p:cNvSpPr txBox="1"/>
          <p:nvPr/>
        </p:nvSpPr>
        <p:spPr>
          <a:xfrm>
            <a:off x="1631732" y="394138"/>
            <a:ext cx="6463862" cy="584775"/>
          </a:xfrm>
          <a:prstGeom prst="rect">
            <a:avLst/>
          </a:prstGeom>
          <a:noFill/>
        </p:spPr>
        <p:txBody>
          <a:bodyPr wrap="square">
            <a:spAutoFit/>
          </a:bodyPr>
          <a:lstStyle/>
          <a:p>
            <a:pPr>
              <a:buNone/>
            </a:pPr>
            <a:r>
              <a:rPr lang="en-US" sz="1600" b="1" dirty="0">
                <a:solidFill>
                  <a:srgbClr val="542C18"/>
                </a:solidFill>
                <a:latin typeface="BioRhyme" panose="020B0604020202020204" charset="0"/>
                <a:ea typeface="BioRhyme" panose="020B0604020202020204" charset="0"/>
              </a:rPr>
              <a:t>         EfficientNet-B7 – Bird Species Classification</a:t>
            </a:r>
          </a:p>
          <a:p>
            <a:r>
              <a:rPr lang="en-US" sz="1600" dirty="0">
                <a:solidFill>
                  <a:srgbClr val="542C18"/>
                </a:solidFill>
                <a:latin typeface="BioRhyme" panose="020B0604020202020204" charset="0"/>
                <a:ea typeface="BioRhyme" panose="020B0604020202020204" charset="0"/>
              </a:rPr>
              <a:t>(</a:t>
            </a:r>
            <a:r>
              <a:rPr lang="en-US" sz="1600" i="1" dirty="0">
                <a:solidFill>
                  <a:srgbClr val="542C18"/>
                </a:solidFill>
                <a:latin typeface="BioRhyme" panose="020B0604020202020204" charset="0"/>
                <a:ea typeface="BioRhyme" panose="020B0604020202020204" charset="0"/>
              </a:rPr>
              <a:t>Classifies the species of the bird detected by YOLOv12</a:t>
            </a:r>
            <a:r>
              <a:rPr lang="en-US" sz="1600" dirty="0">
                <a:solidFill>
                  <a:srgbClr val="542C18"/>
                </a:solidFill>
                <a:latin typeface="BioRhyme" panose="020B0604020202020204" charset="0"/>
                <a:ea typeface="BioRhyme" panose="020B0604020202020204" charset="0"/>
              </a:rPr>
              <a:t>)</a:t>
            </a:r>
          </a:p>
        </p:txBody>
      </p:sp>
      <p:sp>
        <p:nvSpPr>
          <p:cNvPr id="8" name="TextBox 7">
            <a:extLst>
              <a:ext uri="{FF2B5EF4-FFF2-40B4-BE49-F238E27FC236}">
                <a16:creationId xmlns:a16="http://schemas.microsoft.com/office/drawing/2014/main" id="{E4F97B72-6FD2-1BAD-A752-B31C8E195B09}"/>
              </a:ext>
            </a:extLst>
          </p:cNvPr>
          <p:cNvSpPr txBox="1"/>
          <p:nvPr/>
        </p:nvSpPr>
        <p:spPr>
          <a:xfrm>
            <a:off x="1296715" y="1384885"/>
            <a:ext cx="7133896" cy="2046714"/>
          </a:xfrm>
          <a:prstGeom prst="rect">
            <a:avLst/>
          </a:prstGeom>
          <a:noFill/>
        </p:spPr>
        <p:txBody>
          <a:bodyPr wrap="square">
            <a:spAutoFit/>
          </a:bodyPr>
          <a:lstStyle/>
          <a:p>
            <a:pPr algn="just">
              <a:buNone/>
            </a:pPr>
            <a:r>
              <a:rPr lang="en-US" b="1" dirty="0"/>
              <a:t>Architecture Overview</a:t>
            </a:r>
          </a:p>
          <a:p>
            <a:pPr algn="just">
              <a:buNone/>
            </a:pPr>
            <a:r>
              <a:rPr lang="en-US" sz="1200" dirty="0"/>
              <a:t>EfficientNet B7 serves as the second stage of the two-stage bird identification framework, focused specifically on classifying detected birds into their correct species. As one of the most sophisticated convolutional neural networks, it's designed with compound scaling that optimizes three fundamental dimensions:</a:t>
            </a:r>
          </a:p>
          <a:p>
            <a:pPr algn="just">
              <a:buFont typeface="+mj-lt"/>
              <a:buAutoNum type="arabicPeriod"/>
            </a:pPr>
            <a:r>
              <a:rPr lang="en-US" b="1" dirty="0"/>
              <a:t>Depth Scaling</a:t>
            </a:r>
            <a:r>
              <a:rPr lang="en-US" sz="1200" dirty="0"/>
              <a:t>: Increased number of layers to capture complex features of bird species</a:t>
            </a:r>
            <a:endParaRPr lang="en-US" dirty="0"/>
          </a:p>
          <a:p>
            <a:pPr algn="just">
              <a:buFont typeface="+mj-lt"/>
              <a:buAutoNum type="arabicPeriod"/>
            </a:pPr>
            <a:r>
              <a:rPr lang="en-US" b="1" dirty="0"/>
              <a:t>Width Scaling</a:t>
            </a:r>
            <a:r>
              <a:rPr lang="en-US" dirty="0"/>
              <a:t>: </a:t>
            </a:r>
            <a:r>
              <a:rPr lang="en-US" sz="1200" dirty="0"/>
              <a:t>Enhanced channel count in each layer to detect minute details in plumage, beak shape, and other distinguishing characteristics</a:t>
            </a:r>
          </a:p>
          <a:p>
            <a:pPr algn="just">
              <a:buFont typeface="+mj-lt"/>
              <a:buAutoNum type="arabicPeriod"/>
            </a:pPr>
            <a:r>
              <a:rPr lang="en-US" b="1" dirty="0"/>
              <a:t>Resolution Scaling</a:t>
            </a:r>
            <a:r>
              <a:rPr lang="en-US" dirty="0"/>
              <a:t>: </a:t>
            </a:r>
            <a:r>
              <a:rPr lang="en-US" sz="1200" dirty="0"/>
              <a:t>Higher-resolution image processing (224x224 pixels) to recognize intricate patterns and subtle differences between similar species</a:t>
            </a:r>
            <a:endParaRPr lang="en-US" dirty="0"/>
          </a:p>
        </p:txBody>
      </p:sp>
      <p:pic>
        <p:nvPicPr>
          <p:cNvPr id="9" name="Picture 8">
            <a:extLst>
              <a:ext uri="{FF2B5EF4-FFF2-40B4-BE49-F238E27FC236}">
                <a16:creationId xmlns:a16="http://schemas.microsoft.com/office/drawing/2014/main" id="{B07E1E28-623A-1413-6356-578A3FC93CA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4173"/>
          <a:stretch/>
        </p:blipFill>
        <p:spPr bwMode="auto">
          <a:xfrm>
            <a:off x="1631732" y="3639677"/>
            <a:ext cx="5729605" cy="92265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36264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48">
          <a:extLst>
            <a:ext uri="{FF2B5EF4-FFF2-40B4-BE49-F238E27FC236}">
              <a16:creationId xmlns:a16="http://schemas.microsoft.com/office/drawing/2014/main" id="{BAD74911-B4E8-063B-5C45-65C76B08C87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88AC3D8-8AC5-8D78-C937-4873B3D74446}"/>
              </a:ext>
            </a:extLst>
          </p:cNvPr>
          <p:cNvPicPr>
            <a:picLocks noChangeAspect="1"/>
          </p:cNvPicPr>
          <p:nvPr/>
        </p:nvPicPr>
        <p:blipFill>
          <a:blip r:embed="rId3"/>
          <a:stretch>
            <a:fillRect/>
          </a:stretch>
        </p:blipFill>
        <p:spPr>
          <a:xfrm>
            <a:off x="8244997" y="2354067"/>
            <a:ext cx="899003" cy="2571750"/>
          </a:xfrm>
          <a:prstGeom prst="rect">
            <a:avLst/>
          </a:prstGeom>
        </p:spPr>
      </p:pic>
      <p:sp>
        <p:nvSpPr>
          <p:cNvPr id="9" name="TextBox 8">
            <a:extLst>
              <a:ext uri="{FF2B5EF4-FFF2-40B4-BE49-F238E27FC236}">
                <a16:creationId xmlns:a16="http://schemas.microsoft.com/office/drawing/2014/main" id="{D01C2B5F-4928-42E9-63DA-8D0C2CCF2573}"/>
              </a:ext>
            </a:extLst>
          </p:cNvPr>
          <p:cNvSpPr txBox="1"/>
          <p:nvPr/>
        </p:nvSpPr>
        <p:spPr>
          <a:xfrm>
            <a:off x="2139621" y="166010"/>
            <a:ext cx="4572000" cy="307777"/>
          </a:xfrm>
          <a:prstGeom prst="rect">
            <a:avLst/>
          </a:prstGeom>
          <a:noFill/>
        </p:spPr>
        <p:txBody>
          <a:bodyPr wrap="square">
            <a:spAutoFit/>
          </a:bodyPr>
          <a:lstStyle/>
          <a:p>
            <a:r>
              <a:rPr lang="en-US" dirty="0"/>
              <a:t>Performance Metrics for Bird Species Classification</a:t>
            </a:r>
            <a:endParaRPr lang="en-IN" dirty="0"/>
          </a:p>
        </p:txBody>
      </p:sp>
      <p:graphicFrame>
        <p:nvGraphicFramePr>
          <p:cNvPr id="3" name="Table 2">
            <a:extLst>
              <a:ext uri="{FF2B5EF4-FFF2-40B4-BE49-F238E27FC236}">
                <a16:creationId xmlns:a16="http://schemas.microsoft.com/office/drawing/2014/main" id="{F2070029-9ED5-5992-2208-98D98885D90D}"/>
              </a:ext>
            </a:extLst>
          </p:cNvPr>
          <p:cNvGraphicFramePr>
            <a:graphicFrameLocks noGrp="1"/>
          </p:cNvGraphicFramePr>
          <p:nvPr>
            <p:extLst>
              <p:ext uri="{D42A27DB-BD31-4B8C-83A1-F6EECF244321}">
                <p14:modId xmlns:p14="http://schemas.microsoft.com/office/powerpoint/2010/main" val="2251090526"/>
              </p:ext>
            </p:extLst>
          </p:nvPr>
        </p:nvGraphicFramePr>
        <p:xfrm>
          <a:off x="2286892" y="863601"/>
          <a:ext cx="3916013" cy="3416297"/>
        </p:xfrm>
        <a:graphic>
          <a:graphicData uri="http://schemas.openxmlformats.org/drawingml/2006/table">
            <a:tbl>
              <a:tblPr/>
              <a:tblGrid>
                <a:gridCol w="2186240">
                  <a:extLst>
                    <a:ext uri="{9D8B030D-6E8A-4147-A177-3AD203B41FA5}">
                      <a16:colId xmlns:a16="http://schemas.microsoft.com/office/drawing/2014/main" val="99407581"/>
                    </a:ext>
                  </a:extLst>
                </a:gridCol>
                <a:gridCol w="576591">
                  <a:extLst>
                    <a:ext uri="{9D8B030D-6E8A-4147-A177-3AD203B41FA5}">
                      <a16:colId xmlns:a16="http://schemas.microsoft.com/office/drawing/2014/main" val="2797246184"/>
                    </a:ext>
                  </a:extLst>
                </a:gridCol>
                <a:gridCol w="576591">
                  <a:extLst>
                    <a:ext uri="{9D8B030D-6E8A-4147-A177-3AD203B41FA5}">
                      <a16:colId xmlns:a16="http://schemas.microsoft.com/office/drawing/2014/main" val="1991181793"/>
                    </a:ext>
                  </a:extLst>
                </a:gridCol>
                <a:gridCol w="576591">
                  <a:extLst>
                    <a:ext uri="{9D8B030D-6E8A-4147-A177-3AD203B41FA5}">
                      <a16:colId xmlns:a16="http://schemas.microsoft.com/office/drawing/2014/main" val="1226013547"/>
                    </a:ext>
                  </a:extLst>
                </a:gridCol>
              </a:tblGrid>
              <a:tr h="172977">
                <a:tc>
                  <a:txBody>
                    <a:bodyPr/>
                    <a:lstStyle/>
                    <a:p>
                      <a:pPr algn="ctr" fontAlgn="ctr"/>
                      <a:r>
                        <a:rPr lang="en-IN" sz="1000" b="1" i="0" u="none" strike="noStrike">
                          <a:solidFill>
                            <a:srgbClr val="000000"/>
                          </a:solidFill>
                          <a:effectLst/>
                          <a:latin typeface="Calibri" panose="020F0502020204030204" pitchFamily="34" charset="0"/>
                        </a:rPr>
                        <a:t>Bird Species</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1" i="0" u="none" strike="noStrike">
                          <a:solidFill>
                            <a:srgbClr val="000000"/>
                          </a:solidFill>
                          <a:effectLst/>
                          <a:latin typeface="Calibri" panose="020F0502020204030204" pitchFamily="34" charset="0"/>
                        </a:rPr>
                        <a:t>Precision</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1" i="0" u="none" strike="noStrike">
                          <a:solidFill>
                            <a:srgbClr val="000000"/>
                          </a:solidFill>
                          <a:effectLst/>
                          <a:latin typeface="Calibri" panose="020F0502020204030204" pitchFamily="34" charset="0"/>
                        </a:rPr>
                        <a:t>Recall</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1" i="0" u="none" strike="noStrike">
                          <a:solidFill>
                            <a:srgbClr val="000000"/>
                          </a:solidFill>
                          <a:effectLst/>
                          <a:latin typeface="Calibri" panose="020F0502020204030204" pitchFamily="34" charset="0"/>
                        </a:rPr>
                        <a:t>F1-Score</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0013550"/>
                  </a:ext>
                </a:extLst>
              </a:tr>
              <a:tr h="266673">
                <a:tc>
                  <a:txBody>
                    <a:bodyPr/>
                    <a:lstStyle/>
                    <a:p>
                      <a:pPr algn="ctr" fontAlgn="ctr"/>
                      <a:r>
                        <a:rPr lang="en-IN" sz="1000" b="0" i="0" u="none" strike="noStrike">
                          <a:solidFill>
                            <a:srgbClr val="000000"/>
                          </a:solidFill>
                          <a:effectLst/>
                          <a:latin typeface="Calibri" panose="020F0502020204030204" pitchFamily="34" charset="0"/>
                        </a:rPr>
                        <a:t>AshyCrownedSparrowLark</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4133043"/>
                  </a:ext>
                </a:extLst>
              </a:tr>
              <a:tr h="266673">
                <a:tc>
                  <a:txBody>
                    <a:bodyPr/>
                    <a:lstStyle/>
                    <a:p>
                      <a:pPr algn="ctr" fontAlgn="ctr"/>
                      <a:r>
                        <a:rPr lang="en-IN" sz="1000" b="0" i="0" u="none" strike="noStrike">
                          <a:solidFill>
                            <a:srgbClr val="000000"/>
                          </a:solidFill>
                          <a:effectLst/>
                          <a:latin typeface="Calibri" panose="020F0502020204030204" pitchFamily="34" charset="0"/>
                        </a:rPr>
                        <a:t>AsianOpenbill</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0.84</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0.95</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0.89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9661299"/>
                  </a:ext>
                </a:extLst>
              </a:tr>
              <a:tr h="209014">
                <a:tc>
                  <a:txBody>
                    <a:bodyPr/>
                    <a:lstStyle/>
                    <a:p>
                      <a:pPr algn="ctr" fontAlgn="ctr"/>
                      <a:r>
                        <a:rPr lang="en-IN" sz="1000" b="0" i="0" u="none" strike="noStrike" dirty="0">
                          <a:solidFill>
                            <a:srgbClr val="000000"/>
                          </a:solidFill>
                          <a:effectLst/>
                          <a:latin typeface="Calibri" panose="020F0502020204030204" pitchFamily="34" charset="0"/>
                        </a:rPr>
                        <a:t>Black-</a:t>
                      </a:r>
                      <a:r>
                        <a:rPr lang="en-IN" sz="1000" b="0" i="0" u="none" strike="noStrike" dirty="0" err="1">
                          <a:solidFill>
                            <a:srgbClr val="000000"/>
                          </a:solidFill>
                          <a:effectLst/>
                          <a:latin typeface="Calibri" panose="020F0502020204030204" pitchFamily="34" charset="0"/>
                        </a:rPr>
                        <a:t>headedIbis</a:t>
                      </a:r>
                      <a:endParaRPr lang="en-IN" sz="1000" b="0" i="0" u="none" strike="noStrike" dirty="0">
                        <a:solidFill>
                          <a:srgbClr val="000000"/>
                        </a:solidFill>
                        <a:effectLst/>
                        <a:latin typeface="Calibri" panose="020F0502020204030204" pitchFamily="34" charset="0"/>
                      </a:endParaRP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0.97</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0.98</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562684"/>
                  </a:ext>
                </a:extLst>
              </a:tr>
              <a:tr h="172977">
                <a:tc>
                  <a:txBody>
                    <a:bodyPr/>
                    <a:lstStyle/>
                    <a:p>
                      <a:pPr algn="ctr" fontAlgn="ctr"/>
                      <a:r>
                        <a:rPr lang="en-IN" sz="1000" b="0" i="0" u="none" strike="noStrike">
                          <a:solidFill>
                            <a:srgbClr val="000000"/>
                          </a:solidFill>
                          <a:effectLst/>
                          <a:latin typeface="Calibri" panose="020F0502020204030204" pitchFamily="34" charset="0"/>
                        </a:rPr>
                        <a:t>Crow</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0.94</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0.92</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9963325"/>
                  </a:ext>
                </a:extLst>
              </a:tr>
              <a:tr h="180185">
                <a:tc>
                  <a:txBody>
                    <a:bodyPr/>
                    <a:lstStyle/>
                    <a:p>
                      <a:pPr algn="ctr" fontAlgn="ctr"/>
                      <a:r>
                        <a:rPr lang="en-IN" sz="1000" b="0" i="0" u="none" strike="noStrike">
                          <a:solidFill>
                            <a:srgbClr val="000000"/>
                          </a:solidFill>
                          <a:effectLst/>
                          <a:latin typeface="Calibri" panose="020F0502020204030204" pitchFamily="34" charset="0"/>
                        </a:rPr>
                        <a:t>EurasianCoot</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1</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0.98</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155247"/>
                  </a:ext>
                </a:extLst>
              </a:tr>
              <a:tr h="245051">
                <a:tc>
                  <a:txBody>
                    <a:bodyPr/>
                    <a:lstStyle/>
                    <a:p>
                      <a:pPr algn="ctr" fontAlgn="ctr"/>
                      <a:r>
                        <a:rPr lang="en-IN" sz="1000" b="0" i="0" u="none" strike="noStrike">
                          <a:solidFill>
                            <a:srgbClr val="000000"/>
                          </a:solidFill>
                          <a:effectLst/>
                          <a:latin typeface="Calibri" panose="020F0502020204030204" pitchFamily="34" charset="0"/>
                        </a:rPr>
                        <a:t>IndianRoller</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0.96</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0.97</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9823467"/>
                  </a:ext>
                </a:extLst>
              </a:tr>
              <a:tr h="216221">
                <a:tc>
                  <a:txBody>
                    <a:bodyPr/>
                    <a:lstStyle/>
                    <a:p>
                      <a:pPr algn="ctr" fontAlgn="ctr"/>
                      <a:r>
                        <a:rPr lang="en-IN" sz="1000" b="0" i="0" u="none" strike="noStrike" dirty="0">
                          <a:solidFill>
                            <a:srgbClr val="000000"/>
                          </a:solidFill>
                          <a:effectLst/>
                          <a:latin typeface="Calibri" panose="020F0502020204030204" pitchFamily="34" charset="0"/>
                        </a:rPr>
                        <a:t>Large-billed Crow</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0.94</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0.91</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0.92</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6470096"/>
                  </a:ext>
                </a:extLst>
              </a:tr>
              <a:tr h="194599">
                <a:tc>
                  <a:txBody>
                    <a:bodyPr/>
                    <a:lstStyle/>
                    <a:p>
                      <a:pPr algn="ctr" fontAlgn="ctr"/>
                      <a:r>
                        <a:rPr lang="en-IN" sz="1000" b="0" i="0" u="none" strike="noStrike">
                          <a:solidFill>
                            <a:srgbClr val="000000"/>
                          </a:solidFill>
                          <a:effectLst/>
                          <a:latin typeface="Calibri" panose="020F0502020204030204" pitchFamily="34" charset="0"/>
                        </a:rPr>
                        <a:t>LittleCormorant</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0.95</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0.97</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6321225"/>
                  </a:ext>
                </a:extLst>
              </a:tr>
              <a:tr h="194599">
                <a:tc>
                  <a:txBody>
                    <a:bodyPr/>
                    <a:lstStyle/>
                    <a:p>
                      <a:pPr algn="ctr" fontAlgn="ctr"/>
                      <a:r>
                        <a:rPr lang="en-IN" sz="1000" b="0" i="0" u="none" strike="noStrike">
                          <a:solidFill>
                            <a:srgbClr val="000000"/>
                          </a:solidFill>
                          <a:effectLst/>
                          <a:latin typeface="Calibri" panose="020F0502020204030204" pitchFamily="34" charset="0"/>
                        </a:rPr>
                        <a:t>PaddyfieldPipit</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0.95</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0.97</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2215699"/>
                  </a:ext>
                </a:extLst>
              </a:tr>
              <a:tr h="223429">
                <a:tc>
                  <a:txBody>
                    <a:bodyPr/>
                    <a:lstStyle/>
                    <a:p>
                      <a:pPr algn="ctr" fontAlgn="ctr"/>
                      <a:r>
                        <a:rPr lang="en-IN" sz="1000" b="0" i="0" u="none" strike="noStrike">
                          <a:solidFill>
                            <a:srgbClr val="000000"/>
                          </a:solidFill>
                          <a:effectLst/>
                          <a:latin typeface="Calibri" panose="020F0502020204030204" pitchFamily="34" charset="0"/>
                        </a:rPr>
                        <a:t>PaintedStork</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0.97</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0.93</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0.95</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5220006"/>
                  </a:ext>
                </a:extLst>
              </a:tr>
              <a:tr h="309917">
                <a:tc>
                  <a:txBody>
                    <a:bodyPr/>
                    <a:lstStyle/>
                    <a:p>
                      <a:pPr algn="ctr" fontAlgn="ctr"/>
                      <a:r>
                        <a:rPr lang="en-IN" sz="1000" b="0" i="0" u="none" strike="noStrike">
                          <a:solidFill>
                            <a:srgbClr val="000000"/>
                          </a:solidFill>
                          <a:effectLst/>
                          <a:latin typeface="Calibri" panose="020F0502020204030204" pitchFamily="34" charset="0"/>
                        </a:rPr>
                        <a:t>Red-wattledLapwing</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0.98</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0.97</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0.97</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8340458"/>
                  </a:ext>
                </a:extLst>
              </a:tr>
              <a:tr h="302710">
                <a:tc>
                  <a:txBody>
                    <a:bodyPr/>
                    <a:lstStyle/>
                    <a:p>
                      <a:pPr algn="ctr" fontAlgn="ctr"/>
                      <a:r>
                        <a:rPr lang="en-IN" sz="1000" b="0" i="0" u="none" strike="noStrike">
                          <a:solidFill>
                            <a:srgbClr val="000000"/>
                          </a:solidFill>
                          <a:effectLst/>
                          <a:latin typeface="Calibri" panose="020F0502020204030204" pitchFamily="34" charset="0"/>
                        </a:rPr>
                        <a:t>Spot-billedPelican</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0.93</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0.96</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2963223"/>
                  </a:ext>
                </a:extLst>
              </a:tr>
              <a:tr h="288295">
                <a:tc>
                  <a:txBody>
                    <a:bodyPr/>
                    <a:lstStyle/>
                    <a:p>
                      <a:pPr algn="ctr" fontAlgn="ctr"/>
                      <a:r>
                        <a:rPr lang="en-IN" sz="1000" b="0" i="0" u="none" strike="noStrike">
                          <a:solidFill>
                            <a:srgbClr val="000000"/>
                          </a:solidFill>
                          <a:effectLst/>
                          <a:latin typeface="Calibri" panose="020F0502020204030204" pitchFamily="34" charset="0"/>
                        </a:rPr>
                        <a:t>White-breastedWaterhen</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1</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0.98</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Calibri" panose="020F0502020204030204" pitchFamily="34" charset="0"/>
                        </a:rPr>
                        <a:t>0.99</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6266775"/>
                  </a:ext>
                </a:extLst>
              </a:tr>
              <a:tr h="172977">
                <a:tc>
                  <a:txBody>
                    <a:bodyPr/>
                    <a:lstStyle/>
                    <a:p>
                      <a:pPr algn="ctr" fontAlgn="ctr"/>
                      <a:r>
                        <a:rPr lang="en-IN" sz="1000" b="0" i="0" u="none" strike="noStrike">
                          <a:solidFill>
                            <a:srgbClr val="000000"/>
                          </a:solidFill>
                          <a:effectLst/>
                          <a:latin typeface="Calibri" panose="020F0502020204030204" pitchFamily="34" charset="0"/>
                        </a:rPr>
                        <a:t>YellowWattledLapwing</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0.96</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Calibri" panose="020F0502020204030204" pitchFamily="34" charset="0"/>
                        </a:rPr>
                        <a:t>0.98</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Calibri" panose="020F0502020204030204" pitchFamily="34" charset="0"/>
                        </a:rPr>
                        <a:t>0.97</a:t>
                      </a:r>
                    </a:p>
                  </a:txBody>
                  <a:tcPr marL="7207" marR="7207" marT="72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1227211"/>
                  </a:ext>
                </a:extLst>
              </a:tr>
            </a:tbl>
          </a:graphicData>
        </a:graphic>
      </p:graphicFrame>
    </p:spTree>
    <p:extLst>
      <p:ext uri="{BB962C8B-B14F-4D97-AF65-F5344CB8AC3E}">
        <p14:creationId xmlns:p14="http://schemas.microsoft.com/office/powerpoint/2010/main" val="988046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48">
          <a:extLst>
            <a:ext uri="{FF2B5EF4-FFF2-40B4-BE49-F238E27FC236}">
              <a16:creationId xmlns:a16="http://schemas.microsoft.com/office/drawing/2014/main" id="{0BF9B292-1139-448D-1AB5-B83059DC2669}"/>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E592BCFB-7A4E-D8F6-972A-4C5F6F4E42F0}"/>
              </a:ext>
            </a:extLst>
          </p:cNvPr>
          <p:cNvPicPr>
            <a:picLocks noChangeAspect="1"/>
          </p:cNvPicPr>
          <p:nvPr/>
        </p:nvPicPr>
        <p:blipFill>
          <a:blip r:embed="rId3"/>
          <a:stretch>
            <a:fillRect/>
          </a:stretch>
        </p:blipFill>
        <p:spPr>
          <a:xfrm>
            <a:off x="-1" y="2571750"/>
            <a:ext cx="741347" cy="2571750"/>
          </a:xfrm>
          <a:prstGeom prst="rect">
            <a:avLst/>
          </a:prstGeom>
        </p:spPr>
      </p:pic>
      <p:pic>
        <p:nvPicPr>
          <p:cNvPr id="8" name="Picture 7">
            <a:extLst>
              <a:ext uri="{FF2B5EF4-FFF2-40B4-BE49-F238E27FC236}">
                <a16:creationId xmlns:a16="http://schemas.microsoft.com/office/drawing/2014/main" id="{036152D8-8913-39C8-05C7-5E2E3E0507EB}"/>
              </a:ext>
            </a:extLst>
          </p:cNvPr>
          <p:cNvPicPr>
            <a:picLocks noChangeAspect="1"/>
          </p:cNvPicPr>
          <p:nvPr/>
        </p:nvPicPr>
        <p:blipFill>
          <a:blip r:embed="rId4"/>
          <a:stretch>
            <a:fillRect/>
          </a:stretch>
        </p:blipFill>
        <p:spPr>
          <a:xfrm>
            <a:off x="8244997" y="2354067"/>
            <a:ext cx="899003" cy="2571750"/>
          </a:xfrm>
          <a:prstGeom prst="rect">
            <a:avLst/>
          </a:prstGeom>
        </p:spPr>
      </p:pic>
      <p:graphicFrame>
        <p:nvGraphicFramePr>
          <p:cNvPr id="2" name="Table 1">
            <a:extLst>
              <a:ext uri="{FF2B5EF4-FFF2-40B4-BE49-F238E27FC236}">
                <a16:creationId xmlns:a16="http://schemas.microsoft.com/office/drawing/2014/main" id="{E9DEEE73-876E-8954-703E-8653F129EA71}"/>
              </a:ext>
            </a:extLst>
          </p:cNvPr>
          <p:cNvGraphicFramePr>
            <a:graphicFrameLocks noGrp="1"/>
          </p:cNvGraphicFramePr>
          <p:nvPr>
            <p:extLst>
              <p:ext uri="{D42A27DB-BD31-4B8C-83A1-F6EECF244321}">
                <p14:modId xmlns:p14="http://schemas.microsoft.com/office/powerpoint/2010/main" val="4087888210"/>
              </p:ext>
            </p:extLst>
          </p:nvPr>
        </p:nvGraphicFramePr>
        <p:xfrm>
          <a:off x="441872" y="1162105"/>
          <a:ext cx="3530600" cy="975360"/>
        </p:xfrm>
        <a:graphic>
          <a:graphicData uri="http://schemas.openxmlformats.org/drawingml/2006/table">
            <a:tbl>
              <a:tblPr>
                <a:tableStyleId>{30B489E4-CF50-4042-8896-98F2AC43797D}</a:tableStyleId>
              </a:tblPr>
              <a:tblGrid>
                <a:gridCol w="1130300">
                  <a:extLst>
                    <a:ext uri="{9D8B030D-6E8A-4147-A177-3AD203B41FA5}">
                      <a16:colId xmlns:a16="http://schemas.microsoft.com/office/drawing/2014/main" val="1525777150"/>
                    </a:ext>
                  </a:extLst>
                </a:gridCol>
                <a:gridCol w="609600">
                  <a:extLst>
                    <a:ext uri="{9D8B030D-6E8A-4147-A177-3AD203B41FA5}">
                      <a16:colId xmlns:a16="http://schemas.microsoft.com/office/drawing/2014/main" val="2380967078"/>
                    </a:ext>
                  </a:extLst>
                </a:gridCol>
                <a:gridCol w="609600">
                  <a:extLst>
                    <a:ext uri="{9D8B030D-6E8A-4147-A177-3AD203B41FA5}">
                      <a16:colId xmlns:a16="http://schemas.microsoft.com/office/drawing/2014/main" val="3799262047"/>
                    </a:ext>
                  </a:extLst>
                </a:gridCol>
                <a:gridCol w="609600">
                  <a:extLst>
                    <a:ext uri="{9D8B030D-6E8A-4147-A177-3AD203B41FA5}">
                      <a16:colId xmlns:a16="http://schemas.microsoft.com/office/drawing/2014/main" val="2606008185"/>
                    </a:ext>
                  </a:extLst>
                </a:gridCol>
                <a:gridCol w="571500">
                  <a:extLst>
                    <a:ext uri="{9D8B030D-6E8A-4147-A177-3AD203B41FA5}">
                      <a16:colId xmlns:a16="http://schemas.microsoft.com/office/drawing/2014/main" val="2190437856"/>
                    </a:ext>
                  </a:extLst>
                </a:gridCol>
              </a:tblGrid>
              <a:tr h="198120">
                <a:tc>
                  <a:txBody>
                    <a:bodyPr/>
                    <a:lstStyle/>
                    <a:p>
                      <a:pPr algn="ctr" fontAlgn="ctr">
                        <a:buNone/>
                      </a:pPr>
                      <a:r>
                        <a:rPr lang="en-IN" sz="1100" u="none" strike="noStrike">
                          <a:effectLst/>
                        </a:rPr>
                        <a:t>Model</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Accuracy</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Precision</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Recall</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F1 Score</a:t>
                      </a:r>
                      <a:endParaRPr lang="en-IN" sz="11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66644559"/>
                  </a:ext>
                </a:extLst>
              </a:tr>
              <a:tr h="182880">
                <a:tc>
                  <a:txBody>
                    <a:bodyPr/>
                    <a:lstStyle/>
                    <a:p>
                      <a:pPr algn="ctr" fontAlgn="ctr"/>
                      <a:r>
                        <a:rPr lang="en-IN" sz="1100" u="none" strike="noStrike">
                          <a:effectLst/>
                        </a:rPr>
                        <a:t>EfficientNetB7</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97%</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95%</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94%</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95%</a:t>
                      </a:r>
                      <a:endParaRPr lang="en-IN"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94083672"/>
                  </a:ext>
                </a:extLst>
              </a:tr>
              <a:tr h="213360">
                <a:tc>
                  <a:txBody>
                    <a:bodyPr/>
                    <a:lstStyle/>
                    <a:p>
                      <a:pPr algn="ctr" fontAlgn="ctr"/>
                      <a:r>
                        <a:rPr lang="en-IN" sz="1100" u="none" strike="noStrike">
                          <a:effectLst/>
                        </a:rPr>
                        <a:t>ResNet</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95.33%</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94%</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93%</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94%</a:t>
                      </a:r>
                      <a:endParaRPr lang="en-IN"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393250415"/>
                  </a:ext>
                </a:extLst>
              </a:tr>
              <a:tr h="236220">
                <a:tc>
                  <a:txBody>
                    <a:bodyPr/>
                    <a:lstStyle/>
                    <a:p>
                      <a:pPr algn="ctr" fontAlgn="ctr"/>
                      <a:r>
                        <a:rPr lang="en-IN" sz="1100" u="none" strike="noStrike">
                          <a:effectLst/>
                        </a:rPr>
                        <a:t>InceptionV3</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83%</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83%</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79%</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dirty="0">
                          <a:effectLst/>
                        </a:rPr>
                        <a:t>79%</a:t>
                      </a:r>
                      <a:endParaRPr lang="en-IN"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050748697"/>
                  </a:ext>
                </a:extLst>
              </a:tr>
            </a:tbl>
          </a:graphicData>
        </a:graphic>
      </p:graphicFrame>
      <p:sp>
        <p:nvSpPr>
          <p:cNvPr id="5" name="TextBox 4">
            <a:extLst>
              <a:ext uri="{FF2B5EF4-FFF2-40B4-BE49-F238E27FC236}">
                <a16:creationId xmlns:a16="http://schemas.microsoft.com/office/drawing/2014/main" id="{264BBC27-7493-39EF-54C9-987C8C1F3B90}"/>
              </a:ext>
            </a:extLst>
          </p:cNvPr>
          <p:cNvSpPr txBox="1"/>
          <p:nvPr/>
        </p:nvSpPr>
        <p:spPr>
          <a:xfrm>
            <a:off x="441872" y="766608"/>
            <a:ext cx="4572000" cy="276999"/>
          </a:xfrm>
          <a:prstGeom prst="rect">
            <a:avLst/>
          </a:prstGeom>
          <a:noFill/>
        </p:spPr>
        <p:txBody>
          <a:bodyPr wrap="square">
            <a:spAutoFit/>
          </a:bodyPr>
          <a:lstStyle/>
          <a:p>
            <a:r>
              <a:rPr lang="en-US" sz="1200" b="1" dirty="0"/>
              <a:t>Model Performance for 60:40 Train-Test Split</a:t>
            </a:r>
            <a:endParaRPr lang="en-IN" sz="1200" b="1" dirty="0"/>
          </a:p>
        </p:txBody>
      </p:sp>
      <p:graphicFrame>
        <p:nvGraphicFramePr>
          <p:cNvPr id="6" name="Table 5">
            <a:extLst>
              <a:ext uri="{FF2B5EF4-FFF2-40B4-BE49-F238E27FC236}">
                <a16:creationId xmlns:a16="http://schemas.microsoft.com/office/drawing/2014/main" id="{1E0C2B4C-7875-C3AB-9D6D-7B46FC21B8C8}"/>
              </a:ext>
            </a:extLst>
          </p:cNvPr>
          <p:cNvGraphicFramePr>
            <a:graphicFrameLocks noGrp="1"/>
          </p:cNvGraphicFramePr>
          <p:nvPr>
            <p:extLst>
              <p:ext uri="{D42A27DB-BD31-4B8C-83A1-F6EECF244321}">
                <p14:modId xmlns:p14="http://schemas.microsoft.com/office/powerpoint/2010/main" val="1364361971"/>
              </p:ext>
            </p:extLst>
          </p:nvPr>
        </p:nvGraphicFramePr>
        <p:xfrm>
          <a:off x="5171530" y="1181210"/>
          <a:ext cx="3530600" cy="960120"/>
        </p:xfrm>
        <a:graphic>
          <a:graphicData uri="http://schemas.openxmlformats.org/drawingml/2006/table">
            <a:tbl>
              <a:tblPr>
                <a:tableStyleId>{30B489E4-CF50-4042-8896-98F2AC43797D}</a:tableStyleId>
              </a:tblPr>
              <a:tblGrid>
                <a:gridCol w="1130300">
                  <a:extLst>
                    <a:ext uri="{9D8B030D-6E8A-4147-A177-3AD203B41FA5}">
                      <a16:colId xmlns:a16="http://schemas.microsoft.com/office/drawing/2014/main" val="982685116"/>
                    </a:ext>
                  </a:extLst>
                </a:gridCol>
                <a:gridCol w="609600">
                  <a:extLst>
                    <a:ext uri="{9D8B030D-6E8A-4147-A177-3AD203B41FA5}">
                      <a16:colId xmlns:a16="http://schemas.microsoft.com/office/drawing/2014/main" val="1106958130"/>
                    </a:ext>
                  </a:extLst>
                </a:gridCol>
                <a:gridCol w="609600">
                  <a:extLst>
                    <a:ext uri="{9D8B030D-6E8A-4147-A177-3AD203B41FA5}">
                      <a16:colId xmlns:a16="http://schemas.microsoft.com/office/drawing/2014/main" val="631596698"/>
                    </a:ext>
                  </a:extLst>
                </a:gridCol>
                <a:gridCol w="609600">
                  <a:extLst>
                    <a:ext uri="{9D8B030D-6E8A-4147-A177-3AD203B41FA5}">
                      <a16:colId xmlns:a16="http://schemas.microsoft.com/office/drawing/2014/main" val="2293027636"/>
                    </a:ext>
                  </a:extLst>
                </a:gridCol>
                <a:gridCol w="571500">
                  <a:extLst>
                    <a:ext uri="{9D8B030D-6E8A-4147-A177-3AD203B41FA5}">
                      <a16:colId xmlns:a16="http://schemas.microsoft.com/office/drawing/2014/main" val="3586460288"/>
                    </a:ext>
                  </a:extLst>
                </a:gridCol>
              </a:tblGrid>
              <a:tr h="205740">
                <a:tc>
                  <a:txBody>
                    <a:bodyPr/>
                    <a:lstStyle/>
                    <a:p>
                      <a:pPr algn="ctr" fontAlgn="ctr">
                        <a:buNone/>
                      </a:pPr>
                      <a:r>
                        <a:rPr lang="en-IN" sz="1100" u="none" strike="noStrike">
                          <a:effectLst/>
                        </a:rPr>
                        <a:t>Model</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Accuracy</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Precision</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Recall</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F1 Score</a:t>
                      </a:r>
                      <a:endParaRPr lang="en-IN" sz="11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178149310"/>
                  </a:ext>
                </a:extLst>
              </a:tr>
              <a:tr h="175260">
                <a:tc>
                  <a:txBody>
                    <a:bodyPr/>
                    <a:lstStyle/>
                    <a:p>
                      <a:pPr algn="ctr" fontAlgn="ctr"/>
                      <a:r>
                        <a:rPr lang="en-IN" sz="1100" u="none" strike="noStrike">
                          <a:effectLst/>
                        </a:rPr>
                        <a:t>EfficientNetB7</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98%</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663792683"/>
                  </a:ext>
                </a:extLst>
              </a:tr>
              <a:tr h="205740">
                <a:tc>
                  <a:txBody>
                    <a:bodyPr/>
                    <a:lstStyle/>
                    <a:p>
                      <a:pPr algn="ctr" fontAlgn="ctr"/>
                      <a:r>
                        <a:rPr lang="en-IN" sz="1100" u="none" strike="noStrike">
                          <a:effectLst/>
                        </a:rPr>
                        <a:t>ResNet</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96.44%</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95%</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95%</a:t>
                      </a:r>
                      <a:endParaRPr lang="en-IN"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67631956"/>
                  </a:ext>
                </a:extLst>
              </a:tr>
              <a:tr h="236220">
                <a:tc>
                  <a:txBody>
                    <a:bodyPr/>
                    <a:lstStyle/>
                    <a:p>
                      <a:pPr algn="ctr" fontAlgn="ctr"/>
                      <a:r>
                        <a:rPr lang="en-IN" sz="1100" u="none" strike="noStrike">
                          <a:effectLst/>
                        </a:rPr>
                        <a:t>InceptionV3</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86%</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83%</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81%</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dirty="0">
                          <a:effectLst/>
                        </a:rPr>
                        <a:t>82%</a:t>
                      </a:r>
                      <a:endParaRPr lang="en-IN"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84177457"/>
                  </a:ext>
                </a:extLst>
              </a:tr>
            </a:tbl>
          </a:graphicData>
        </a:graphic>
      </p:graphicFrame>
      <p:sp>
        <p:nvSpPr>
          <p:cNvPr id="10" name="TextBox 9">
            <a:extLst>
              <a:ext uri="{FF2B5EF4-FFF2-40B4-BE49-F238E27FC236}">
                <a16:creationId xmlns:a16="http://schemas.microsoft.com/office/drawing/2014/main" id="{F1A49416-2803-C303-A907-78477C2CFE3E}"/>
              </a:ext>
            </a:extLst>
          </p:cNvPr>
          <p:cNvSpPr txBox="1"/>
          <p:nvPr/>
        </p:nvSpPr>
        <p:spPr>
          <a:xfrm>
            <a:off x="5138159" y="735830"/>
            <a:ext cx="4572000" cy="276999"/>
          </a:xfrm>
          <a:prstGeom prst="rect">
            <a:avLst/>
          </a:prstGeom>
          <a:noFill/>
        </p:spPr>
        <p:txBody>
          <a:bodyPr wrap="square">
            <a:spAutoFit/>
          </a:bodyPr>
          <a:lstStyle/>
          <a:p>
            <a:r>
              <a:rPr lang="en-US" sz="1200" b="1" dirty="0"/>
              <a:t>Model Performance for 75:25 Train-Test Split</a:t>
            </a:r>
            <a:endParaRPr lang="en-IN" sz="1200" b="1" dirty="0"/>
          </a:p>
        </p:txBody>
      </p:sp>
      <p:graphicFrame>
        <p:nvGraphicFramePr>
          <p:cNvPr id="11" name="Table 10">
            <a:extLst>
              <a:ext uri="{FF2B5EF4-FFF2-40B4-BE49-F238E27FC236}">
                <a16:creationId xmlns:a16="http://schemas.microsoft.com/office/drawing/2014/main" id="{D1F7011D-8F5A-42A1-CEE8-06EEC2204F8C}"/>
              </a:ext>
            </a:extLst>
          </p:cNvPr>
          <p:cNvGraphicFramePr>
            <a:graphicFrameLocks noGrp="1"/>
          </p:cNvGraphicFramePr>
          <p:nvPr>
            <p:extLst>
              <p:ext uri="{D42A27DB-BD31-4B8C-83A1-F6EECF244321}">
                <p14:modId xmlns:p14="http://schemas.microsoft.com/office/powerpoint/2010/main" val="4004094747"/>
              </p:ext>
            </p:extLst>
          </p:nvPr>
        </p:nvGraphicFramePr>
        <p:xfrm>
          <a:off x="441872" y="3194172"/>
          <a:ext cx="3530600" cy="891540"/>
        </p:xfrm>
        <a:graphic>
          <a:graphicData uri="http://schemas.openxmlformats.org/drawingml/2006/table">
            <a:tbl>
              <a:tblPr>
                <a:tableStyleId>{30B489E4-CF50-4042-8896-98F2AC43797D}</a:tableStyleId>
              </a:tblPr>
              <a:tblGrid>
                <a:gridCol w="1130300">
                  <a:extLst>
                    <a:ext uri="{9D8B030D-6E8A-4147-A177-3AD203B41FA5}">
                      <a16:colId xmlns:a16="http://schemas.microsoft.com/office/drawing/2014/main" val="1582981670"/>
                    </a:ext>
                  </a:extLst>
                </a:gridCol>
                <a:gridCol w="609600">
                  <a:extLst>
                    <a:ext uri="{9D8B030D-6E8A-4147-A177-3AD203B41FA5}">
                      <a16:colId xmlns:a16="http://schemas.microsoft.com/office/drawing/2014/main" val="1326050171"/>
                    </a:ext>
                  </a:extLst>
                </a:gridCol>
                <a:gridCol w="609600">
                  <a:extLst>
                    <a:ext uri="{9D8B030D-6E8A-4147-A177-3AD203B41FA5}">
                      <a16:colId xmlns:a16="http://schemas.microsoft.com/office/drawing/2014/main" val="1426614632"/>
                    </a:ext>
                  </a:extLst>
                </a:gridCol>
                <a:gridCol w="609600">
                  <a:extLst>
                    <a:ext uri="{9D8B030D-6E8A-4147-A177-3AD203B41FA5}">
                      <a16:colId xmlns:a16="http://schemas.microsoft.com/office/drawing/2014/main" val="3418738050"/>
                    </a:ext>
                  </a:extLst>
                </a:gridCol>
                <a:gridCol w="571500">
                  <a:extLst>
                    <a:ext uri="{9D8B030D-6E8A-4147-A177-3AD203B41FA5}">
                      <a16:colId xmlns:a16="http://schemas.microsoft.com/office/drawing/2014/main" val="2916668775"/>
                    </a:ext>
                  </a:extLst>
                </a:gridCol>
              </a:tblGrid>
              <a:tr h="182880">
                <a:tc>
                  <a:txBody>
                    <a:bodyPr/>
                    <a:lstStyle/>
                    <a:p>
                      <a:pPr algn="ctr" fontAlgn="ctr">
                        <a:buNone/>
                      </a:pPr>
                      <a:r>
                        <a:rPr lang="en-IN" sz="1100" u="none" strike="noStrike">
                          <a:effectLst/>
                        </a:rPr>
                        <a:t>Model</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Accuracy</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Precision</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Recall</a:t>
                      </a:r>
                      <a:endParaRPr lang="en-IN"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F1 Score</a:t>
                      </a:r>
                      <a:endParaRPr lang="en-IN" sz="11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035528493"/>
                  </a:ext>
                </a:extLst>
              </a:tr>
              <a:tr h="182880">
                <a:tc>
                  <a:txBody>
                    <a:bodyPr/>
                    <a:lstStyle/>
                    <a:p>
                      <a:pPr algn="ctr" fontAlgn="ctr"/>
                      <a:r>
                        <a:rPr lang="en-IN" sz="1100" u="none" strike="noStrike">
                          <a:effectLst/>
                        </a:rPr>
                        <a:t>EfficientNetB7</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98%</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94%</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95%</a:t>
                      </a:r>
                      <a:endParaRPr lang="en-IN"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27989120"/>
                  </a:ext>
                </a:extLst>
              </a:tr>
              <a:tr h="182880">
                <a:tc>
                  <a:txBody>
                    <a:bodyPr/>
                    <a:lstStyle/>
                    <a:p>
                      <a:pPr algn="ctr" fontAlgn="ctr"/>
                      <a:r>
                        <a:rPr lang="en-IN" sz="1100" u="none" strike="noStrike">
                          <a:effectLst/>
                        </a:rPr>
                        <a:t>ResNet</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96.98%</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97%</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17235318"/>
                  </a:ext>
                </a:extLst>
              </a:tr>
              <a:tr h="182880">
                <a:tc>
                  <a:txBody>
                    <a:bodyPr/>
                    <a:lstStyle/>
                    <a:p>
                      <a:pPr algn="ctr" fontAlgn="ctr"/>
                      <a:r>
                        <a:rPr lang="en-IN" sz="1100" u="none" strike="noStrike">
                          <a:effectLst/>
                        </a:rPr>
                        <a:t>InceptionV3</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dirty="0">
                          <a:effectLst/>
                        </a:rPr>
                        <a:t>87%</a:t>
                      </a:r>
                      <a:endParaRPr lang="en-IN"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a:effectLst/>
                        </a:rPr>
                        <a:t>86%</a:t>
                      </a:r>
                      <a:endParaRPr lang="en-IN"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dirty="0">
                          <a:effectLst/>
                        </a:rPr>
                        <a:t>84%</a:t>
                      </a:r>
                      <a:endParaRPr lang="en-IN"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dirty="0">
                          <a:effectLst/>
                        </a:rPr>
                        <a:t>85%</a:t>
                      </a:r>
                      <a:endParaRPr lang="en-IN"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93996914"/>
                  </a:ext>
                </a:extLst>
              </a:tr>
            </a:tbl>
          </a:graphicData>
        </a:graphic>
      </p:graphicFrame>
      <p:graphicFrame>
        <p:nvGraphicFramePr>
          <p:cNvPr id="12" name="Table 11">
            <a:extLst>
              <a:ext uri="{FF2B5EF4-FFF2-40B4-BE49-F238E27FC236}">
                <a16:creationId xmlns:a16="http://schemas.microsoft.com/office/drawing/2014/main" id="{CF134FDE-5F71-A5FD-F002-BBF5965B3C1E}"/>
              </a:ext>
            </a:extLst>
          </p:cNvPr>
          <p:cNvGraphicFramePr>
            <a:graphicFrameLocks noGrp="1"/>
          </p:cNvGraphicFramePr>
          <p:nvPr>
            <p:extLst>
              <p:ext uri="{D42A27DB-BD31-4B8C-83A1-F6EECF244321}">
                <p14:modId xmlns:p14="http://schemas.microsoft.com/office/powerpoint/2010/main" val="995392466"/>
              </p:ext>
            </p:extLst>
          </p:nvPr>
        </p:nvGraphicFramePr>
        <p:xfrm>
          <a:off x="5171530" y="3194172"/>
          <a:ext cx="3530600" cy="891540"/>
        </p:xfrm>
        <a:graphic>
          <a:graphicData uri="http://schemas.openxmlformats.org/drawingml/2006/table">
            <a:tbl>
              <a:tblPr>
                <a:tableStyleId>{30B489E4-CF50-4042-8896-98F2AC43797D}</a:tableStyleId>
              </a:tblPr>
              <a:tblGrid>
                <a:gridCol w="1130300">
                  <a:extLst>
                    <a:ext uri="{9D8B030D-6E8A-4147-A177-3AD203B41FA5}">
                      <a16:colId xmlns:a16="http://schemas.microsoft.com/office/drawing/2014/main" val="501567951"/>
                    </a:ext>
                  </a:extLst>
                </a:gridCol>
                <a:gridCol w="609600">
                  <a:extLst>
                    <a:ext uri="{9D8B030D-6E8A-4147-A177-3AD203B41FA5}">
                      <a16:colId xmlns:a16="http://schemas.microsoft.com/office/drawing/2014/main" val="309671416"/>
                    </a:ext>
                  </a:extLst>
                </a:gridCol>
                <a:gridCol w="609600">
                  <a:extLst>
                    <a:ext uri="{9D8B030D-6E8A-4147-A177-3AD203B41FA5}">
                      <a16:colId xmlns:a16="http://schemas.microsoft.com/office/drawing/2014/main" val="391188848"/>
                    </a:ext>
                  </a:extLst>
                </a:gridCol>
                <a:gridCol w="609600">
                  <a:extLst>
                    <a:ext uri="{9D8B030D-6E8A-4147-A177-3AD203B41FA5}">
                      <a16:colId xmlns:a16="http://schemas.microsoft.com/office/drawing/2014/main" val="3672722538"/>
                    </a:ext>
                  </a:extLst>
                </a:gridCol>
                <a:gridCol w="571500">
                  <a:extLst>
                    <a:ext uri="{9D8B030D-6E8A-4147-A177-3AD203B41FA5}">
                      <a16:colId xmlns:a16="http://schemas.microsoft.com/office/drawing/2014/main" val="71645169"/>
                    </a:ext>
                  </a:extLst>
                </a:gridCol>
              </a:tblGrid>
              <a:tr h="182880">
                <a:tc>
                  <a:txBody>
                    <a:bodyPr/>
                    <a:lstStyle/>
                    <a:p>
                      <a:pPr algn="ctr" fontAlgn="b"/>
                      <a:r>
                        <a:rPr lang="en-IN" sz="1100" u="none" strike="noStrike">
                          <a:effectLst/>
                        </a:rPr>
                        <a:t>Model</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Accuracy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Precision</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Recall</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F1 Score</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78703453"/>
                  </a:ext>
                </a:extLst>
              </a:tr>
              <a:tr h="182880">
                <a:tc>
                  <a:txBody>
                    <a:bodyPr/>
                    <a:lstStyle/>
                    <a:p>
                      <a:pPr algn="ctr" fontAlgn="b"/>
                      <a:r>
                        <a:rPr lang="en-IN" sz="1100" u="none" strike="noStrike">
                          <a:effectLst/>
                        </a:rPr>
                        <a:t>EfficientNetB7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98%</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97%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95%</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21338606"/>
                  </a:ext>
                </a:extLst>
              </a:tr>
              <a:tr h="182880">
                <a:tc>
                  <a:txBody>
                    <a:bodyPr/>
                    <a:lstStyle/>
                    <a:p>
                      <a:pPr algn="ctr" fontAlgn="b"/>
                      <a:r>
                        <a:rPr lang="en-IN" sz="1100" u="none" strike="noStrike">
                          <a:effectLst/>
                        </a:rPr>
                        <a:t>ResNet</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97%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95%</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96%</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85399707"/>
                  </a:ext>
                </a:extLst>
              </a:tr>
              <a:tr h="182880">
                <a:tc>
                  <a:txBody>
                    <a:bodyPr/>
                    <a:lstStyle/>
                    <a:p>
                      <a:pPr algn="ctr" fontAlgn="b"/>
                      <a:r>
                        <a:rPr lang="en-IN" sz="1100" u="none" strike="noStrike">
                          <a:effectLst/>
                        </a:rPr>
                        <a:t>InceptionV3</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88%</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88%</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a:effectLst/>
                        </a:rPr>
                        <a:t>86%</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u="none" strike="noStrike" dirty="0">
                          <a:effectLst/>
                        </a:rPr>
                        <a:t>86%</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66533246"/>
                  </a:ext>
                </a:extLst>
              </a:tr>
            </a:tbl>
          </a:graphicData>
        </a:graphic>
      </p:graphicFrame>
      <p:sp>
        <p:nvSpPr>
          <p:cNvPr id="15" name="TextBox 14">
            <a:extLst>
              <a:ext uri="{FF2B5EF4-FFF2-40B4-BE49-F238E27FC236}">
                <a16:creationId xmlns:a16="http://schemas.microsoft.com/office/drawing/2014/main" id="{24D305AA-3930-6D93-15D3-12B7786EAD54}"/>
              </a:ext>
            </a:extLst>
          </p:cNvPr>
          <p:cNvSpPr txBox="1"/>
          <p:nvPr/>
        </p:nvSpPr>
        <p:spPr>
          <a:xfrm>
            <a:off x="5186509" y="2810804"/>
            <a:ext cx="4572000" cy="276999"/>
          </a:xfrm>
          <a:prstGeom prst="rect">
            <a:avLst/>
          </a:prstGeom>
          <a:noFill/>
        </p:spPr>
        <p:txBody>
          <a:bodyPr wrap="square">
            <a:spAutoFit/>
          </a:bodyPr>
          <a:lstStyle/>
          <a:p>
            <a:r>
              <a:rPr lang="en-US" sz="1200" b="1" dirty="0"/>
              <a:t>Model Performance for 90:10 Train-Test Split</a:t>
            </a:r>
            <a:endParaRPr lang="en-IN" sz="1050" b="1" dirty="0"/>
          </a:p>
        </p:txBody>
      </p:sp>
      <p:sp>
        <p:nvSpPr>
          <p:cNvPr id="16" name="TextBox 15">
            <a:extLst>
              <a:ext uri="{FF2B5EF4-FFF2-40B4-BE49-F238E27FC236}">
                <a16:creationId xmlns:a16="http://schemas.microsoft.com/office/drawing/2014/main" id="{4EE55059-10D5-31F0-30AA-16954C95F606}"/>
              </a:ext>
            </a:extLst>
          </p:cNvPr>
          <p:cNvSpPr txBox="1"/>
          <p:nvPr/>
        </p:nvSpPr>
        <p:spPr>
          <a:xfrm>
            <a:off x="441872" y="2810803"/>
            <a:ext cx="4572000" cy="276999"/>
          </a:xfrm>
          <a:prstGeom prst="rect">
            <a:avLst/>
          </a:prstGeom>
          <a:noFill/>
        </p:spPr>
        <p:txBody>
          <a:bodyPr wrap="square">
            <a:spAutoFit/>
          </a:bodyPr>
          <a:lstStyle/>
          <a:p>
            <a:r>
              <a:rPr lang="en-US" sz="1200" b="1" dirty="0"/>
              <a:t>Model Performance for 80:20 Train-Test Split</a:t>
            </a:r>
            <a:endParaRPr lang="en-IN" sz="1050" b="1" dirty="0"/>
          </a:p>
        </p:txBody>
      </p:sp>
    </p:spTree>
    <p:extLst>
      <p:ext uri="{BB962C8B-B14F-4D97-AF65-F5344CB8AC3E}">
        <p14:creationId xmlns:p14="http://schemas.microsoft.com/office/powerpoint/2010/main" val="1675007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18"/>
        <p:cNvGrpSpPr/>
        <p:nvPr/>
      </p:nvGrpSpPr>
      <p:grpSpPr>
        <a:xfrm>
          <a:off x="0" y="0"/>
          <a:ext cx="0" cy="0"/>
          <a:chOff x="0" y="0"/>
          <a:chExt cx="0" cy="0"/>
        </a:xfrm>
      </p:grpSpPr>
      <p:sp>
        <p:nvSpPr>
          <p:cNvPr id="5" name="TextBox 4">
            <a:extLst>
              <a:ext uri="{FF2B5EF4-FFF2-40B4-BE49-F238E27FC236}">
                <a16:creationId xmlns:a16="http://schemas.microsoft.com/office/drawing/2014/main" id="{2574FFA6-9939-BCAD-1B48-55FBDC8AED18}"/>
              </a:ext>
            </a:extLst>
          </p:cNvPr>
          <p:cNvSpPr txBox="1"/>
          <p:nvPr/>
        </p:nvSpPr>
        <p:spPr>
          <a:xfrm>
            <a:off x="1481328" y="519681"/>
            <a:ext cx="7345680" cy="553998"/>
          </a:xfrm>
          <a:prstGeom prst="rect">
            <a:avLst/>
          </a:prstGeom>
          <a:noFill/>
        </p:spPr>
        <p:txBody>
          <a:bodyPr wrap="square">
            <a:spAutoFit/>
          </a:bodyPr>
          <a:lstStyle/>
          <a:p>
            <a:r>
              <a:rPr lang="en-IN" sz="3000" dirty="0">
                <a:solidFill>
                  <a:srgbClr val="F5582B"/>
                </a:solidFill>
                <a:latin typeface="BioRhyme" panose="020B0604020202020204" charset="0"/>
                <a:ea typeface="BioRhyme" panose="020B0604020202020204" charset="0"/>
              </a:rPr>
              <a:t>Methodology – Dataset &amp; Model</a:t>
            </a:r>
          </a:p>
        </p:txBody>
      </p:sp>
      <p:sp>
        <p:nvSpPr>
          <p:cNvPr id="7" name="TextBox 6">
            <a:extLst>
              <a:ext uri="{FF2B5EF4-FFF2-40B4-BE49-F238E27FC236}">
                <a16:creationId xmlns:a16="http://schemas.microsoft.com/office/drawing/2014/main" id="{A419AB1F-F706-0778-F19F-A253320B1D50}"/>
              </a:ext>
            </a:extLst>
          </p:cNvPr>
          <p:cNvSpPr txBox="1"/>
          <p:nvPr/>
        </p:nvSpPr>
        <p:spPr>
          <a:xfrm>
            <a:off x="871728" y="1235261"/>
            <a:ext cx="7674864" cy="523220"/>
          </a:xfrm>
          <a:prstGeom prst="rect">
            <a:avLst/>
          </a:prstGeom>
          <a:noFill/>
        </p:spPr>
        <p:txBody>
          <a:bodyPr wrap="square">
            <a:spAutoFit/>
          </a:bodyPr>
          <a:lstStyle/>
          <a:p>
            <a:r>
              <a:rPr lang="en-US" b="1" dirty="0">
                <a:solidFill>
                  <a:srgbClr val="542C18"/>
                </a:solidFill>
                <a:latin typeface="Lato" panose="020F0502020204030203" pitchFamily="34" charset="0"/>
                <a:ea typeface="Lato" panose="020F0502020204030203" pitchFamily="34" charset="0"/>
                <a:cs typeface="Lato" panose="020F0502020204030203" pitchFamily="34" charset="0"/>
              </a:rPr>
              <a:t>Custom Dataset Creation</a:t>
            </a:r>
            <a:br>
              <a:rPr lang="en-US" b="1" dirty="0">
                <a:solidFill>
                  <a:srgbClr val="542C18"/>
                </a:solidFill>
                <a:latin typeface="Lato" panose="020F0502020204030203" pitchFamily="34" charset="0"/>
                <a:ea typeface="Lato" panose="020F0502020204030203" pitchFamily="34" charset="0"/>
                <a:cs typeface="Lato" panose="020F0502020204030203" pitchFamily="34" charset="0"/>
              </a:rPr>
            </a:br>
            <a:endParaRPr lang="en-IN" b="1" dirty="0">
              <a:solidFill>
                <a:srgbClr val="542C18"/>
              </a:solidFill>
              <a:latin typeface="Lato" panose="020F0502020204030203" pitchFamily="34" charset="0"/>
              <a:ea typeface="Lato" panose="020F0502020204030203" pitchFamily="34" charset="0"/>
              <a:cs typeface="Lato" panose="020F0502020204030203" pitchFamily="34" charset="0"/>
            </a:endParaRPr>
          </a:p>
        </p:txBody>
      </p:sp>
      <p:sp>
        <p:nvSpPr>
          <p:cNvPr id="9" name="TextBox 8">
            <a:extLst>
              <a:ext uri="{FF2B5EF4-FFF2-40B4-BE49-F238E27FC236}">
                <a16:creationId xmlns:a16="http://schemas.microsoft.com/office/drawing/2014/main" id="{D057304F-98B5-C621-B8F4-14B6191CF4DE}"/>
              </a:ext>
            </a:extLst>
          </p:cNvPr>
          <p:cNvSpPr txBox="1"/>
          <p:nvPr/>
        </p:nvSpPr>
        <p:spPr>
          <a:xfrm>
            <a:off x="871728" y="1466094"/>
            <a:ext cx="8089392" cy="646331"/>
          </a:xfrm>
          <a:prstGeom prst="rect">
            <a:avLst/>
          </a:prstGeom>
          <a:noFill/>
        </p:spPr>
        <p:txBody>
          <a:bodyPr wrap="square">
            <a:spAutoFit/>
          </a:bodyPr>
          <a:lstStyle/>
          <a:p>
            <a:pPr algn="just"/>
            <a:r>
              <a:rPr lang="en-US" sz="1200" dirty="0"/>
              <a:t>Created a custom dataset of Indian bird species using images sourced from bird sanctuaries and other publicly available resources, along with personal collections. Manually labeled the images for accurate classification, ensuring class balancing across approximately </a:t>
            </a:r>
            <a:r>
              <a:rPr lang="en-US" sz="1200" b="1" dirty="0">
                <a:solidFill>
                  <a:srgbClr val="542C18"/>
                </a:solidFill>
              </a:rPr>
              <a:t>14 species </a:t>
            </a:r>
            <a:r>
              <a:rPr lang="en-US" sz="1200" dirty="0"/>
              <a:t>to support reliable model training.</a:t>
            </a:r>
            <a:endParaRPr lang="en-IN" sz="1200" dirty="0"/>
          </a:p>
        </p:txBody>
      </p:sp>
      <p:sp>
        <p:nvSpPr>
          <p:cNvPr id="11" name="TextBox 10">
            <a:extLst>
              <a:ext uri="{FF2B5EF4-FFF2-40B4-BE49-F238E27FC236}">
                <a16:creationId xmlns:a16="http://schemas.microsoft.com/office/drawing/2014/main" id="{BF48E778-5667-0995-F54F-3DB460F57B57}"/>
              </a:ext>
            </a:extLst>
          </p:cNvPr>
          <p:cNvSpPr txBox="1"/>
          <p:nvPr/>
        </p:nvSpPr>
        <p:spPr>
          <a:xfrm>
            <a:off x="871728" y="2189369"/>
            <a:ext cx="4767072" cy="307777"/>
          </a:xfrm>
          <a:prstGeom prst="rect">
            <a:avLst/>
          </a:prstGeom>
          <a:noFill/>
        </p:spPr>
        <p:txBody>
          <a:bodyPr wrap="square">
            <a:spAutoFit/>
          </a:bodyPr>
          <a:lstStyle/>
          <a:p>
            <a:r>
              <a:rPr lang="en-IN" b="1" dirty="0">
                <a:solidFill>
                  <a:srgbClr val="542C18"/>
                </a:solidFill>
                <a:latin typeface="Lato" panose="020F0502020204030203" pitchFamily="34" charset="0"/>
                <a:ea typeface="Lato" panose="020F0502020204030203" pitchFamily="34" charset="0"/>
                <a:cs typeface="Lato" panose="020F0502020204030203" pitchFamily="34" charset="0"/>
              </a:rPr>
              <a:t>Data Preprocessing and Augmentation</a:t>
            </a:r>
          </a:p>
        </p:txBody>
      </p:sp>
      <p:sp>
        <p:nvSpPr>
          <p:cNvPr id="13" name="TextBox 12">
            <a:extLst>
              <a:ext uri="{FF2B5EF4-FFF2-40B4-BE49-F238E27FC236}">
                <a16:creationId xmlns:a16="http://schemas.microsoft.com/office/drawing/2014/main" id="{21173394-9839-1A90-10DE-0BBB53948970}"/>
              </a:ext>
            </a:extLst>
          </p:cNvPr>
          <p:cNvSpPr txBox="1"/>
          <p:nvPr/>
        </p:nvSpPr>
        <p:spPr>
          <a:xfrm>
            <a:off x="871728" y="2497146"/>
            <a:ext cx="8491728" cy="677108"/>
          </a:xfrm>
          <a:prstGeom prst="rect">
            <a:avLst/>
          </a:prstGeom>
          <a:noFill/>
        </p:spPr>
        <p:txBody>
          <a:bodyPr wrap="square">
            <a:spAutoFit/>
          </a:bodyPr>
          <a:lstStyle/>
          <a:p>
            <a:r>
              <a:rPr lang="en-US" sz="1200" dirty="0"/>
              <a:t>Applied </a:t>
            </a:r>
            <a:r>
              <a:rPr lang="en-US" sz="1200" b="1" dirty="0"/>
              <a:t>image preprocessing</a:t>
            </a:r>
            <a:r>
              <a:rPr lang="en-US" sz="1200" dirty="0"/>
              <a:t> (resizing, normalization) and </a:t>
            </a:r>
            <a:r>
              <a:rPr lang="en-US" sz="1200" b="1" dirty="0"/>
              <a:t>data augmentation</a:t>
            </a:r>
            <a:r>
              <a:rPr lang="en-US" sz="1200" dirty="0"/>
              <a:t> (flip, rotate, zoom) to improve model generalization. After augmentation, the dataset was expanded to a total of </a:t>
            </a:r>
            <a:r>
              <a:rPr lang="en-US" b="1" dirty="0"/>
              <a:t>6,942</a:t>
            </a:r>
            <a:r>
              <a:rPr lang="en-US" sz="1200" b="1" dirty="0"/>
              <a:t> images</a:t>
            </a:r>
            <a:r>
              <a:rPr lang="en-US" sz="1200" dirty="0"/>
              <a:t> across </a:t>
            </a:r>
            <a:r>
              <a:rPr lang="en-US" sz="1200" b="1" dirty="0"/>
              <a:t>14 species</a:t>
            </a:r>
            <a:r>
              <a:rPr lang="en-US" sz="1200" dirty="0"/>
              <a:t>, which were then used to train the final model.</a:t>
            </a:r>
          </a:p>
        </p:txBody>
      </p:sp>
      <p:sp>
        <p:nvSpPr>
          <p:cNvPr id="15" name="TextBox 14">
            <a:extLst>
              <a:ext uri="{FF2B5EF4-FFF2-40B4-BE49-F238E27FC236}">
                <a16:creationId xmlns:a16="http://schemas.microsoft.com/office/drawing/2014/main" id="{1F72F5EB-D67B-C109-9D94-B3343BA5297D}"/>
              </a:ext>
            </a:extLst>
          </p:cNvPr>
          <p:cNvSpPr txBox="1"/>
          <p:nvPr/>
        </p:nvSpPr>
        <p:spPr>
          <a:xfrm>
            <a:off x="871728" y="3255241"/>
            <a:ext cx="4767072" cy="307777"/>
          </a:xfrm>
          <a:prstGeom prst="rect">
            <a:avLst/>
          </a:prstGeom>
          <a:noFill/>
        </p:spPr>
        <p:txBody>
          <a:bodyPr wrap="square">
            <a:spAutoFit/>
          </a:bodyPr>
          <a:lstStyle/>
          <a:p>
            <a:r>
              <a:rPr lang="en-IN" b="1" dirty="0">
                <a:solidFill>
                  <a:srgbClr val="542C18"/>
                </a:solidFill>
                <a:latin typeface="Lato" panose="020F0502020204030203" pitchFamily="34" charset="0"/>
                <a:ea typeface="Lato" panose="020F0502020204030203" pitchFamily="34" charset="0"/>
                <a:cs typeface="Lato" panose="020F0502020204030203" pitchFamily="34" charset="0"/>
              </a:rPr>
              <a:t>Model Training</a:t>
            </a:r>
          </a:p>
        </p:txBody>
      </p:sp>
      <p:sp>
        <p:nvSpPr>
          <p:cNvPr id="17" name="TextBox 16">
            <a:extLst>
              <a:ext uri="{FF2B5EF4-FFF2-40B4-BE49-F238E27FC236}">
                <a16:creationId xmlns:a16="http://schemas.microsoft.com/office/drawing/2014/main" id="{A081755E-EA5B-8966-DE3E-311AA9D8FF22}"/>
              </a:ext>
            </a:extLst>
          </p:cNvPr>
          <p:cNvSpPr txBox="1"/>
          <p:nvPr/>
        </p:nvSpPr>
        <p:spPr>
          <a:xfrm>
            <a:off x="871728" y="3563018"/>
            <a:ext cx="8150352" cy="861774"/>
          </a:xfrm>
          <a:prstGeom prst="rect">
            <a:avLst/>
          </a:prstGeom>
          <a:noFill/>
        </p:spPr>
        <p:txBody>
          <a:bodyPr wrap="square">
            <a:spAutoFit/>
          </a:bodyPr>
          <a:lstStyle/>
          <a:p>
            <a:pPr algn="just"/>
            <a:r>
              <a:rPr lang="en-IN" sz="1200" dirty="0">
                <a:latin typeface="Lato" panose="020F0502020204030203" pitchFamily="34" charset="0"/>
                <a:ea typeface="Lato" panose="020F0502020204030203" pitchFamily="34" charset="0"/>
                <a:cs typeface="Lato" panose="020F0502020204030203" pitchFamily="34" charset="0"/>
              </a:rPr>
              <a:t>Multiple models were experimented with using different training-validation splits, including </a:t>
            </a:r>
            <a:r>
              <a:rPr lang="en-IN" sz="1200" b="1" dirty="0">
                <a:latin typeface="Lato" panose="020F0502020204030203" pitchFamily="34" charset="0"/>
                <a:ea typeface="Lato" panose="020F0502020204030203" pitchFamily="34" charset="0"/>
                <a:cs typeface="Lato" panose="020F0502020204030203" pitchFamily="34" charset="0"/>
              </a:rPr>
              <a:t>60:40</a:t>
            </a:r>
            <a:r>
              <a:rPr lang="en-IN" sz="1200" dirty="0">
                <a:latin typeface="Lato" panose="020F0502020204030203" pitchFamily="34" charset="0"/>
                <a:ea typeface="Lato" panose="020F0502020204030203" pitchFamily="34" charset="0"/>
                <a:cs typeface="Lato" panose="020F0502020204030203" pitchFamily="34" charset="0"/>
              </a:rPr>
              <a:t>, </a:t>
            </a:r>
            <a:r>
              <a:rPr lang="en-IN" sz="1200" b="1" dirty="0">
                <a:latin typeface="Lato" panose="020F0502020204030203" pitchFamily="34" charset="0"/>
                <a:ea typeface="Lato" panose="020F0502020204030203" pitchFamily="34" charset="0"/>
                <a:cs typeface="Lato" panose="020F0502020204030203" pitchFamily="34" charset="0"/>
              </a:rPr>
              <a:t>80:20</a:t>
            </a:r>
            <a:r>
              <a:rPr lang="en-IN" sz="1200" dirty="0">
                <a:latin typeface="Lato" panose="020F0502020204030203" pitchFamily="34" charset="0"/>
                <a:ea typeface="Lato" panose="020F0502020204030203" pitchFamily="34" charset="0"/>
                <a:cs typeface="Lato" panose="020F0502020204030203" pitchFamily="34" charset="0"/>
              </a:rPr>
              <a:t>, </a:t>
            </a:r>
            <a:r>
              <a:rPr lang="en-IN" sz="1200" b="1" dirty="0">
                <a:latin typeface="Lato" panose="020F0502020204030203" pitchFamily="34" charset="0"/>
                <a:ea typeface="Lato" panose="020F0502020204030203" pitchFamily="34" charset="0"/>
                <a:cs typeface="Lato" panose="020F0502020204030203" pitchFamily="34" charset="0"/>
              </a:rPr>
              <a:t>75:25</a:t>
            </a:r>
            <a:r>
              <a:rPr lang="en-IN" sz="1200" dirty="0">
                <a:latin typeface="Lato" panose="020F0502020204030203" pitchFamily="34" charset="0"/>
                <a:ea typeface="Lato" panose="020F0502020204030203" pitchFamily="34" charset="0"/>
                <a:cs typeface="Lato" panose="020F0502020204030203" pitchFamily="34" charset="0"/>
              </a:rPr>
              <a:t>, and </a:t>
            </a:r>
            <a:r>
              <a:rPr lang="en-IN" sz="1200" b="1" dirty="0">
                <a:latin typeface="Lato" panose="020F0502020204030203" pitchFamily="34" charset="0"/>
                <a:ea typeface="Lato" panose="020F0502020204030203" pitchFamily="34" charset="0"/>
                <a:cs typeface="Lato" panose="020F0502020204030203" pitchFamily="34" charset="0"/>
              </a:rPr>
              <a:t>90:10</a:t>
            </a:r>
            <a:r>
              <a:rPr lang="en-IN" sz="1200" dirty="0">
                <a:latin typeface="Lato" panose="020F0502020204030203" pitchFamily="34" charset="0"/>
                <a:ea typeface="Lato" panose="020F0502020204030203" pitchFamily="34" charset="0"/>
                <a:cs typeface="Lato" panose="020F0502020204030203" pitchFamily="34" charset="0"/>
              </a:rPr>
              <a:t> ratios. Various architectures were tested, including </a:t>
            </a:r>
            <a:r>
              <a:rPr lang="en-IN" sz="1200" b="1" dirty="0">
                <a:latin typeface="Lato" panose="020F0502020204030203" pitchFamily="34" charset="0"/>
                <a:ea typeface="Lato" panose="020F0502020204030203" pitchFamily="34" charset="0"/>
                <a:cs typeface="Lato" panose="020F0502020204030203" pitchFamily="34" charset="0"/>
              </a:rPr>
              <a:t>EfficientNetB0</a:t>
            </a:r>
            <a:r>
              <a:rPr lang="en-IN" sz="1200" dirty="0">
                <a:latin typeface="Lato" panose="020F0502020204030203" pitchFamily="34" charset="0"/>
                <a:ea typeface="Lato" panose="020F0502020204030203" pitchFamily="34" charset="0"/>
                <a:cs typeface="Lato" panose="020F0502020204030203" pitchFamily="34" charset="0"/>
              </a:rPr>
              <a:t>, </a:t>
            </a:r>
            <a:r>
              <a:rPr lang="en-IN" sz="1200" b="1" dirty="0">
                <a:latin typeface="Lato" panose="020F0502020204030203" pitchFamily="34" charset="0"/>
                <a:ea typeface="Lato" panose="020F0502020204030203" pitchFamily="34" charset="0"/>
                <a:cs typeface="Lato" panose="020F0502020204030203" pitchFamily="34" charset="0"/>
              </a:rPr>
              <a:t>EfficientNetB7</a:t>
            </a:r>
            <a:r>
              <a:rPr lang="en-IN" sz="1200" dirty="0">
                <a:latin typeface="Lato" panose="020F0502020204030203" pitchFamily="34" charset="0"/>
                <a:ea typeface="Lato" panose="020F0502020204030203" pitchFamily="34" charset="0"/>
                <a:cs typeface="Lato" panose="020F0502020204030203" pitchFamily="34" charset="0"/>
              </a:rPr>
              <a:t>, </a:t>
            </a:r>
            <a:r>
              <a:rPr lang="en-IN" sz="1200" b="1" dirty="0">
                <a:latin typeface="Lato" panose="020F0502020204030203" pitchFamily="34" charset="0"/>
                <a:ea typeface="Lato" panose="020F0502020204030203" pitchFamily="34" charset="0"/>
                <a:cs typeface="Lato" panose="020F0502020204030203" pitchFamily="34" charset="0"/>
              </a:rPr>
              <a:t>EfficientNetB9</a:t>
            </a:r>
            <a:r>
              <a:rPr lang="en-IN" sz="1200" dirty="0">
                <a:latin typeface="Lato" panose="020F0502020204030203" pitchFamily="34" charset="0"/>
                <a:ea typeface="Lato" panose="020F0502020204030203" pitchFamily="34" charset="0"/>
                <a:cs typeface="Lato" panose="020F0502020204030203" pitchFamily="34" charset="0"/>
              </a:rPr>
              <a:t>, </a:t>
            </a:r>
            <a:r>
              <a:rPr lang="en-IN" sz="1200" b="1" dirty="0">
                <a:latin typeface="Lato" panose="020F0502020204030203" pitchFamily="34" charset="0"/>
                <a:ea typeface="Lato" panose="020F0502020204030203" pitchFamily="34" charset="0"/>
                <a:cs typeface="Lato" panose="020F0502020204030203" pitchFamily="34" charset="0"/>
              </a:rPr>
              <a:t>ResNetV2</a:t>
            </a:r>
            <a:r>
              <a:rPr lang="en-IN" sz="1200" dirty="0">
                <a:latin typeface="Lato" panose="020F0502020204030203" pitchFamily="34" charset="0"/>
                <a:ea typeface="Lato" panose="020F0502020204030203" pitchFamily="34" charset="0"/>
                <a:cs typeface="Lato" panose="020F0502020204030203" pitchFamily="34" charset="0"/>
              </a:rPr>
              <a:t>,</a:t>
            </a:r>
            <a:r>
              <a:rPr lang="en-IN" sz="1200" b="1" dirty="0">
                <a:latin typeface="Lato" panose="020F0502020204030203" pitchFamily="34" charset="0"/>
                <a:ea typeface="Lato" panose="020F0502020204030203" pitchFamily="34" charset="0"/>
                <a:cs typeface="Lato" panose="020F0502020204030203" pitchFamily="34" charset="0"/>
              </a:rPr>
              <a:t> ResNet50,</a:t>
            </a:r>
            <a:r>
              <a:rPr lang="en-IN" sz="1200" dirty="0">
                <a:latin typeface="Lato" panose="020F0502020204030203" pitchFamily="34" charset="0"/>
                <a:ea typeface="Lato" panose="020F0502020204030203" pitchFamily="34" charset="0"/>
                <a:cs typeface="Lato" panose="020F0502020204030203" pitchFamily="34" charset="0"/>
              </a:rPr>
              <a:t> </a:t>
            </a:r>
            <a:r>
              <a:rPr lang="en-IN" sz="1200" b="1" dirty="0">
                <a:latin typeface="Lato" panose="020F0502020204030203" pitchFamily="34" charset="0"/>
                <a:ea typeface="Lato" panose="020F0502020204030203" pitchFamily="34" charset="0"/>
                <a:cs typeface="Lato" panose="020F0502020204030203" pitchFamily="34" charset="0"/>
              </a:rPr>
              <a:t>InceptionV3</a:t>
            </a:r>
            <a:r>
              <a:rPr lang="en-IN" sz="1200" dirty="0">
                <a:latin typeface="Lato" panose="020F0502020204030203" pitchFamily="34" charset="0"/>
                <a:ea typeface="Lato" panose="020F0502020204030203" pitchFamily="34" charset="0"/>
                <a:cs typeface="Lato" panose="020F0502020204030203" pitchFamily="34" charset="0"/>
              </a:rPr>
              <a:t>, </a:t>
            </a:r>
            <a:r>
              <a:rPr lang="en-IN" sz="1200" b="1" dirty="0">
                <a:latin typeface="Lato" panose="020F0502020204030203" pitchFamily="34" charset="0"/>
                <a:ea typeface="Lato" panose="020F0502020204030203" pitchFamily="34" charset="0"/>
                <a:cs typeface="Lato" panose="020F0502020204030203" pitchFamily="34" charset="0"/>
              </a:rPr>
              <a:t>MobileNet</a:t>
            </a:r>
            <a:r>
              <a:rPr lang="en-IN" sz="1200" dirty="0">
                <a:latin typeface="Lato" panose="020F0502020204030203" pitchFamily="34" charset="0"/>
                <a:ea typeface="Lato" panose="020F0502020204030203" pitchFamily="34" charset="0"/>
                <a:cs typeface="Lato" panose="020F0502020204030203" pitchFamily="34" charset="0"/>
              </a:rPr>
              <a:t>, and. After extensive testing, </a:t>
            </a:r>
            <a:r>
              <a:rPr lang="en-IN" sz="1200" b="1" dirty="0">
                <a:latin typeface="Lato" panose="020F0502020204030203" pitchFamily="34" charset="0"/>
                <a:ea typeface="Lato" panose="020F0502020204030203" pitchFamily="34" charset="0"/>
                <a:cs typeface="Lato" panose="020F0502020204030203" pitchFamily="34" charset="0"/>
              </a:rPr>
              <a:t>EfficientNetB7 with a 75:25 split</a:t>
            </a:r>
            <a:r>
              <a:rPr lang="en-IN" sz="1200" dirty="0">
                <a:latin typeface="Lato" panose="020F0502020204030203" pitchFamily="34" charset="0"/>
                <a:ea typeface="Lato" panose="020F0502020204030203" pitchFamily="34" charset="0"/>
                <a:cs typeface="Lato" panose="020F0502020204030203" pitchFamily="34" charset="0"/>
              </a:rPr>
              <a:t> gave the best classification results for our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97">
          <a:extLst>
            <a:ext uri="{FF2B5EF4-FFF2-40B4-BE49-F238E27FC236}">
              <a16:creationId xmlns:a16="http://schemas.microsoft.com/office/drawing/2014/main" id="{0EFC9A3F-755E-9BFE-C24B-98C1A487046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A3098BD-E3F3-C843-B42E-AD65FD97A13B}"/>
              </a:ext>
            </a:extLst>
          </p:cNvPr>
          <p:cNvSpPr txBox="1"/>
          <p:nvPr/>
        </p:nvSpPr>
        <p:spPr>
          <a:xfrm>
            <a:off x="7382256" y="1778544"/>
            <a:ext cx="2615184" cy="523220"/>
          </a:xfrm>
          <a:prstGeom prst="rect">
            <a:avLst/>
          </a:prstGeom>
          <a:noFill/>
        </p:spPr>
        <p:txBody>
          <a:bodyPr wrap="square">
            <a:spAutoFit/>
          </a:bodyPr>
          <a:lstStyle/>
          <a:p>
            <a:r>
              <a:rPr lang="en-IN" sz="2800" dirty="0">
                <a:solidFill>
                  <a:srgbClr val="542C18"/>
                </a:solidFill>
              </a:rPr>
              <a:t>Dataset</a:t>
            </a:r>
          </a:p>
        </p:txBody>
      </p:sp>
      <p:pic>
        <p:nvPicPr>
          <p:cNvPr id="3" name="Picture 2">
            <a:extLst>
              <a:ext uri="{FF2B5EF4-FFF2-40B4-BE49-F238E27FC236}">
                <a16:creationId xmlns:a16="http://schemas.microsoft.com/office/drawing/2014/main" id="{03E35F86-A70D-1B55-4E04-63FF4103A7E7}"/>
              </a:ext>
            </a:extLst>
          </p:cNvPr>
          <p:cNvPicPr>
            <a:picLocks noChangeAspect="1"/>
          </p:cNvPicPr>
          <p:nvPr/>
        </p:nvPicPr>
        <p:blipFill>
          <a:blip r:embed="rId3"/>
          <a:stretch>
            <a:fillRect/>
          </a:stretch>
        </p:blipFill>
        <p:spPr>
          <a:xfrm>
            <a:off x="2119625" y="0"/>
            <a:ext cx="4904750" cy="5143500"/>
          </a:xfrm>
          <a:prstGeom prst="rect">
            <a:avLst/>
          </a:prstGeom>
        </p:spPr>
      </p:pic>
    </p:spTree>
    <p:extLst>
      <p:ext uri="{BB962C8B-B14F-4D97-AF65-F5344CB8AC3E}">
        <p14:creationId xmlns:p14="http://schemas.microsoft.com/office/powerpoint/2010/main" val="3484092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18">
          <a:extLst>
            <a:ext uri="{FF2B5EF4-FFF2-40B4-BE49-F238E27FC236}">
              <a16:creationId xmlns:a16="http://schemas.microsoft.com/office/drawing/2014/main" id="{D38FFFDF-0C1C-1E81-E1A2-8BF91C445A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5AC5CDB-4ADB-BBEE-357F-DFCA43832A39}"/>
              </a:ext>
            </a:extLst>
          </p:cNvPr>
          <p:cNvSpPr txBox="1"/>
          <p:nvPr/>
        </p:nvSpPr>
        <p:spPr>
          <a:xfrm>
            <a:off x="2444496" y="131578"/>
            <a:ext cx="5273040" cy="646331"/>
          </a:xfrm>
          <a:prstGeom prst="rect">
            <a:avLst/>
          </a:prstGeom>
          <a:noFill/>
        </p:spPr>
        <p:txBody>
          <a:bodyPr wrap="square">
            <a:spAutoFit/>
          </a:bodyPr>
          <a:lstStyle/>
          <a:p>
            <a:r>
              <a:rPr lang="en-IN" sz="3600" dirty="0">
                <a:solidFill>
                  <a:srgbClr val="F5582B"/>
                </a:solidFill>
                <a:latin typeface="BioRhyme" panose="020B0604020202020204" charset="0"/>
                <a:ea typeface="BioRhyme" panose="020B0604020202020204" charset="0"/>
              </a:rPr>
              <a:t>Mobile Integration</a:t>
            </a:r>
            <a:endParaRPr lang="en-IN" sz="2800" dirty="0">
              <a:solidFill>
                <a:srgbClr val="F5582B"/>
              </a:solidFill>
              <a:latin typeface="BioRhyme" panose="020B0604020202020204" charset="0"/>
              <a:ea typeface="BioRhyme" panose="020B0604020202020204" charset="0"/>
            </a:endParaRPr>
          </a:p>
        </p:txBody>
      </p:sp>
      <p:sp>
        <p:nvSpPr>
          <p:cNvPr id="2" name="Rectangle 1">
            <a:extLst>
              <a:ext uri="{FF2B5EF4-FFF2-40B4-BE49-F238E27FC236}">
                <a16:creationId xmlns:a16="http://schemas.microsoft.com/office/drawing/2014/main" id="{EC59A7C8-7466-9706-CCFE-54D8B3C86963}"/>
              </a:ext>
            </a:extLst>
          </p:cNvPr>
          <p:cNvSpPr>
            <a:spLocks noChangeArrowheads="1"/>
          </p:cNvSpPr>
          <p:nvPr/>
        </p:nvSpPr>
        <p:spPr bwMode="auto">
          <a:xfrm>
            <a:off x="1087819" y="862547"/>
            <a:ext cx="7551683"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Flutter Development</a:t>
            </a:r>
            <a:endParaRPr lang="en-US" altLang="en-US" sz="1100" dirty="0">
              <a:solidFill>
                <a:schemeClr val="tx1"/>
              </a:solidFill>
              <a:latin typeface="Arial" panose="020B0604020202020204" pitchFamily="34" charset="0"/>
            </a:endParaRPr>
          </a:p>
          <a:p>
            <a:pPr marR="0" lvl="0" algn="just" defTabSz="914400" rtl="0" eaLnBrk="0" fontAlgn="base" latinLnBrk="0" hangingPunct="0">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The BirdZ mobile app was developed using the </a:t>
            </a:r>
            <a:r>
              <a:rPr kumimoji="0" lang="en-US" altLang="en-US" sz="1100" b="1" i="0" u="none" strike="noStrike" cap="none" normalizeH="0" baseline="0" dirty="0">
                <a:ln>
                  <a:noFill/>
                </a:ln>
                <a:solidFill>
                  <a:schemeClr val="tx1"/>
                </a:solidFill>
                <a:effectLst/>
                <a:latin typeface="Arial" panose="020B0604020202020204" pitchFamily="34" charset="0"/>
              </a:rPr>
              <a:t>Flutter</a:t>
            </a:r>
            <a:r>
              <a:rPr kumimoji="0" lang="en-US" altLang="en-US" sz="1100" b="0" i="0" u="none" strike="noStrike" cap="none" normalizeH="0" baseline="0" dirty="0">
                <a:ln>
                  <a:noFill/>
                </a:ln>
                <a:solidFill>
                  <a:schemeClr val="tx1"/>
                </a:solidFill>
                <a:effectLst/>
                <a:latin typeface="Arial" panose="020B0604020202020204" pitchFamily="34" charset="0"/>
              </a:rPr>
              <a:t> framework, providing cross-platform compatibility for both   </a:t>
            </a:r>
          </a:p>
          <a:p>
            <a:pPr marR="0" lvl="0" algn="just" defTabSz="914400" rtl="0" eaLnBrk="0" fontAlgn="base" latinLnBrk="0" hangingPunct="0">
              <a:spcBef>
                <a:spcPct val="0"/>
              </a:spcBef>
              <a:spcAft>
                <a:spcPct val="0"/>
              </a:spcAft>
              <a:buClrTx/>
              <a:buSzTx/>
              <a:tabLst/>
            </a:pPr>
            <a:r>
              <a:rPr lang="en-US" altLang="en-US" sz="1100" dirty="0">
                <a:solidFill>
                  <a:schemeClr val="tx1"/>
                </a:solidFill>
                <a:latin typeface="Arial" panose="020B0604020202020204" pitchFamily="34" charset="0"/>
              </a:rPr>
              <a:t>     </a:t>
            </a:r>
            <a:r>
              <a:rPr kumimoji="0" lang="en-US" altLang="en-US" sz="1100" b="0" i="0" u="none" strike="noStrike" cap="none" normalizeH="0" baseline="0" dirty="0">
                <a:ln>
                  <a:noFill/>
                </a:ln>
                <a:solidFill>
                  <a:schemeClr val="tx1"/>
                </a:solidFill>
                <a:effectLst/>
                <a:latin typeface="Arial" panose="020B0604020202020204" pitchFamily="34" charset="0"/>
              </a:rPr>
              <a:t>Android and iOS. The </a:t>
            </a:r>
            <a:r>
              <a:rPr kumimoji="0" lang="en-US" altLang="en-US" sz="1100" b="1" i="0" u="none" strike="noStrike" cap="none" normalizeH="0" baseline="0" dirty="0">
                <a:ln>
                  <a:noFill/>
                </a:ln>
                <a:solidFill>
                  <a:schemeClr val="tx1"/>
                </a:solidFill>
                <a:effectLst/>
                <a:latin typeface="Arial" panose="020B0604020202020204" pitchFamily="34" charset="0"/>
              </a:rPr>
              <a:t>UI/UX</a:t>
            </a:r>
            <a:r>
              <a:rPr kumimoji="0" lang="en-US" altLang="en-US" sz="1100" b="0" i="0" u="none" strike="noStrike" cap="none" normalizeH="0" baseline="0" dirty="0">
                <a:ln>
                  <a:noFill/>
                </a:ln>
                <a:solidFill>
                  <a:schemeClr val="tx1"/>
                </a:solidFill>
                <a:effectLst/>
                <a:latin typeface="Arial" panose="020B0604020202020204" pitchFamily="34" charset="0"/>
              </a:rPr>
              <a:t> was designed in </a:t>
            </a:r>
            <a:r>
              <a:rPr kumimoji="0" lang="en-US" altLang="en-US" sz="1100" b="1" i="0" u="none" strike="noStrike" cap="none" normalizeH="0" baseline="0" dirty="0">
                <a:ln>
                  <a:noFill/>
                </a:ln>
                <a:solidFill>
                  <a:schemeClr val="tx1"/>
                </a:solidFill>
                <a:effectLst/>
                <a:latin typeface="Arial" panose="020B0604020202020204" pitchFamily="34" charset="0"/>
              </a:rPr>
              <a:t>Figma</a:t>
            </a:r>
            <a:r>
              <a:rPr kumimoji="0" lang="en-US" altLang="en-US" sz="1100" b="0" i="0" u="none" strike="noStrike" cap="none" normalizeH="0" baseline="0" dirty="0">
                <a:ln>
                  <a:noFill/>
                </a:ln>
                <a:solidFill>
                  <a:schemeClr val="tx1"/>
                </a:solidFill>
                <a:effectLst/>
                <a:latin typeface="Arial" panose="020B0604020202020204" pitchFamily="34" charset="0"/>
              </a:rPr>
              <a:t> to ensure an intuitive user experience.</a:t>
            </a:r>
          </a:p>
          <a:p>
            <a:pPr marR="0" lvl="0" algn="just" defTabSz="914400" rtl="0" eaLnBrk="0" fontAlgn="base" latinLnBrk="0" hangingPunct="0">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Frontend Implementation</a:t>
            </a:r>
            <a:endParaRPr lang="en-US" altLang="en-US" sz="1100" dirty="0">
              <a:solidFill>
                <a:schemeClr val="tx1"/>
              </a:solidFill>
              <a:latin typeface="Arial" panose="020B0604020202020204" pitchFamily="34" charset="0"/>
            </a:endParaRPr>
          </a:p>
          <a:p>
            <a:pPr marR="0" lvl="0" algn="just" defTabSz="914400" rtl="0" eaLnBrk="0" fontAlgn="base" latinLnBrk="0" hangingPunct="0">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The app includes </a:t>
            </a:r>
            <a:r>
              <a:rPr kumimoji="0" lang="en-US" altLang="en-US" sz="1100" b="1" i="0" u="none" strike="noStrike" cap="none" normalizeH="0" baseline="0" dirty="0">
                <a:ln>
                  <a:noFill/>
                </a:ln>
                <a:solidFill>
                  <a:schemeClr val="tx1"/>
                </a:solidFill>
                <a:effectLst/>
                <a:latin typeface="Arial" panose="020B0604020202020204" pitchFamily="34" charset="0"/>
              </a:rPr>
              <a:t>Home</a:t>
            </a:r>
            <a:r>
              <a:rPr kumimoji="0" lang="en-US" altLang="en-US" sz="1100" b="0" i="0" u="none" strike="noStrike" cap="none" normalizeH="0" baseline="0" dirty="0">
                <a:ln>
                  <a:noFill/>
                </a:ln>
                <a:solidFill>
                  <a:schemeClr val="tx1"/>
                </a:solidFill>
                <a:effectLst/>
                <a:latin typeface="Arial" panose="020B0604020202020204" pitchFamily="34" charset="0"/>
              </a:rPr>
              <a:t> and </a:t>
            </a:r>
            <a:r>
              <a:rPr kumimoji="0" lang="en-US" altLang="en-US" sz="1100" b="1" i="0" u="none" strike="noStrike" cap="none" normalizeH="0" baseline="0" dirty="0">
                <a:ln>
                  <a:noFill/>
                </a:ln>
                <a:solidFill>
                  <a:schemeClr val="tx1"/>
                </a:solidFill>
                <a:effectLst/>
                <a:latin typeface="Arial" panose="020B0604020202020204" pitchFamily="34" charset="0"/>
              </a:rPr>
              <a:t>Search</a:t>
            </a:r>
            <a:r>
              <a:rPr kumimoji="0" lang="en-US" altLang="en-US" sz="1100" b="0" i="0" u="none" strike="noStrike" cap="none" normalizeH="0" baseline="0" dirty="0">
                <a:ln>
                  <a:noFill/>
                </a:ln>
                <a:solidFill>
                  <a:schemeClr val="tx1"/>
                </a:solidFill>
                <a:effectLst/>
                <a:latin typeface="Arial" panose="020B0604020202020204" pitchFamily="34" charset="0"/>
              </a:rPr>
              <a:t> screens for easy navigation, allowing users to interact with the app  smoothly.</a:t>
            </a:r>
          </a:p>
          <a:p>
            <a:pPr marR="0" lvl="0" algn="just" defTabSz="914400" rtl="0" eaLnBrk="0" fontAlgn="base" latinLnBrk="0" hangingPunct="0">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Backend Logic</a:t>
            </a:r>
            <a:endParaRPr lang="en-US" altLang="en-US" sz="1100" dirty="0">
              <a:solidFill>
                <a:schemeClr val="tx1"/>
              </a:solidFill>
              <a:latin typeface="Arial" panose="020B0604020202020204" pitchFamily="34" charset="0"/>
            </a:endParaRPr>
          </a:p>
          <a:p>
            <a:pPr marR="0" lvl="0" algn="just" defTabSz="914400" rtl="0" eaLnBrk="0" fontAlgn="base" latinLnBrk="0" hangingPunct="0">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The </a:t>
            </a:r>
            <a:r>
              <a:rPr kumimoji="0" lang="en-US" altLang="en-US" sz="1100" b="1" i="0" u="none" strike="noStrike" cap="none" normalizeH="0" baseline="0" dirty="0">
                <a:ln>
                  <a:noFill/>
                </a:ln>
                <a:solidFill>
                  <a:schemeClr val="tx1"/>
                </a:solidFill>
                <a:effectLst/>
                <a:latin typeface="Arial" panose="020B0604020202020204" pitchFamily="34" charset="0"/>
              </a:rPr>
              <a:t>backend</a:t>
            </a:r>
            <a:r>
              <a:rPr kumimoji="0" lang="en-US" altLang="en-US" sz="1100" b="0" i="0" u="none" strike="noStrike" cap="none" normalizeH="0" baseline="0" dirty="0">
                <a:ln>
                  <a:noFill/>
                </a:ln>
                <a:solidFill>
                  <a:schemeClr val="tx1"/>
                </a:solidFill>
                <a:effectLst/>
                <a:latin typeface="Arial" panose="020B0604020202020204" pitchFamily="34" charset="0"/>
              </a:rPr>
              <a:t> was implemented using </a:t>
            </a:r>
            <a:r>
              <a:rPr kumimoji="0" lang="en-US" altLang="en-US" sz="1100" b="1" i="0" u="none" strike="noStrike" cap="none" normalizeH="0" baseline="0" dirty="0">
                <a:ln>
                  <a:noFill/>
                </a:ln>
                <a:solidFill>
                  <a:schemeClr val="tx1"/>
                </a:solidFill>
                <a:effectLst/>
                <a:latin typeface="Arial" panose="020B0604020202020204" pitchFamily="34" charset="0"/>
              </a:rPr>
              <a:t>Node.js</a:t>
            </a:r>
            <a:r>
              <a:rPr kumimoji="0" lang="en-US" altLang="en-US" sz="1100" b="0" i="0" u="none" strike="noStrike" cap="none" normalizeH="0" baseline="0" dirty="0">
                <a:ln>
                  <a:noFill/>
                </a:ln>
                <a:solidFill>
                  <a:schemeClr val="tx1"/>
                </a:solidFill>
                <a:effectLst/>
                <a:latin typeface="Arial" panose="020B0604020202020204" pitchFamily="34" charset="0"/>
              </a:rPr>
              <a:t>, handling the application’s logic and communication with the machine   </a:t>
            </a:r>
          </a:p>
          <a:p>
            <a:pPr marR="0" lvl="0" algn="just" defTabSz="914400" rtl="0" eaLnBrk="0" fontAlgn="base" latinLnBrk="0" hangingPunct="0">
              <a:spcBef>
                <a:spcPct val="0"/>
              </a:spcBef>
              <a:spcAft>
                <a:spcPct val="0"/>
              </a:spcAft>
              <a:buClrTx/>
              <a:buSzTx/>
              <a:tabLst/>
            </a:pPr>
            <a:r>
              <a:rPr lang="en-US" altLang="en-US" sz="1100" dirty="0">
                <a:solidFill>
                  <a:schemeClr val="tx1"/>
                </a:solidFill>
                <a:latin typeface="Arial" panose="020B0604020202020204" pitchFamily="34" charset="0"/>
              </a:rPr>
              <a:t>     </a:t>
            </a:r>
            <a:r>
              <a:rPr kumimoji="0" lang="en-US" altLang="en-US" sz="1100" b="0" i="0" u="none" strike="noStrike" cap="none" normalizeH="0" baseline="0" dirty="0">
                <a:ln>
                  <a:noFill/>
                </a:ln>
                <a:solidFill>
                  <a:schemeClr val="tx1"/>
                </a:solidFill>
                <a:effectLst/>
                <a:latin typeface="Arial" panose="020B0604020202020204" pitchFamily="34" charset="0"/>
              </a:rPr>
              <a:t>learning models.</a:t>
            </a:r>
          </a:p>
          <a:p>
            <a:pPr marR="0" lvl="0" algn="just" defTabSz="914400" rtl="0" eaLnBrk="0" fontAlgn="base" latinLnBrk="0" hangingPunct="0">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Bird Detection</a:t>
            </a:r>
            <a:endParaRPr lang="en-US" altLang="en-US" sz="1100" dirty="0">
              <a:solidFill>
                <a:schemeClr val="tx1"/>
              </a:solidFill>
              <a:latin typeface="Arial" panose="020B0604020202020204" pitchFamily="34" charset="0"/>
            </a:endParaRPr>
          </a:p>
          <a:p>
            <a:pPr marR="0" lvl="0" algn="just" defTabSz="914400" rtl="0" eaLnBrk="0" fontAlgn="base" latinLnBrk="0" hangingPunct="0">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Integrated </a:t>
            </a:r>
            <a:r>
              <a:rPr kumimoji="0" lang="en-US" altLang="en-US" sz="1100" b="1" i="0" u="none" strike="noStrike" cap="none" normalizeH="0" baseline="0" dirty="0">
                <a:ln>
                  <a:noFill/>
                </a:ln>
                <a:solidFill>
                  <a:schemeClr val="tx1"/>
                </a:solidFill>
                <a:effectLst/>
                <a:latin typeface="Arial" panose="020B0604020202020204" pitchFamily="34" charset="0"/>
              </a:rPr>
              <a:t>YOLOv12</a:t>
            </a:r>
            <a:r>
              <a:rPr kumimoji="0" lang="en-US" altLang="en-US" sz="1100" b="0" i="0" u="none" strike="noStrike" cap="none" normalizeH="0" baseline="0" dirty="0">
                <a:ln>
                  <a:noFill/>
                </a:ln>
                <a:solidFill>
                  <a:schemeClr val="tx1"/>
                </a:solidFill>
                <a:effectLst/>
                <a:latin typeface="Arial" panose="020B0604020202020204" pitchFamily="34" charset="0"/>
              </a:rPr>
              <a:t> for bird detection, allowing the app to verify if the input image contains a bird before performing   </a:t>
            </a:r>
          </a:p>
          <a:p>
            <a:pPr marR="0" lvl="0" algn="just" defTabSz="914400" rtl="0" eaLnBrk="0" fontAlgn="base" latinLnBrk="0" hangingPunct="0">
              <a:spcBef>
                <a:spcPct val="0"/>
              </a:spcBef>
              <a:spcAft>
                <a:spcPct val="0"/>
              </a:spcAft>
              <a:buClrTx/>
              <a:buSzTx/>
              <a:tabLst/>
            </a:pPr>
            <a:r>
              <a:rPr lang="en-US" altLang="en-US" sz="1100" dirty="0">
                <a:solidFill>
                  <a:schemeClr val="tx1"/>
                </a:solidFill>
                <a:latin typeface="Arial" panose="020B0604020202020204" pitchFamily="34" charset="0"/>
              </a:rPr>
              <a:t>    </a:t>
            </a:r>
            <a:r>
              <a:rPr kumimoji="0" lang="en-US" altLang="en-US" sz="1100" b="0" i="0" u="none" strike="noStrike" cap="none" normalizeH="0" baseline="0" dirty="0">
                <a:ln>
                  <a:noFill/>
                </a:ln>
                <a:solidFill>
                  <a:schemeClr val="tx1"/>
                </a:solidFill>
                <a:effectLst/>
                <a:latin typeface="Arial" panose="020B0604020202020204" pitchFamily="34" charset="0"/>
              </a:rPr>
              <a:t>species classification.</a:t>
            </a:r>
          </a:p>
          <a:p>
            <a:pPr marR="0" lvl="0" algn="just" defTabSz="914400" rtl="0" eaLnBrk="0" fontAlgn="base" latinLnBrk="0" hangingPunct="0">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Classification Model</a:t>
            </a:r>
            <a:endParaRPr lang="en-US" altLang="en-US" sz="1100" dirty="0">
              <a:solidFill>
                <a:schemeClr val="tx1"/>
              </a:solidFill>
              <a:latin typeface="Arial" panose="020B0604020202020204" pitchFamily="34" charset="0"/>
            </a:endParaRPr>
          </a:p>
          <a:p>
            <a:pPr marR="0" lvl="0" algn="just" defTabSz="914400" rtl="0" eaLnBrk="0" fontAlgn="base" latinLnBrk="0" hangingPunct="0">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The </a:t>
            </a:r>
            <a:r>
              <a:rPr kumimoji="0" lang="en-US" altLang="en-US" sz="1100" b="1" i="0" u="none" strike="noStrike" cap="none" normalizeH="0" baseline="0" dirty="0">
                <a:ln>
                  <a:noFill/>
                </a:ln>
                <a:solidFill>
                  <a:schemeClr val="tx1"/>
                </a:solidFill>
                <a:effectLst/>
                <a:latin typeface="Arial" panose="020B0604020202020204" pitchFamily="34" charset="0"/>
              </a:rPr>
              <a:t>EfficientNet B7</a:t>
            </a:r>
            <a:r>
              <a:rPr kumimoji="0" lang="en-US" altLang="en-US" sz="1100" b="0" i="0" u="none" strike="noStrike" cap="none" normalizeH="0" baseline="0" dirty="0">
                <a:ln>
                  <a:noFill/>
                </a:ln>
                <a:solidFill>
                  <a:schemeClr val="tx1"/>
                </a:solidFill>
                <a:effectLst/>
                <a:latin typeface="Arial" panose="020B0604020202020204" pitchFamily="34" charset="0"/>
              </a:rPr>
              <a:t> model was used for bird species classification, delivering high accuracy while being </a:t>
            </a:r>
            <a:r>
              <a:rPr lang="en-US" altLang="en-US" sz="1100" dirty="0">
                <a:solidFill>
                  <a:schemeClr val="tx1"/>
                </a:solidFill>
                <a:latin typeface="Arial" panose="020B0604020202020204" pitchFamily="34" charset="0"/>
              </a:rPr>
              <a:t>  </a:t>
            </a:r>
          </a:p>
          <a:p>
            <a:pPr marR="0" lvl="0" algn="just" defTabSz="914400" rtl="0" eaLnBrk="0" fontAlgn="base" latinLnBrk="0" hangingPunct="0">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computationally efficient for mobile use.</a:t>
            </a:r>
          </a:p>
          <a:p>
            <a:pPr marR="0" lvl="0" algn="just" defTabSz="914400" rtl="0" eaLnBrk="0" fontAlgn="base" latinLnBrk="0" hangingPunct="0">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Cloud Hosting &amp; Scalability</a:t>
            </a:r>
            <a:endParaRPr lang="en-US" altLang="en-US" sz="1100" dirty="0">
              <a:solidFill>
                <a:schemeClr val="tx1"/>
              </a:solidFill>
              <a:latin typeface="Arial" panose="020B0604020202020204" pitchFamily="34" charset="0"/>
            </a:endParaRPr>
          </a:p>
          <a:p>
            <a:pPr marR="0" lvl="0" algn="just" defTabSz="914400" rtl="0" eaLnBrk="0" fontAlgn="base" latinLnBrk="0" hangingPunct="0">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Images and models were hosted on </a:t>
            </a:r>
            <a:r>
              <a:rPr kumimoji="0" lang="en-US" altLang="en-US" sz="1100" b="1" i="0" u="none" strike="noStrike" cap="none" normalizeH="0" baseline="0" dirty="0">
                <a:ln>
                  <a:noFill/>
                </a:ln>
                <a:solidFill>
                  <a:schemeClr val="tx1"/>
                </a:solidFill>
                <a:effectLst/>
                <a:latin typeface="Arial" panose="020B0604020202020204" pitchFamily="34" charset="0"/>
              </a:rPr>
              <a:t>AWS S3</a:t>
            </a:r>
            <a:r>
              <a:rPr kumimoji="0" lang="en-US" altLang="en-US" sz="1100" b="0" i="0" u="none" strike="noStrike" cap="none" normalizeH="0" baseline="0" dirty="0">
                <a:ln>
                  <a:noFill/>
                </a:ln>
                <a:solidFill>
                  <a:schemeClr val="tx1"/>
                </a:solidFill>
                <a:effectLst/>
                <a:latin typeface="Arial" panose="020B0604020202020204" pitchFamily="34" charset="0"/>
              </a:rPr>
              <a:t>, and the backend and machine learning models were containerized   </a:t>
            </a:r>
          </a:p>
          <a:p>
            <a:pPr marR="0" lvl="0" algn="just" defTabSz="914400" rtl="0" eaLnBrk="0" fontAlgn="base" latinLnBrk="0" hangingPunct="0">
              <a:spcBef>
                <a:spcPct val="0"/>
              </a:spcBef>
              <a:spcAft>
                <a:spcPct val="0"/>
              </a:spcAft>
              <a:buClrTx/>
              <a:buSzTx/>
              <a:tabLst/>
            </a:pPr>
            <a:r>
              <a:rPr lang="en-US" altLang="en-US" sz="1100" dirty="0">
                <a:solidFill>
                  <a:schemeClr val="tx1"/>
                </a:solidFill>
                <a:latin typeface="Arial" panose="020B0604020202020204" pitchFamily="34" charset="0"/>
              </a:rPr>
              <a:t>    </a:t>
            </a:r>
            <a:r>
              <a:rPr kumimoji="0" lang="en-US" altLang="en-US" sz="1100" b="0" i="0" u="none" strike="noStrike" cap="none" normalizeH="0" baseline="0" dirty="0">
                <a:ln>
                  <a:noFill/>
                </a:ln>
                <a:solidFill>
                  <a:schemeClr val="tx1"/>
                </a:solidFill>
                <a:effectLst/>
                <a:latin typeface="Arial" panose="020B0604020202020204" pitchFamily="34" charset="0"/>
              </a:rPr>
              <a:t>using </a:t>
            </a:r>
            <a:r>
              <a:rPr kumimoji="0" lang="en-US" altLang="en-US" sz="1100" b="1" i="0" u="none" strike="noStrike" cap="none" normalizeH="0" baseline="0" dirty="0">
                <a:ln>
                  <a:noFill/>
                </a:ln>
                <a:solidFill>
                  <a:schemeClr val="tx1"/>
                </a:solidFill>
                <a:effectLst/>
                <a:latin typeface="Arial" panose="020B0604020202020204" pitchFamily="34" charset="0"/>
              </a:rPr>
              <a:t>Docker</a:t>
            </a:r>
            <a:r>
              <a:rPr kumimoji="0" lang="en-US" altLang="en-US" sz="1100" b="0" i="0" u="none" strike="noStrike" cap="none" normalizeH="0" baseline="0" dirty="0">
                <a:ln>
                  <a:noFill/>
                </a:ln>
                <a:solidFill>
                  <a:schemeClr val="tx1"/>
                </a:solidFill>
                <a:effectLst/>
                <a:latin typeface="Arial" panose="020B0604020202020204" pitchFamily="34" charset="0"/>
              </a:rPr>
              <a:t> and deployed on </a:t>
            </a:r>
            <a:r>
              <a:rPr kumimoji="0" lang="en-US" altLang="en-US" sz="1100" b="1" i="0" u="none" strike="noStrike" cap="none" normalizeH="0" baseline="0" dirty="0">
                <a:ln>
                  <a:noFill/>
                </a:ln>
                <a:solidFill>
                  <a:schemeClr val="tx1"/>
                </a:solidFill>
                <a:effectLst/>
                <a:latin typeface="Arial" panose="020B0604020202020204" pitchFamily="34" charset="0"/>
              </a:rPr>
              <a:t>AWS ECS</a:t>
            </a:r>
            <a:r>
              <a:rPr kumimoji="0" lang="en-US" altLang="en-US" sz="1100" b="0" i="0" u="none" strike="noStrike" cap="none" normalizeH="0" baseline="0" dirty="0">
                <a:ln>
                  <a:noFill/>
                </a:ln>
                <a:solidFill>
                  <a:schemeClr val="tx1"/>
                </a:solidFill>
                <a:effectLst/>
                <a:latin typeface="Arial" panose="020B0604020202020204" pitchFamily="34" charset="0"/>
              </a:rPr>
              <a:t> for scalable, efficient processing.</a:t>
            </a:r>
          </a:p>
        </p:txBody>
      </p:sp>
    </p:spTree>
    <p:extLst>
      <p:ext uri="{BB962C8B-B14F-4D97-AF65-F5344CB8AC3E}">
        <p14:creationId xmlns:p14="http://schemas.microsoft.com/office/powerpoint/2010/main" val="3119138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04"/>
        <p:cNvGrpSpPr/>
        <p:nvPr/>
      </p:nvGrpSpPr>
      <p:grpSpPr>
        <a:xfrm>
          <a:off x="0" y="0"/>
          <a:ext cx="0" cy="0"/>
          <a:chOff x="0" y="0"/>
          <a:chExt cx="0" cy="0"/>
        </a:xfrm>
      </p:grpSpPr>
      <p:sp>
        <p:nvSpPr>
          <p:cNvPr id="6205" name="Google Shape;6205;p75"/>
          <p:cNvSpPr txBox="1">
            <a:spLocks noGrp="1"/>
          </p:cNvSpPr>
          <p:nvPr>
            <p:ph type="title"/>
          </p:nvPr>
        </p:nvSpPr>
        <p:spPr>
          <a:xfrm>
            <a:off x="1286420" y="1748536"/>
            <a:ext cx="3597900" cy="1063200"/>
          </a:xfrm>
          <a:prstGeom prst="rect">
            <a:avLst/>
          </a:prstGeom>
        </p:spPr>
        <p:txBody>
          <a:bodyPr spcFirstLastPara="1" wrap="square" lIns="91425" tIns="91425" rIns="91425" bIns="91425" anchor="b" anchorCtr="0">
            <a:noAutofit/>
          </a:bodyPr>
          <a:lstStyle/>
          <a:p>
            <a:r>
              <a:rPr lang="en-IN" b="1" dirty="0"/>
              <a:t>Features Implemented</a:t>
            </a:r>
            <a:endParaRPr lang="en-IN" dirty="0"/>
          </a:p>
        </p:txBody>
      </p:sp>
      <p:sp>
        <p:nvSpPr>
          <p:cNvPr id="6207" name="Google Shape;6207;p75"/>
          <p:cNvSpPr/>
          <p:nvPr/>
        </p:nvSpPr>
        <p:spPr>
          <a:xfrm>
            <a:off x="6024435" y="600400"/>
            <a:ext cx="1664618" cy="3176204"/>
          </a:xfrm>
          <a:custGeom>
            <a:avLst/>
            <a:gdLst/>
            <a:ahLst/>
            <a:cxnLst/>
            <a:rect l="l" t="t" r="r" b="b"/>
            <a:pathLst>
              <a:path w="84552" h="161331" extrusionOk="0">
                <a:moveTo>
                  <a:pt x="1" y="1"/>
                </a:moveTo>
                <a:lnTo>
                  <a:pt x="1" y="161331"/>
                </a:lnTo>
                <a:lnTo>
                  <a:pt x="84551" y="161331"/>
                </a:lnTo>
                <a:lnTo>
                  <a:pt x="845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08" name="Google Shape;6208;p75"/>
          <p:cNvGrpSpPr/>
          <p:nvPr/>
        </p:nvGrpSpPr>
        <p:grpSpPr>
          <a:xfrm>
            <a:off x="5855257" y="247952"/>
            <a:ext cx="2002323" cy="4064369"/>
            <a:chOff x="5186401" y="494525"/>
            <a:chExt cx="1834973" cy="3724678"/>
          </a:xfrm>
          <a:solidFill>
            <a:srgbClr val="000000"/>
          </a:solidFill>
        </p:grpSpPr>
        <p:sp>
          <p:nvSpPr>
            <p:cNvPr id="6209" name="Google Shape;6209;p75"/>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0" name="Google Shape;6210;p75"/>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7" name="Google Shape;6367;p75"/>
          <p:cNvGrpSpPr/>
          <p:nvPr/>
        </p:nvGrpSpPr>
        <p:grpSpPr>
          <a:xfrm rot="-217478" flipH="1">
            <a:off x="236796" y="1858493"/>
            <a:ext cx="1349817" cy="660016"/>
            <a:chOff x="1052625" y="1286000"/>
            <a:chExt cx="1586150" cy="775575"/>
          </a:xfrm>
        </p:grpSpPr>
        <p:sp>
          <p:nvSpPr>
            <p:cNvPr id="6368" name="Google Shape;6368;p75"/>
            <p:cNvSpPr/>
            <p:nvPr/>
          </p:nvSpPr>
          <p:spPr>
            <a:xfrm>
              <a:off x="1196900" y="1286000"/>
              <a:ext cx="1274250" cy="770575"/>
            </a:xfrm>
            <a:custGeom>
              <a:avLst/>
              <a:gdLst/>
              <a:ahLst/>
              <a:cxnLst/>
              <a:rect l="l" t="t" r="r" b="b"/>
              <a:pathLst>
                <a:path w="50970" h="30823" extrusionOk="0">
                  <a:moveTo>
                    <a:pt x="49669" y="12943"/>
                  </a:moveTo>
                  <a:cubicBezTo>
                    <a:pt x="50970" y="23951"/>
                    <a:pt x="3736" y="30823"/>
                    <a:pt x="1935" y="18180"/>
                  </a:cubicBezTo>
                  <a:cubicBezTo>
                    <a:pt x="0" y="4470"/>
                    <a:pt x="48168" y="1"/>
                    <a:pt x="49669" y="1294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9" name="Google Shape;6369;p75"/>
            <p:cNvSpPr/>
            <p:nvPr/>
          </p:nvSpPr>
          <p:spPr>
            <a:xfrm>
              <a:off x="1052625" y="1347700"/>
              <a:ext cx="1586150" cy="713875"/>
            </a:xfrm>
            <a:custGeom>
              <a:avLst/>
              <a:gdLst/>
              <a:ahLst/>
              <a:cxnLst/>
              <a:rect l="l" t="t" r="r" b="b"/>
              <a:pathLst>
                <a:path w="63446" h="28555" fill="none" extrusionOk="0">
                  <a:moveTo>
                    <a:pt x="51637" y="3770"/>
                  </a:moveTo>
                  <a:cubicBezTo>
                    <a:pt x="46534" y="2436"/>
                    <a:pt x="601" y="12010"/>
                    <a:pt x="7339" y="18181"/>
                  </a:cubicBezTo>
                  <a:cubicBezTo>
                    <a:pt x="14044" y="24352"/>
                    <a:pt x="44399" y="17347"/>
                    <a:pt x="53272" y="11342"/>
                  </a:cubicBezTo>
                  <a:cubicBezTo>
                    <a:pt x="62145" y="5338"/>
                    <a:pt x="33424" y="2403"/>
                    <a:pt x="20882" y="4904"/>
                  </a:cubicBezTo>
                  <a:cubicBezTo>
                    <a:pt x="8340" y="7406"/>
                    <a:pt x="0" y="14478"/>
                    <a:pt x="13877" y="21516"/>
                  </a:cubicBezTo>
                  <a:cubicBezTo>
                    <a:pt x="27787" y="28555"/>
                    <a:pt x="59243" y="15712"/>
                    <a:pt x="52738" y="8340"/>
                  </a:cubicBezTo>
                  <a:cubicBezTo>
                    <a:pt x="46200" y="1035"/>
                    <a:pt x="10908" y="902"/>
                    <a:pt x="7906" y="13044"/>
                  </a:cubicBezTo>
                  <a:cubicBezTo>
                    <a:pt x="4871" y="25186"/>
                    <a:pt x="42764" y="22050"/>
                    <a:pt x="50703" y="13811"/>
                  </a:cubicBezTo>
                  <a:cubicBezTo>
                    <a:pt x="58576" y="5605"/>
                    <a:pt x="35226" y="2836"/>
                    <a:pt x="24551" y="2803"/>
                  </a:cubicBezTo>
                  <a:cubicBezTo>
                    <a:pt x="13877" y="2770"/>
                    <a:pt x="1068" y="16446"/>
                    <a:pt x="11609" y="21683"/>
                  </a:cubicBezTo>
                  <a:cubicBezTo>
                    <a:pt x="22150" y="26954"/>
                    <a:pt x="51971" y="18014"/>
                    <a:pt x="55073" y="14178"/>
                  </a:cubicBezTo>
                  <a:cubicBezTo>
                    <a:pt x="58209" y="10342"/>
                    <a:pt x="48769" y="301"/>
                    <a:pt x="35993" y="1535"/>
                  </a:cubicBezTo>
                  <a:cubicBezTo>
                    <a:pt x="23250" y="2803"/>
                    <a:pt x="7272" y="7673"/>
                    <a:pt x="6805" y="15345"/>
                  </a:cubicBezTo>
                  <a:cubicBezTo>
                    <a:pt x="6372" y="22984"/>
                    <a:pt x="37327" y="20015"/>
                    <a:pt x="49703" y="14812"/>
                  </a:cubicBezTo>
                  <a:cubicBezTo>
                    <a:pt x="62045" y="9575"/>
                    <a:pt x="45933" y="3036"/>
                    <a:pt x="40096" y="1902"/>
                  </a:cubicBezTo>
                  <a:cubicBezTo>
                    <a:pt x="34258" y="802"/>
                    <a:pt x="14477" y="2670"/>
                    <a:pt x="11108" y="12844"/>
                  </a:cubicBezTo>
                  <a:cubicBezTo>
                    <a:pt x="7739" y="22984"/>
                    <a:pt x="32757" y="23885"/>
                    <a:pt x="46400" y="18748"/>
                  </a:cubicBezTo>
                  <a:cubicBezTo>
                    <a:pt x="60043" y="13644"/>
                    <a:pt x="51571" y="3403"/>
                    <a:pt x="37727" y="3070"/>
                  </a:cubicBezTo>
                  <a:cubicBezTo>
                    <a:pt x="23917" y="2736"/>
                    <a:pt x="9941" y="3203"/>
                    <a:pt x="8940" y="12310"/>
                  </a:cubicBezTo>
                  <a:cubicBezTo>
                    <a:pt x="7939" y="21383"/>
                    <a:pt x="32457" y="17880"/>
                    <a:pt x="47935" y="15145"/>
                  </a:cubicBezTo>
                  <a:cubicBezTo>
                    <a:pt x="63446" y="12377"/>
                    <a:pt x="55907" y="5538"/>
                    <a:pt x="46067" y="2803"/>
                  </a:cubicBezTo>
                  <a:cubicBezTo>
                    <a:pt x="36260" y="1"/>
                    <a:pt x="10441" y="4471"/>
                    <a:pt x="9174" y="13778"/>
                  </a:cubicBezTo>
                  <a:cubicBezTo>
                    <a:pt x="7873" y="23051"/>
                    <a:pt x="42964" y="22684"/>
                    <a:pt x="52438" y="18047"/>
                  </a:cubicBezTo>
                  <a:cubicBezTo>
                    <a:pt x="61911" y="13444"/>
                    <a:pt x="54539" y="5838"/>
                    <a:pt x="44799" y="3503"/>
                  </a:cubicBezTo>
                  <a:cubicBezTo>
                    <a:pt x="35092" y="1168"/>
                    <a:pt x="11842" y="7973"/>
                    <a:pt x="5204" y="17380"/>
                  </a:cubicBezTo>
                </a:path>
              </a:pathLst>
            </a:custGeom>
            <a:noFill/>
            <a:ln w="17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0" name="Google Shape;6370;p75"/>
            <p:cNvSpPr/>
            <p:nvPr/>
          </p:nvSpPr>
          <p:spPr>
            <a:xfrm>
              <a:off x="1661400" y="1434450"/>
              <a:ext cx="294400" cy="319400"/>
            </a:xfrm>
            <a:custGeom>
              <a:avLst/>
              <a:gdLst/>
              <a:ahLst/>
              <a:cxnLst/>
              <a:rect l="l" t="t" r="r" b="b"/>
              <a:pathLst>
                <a:path w="11776" h="12776" extrusionOk="0">
                  <a:moveTo>
                    <a:pt x="4670" y="534"/>
                  </a:moveTo>
                  <a:cubicBezTo>
                    <a:pt x="7606" y="0"/>
                    <a:pt x="10708" y="3169"/>
                    <a:pt x="11442" y="7039"/>
                  </a:cubicBezTo>
                  <a:cubicBezTo>
                    <a:pt x="11775" y="8773"/>
                    <a:pt x="11575" y="10408"/>
                    <a:pt x="10941" y="11709"/>
                  </a:cubicBezTo>
                  <a:cubicBezTo>
                    <a:pt x="9273" y="12109"/>
                    <a:pt x="8039" y="12476"/>
                    <a:pt x="7372" y="12609"/>
                  </a:cubicBezTo>
                  <a:cubicBezTo>
                    <a:pt x="5771" y="12776"/>
                    <a:pt x="4003" y="12676"/>
                    <a:pt x="2368" y="12609"/>
                  </a:cubicBezTo>
                  <a:cubicBezTo>
                    <a:pt x="1568" y="11709"/>
                    <a:pt x="934" y="10541"/>
                    <a:pt x="701" y="9040"/>
                  </a:cubicBezTo>
                  <a:cubicBezTo>
                    <a:pt x="0" y="5171"/>
                    <a:pt x="1701" y="1068"/>
                    <a:pt x="4670" y="53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1" name="Google Shape;6371;p75"/>
            <p:cNvSpPr/>
            <p:nvPr/>
          </p:nvSpPr>
          <p:spPr>
            <a:xfrm>
              <a:off x="1954100" y="1371900"/>
              <a:ext cx="289400" cy="334425"/>
            </a:xfrm>
            <a:custGeom>
              <a:avLst/>
              <a:gdLst/>
              <a:ahLst/>
              <a:cxnLst/>
              <a:rect l="l" t="t" r="r" b="b"/>
              <a:pathLst>
                <a:path w="11576" h="13377" extrusionOk="0">
                  <a:moveTo>
                    <a:pt x="6639" y="367"/>
                  </a:moveTo>
                  <a:cubicBezTo>
                    <a:pt x="3636" y="0"/>
                    <a:pt x="734" y="3403"/>
                    <a:pt x="301" y="7339"/>
                  </a:cubicBezTo>
                  <a:cubicBezTo>
                    <a:pt x="0" y="9907"/>
                    <a:pt x="801" y="12076"/>
                    <a:pt x="2235" y="13377"/>
                  </a:cubicBezTo>
                  <a:cubicBezTo>
                    <a:pt x="5137" y="12509"/>
                    <a:pt x="8406" y="11208"/>
                    <a:pt x="11008" y="9541"/>
                  </a:cubicBezTo>
                  <a:cubicBezTo>
                    <a:pt x="11075" y="9240"/>
                    <a:pt x="11142" y="8973"/>
                    <a:pt x="11175" y="8673"/>
                  </a:cubicBezTo>
                  <a:cubicBezTo>
                    <a:pt x="11575" y="4704"/>
                    <a:pt x="9641" y="734"/>
                    <a:pt x="6639" y="36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2" name="Google Shape;6372;p75"/>
            <p:cNvSpPr/>
            <p:nvPr/>
          </p:nvSpPr>
          <p:spPr>
            <a:xfrm>
              <a:off x="1365350" y="1439450"/>
              <a:ext cx="314400" cy="308575"/>
            </a:xfrm>
            <a:custGeom>
              <a:avLst/>
              <a:gdLst/>
              <a:ahLst/>
              <a:cxnLst/>
              <a:rect l="l" t="t" r="r" b="b"/>
              <a:pathLst>
                <a:path w="12576" h="12343" extrusionOk="0">
                  <a:moveTo>
                    <a:pt x="2902" y="1401"/>
                  </a:moveTo>
                  <a:cubicBezTo>
                    <a:pt x="5571" y="0"/>
                    <a:pt x="9440" y="2168"/>
                    <a:pt x="11275" y="5671"/>
                  </a:cubicBezTo>
                  <a:cubicBezTo>
                    <a:pt x="12576" y="8139"/>
                    <a:pt x="12509" y="10608"/>
                    <a:pt x="11408" y="12342"/>
                  </a:cubicBezTo>
                  <a:cubicBezTo>
                    <a:pt x="6705" y="11742"/>
                    <a:pt x="2769" y="10208"/>
                    <a:pt x="868" y="8940"/>
                  </a:cubicBezTo>
                  <a:cubicBezTo>
                    <a:pt x="0" y="5838"/>
                    <a:pt x="667" y="2602"/>
                    <a:pt x="2902" y="140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A647AF07-18FD-9F53-5654-F74ACF53F080}"/>
              </a:ext>
            </a:extLst>
          </p:cNvPr>
          <p:cNvPicPr>
            <a:picLocks noChangeAspect="1"/>
          </p:cNvPicPr>
          <p:nvPr/>
        </p:nvPicPr>
        <p:blipFill>
          <a:blip r:embed="rId3"/>
          <a:stretch>
            <a:fillRect/>
          </a:stretch>
        </p:blipFill>
        <p:spPr>
          <a:xfrm>
            <a:off x="5947145" y="362062"/>
            <a:ext cx="1818545" cy="3800040"/>
          </a:xfrm>
          <a:prstGeom prst="rect">
            <a:avLst/>
          </a:prstGeom>
        </p:spPr>
      </p:pic>
      <p:grpSp>
        <p:nvGrpSpPr>
          <p:cNvPr id="6287" name="Google Shape;6287;p75"/>
          <p:cNvGrpSpPr/>
          <p:nvPr/>
        </p:nvGrpSpPr>
        <p:grpSpPr>
          <a:xfrm>
            <a:off x="7123409" y="307032"/>
            <a:ext cx="2259812" cy="5816796"/>
            <a:chOff x="6655599" y="456945"/>
            <a:chExt cx="2259812" cy="5816796"/>
          </a:xfrm>
        </p:grpSpPr>
        <p:grpSp>
          <p:nvGrpSpPr>
            <p:cNvPr id="6288" name="Google Shape;6288;p75"/>
            <p:cNvGrpSpPr/>
            <p:nvPr/>
          </p:nvGrpSpPr>
          <p:grpSpPr>
            <a:xfrm rot="10582589" flipH="1">
              <a:off x="6834069" y="511370"/>
              <a:ext cx="1902873" cy="5707945"/>
              <a:chOff x="4887175" y="20575"/>
              <a:chExt cx="1902875" cy="5707950"/>
            </a:xfrm>
          </p:grpSpPr>
          <p:sp>
            <p:nvSpPr>
              <p:cNvPr id="6289" name="Google Shape;6289;p75"/>
              <p:cNvSpPr/>
              <p:nvPr/>
            </p:nvSpPr>
            <p:spPr>
              <a:xfrm>
                <a:off x="5606675" y="2727400"/>
                <a:ext cx="10875" cy="58400"/>
              </a:xfrm>
              <a:custGeom>
                <a:avLst/>
                <a:gdLst/>
                <a:ahLst/>
                <a:cxnLst/>
                <a:rect l="l" t="t" r="r" b="b"/>
                <a:pathLst>
                  <a:path w="435" h="2336" extrusionOk="0">
                    <a:moveTo>
                      <a:pt x="134" y="0"/>
                    </a:moveTo>
                    <a:lnTo>
                      <a:pt x="0" y="2335"/>
                    </a:lnTo>
                    <a:cubicBezTo>
                      <a:pt x="401" y="1601"/>
                      <a:pt x="434" y="767"/>
                      <a:pt x="134"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75"/>
              <p:cNvSpPr/>
              <p:nvPr/>
            </p:nvSpPr>
            <p:spPr>
              <a:xfrm>
                <a:off x="5584150" y="2719300"/>
                <a:ext cx="59250" cy="85825"/>
              </a:xfrm>
              <a:custGeom>
                <a:avLst/>
                <a:gdLst/>
                <a:ahLst/>
                <a:cxnLst/>
                <a:rect l="l" t="t" r="r" b="b"/>
                <a:pathLst>
                  <a:path w="2370" h="3433" extrusionOk="0">
                    <a:moveTo>
                      <a:pt x="1106" y="1"/>
                    </a:moveTo>
                    <a:cubicBezTo>
                      <a:pt x="791" y="1"/>
                      <a:pt x="491" y="167"/>
                      <a:pt x="401" y="524"/>
                    </a:cubicBezTo>
                    <a:cubicBezTo>
                      <a:pt x="334" y="825"/>
                      <a:pt x="301" y="1125"/>
                      <a:pt x="234" y="1458"/>
                    </a:cubicBezTo>
                    <a:cubicBezTo>
                      <a:pt x="168" y="1825"/>
                      <a:pt x="1" y="2126"/>
                      <a:pt x="34" y="2492"/>
                    </a:cubicBezTo>
                    <a:cubicBezTo>
                      <a:pt x="57" y="3041"/>
                      <a:pt x="518" y="3432"/>
                      <a:pt x="1009" y="3432"/>
                    </a:cubicBezTo>
                    <a:cubicBezTo>
                      <a:pt x="1236" y="3432"/>
                      <a:pt x="1469" y="3349"/>
                      <a:pt x="1669" y="3160"/>
                    </a:cubicBezTo>
                    <a:cubicBezTo>
                      <a:pt x="2369" y="2492"/>
                      <a:pt x="2336" y="1125"/>
                      <a:pt x="1835" y="358"/>
                    </a:cubicBezTo>
                    <a:cubicBezTo>
                      <a:pt x="1665" y="125"/>
                      <a:pt x="1380" y="1"/>
                      <a:pt x="1106"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75"/>
              <p:cNvSpPr/>
              <p:nvPr/>
            </p:nvSpPr>
            <p:spPr>
              <a:xfrm>
                <a:off x="5076550" y="2553400"/>
                <a:ext cx="1609175" cy="1719875"/>
              </a:xfrm>
              <a:custGeom>
                <a:avLst/>
                <a:gdLst/>
                <a:ahLst/>
                <a:cxnLst/>
                <a:rect l="l" t="t" r="r" b="b"/>
                <a:pathLst>
                  <a:path w="64367" h="68795" extrusionOk="0">
                    <a:moveTo>
                      <a:pt x="2581" y="1"/>
                    </a:moveTo>
                    <a:cubicBezTo>
                      <a:pt x="2493" y="1"/>
                      <a:pt x="2425" y="103"/>
                      <a:pt x="2425" y="222"/>
                    </a:cubicBezTo>
                    <a:cubicBezTo>
                      <a:pt x="2492" y="1456"/>
                      <a:pt x="2992" y="2490"/>
                      <a:pt x="3693" y="3424"/>
                    </a:cubicBezTo>
                    <a:cubicBezTo>
                      <a:pt x="2659" y="2824"/>
                      <a:pt x="1625" y="2257"/>
                      <a:pt x="591" y="1723"/>
                    </a:cubicBezTo>
                    <a:cubicBezTo>
                      <a:pt x="540" y="1694"/>
                      <a:pt x="482" y="1681"/>
                      <a:pt x="424" y="1681"/>
                    </a:cubicBezTo>
                    <a:cubicBezTo>
                      <a:pt x="212" y="1681"/>
                      <a:pt x="0" y="1855"/>
                      <a:pt x="157" y="2090"/>
                    </a:cubicBezTo>
                    <a:cubicBezTo>
                      <a:pt x="1191" y="3791"/>
                      <a:pt x="3459" y="5326"/>
                      <a:pt x="5628" y="5326"/>
                    </a:cubicBezTo>
                    <a:cubicBezTo>
                      <a:pt x="6295" y="5960"/>
                      <a:pt x="7029" y="6493"/>
                      <a:pt x="7696" y="7060"/>
                    </a:cubicBezTo>
                    <a:cubicBezTo>
                      <a:pt x="10398" y="9162"/>
                      <a:pt x="13200" y="11263"/>
                      <a:pt x="16302" y="12798"/>
                    </a:cubicBezTo>
                    <a:cubicBezTo>
                      <a:pt x="18971" y="14132"/>
                      <a:pt x="21739" y="15166"/>
                      <a:pt x="24474" y="16434"/>
                    </a:cubicBezTo>
                    <a:cubicBezTo>
                      <a:pt x="27343" y="17768"/>
                      <a:pt x="30078" y="19469"/>
                      <a:pt x="32747" y="21237"/>
                    </a:cubicBezTo>
                    <a:cubicBezTo>
                      <a:pt x="32914" y="21304"/>
                      <a:pt x="33047" y="21437"/>
                      <a:pt x="33214" y="21504"/>
                    </a:cubicBezTo>
                    <a:cubicBezTo>
                      <a:pt x="32480" y="21671"/>
                      <a:pt x="31813" y="22071"/>
                      <a:pt x="31079" y="22271"/>
                    </a:cubicBezTo>
                    <a:cubicBezTo>
                      <a:pt x="30045" y="22571"/>
                      <a:pt x="29011" y="22805"/>
                      <a:pt x="27910" y="23005"/>
                    </a:cubicBezTo>
                    <a:cubicBezTo>
                      <a:pt x="26925" y="23193"/>
                      <a:pt x="25903" y="23336"/>
                      <a:pt x="24889" y="23336"/>
                    </a:cubicBezTo>
                    <a:cubicBezTo>
                      <a:pt x="23741" y="23336"/>
                      <a:pt x="22602" y="23152"/>
                      <a:pt x="21539" y="22638"/>
                    </a:cubicBezTo>
                    <a:cubicBezTo>
                      <a:pt x="18804" y="21304"/>
                      <a:pt x="16902" y="18602"/>
                      <a:pt x="13733" y="18102"/>
                    </a:cubicBezTo>
                    <a:cubicBezTo>
                      <a:pt x="13721" y="18100"/>
                      <a:pt x="13709" y="18100"/>
                      <a:pt x="13697" y="18100"/>
                    </a:cubicBezTo>
                    <a:cubicBezTo>
                      <a:pt x="13386" y="18100"/>
                      <a:pt x="13207" y="18510"/>
                      <a:pt x="13400" y="18735"/>
                    </a:cubicBezTo>
                    <a:cubicBezTo>
                      <a:pt x="16369" y="21738"/>
                      <a:pt x="19638" y="24906"/>
                      <a:pt x="23974" y="25674"/>
                    </a:cubicBezTo>
                    <a:cubicBezTo>
                      <a:pt x="25158" y="25907"/>
                      <a:pt x="26376" y="25991"/>
                      <a:pt x="27593" y="25991"/>
                    </a:cubicBezTo>
                    <a:cubicBezTo>
                      <a:pt x="28811" y="25991"/>
                      <a:pt x="30028" y="25907"/>
                      <a:pt x="31213" y="25807"/>
                    </a:cubicBezTo>
                    <a:cubicBezTo>
                      <a:pt x="33414" y="25607"/>
                      <a:pt x="35683" y="25240"/>
                      <a:pt x="37817" y="24573"/>
                    </a:cubicBezTo>
                    <a:cubicBezTo>
                      <a:pt x="41253" y="27008"/>
                      <a:pt x="44656" y="29677"/>
                      <a:pt x="47391" y="32845"/>
                    </a:cubicBezTo>
                    <a:cubicBezTo>
                      <a:pt x="51427" y="37482"/>
                      <a:pt x="54162" y="43186"/>
                      <a:pt x="55997" y="49024"/>
                    </a:cubicBezTo>
                    <a:cubicBezTo>
                      <a:pt x="57998" y="55462"/>
                      <a:pt x="58866" y="62100"/>
                      <a:pt x="60167" y="68671"/>
                    </a:cubicBezTo>
                    <a:cubicBezTo>
                      <a:pt x="60181" y="68758"/>
                      <a:pt x="60233" y="68795"/>
                      <a:pt x="60288" y="68795"/>
                    </a:cubicBezTo>
                    <a:cubicBezTo>
                      <a:pt x="60359" y="68795"/>
                      <a:pt x="60434" y="68732"/>
                      <a:pt x="60434" y="68638"/>
                    </a:cubicBezTo>
                    <a:cubicBezTo>
                      <a:pt x="60434" y="68504"/>
                      <a:pt x="60400" y="68438"/>
                      <a:pt x="60400" y="68304"/>
                    </a:cubicBezTo>
                    <a:lnTo>
                      <a:pt x="64036" y="56629"/>
                    </a:lnTo>
                    <a:cubicBezTo>
                      <a:pt x="64050" y="56633"/>
                      <a:pt x="64065" y="56634"/>
                      <a:pt x="64080" y="56634"/>
                    </a:cubicBezTo>
                    <a:cubicBezTo>
                      <a:pt x="64209" y="56634"/>
                      <a:pt x="64366" y="56512"/>
                      <a:pt x="64336" y="56362"/>
                    </a:cubicBezTo>
                    <a:cubicBezTo>
                      <a:pt x="63502" y="50458"/>
                      <a:pt x="61434" y="44521"/>
                      <a:pt x="58699" y="39183"/>
                    </a:cubicBezTo>
                    <a:cubicBezTo>
                      <a:pt x="56264" y="34480"/>
                      <a:pt x="53095" y="30244"/>
                      <a:pt x="48825" y="27075"/>
                    </a:cubicBezTo>
                    <a:cubicBezTo>
                      <a:pt x="46357" y="25207"/>
                      <a:pt x="43688" y="23639"/>
                      <a:pt x="41053" y="22004"/>
                    </a:cubicBezTo>
                    <a:cubicBezTo>
                      <a:pt x="38585" y="20437"/>
                      <a:pt x="36150" y="18869"/>
                      <a:pt x="33581" y="17468"/>
                    </a:cubicBezTo>
                    <a:cubicBezTo>
                      <a:pt x="30012" y="15466"/>
                      <a:pt x="26342" y="13665"/>
                      <a:pt x="22573" y="12097"/>
                    </a:cubicBezTo>
                    <a:cubicBezTo>
                      <a:pt x="22473" y="11597"/>
                      <a:pt x="22340" y="11097"/>
                      <a:pt x="22173" y="10630"/>
                    </a:cubicBezTo>
                    <a:cubicBezTo>
                      <a:pt x="21639" y="9095"/>
                      <a:pt x="20839" y="7727"/>
                      <a:pt x="19538" y="6660"/>
                    </a:cubicBezTo>
                    <a:cubicBezTo>
                      <a:pt x="19487" y="6624"/>
                      <a:pt x="19433" y="6608"/>
                      <a:pt x="19380" y="6608"/>
                    </a:cubicBezTo>
                    <a:cubicBezTo>
                      <a:pt x="19189" y="6608"/>
                      <a:pt x="19011" y="6811"/>
                      <a:pt x="19037" y="6994"/>
                    </a:cubicBezTo>
                    <a:cubicBezTo>
                      <a:pt x="19304" y="8428"/>
                      <a:pt x="19704" y="9796"/>
                      <a:pt x="20205" y="11130"/>
                    </a:cubicBezTo>
                    <a:cubicBezTo>
                      <a:pt x="19337" y="10763"/>
                      <a:pt x="18403" y="10429"/>
                      <a:pt x="17536" y="10096"/>
                    </a:cubicBezTo>
                    <a:cubicBezTo>
                      <a:pt x="14701" y="9062"/>
                      <a:pt x="11999" y="7794"/>
                      <a:pt x="9530" y="5993"/>
                    </a:cubicBezTo>
                    <a:cubicBezTo>
                      <a:pt x="7062" y="4225"/>
                      <a:pt x="4860" y="2157"/>
                      <a:pt x="2692" y="55"/>
                    </a:cubicBezTo>
                    <a:cubicBezTo>
                      <a:pt x="2654" y="17"/>
                      <a:pt x="2616" y="1"/>
                      <a:pt x="2581"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75"/>
              <p:cNvSpPr/>
              <p:nvPr/>
            </p:nvSpPr>
            <p:spPr>
              <a:xfrm>
                <a:off x="5588325" y="2509750"/>
                <a:ext cx="100925" cy="239350"/>
              </a:xfrm>
              <a:custGeom>
                <a:avLst/>
                <a:gdLst/>
                <a:ahLst/>
                <a:cxnLst/>
                <a:rect l="l" t="t" r="r" b="b"/>
                <a:pathLst>
                  <a:path w="4037" h="9574" extrusionOk="0">
                    <a:moveTo>
                      <a:pt x="3536" y="0"/>
                    </a:moveTo>
                    <a:lnTo>
                      <a:pt x="3536" y="0"/>
                    </a:lnTo>
                    <a:cubicBezTo>
                      <a:pt x="1068" y="2368"/>
                      <a:pt x="1" y="6171"/>
                      <a:pt x="835" y="9540"/>
                    </a:cubicBezTo>
                    <a:lnTo>
                      <a:pt x="1068" y="9574"/>
                    </a:lnTo>
                    <a:cubicBezTo>
                      <a:pt x="2236" y="9407"/>
                      <a:pt x="3203" y="8406"/>
                      <a:pt x="3637" y="7305"/>
                    </a:cubicBezTo>
                    <a:cubicBezTo>
                      <a:pt x="4037" y="6138"/>
                      <a:pt x="4003" y="4870"/>
                      <a:pt x="3870" y="3669"/>
                    </a:cubicBezTo>
                    <a:cubicBezTo>
                      <a:pt x="3737" y="2468"/>
                      <a:pt x="3503" y="1234"/>
                      <a:pt x="35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75"/>
              <p:cNvSpPr/>
              <p:nvPr/>
            </p:nvSpPr>
            <p:spPr>
              <a:xfrm>
                <a:off x="5575825" y="2500200"/>
                <a:ext cx="129550" cy="255325"/>
              </a:xfrm>
              <a:custGeom>
                <a:avLst/>
                <a:gdLst/>
                <a:ahLst/>
                <a:cxnLst/>
                <a:rect l="l" t="t" r="r" b="b"/>
                <a:pathLst>
                  <a:path w="5182" h="10213" extrusionOk="0">
                    <a:moveTo>
                      <a:pt x="3755" y="1114"/>
                    </a:moveTo>
                    <a:lnTo>
                      <a:pt x="3755" y="1114"/>
                    </a:lnTo>
                    <a:cubicBezTo>
                      <a:pt x="3933" y="4354"/>
                      <a:pt x="5182" y="8092"/>
                      <a:pt x="1672" y="9823"/>
                    </a:cubicBezTo>
                    <a:lnTo>
                      <a:pt x="1672" y="9823"/>
                    </a:lnTo>
                    <a:cubicBezTo>
                      <a:pt x="1671" y="9812"/>
                      <a:pt x="1670" y="9801"/>
                      <a:pt x="1668" y="9789"/>
                    </a:cubicBezTo>
                    <a:cubicBezTo>
                      <a:pt x="1171" y="6622"/>
                      <a:pt x="1715" y="3542"/>
                      <a:pt x="3755" y="1114"/>
                    </a:cubicBezTo>
                    <a:close/>
                    <a:moveTo>
                      <a:pt x="4055" y="1"/>
                    </a:moveTo>
                    <a:cubicBezTo>
                      <a:pt x="3991" y="1"/>
                      <a:pt x="3926" y="25"/>
                      <a:pt x="3870" y="82"/>
                    </a:cubicBezTo>
                    <a:cubicBezTo>
                      <a:pt x="1401" y="2550"/>
                      <a:pt x="0" y="6420"/>
                      <a:pt x="1001" y="9922"/>
                    </a:cubicBezTo>
                    <a:cubicBezTo>
                      <a:pt x="1058" y="10123"/>
                      <a:pt x="1202" y="10213"/>
                      <a:pt x="1342" y="10213"/>
                    </a:cubicBezTo>
                    <a:cubicBezTo>
                      <a:pt x="1484" y="10213"/>
                      <a:pt x="1623" y="10120"/>
                      <a:pt x="1662" y="9956"/>
                    </a:cubicBezTo>
                    <a:lnTo>
                      <a:pt x="1662" y="9956"/>
                    </a:lnTo>
                    <a:cubicBezTo>
                      <a:pt x="3197" y="9950"/>
                      <a:pt x="4241" y="8470"/>
                      <a:pt x="4570" y="7087"/>
                    </a:cubicBezTo>
                    <a:cubicBezTo>
                      <a:pt x="5071" y="4885"/>
                      <a:pt x="4337" y="2584"/>
                      <a:pt x="4370" y="349"/>
                    </a:cubicBezTo>
                    <a:cubicBezTo>
                      <a:pt x="4370" y="157"/>
                      <a:pt x="4216" y="1"/>
                      <a:pt x="40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4" name="Google Shape;6294;p75"/>
              <p:cNvSpPr/>
              <p:nvPr/>
            </p:nvSpPr>
            <p:spPr>
              <a:xfrm>
                <a:off x="5603750" y="2529775"/>
                <a:ext cx="63525" cy="226600"/>
              </a:xfrm>
              <a:custGeom>
                <a:avLst/>
                <a:gdLst/>
                <a:ahLst/>
                <a:cxnLst/>
                <a:rect l="l" t="t" r="r" b="b"/>
                <a:pathLst>
                  <a:path w="2541" h="9064" extrusionOk="0">
                    <a:moveTo>
                      <a:pt x="2326" y="1"/>
                    </a:moveTo>
                    <a:cubicBezTo>
                      <a:pt x="2275" y="1"/>
                      <a:pt x="2231" y="30"/>
                      <a:pt x="2219" y="100"/>
                    </a:cubicBezTo>
                    <a:cubicBezTo>
                      <a:pt x="1785" y="1401"/>
                      <a:pt x="1852" y="2835"/>
                      <a:pt x="1585" y="4169"/>
                    </a:cubicBezTo>
                    <a:cubicBezTo>
                      <a:pt x="1285" y="5737"/>
                      <a:pt x="751" y="7338"/>
                      <a:pt x="84" y="8839"/>
                    </a:cubicBezTo>
                    <a:cubicBezTo>
                      <a:pt x="1" y="8964"/>
                      <a:pt x="99" y="9063"/>
                      <a:pt x="210" y="9063"/>
                    </a:cubicBezTo>
                    <a:cubicBezTo>
                      <a:pt x="276" y="9063"/>
                      <a:pt x="347" y="9027"/>
                      <a:pt x="384" y="8939"/>
                    </a:cubicBezTo>
                    <a:cubicBezTo>
                      <a:pt x="985" y="7572"/>
                      <a:pt x="1485" y="6104"/>
                      <a:pt x="1819" y="4603"/>
                    </a:cubicBezTo>
                    <a:cubicBezTo>
                      <a:pt x="2119" y="3202"/>
                      <a:pt x="2052" y="1601"/>
                      <a:pt x="2519" y="233"/>
                    </a:cubicBezTo>
                    <a:cubicBezTo>
                      <a:pt x="2541" y="103"/>
                      <a:pt x="2421" y="1"/>
                      <a:pt x="23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5" name="Google Shape;6295;p75"/>
              <p:cNvSpPr/>
              <p:nvPr/>
            </p:nvSpPr>
            <p:spPr>
              <a:xfrm>
                <a:off x="5611475" y="2702100"/>
                <a:ext cx="51375" cy="29750"/>
              </a:xfrm>
              <a:custGeom>
                <a:avLst/>
                <a:gdLst/>
                <a:ahLst/>
                <a:cxnLst/>
                <a:rect l="l" t="t" r="r" b="b"/>
                <a:pathLst>
                  <a:path w="2055" h="1190" extrusionOk="0">
                    <a:moveTo>
                      <a:pt x="1797" y="1"/>
                    </a:moveTo>
                    <a:cubicBezTo>
                      <a:pt x="1780" y="1"/>
                      <a:pt x="1761" y="4"/>
                      <a:pt x="1743" y="12"/>
                    </a:cubicBezTo>
                    <a:cubicBezTo>
                      <a:pt x="1243" y="345"/>
                      <a:pt x="742" y="645"/>
                      <a:pt x="209" y="879"/>
                    </a:cubicBezTo>
                    <a:cubicBezTo>
                      <a:pt x="1" y="968"/>
                      <a:pt x="84" y="1190"/>
                      <a:pt x="246" y="1190"/>
                    </a:cubicBezTo>
                    <a:cubicBezTo>
                      <a:pt x="266" y="1190"/>
                      <a:pt x="287" y="1186"/>
                      <a:pt x="309" y="1179"/>
                    </a:cubicBezTo>
                    <a:cubicBezTo>
                      <a:pt x="876" y="946"/>
                      <a:pt x="1376" y="645"/>
                      <a:pt x="1877" y="312"/>
                    </a:cubicBezTo>
                    <a:cubicBezTo>
                      <a:pt x="2055" y="223"/>
                      <a:pt x="1942" y="1"/>
                      <a:pt x="17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75"/>
              <p:cNvSpPr/>
              <p:nvPr/>
            </p:nvSpPr>
            <p:spPr>
              <a:xfrm>
                <a:off x="5599000" y="2679575"/>
                <a:ext cx="24875" cy="51550"/>
              </a:xfrm>
              <a:custGeom>
                <a:avLst/>
                <a:gdLst/>
                <a:ahLst/>
                <a:cxnLst/>
                <a:rect l="l" t="t" r="r" b="b"/>
                <a:pathLst>
                  <a:path w="995" h="2062" extrusionOk="0">
                    <a:moveTo>
                      <a:pt x="212" y="1"/>
                    </a:moveTo>
                    <a:cubicBezTo>
                      <a:pt x="107" y="1"/>
                      <a:pt x="0" y="78"/>
                      <a:pt x="41" y="179"/>
                    </a:cubicBezTo>
                    <a:cubicBezTo>
                      <a:pt x="107" y="846"/>
                      <a:pt x="307" y="1413"/>
                      <a:pt x="608" y="1947"/>
                    </a:cubicBezTo>
                    <a:cubicBezTo>
                      <a:pt x="643" y="2029"/>
                      <a:pt x="708" y="2062"/>
                      <a:pt x="771" y="2062"/>
                    </a:cubicBezTo>
                    <a:cubicBezTo>
                      <a:pt x="886" y="2062"/>
                      <a:pt x="994" y="1954"/>
                      <a:pt x="908" y="1847"/>
                    </a:cubicBezTo>
                    <a:cubicBezTo>
                      <a:pt x="608" y="1279"/>
                      <a:pt x="441" y="712"/>
                      <a:pt x="374" y="112"/>
                    </a:cubicBezTo>
                    <a:cubicBezTo>
                      <a:pt x="348" y="33"/>
                      <a:pt x="280" y="1"/>
                      <a:pt x="2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75"/>
              <p:cNvSpPr/>
              <p:nvPr/>
            </p:nvSpPr>
            <p:spPr>
              <a:xfrm>
                <a:off x="5631575" y="2642550"/>
                <a:ext cx="47800" cy="27825"/>
              </a:xfrm>
              <a:custGeom>
                <a:avLst/>
                <a:gdLst/>
                <a:ahLst/>
                <a:cxnLst/>
                <a:rect l="l" t="t" r="r" b="b"/>
                <a:pathLst>
                  <a:path w="1912" h="1113" extrusionOk="0">
                    <a:moveTo>
                      <a:pt x="1659" y="1"/>
                    </a:moveTo>
                    <a:cubicBezTo>
                      <a:pt x="1631" y="1"/>
                      <a:pt x="1601" y="8"/>
                      <a:pt x="1573" y="25"/>
                    </a:cubicBezTo>
                    <a:cubicBezTo>
                      <a:pt x="1106" y="325"/>
                      <a:pt x="639" y="559"/>
                      <a:pt x="172" y="826"/>
                    </a:cubicBezTo>
                    <a:cubicBezTo>
                      <a:pt x="0" y="883"/>
                      <a:pt x="74" y="1113"/>
                      <a:pt x="226" y="1113"/>
                    </a:cubicBezTo>
                    <a:cubicBezTo>
                      <a:pt x="250" y="1113"/>
                      <a:pt x="277" y="1107"/>
                      <a:pt x="305" y="1093"/>
                    </a:cubicBezTo>
                    <a:cubicBezTo>
                      <a:pt x="839" y="859"/>
                      <a:pt x="1306" y="592"/>
                      <a:pt x="1773" y="259"/>
                    </a:cubicBezTo>
                    <a:cubicBezTo>
                      <a:pt x="1912" y="176"/>
                      <a:pt x="1797" y="1"/>
                      <a:pt x="16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8" name="Google Shape;6298;p75"/>
              <p:cNvSpPr/>
              <p:nvPr/>
            </p:nvSpPr>
            <p:spPr>
              <a:xfrm>
                <a:off x="5617875" y="2626125"/>
                <a:ext cx="25750" cy="42675"/>
              </a:xfrm>
              <a:custGeom>
                <a:avLst/>
                <a:gdLst/>
                <a:ahLst/>
                <a:cxnLst/>
                <a:rect l="l" t="t" r="r" b="b"/>
                <a:pathLst>
                  <a:path w="1030" h="1707" extrusionOk="0">
                    <a:moveTo>
                      <a:pt x="190" y="0"/>
                    </a:moveTo>
                    <a:cubicBezTo>
                      <a:pt x="96" y="0"/>
                      <a:pt x="1" y="70"/>
                      <a:pt x="19" y="182"/>
                    </a:cubicBezTo>
                    <a:cubicBezTo>
                      <a:pt x="153" y="716"/>
                      <a:pt x="353" y="1183"/>
                      <a:pt x="687" y="1650"/>
                    </a:cubicBezTo>
                    <a:cubicBezTo>
                      <a:pt x="719" y="1690"/>
                      <a:pt x="757" y="1707"/>
                      <a:pt x="795" y="1707"/>
                    </a:cubicBezTo>
                    <a:cubicBezTo>
                      <a:pt x="914" y="1707"/>
                      <a:pt x="1029" y="1542"/>
                      <a:pt x="953" y="1416"/>
                    </a:cubicBezTo>
                    <a:cubicBezTo>
                      <a:pt x="653" y="1049"/>
                      <a:pt x="486" y="582"/>
                      <a:pt x="353" y="148"/>
                    </a:cubicBezTo>
                    <a:cubicBezTo>
                      <a:pt x="338" y="45"/>
                      <a:pt x="264" y="0"/>
                      <a:pt x="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9" name="Google Shape;6299;p75"/>
              <p:cNvSpPr/>
              <p:nvPr/>
            </p:nvSpPr>
            <p:spPr>
              <a:xfrm>
                <a:off x="5647350" y="2585850"/>
                <a:ext cx="33000" cy="21950"/>
              </a:xfrm>
              <a:custGeom>
                <a:avLst/>
                <a:gdLst/>
                <a:ahLst/>
                <a:cxnLst/>
                <a:rect l="l" t="t" r="r" b="b"/>
                <a:pathLst>
                  <a:path w="1320" h="878" extrusionOk="0">
                    <a:moveTo>
                      <a:pt x="1099" y="1"/>
                    </a:moveTo>
                    <a:cubicBezTo>
                      <a:pt x="1079" y="1"/>
                      <a:pt x="1059" y="8"/>
                      <a:pt x="1042" y="25"/>
                    </a:cubicBezTo>
                    <a:cubicBezTo>
                      <a:pt x="809" y="258"/>
                      <a:pt x="508" y="425"/>
                      <a:pt x="175" y="525"/>
                    </a:cubicBezTo>
                    <a:cubicBezTo>
                      <a:pt x="0" y="613"/>
                      <a:pt x="3" y="877"/>
                      <a:pt x="140" y="877"/>
                    </a:cubicBezTo>
                    <a:cubicBezTo>
                      <a:pt x="160" y="877"/>
                      <a:pt x="183" y="872"/>
                      <a:pt x="208" y="859"/>
                    </a:cubicBezTo>
                    <a:cubicBezTo>
                      <a:pt x="608" y="759"/>
                      <a:pt x="942" y="592"/>
                      <a:pt x="1209" y="292"/>
                    </a:cubicBezTo>
                    <a:cubicBezTo>
                      <a:pt x="1320" y="181"/>
                      <a:pt x="1200" y="1"/>
                      <a:pt x="10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0" name="Google Shape;6300;p75"/>
              <p:cNvSpPr/>
              <p:nvPr/>
            </p:nvSpPr>
            <p:spPr>
              <a:xfrm>
                <a:off x="5632500" y="2582525"/>
                <a:ext cx="22300" cy="25550"/>
              </a:xfrm>
              <a:custGeom>
                <a:avLst/>
                <a:gdLst/>
                <a:ahLst/>
                <a:cxnLst/>
                <a:rect l="l" t="t" r="r" b="b"/>
                <a:pathLst>
                  <a:path w="892" h="1022" extrusionOk="0">
                    <a:moveTo>
                      <a:pt x="231" y="1"/>
                    </a:moveTo>
                    <a:cubicBezTo>
                      <a:pt x="118" y="1"/>
                      <a:pt x="0" y="122"/>
                      <a:pt x="68" y="258"/>
                    </a:cubicBezTo>
                    <a:cubicBezTo>
                      <a:pt x="135" y="491"/>
                      <a:pt x="302" y="758"/>
                      <a:pt x="535" y="958"/>
                    </a:cubicBezTo>
                    <a:cubicBezTo>
                      <a:pt x="580" y="1003"/>
                      <a:pt x="629" y="1021"/>
                      <a:pt x="674" y="1021"/>
                    </a:cubicBezTo>
                    <a:cubicBezTo>
                      <a:pt x="798" y="1021"/>
                      <a:pt x="891" y="881"/>
                      <a:pt x="769" y="758"/>
                    </a:cubicBezTo>
                    <a:cubicBezTo>
                      <a:pt x="602" y="558"/>
                      <a:pt x="435" y="325"/>
                      <a:pt x="368" y="91"/>
                    </a:cubicBezTo>
                    <a:cubicBezTo>
                      <a:pt x="337" y="27"/>
                      <a:pt x="284" y="1"/>
                      <a:pt x="2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1" name="Google Shape;6301;p75"/>
              <p:cNvSpPr/>
              <p:nvPr/>
            </p:nvSpPr>
            <p:spPr>
              <a:xfrm>
                <a:off x="5349000" y="2631500"/>
                <a:ext cx="206825" cy="154975"/>
              </a:xfrm>
              <a:custGeom>
                <a:avLst/>
                <a:gdLst/>
                <a:ahLst/>
                <a:cxnLst/>
                <a:rect l="l" t="t" r="r" b="b"/>
                <a:pathLst>
                  <a:path w="8273" h="6199" extrusionOk="0">
                    <a:moveTo>
                      <a:pt x="0" y="0"/>
                    </a:moveTo>
                    <a:lnTo>
                      <a:pt x="0" y="0"/>
                    </a:lnTo>
                    <a:cubicBezTo>
                      <a:pt x="834" y="934"/>
                      <a:pt x="1468" y="2002"/>
                      <a:pt x="2135" y="3002"/>
                    </a:cubicBezTo>
                    <a:cubicBezTo>
                      <a:pt x="2869" y="4036"/>
                      <a:pt x="3636" y="5004"/>
                      <a:pt x="4703" y="5638"/>
                    </a:cubicBezTo>
                    <a:cubicBezTo>
                      <a:pt x="5279" y="5990"/>
                      <a:pt x="5958" y="6199"/>
                      <a:pt x="6620" y="6199"/>
                    </a:cubicBezTo>
                    <a:cubicBezTo>
                      <a:pt x="7147" y="6199"/>
                      <a:pt x="7662" y="6067"/>
                      <a:pt x="8106" y="5771"/>
                    </a:cubicBezTo>
                    <a:lnTo>
                      <a:pt x="8273" y="5471"/>
                    </a:lnTo>
                    <a:cubicBezTo>
                      <a:pt x="6672" y="2369"/>
                      <a:pt x="3436" y="20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2" name="Google Shape;6302;p75"/>
              <p:cNvSpPr/>
              <p:nvPr/>
            </p:nvSpPr>
            <p:spPr>
              <a:xfrm>
                <a:off x="5340125" y="2625475"/>
                <a:ext cx="226000" cy="166500"/>
              </a:xfrm>
              <a:custGeom>
                <a:avLst/>
                <a:gdLst/>
                <a:ahLst/>
                <a:cxnLst/>
                <a:rect l="l" t="t" r="r" b="b"/>
                <a:pathLst>
                  <a:path w="9040" h="6660" extrusionOk="0">
                    <a:moveTo>
                      <a:pt x="1057" y="699"/>
                    </a:moveTo>
                    <a:lnTo>
                      <a:pt x="1057" y="699"/>
                    </a:lnTo>
                    <a:cubicBezTo>
                      <a:pt x="4196" y="1212"/>
                      <a:pt x="6590" y="3219"/>
                      <a:pt x="8294" y="5945"/>
                    </a:cubicBezTo>
                    <a:cubicBezTo>
                      <a:pt x="8295" y="5946"/>
                      <a:pt x="8295" y="5946"/>
                      <a:pt x="8295" y="5947"/>
                    </a:cubicBezTo>
                    <a:lnTo>
                      <a:pt x="8295" y="5947"/>
                    </a:lnTo>
                    <a:cubicBezTo>
                      <a:pt x="7867" y="6056"/>
                      <a:pt x="7468" y="6106"/>
                      <a:pt x="7095" y="6106"/>
                    </a:cubicBezTo>
                    <a:cubicBezTo>
                      <a:pt x="4167" y="6106"/>
                      <a:pt x="2806" y="3014"/>
                      <a:pt x="1057" y="699"/>
                    </a:cubicBezTo>
                    <a:close/>
                    <a:moveTo>
                      <a:pt x="324" y="0"/>
                    </a:moveTo>
                    <a:cubicBezTo>
                      <a:pt x="75" y="0"/>
                      <a:pt x="1" y="356"/>
                      <a:pt x="155" y="541"/>
                    </a:cubicBezTo>
                    <a:cubicBezTo>
                      <a:pt x="1656" y="2209"/>
                      <a:pt x="2557" y="4444"/>
                      <a:pt x="4425" y="5778"/>
                    </a:cubicBezTo>
                    <a:cubicBezTo>
                      <a:pt x="5126" y="6279"/>
                      <a:pt x="6056" y="6660"/>
                      <a:pt x="6940" y="6660"/>
                    </a:cubicBezTo>
                    <a:cubicBezTo>
                      <a:pt x="7503" y="6660"/>
                      <a:pt x="8048" y="6505"/>
                      <a:pt x="8503" y="6129"/>
                    </a:cubicBezTo>
                    <a:lnTo>
                      <a:pt x="8503" y="6129"/>
                    </a:lnTo>
                    <a:cubicBezTo>
                      <a:pt x="8538" y="6142"/>
                      <a:pt x="8575" y="6148"/>
                      <a:pt x="8611" y="6148"/>
                    </a:cubicBezTo>
                    <a:cubicBezTo>
                      <a:pt x="8837" y="6148"/>
                      <a:pt x="9040" y="5902"/>
                      <a:pt x="8928" y="5612"/>
                    </a:cubicBezTo>
                    <a:cubicBezTo>
                      <a:pt x="7427" y="2343"/>
                      <a:pt x="3791" y="241"/>
                      <a:pt x="388" y="8"/>
                    </a:cubicBezTo>
                    <a:cubicBezTo>
                      <a:pt x="366" y="3"/>
                      <a:pt x="344" y="0"/>
                      <a:pt x="3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75"/>
              <p:cNvSpPr/>
              <p:nvPr/>
            </p:nvSpPr>
            <p:spPr>
              <a:xfrm>
                <a:off x="5369600" y="2637650"/>
                <a:ext cx="194700" cy="140300"/>
              </a:xfrm>
              <a:custGeom>
                <a:avLst/>
                <a:gdLst/>
                <a:ahLst/>
                <a:cxnLst/>
                <a:rect l="l" t="t" r="r" b="b"/>
                <a:pathLst>
                  <a:path w="7788" h="5612" extrusionOk="0">
                    <a:moveTo>
                      <a:pt x="241" y="1"/>
                    </a:moveTo>
                    <a:cubicBezTo>
                      <a:pt x="103" y="1"/>
                      <a:pt x="0" y="231"/>
                      <a:pt x="143" y="288"/>
                    </a:cubicBezTo>
                    <a:cubicBezTo>
                      <a:pt x="1411" y="1055"/>
                      <a:pt x="2378" y="2289"/>
                      <a:pt x="3546" y="3223"/>
                    </a:cubicBezTo>
                    <a:cubicBezTo>
                      <a:pt x="4747" y="4124"/>
                      <a:pt x="6081" y="4925"/>
                      <a:pt x="7449" y="5592"/>
                    </a:cubicBezTo>
                    <a:cubicBezTo>
                      <a:pt x="7477" y="5606"/>
                      <a:pt x="7504" y="5612"/>
                      <a:pt x="7530" y="5612"/>
                    </a:cubicBezTo>
                    <a:cubicBezTo>
                      <a:pt x="7688" y="5612"/>
                      <a:pt x="7788" y="5378"/>
                      <a:pt x="7615" y="5291"/>
                    </a:cubicBezTo>
                    <a:cubicBezTo>
                      <a:pt x="6114" y="4591"/>
                      <a:pt x="4713" y="3757"/>
                      <a:pt x="3412" y="2723"/>
                    </a:cubicBezTo>
                    <a:cubicBezTo>
                      <a:pt x="2312" y="1889"/>
                      <a:pt x="1444" y="755"/>
                      <a:pt x="310" y="21"/>
                    </a:cubicBezTo>
                    <a:cubicBezTo>
                      <a:pt x="287" y="7"/>
                      <a:pt x="263" y="1"/>
                      <a:pt x="2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75"/>
              <p:cNvSpPr/>
              <p:nvPr/>
            </p:nvSpPr>
            <p:spPr>
              <a:xfrm>
                <a:off x="5486025" y="2755550"/>
                <a:ext cx="56050" cy="17800"/>
              </a:xfrm>
              <a:custGeom>
                <a:avLst/>
                <a:gdLst/>
                <a:ahLst/>
                <a:cxnLst/>
                <a:rect l="l" t="t" r="r" b="b"/>
                <a:pathLst>
                  <a:path w="2242" h="712" extrusionOk="0">
                    <a:moveTo>
                      <a:pt x="2005" y="0"/>
                    </a:moveTo>
                    <a:cubicBezTo>
                      <a:pt x="1990" y="0"/>
                      <a:pt x="1974" y="3"/>
                      <a:pt x="1958" y="8"/>
                    </a:cubicBezTo>
                    <a:cubicBezTo>
                      <a:pt x="1391" y="175"/>
                      <a:pt x="790" y="275"/>
                      <a:pt x="223" y="375"/>
                    </a:cubicBezTo>
                    <a:cubicBezTo>
                      <a:pt x="1" y="407"/>
                      <a:pt x="81" y="711"/>
                      <a:pt x="262" y="711"/>
                    </a:cubicBezTo>
                    <a:cubicBezTo>
                      <a:pt x="271" y="711"/>
                      <a:pt x="280" y="711"/>
                      <a:pt x="290" y="709"/>
                    </a:cubicBezTo>
                    <a:cubicBezTo>
                      <a:pt x="890" y="642"/>
                      <a:pt x="1457" y="509"/>
                      <a:pt x="2058" y="342"/>
                    </a:cubicBezTo>
                    <a:cubicBezTo>
                      <a:pt x="2241" y="311"/>
                      <a:pt x="2172" y="0"/>
                      <a:pt x="20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5" name="Google Shape;6305;p75"/>
              <p:cNvSpPr/>
              <p:nvPr/>
            </p:nvSpPr>
            <p:spPr>
              <a:xfrm>
                <a:off x="5511825" y="2713825"/>
                <a:ext cx="27800" cy="49975"/>
              </a:xfrm>
              <a:custGeom>
                <a:avLst/>
                <a:gdLst/>
                <a:ahLst/>
                <a:cxnLst/>
                <a:rect l="l" t="t" r="r" b="b"/>
                <a:pathLst>
                  <a:path w="1112" h="1999" extrusionOk="0">
                    <a:moveTo>
                      <a:pt x="234" y="1"/>
                    </a:moveTo>
                    <a:cubicBezTo>
                      <a:pt x="112" y="1"/>
                      <a:pt x="1" y="106"/>
                      <a:pt x="92" y="243"/>
                    </a:cubicBezTo>
                    <a:cubicBezTo>
                      <a:pt x="425" y="743"/>
                      <a:pt x="692" y="1310"/>
                      <a:pt x="759" y="1878"/>
                    </a:cubicBezTo>
                    <a:cubicBezTo>
                      <a:pt x="773" y="1961"/>
                      <a:pt x="840" y="1998"/>
                      <a:pt x="910" y="1998"/>
                    </a:cubicBezTo>
                    <a:cubicBezTo>
                      <a:pt x="1007" y="1998"/>
                      <a:pt x="1112" y="1927"/>
                      <a:pt x="1093" y="1811"/>
                    </a:cubicBezTo>
                    <a:cubicBezTo>
                      <a:pt x="959" y="1177"/>
                      <a:pt x="726" y="577"/>
                      <a:pt x="392" y="76"/>
                    </a:cubicBezTo>
                    <a:cubicBezTo>
                      <a:pt x="350" y="23"/>
                      <a:pt x="291"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6" name="Google Shape;6306;p75"/>
              <p:cNvSpPr/>
              <p:nvPr/>
            </p:nvSpPr>
            <p:spPr>
              <a:xfrm>
                <a:off x="5434875" y="2723175"/>
                <a:ext cx="52300" cy="15925"/>
              </a:xfrm>
              <a:custGeom>
                <a:avLst/>
                <a:gdLst/>
                <a:ahLst/>
                <a:cxnLst/>
                <a:rect l="l" t="t" r="r" b="b"/>
                <a:pathLst>
                  <a:path w="2092" h="637" extrusionOk="0">
                    <a:moveTo>
                      <a:pt x="1830" y="0"/>
                    </a:moveTo>
                    <a:cubicBezTo>
                      <a:pt x="1821" y="0"/>
                      <a:pt x="1812" y="1"/>
                      <a:pt x="1802" y="2"/>
                    </a:cubicBezTo>
                    <a:cubicBezTo>
                      <a:pt x="1302" y="136"/>
                      <a:pt x="768" y="203"/>
                      <a:pt x="268" y="303"/>
                    </a:cubicBezTo>
                    <a:cubicBezTo>
                      <a:pt x="1" y="303"/>
                      <a:pt x="1" y="636"/>
                      <a:pt x="201" y="636"/>
                    </a:cubicBezTo>
                    <a:cubicBezTo>
                      <a:pt x="768" y="603"/>
                      <a:pt x="1335" y="469"/>
                      <a:pt x="1869" y="336"/>
                    </a:cubicBezTo>
                    <a:cubicBezTo>
                      <a:pt x="2091" y="304"/>
                      <a:pt x="2011" y="0"/>
                      <a:pt x="18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7" name="Google Shape;6307;p75"/>
              <p:cNvSpPr/>
              <p:nvPr/>
            </p:nvSpPr>
            <p:spPr>
              <a:xfrm>
                <a:off x="5463150" y="2684800"/>
                <a:ext cx="20950" cy="44700"/>
              </a:xfrm>
              <a:custGeom>
                <a:avLst/>
                <a:gdLst/>
                <a:ahLst/>
                <a:cxnLst/>
                <a:rect l="l" t="t" r="r" b="b"/>
                <a:pathLst>
                  <a:path w="838" h="1788" extrusionOk="0">
                    <a:moveTo>
                      <a:pt x="232" y="1"/>
                    </a:moveTo>
                    <a:cubicBezTo>
                      <a:pt x="113" y="1"/>
                      <a:pt x="0" y="119"/>
                      <a:pt x="71" y="237"/>
                    </a:cubicBezTo>
                    <a:cubicBezTo>
                      <a:pt x="304" y="670"/>
                      <a:pt x="471" y="1137"/>
                      <a:pt x="504" y="1638"/>
                    </a:cubicBezTo>
                    <a:cubicBezTo>
                      <a:pt x="504" y="1738"/>
                      <a:pt x="588" y="1788"/>
                      <a:pt x="671" y="1788"/>
                    </a:cubicBezTo>
                    <a:cubicBezTo>
                      <a:pt x="755" y="1788"/>
                      <a:pt x="838" y="1738"/>
                      <a:pt x="838" y="1638"/>
                    </a:cubicBezTo>
                    <a:cubicBezTo>
                      <a:pt x="805" y="1070"/>
                      <a:pt x="638" y="570"/>
                      <a:pt x="371" y="70"/>
                    </a:cubicBezTo>
                    <a:cubicBezTo>
                      <a:pt x="332" y="21"/>
                      <a:pt x="281"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75"/>
              <p:cNvSpPr/>
              <p:nvPr/>
            </p:nvSpPr>
            <p:spPr>
              <a:xfrm>
                <a:off x="5397375" y="2684350"/>
                <a:ext cx="39225" cy="13050"/>
              </a:xfrm>
              <a:custGeom>
                <a:avLst/>
                <a:gdLst/>
                <a:ahLst/>
                <a:cxnLst/>
                <a:rect l="l" t="t" r="r" b="b"/>
                <a:pathLst>
                  <a:path w="1569" h="522" extrusionOk="0">
                    <a:moveTo>
                      <a:pt x="1294" y="1"/>
                    </a:moveTo>
                    <a:cubicBezTo>
                      <a:pt x="1265" y="1"/>
                      <a:pt x="1233" y="7"/>
                      <a:pt x="1201" y="21"/>
                    </a:cubicBezTo>
                    <a:cubicBezTo>
                      <a:pt x="867" y="154"/>
                      <a:pt x="534" y="188"/>
                      <a:pt x="200" y="188"/>
                    </a:cubicBezTo>
                    <a:cubicBezTo>
                      <a:pt x="190" y="186"/>
                      <a:pt x="181" y="186"/>
                      <a:pt x="173" y="186"/>
                    </a:cubicBezTo>
                    <a:cubicBezTo>
                      <a:pt x="0" y="186"/>
                      <a:pt x="9" y="490"/>
                      <a:pt x="200" y="521"/>
                    </a:cubicBezTo>
                    <a:cubicBezTo>
                      <a:pt x="634" y="521"/>
                      <a:pt x="1001" y="488"/>
                      <a:pt x="1367" y="321"/>
                    </a:cubicBezTo>
                    <a:cubicBezTo>
                      <a:pt x="1568" y="235"/>
                      <a:pt x="1473" y="1"/>
                      <a:pt x="1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9" name="Google Shape;6309;p75"/>
              <p:cNvSpPr/>
              <p:nvPr/>
            </p:nvSpPr>
            <p:spPr>
              <a:xfrm>
                <a:off x="5423900" y="2661875"/>
                <a:ext cx="11850" cy="27600"/>
              </a:xfrm>
              <a:custGeom>
                <a:avLst/>
                <a:gdLst/>
                <a:ahLst/>
                <a:cxnLst/>
                <a:rect l="l" t="t" r="r" b="b"/>
                <a:pathLst>
                  <a:path w="474" h="1104" extrusionOk="0">
                    <a:moveTo>
                      <a:pt x="205" y="1"/>
                    </a:moveTo>
                    <a:cubicBezTo>
                      <a:pt x="102" y="1"/>
                      <a:pt x="0" y="81"/>
                      <a:pt x="40" y="220"/>
                    </a:cubicBezTo>
                    <a:cubicBezTo>
                      <a:pt x="106" y="453"/>
                      <a:pt x="140" y="720"/>
                      <a:pt x="140" y="953"/>
                    </a:cubicBezTo>
                    <a:cubicBezTo>
                      <a:pt x="140" y="1053"/>
                      <a:pt x="223" y="1104"/>
                      <a:pt x="306" y="1104"/>
                    </a:cubicBezTo>
                    <a:cubicBezTo>
                      <a:pt x="390" y="1104"/>
                      <a:pt x="473" y="1053"/>
                      <a:pt x="473" y="953"/>
                    </a:cubicBezTo>
                    <a:cubicBezTo>
                      <a:pt x="473" y="653"/>
                      <a:pt x="440" y="386"/>
                      <a:pt x="373" y="119"/>
                    </a:cubicBezTo>
                    <a:cubicBezTo>
                      <a:pt x="346" y="38"/>
                      <a:pt x="275"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0" name="Google Shape;6310;p75"/>
              <p:cNvSpPr/>
              <p:nvPr/>
            </p:nvSpPr>
            <p:spPr>
              <a:xfrm>
                <a:off x="4896175" y="2486400"/>
                <a:ext cx="206000" cy="154975"/>
              </a:xfrm>
              <a:custGeom>
                <a:avLst/>
                <a:gdLst/>
                <a:ahLst/>
                <a:cxnLst/>
                <a:rect l="l" t="t" r="r" b="b"/>
                <a:pathLst>
                  <a:path w="8240" h="6199" extrusionOk="0">
                    <a:moveTo>
                      <a:pt x="0" y="0"/>
                    </a:moveTo>
                    <a:lnTo>
                      <a:pt x="0" y="0"/>
                    </a:lnTo>
                    <a:cubicBezTo>
                      <a:pt x="834" y="934"/>
                      <a:pt x="1435" y="2001"/>
                      <a:pt x="2135" y="3002"/>
                    </a:cubicBezTo>
                    <a:cubicBezTo>
                      <a:pt x="2836" y="4036"/>
                      <a:pt x="3636" y="5004"/>
                      <a:pt x="4670" y="5637"/>
                    </a:cubicBezTo>
                    <a:cubicBezTo>
                      <a:pt x="5246" y="5990"/>
                      <a:pt x="5925" y="6198"/>
                      <a:pt x="6587" y="6198"/>
                    </a:cubicBezTo>
                    <a:cubicBezTo>
                      <a:pt x="7113" y="6198"/>
                      <a:pt x="7629" y="6067"/>
                      <a:pt x="8073" y="5771"/>
                    </a:cubicBezTo>
                    <a:lnTo>
                      <a:pt x="8239" y="5471"/>
                    </a:lnTo>
                    <a:cubicBezTo>
                      <a:pt x="6672" y="2368"/>
                      <a:pt x="3403" y="234"/>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1" name="Google Shape;6311;p75"/>
              <p:cNvSpPr/>
              <p:nvPr/>
            </p:nvSpPr>
            <p:spPr>
              <a:xfrm>
                <a:off x="4887175" y="2480500"/>
                <a:ext cx="225350" cy="167025"/>
              </a:xfrm>
              <a:custGeom>
                <a:avLst/>
                <a:gdLst/>
                <a:ahLst/>
                <a:cxnLst/>
                <a:rect l="l" t="t" r="r" b="b"/>
                <a:pathLst>
                  <a:path w="9014" h="6681" extrusionOk="0">
                    <a:moveTo>
                      <a:pt x="1055" y="720"/>
                    </a:moveTo>
                    <a:cubicBezTo>
                      <a:pt x="4182" y="1202"/>
                      <a:pt x="6545" y="3201"/>
                      <a:pt x="8249" y="5946"/>
                    </a:cubicBezTo>
                    <a:lnTo>
                      <a:pt x="8249" y="5946"/>
                    </a:lnTo>
                    <a:cubicBezTo>
                      <a:pt x="7828" y="6052"/>
                      <a:pt x="7435" y="6101"/>
                      <a:pt x="7067" y="6101"/>
                    </a:cubicBezTo>
                    <a:cubicBezTo>
                      <a:pt x="4156" y="6101"/>
                      <a:pt x="2813" y="3032"/>
                      <a:pt x="1055" y="720"/>
                    </a:cubicBezTo>
                    <a:close/>
                    <a:moveTo>
                      <a:pt x="323" y="0"/>
                    </a:moveTo>
                    <a:cubicBezTo>
                      <a:pt x="55" y="0"/>
                      <a:pt x="0" y="345"/>
                      <a:pt x="160" y="536"/>
                    </a:cubicBezTo>
                    <a:cubicBezTo>
                      <a:pt x="1661" y="2204"/>
                      <a:pt x="2528" y="4472"/>
                      <a:pt x="4396" y="5807"/>
                    </a:cubicBezTo>
                    <a:cubicBezTo>
                      <a:pt x="5091" y="6303"/>
                      <a:pt x="6010" y="6681"/>
                      <a:pt x="6887" y="6681"/>
                    </a:cubicBezTo>
                    <a:cubicBezTo>
                      <a:pt x="7454" y="6681"/>
                      <a:pt x="8003" y="6523"/>
                      <a:pt x="8462" y="6135"/>
                    </a:cubicBezTo>
                    <a:lnTo>
                      <a:pt x="8462" y="6135"/>
                    </a:lnTo>
                    <a:cubicBezTo>
                      <a:pt x="8498" y="6148"/>
                      <a:pt x="8535" y="6154"/>
                      <a:pt x="8571" y="6154"/>
                    </a:cubicBezTo>
                    <a:cubicBezTo>
                      <a:pt x="8802" y="6154"/>
                      <a:pt x="9013" y="5913"/>
                      <a:pt x="8900" y="5640"/>
                    </a:cubicBezTo>
                    <a:cubicBezTo>
                      <a:pt x="7399" y="2338"/>
                      <a:pt x="3763" y="236"/>
                      <a:pt x="360" y="3"/>
                    </a:cubicBezTo>
                    <a:cubicBezTo>
                      <a:pt x="347" y="1"/>
                      <a:pt x="335" y="0"/>
                      <a:pt x="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2" name="Google Shape;6312;p75"/>
              <p:cNvSpPr/>
              <p:nvPr/>
            </p:nvSpPr>
            <p:spPr>
              <a:xfrm>
                <a:off x="4916900" y="2493050"/>
                <a:ext cx="194700" cy="141200"/>
              </a:xfrm>
              <a:custGeom>
                <a:avLst/>
                <a:gdLst/>
                <a:ahLst/>
                <a:cxnLst/>
                <a:rect l="l" t="t" r="r" b="b"/>
                <a:pathLst>
                  <a:path w="7788" h="5648" extrusionOk="0">
                    <a:moveTo>
                      <a:pt x="220" y="1"/>
                    </a:moveTo>
                    <a:cubicBezTo>
                      <a:pt x="90" y="1"/>
                      <a:pt x="1" y="224"/>
                      <a:pt x="139" y="334"/>
                    </a:cubicBezTo>
                    <a:cubicBezTo>
                      <a:pt x="1373" y="1068"/>
                      <a:pt x="2340" y="2336"/>
                      <a:pt x="3508" y="3237"/>
                    </a:cubicBezTo>
                    <a:cubicBezTo>
                      <a:pt x="4708" y="4171"/>
                      <a:pt x="6043" y="4971"/>
                      <a:pt x="7410" y="5638"/>
                    </a:cubicBezTo>
                    <a:cubicBezTo>
                      <a:pt x="7434" y="5645"/>
                      <a:pt x="7456" y="5648"/>
                      <a:pt x="7477" y="5648"/>
                    </a:cubicBezTo>
                    <a:cubicBezTo>
                      <a:pt x="7673" y="5648"/>
                      <a:pt x="7788" y="5398"/>
                      <a:pt x="7577" y="5338"/>
                    </a:cubicBezTo>
                    <a:cubicBezTo>
                      <a:pt x="6076" y="4638"/>
                      <a:pt x="4675" y="3804"/>
                      <a:pt x="3374" y="2736"/>
                    </a:cubicBezTo>
                    <a:cubicBezTo>
                      <a:pt x="2273" y="1902"/>
                      <a:pt x="1406" y="801"/>
                      <a:pt x="305" y="34"/>
                    </a:cubicBezTo>
                    <a:cubicBezTo>
                      <a:pt x="276" y="11"/>
                      <a:pt x="247" y="1"/>
                      <a:pt x="2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3" name="Google Shape;6313;p75"/>
              <p:cNvSpPr/>
              <p:nvPr/>
            </p:nvSpPr>
            <p:spPr>
              <a:xfrm>
                <a:off x="5032925" y="2611425"/>
                <a:ext cx="55675" cy="18425"/>
              </a:xfrm>
              <a:custGeom>
                <a:avLst/>
                <a:gdLst/>
                <a:ahLst/>
                <a:cxnLst/>
                <a:rect l="l" t="t" r="r" b="b"/>
                <a:pathLst>
                  <a:path w="2227" h="737" extrusionOk="0">
                    <a:moveTo>
                      <a:pt x="1968" y="0"/>
                    </a:moveTo>
                    <a:cubicBezTo>
                      <a:pt x="1957" y="0"/>
                      <a:pt x="1947" y="1"/>
                      <a:pt x="1935" y="3"/>
                    </a:cubicBezTo>
                    <a:cubicBezTo>
                      <a:pt x="1368" y="169"/>
                      <a:pt x="768" y="303"/>
                      <a:pt x="201" y="403"/>
                    </a:cubicBezTo>
                    <a:cubicBezTo>
                      <a:pt x="1" y="436"/>
                      <a:pt x="67" y="736"/>
                      <a:pt x="268" y="736"/>
                    </a:cubicBezTo>
                    <a:cubicBezTo>
                      <a:pt x="868" y="636"/>
                      <a:pt x="1435" y="503"/>
                      <a:pt x="2036" y="336"/>
                    </a:cubicBezTo>
                    <a:cubicBezTo>
                      <a:pt x="2226" y="304"/>
                      <a:pt x="2175" y="0"/>
                      <a:pt x="19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4" name="Google Shape;6314;p75"/>
              <p:cNvSpPr/>
              <p:nvPr/>
            </p:nvSpPr>
            <p:spPr>
              <a:xfrm>
                <a:off x="5058675" y="2569725"/>
                <a:ext cx="27800" cy="49325"/>
              </a:xfrm>
              <a:custGeom>
                <a:avLst/>
                <a:gdLst/>
                <a:ahLst/>
                <a:cxnLst/>
                <a:rect l="l" t="t" r="r" b="b"/>
                <a:pathLst>
                  <a:path w="1112" h="1973" extrusionOk="0">
                    <a:moveTo>
                      <a:pt x="233" y="0"/>
                    </a:moveTo>
                    <a:cubicBezTo>
                      <a:pt x="114" y="0"/>
                      <a:pt x="1" y="118"/>
                      <a:pt x="72" y="236"/>
                    </a:cubicBezTo>
                    <a:cubicBezTo>
                      <a:pt x="405" y="703"/>
                      <a:pt x="672" y="1270"/>
                      <a:pt x="739" y="1837"/>
                    </a:cubicBezTo>
                    <a:cubicBezTo>
                      <a:pt x="766" y="1933"/>
                      <a:pt x="838" y="1972"/>
                      <a:pt x="909" y="1972"/>
                    </a:cubicBezTo>
                    <a:cubicBezTo>
                      <a:pt x="1011" y="1972"/>
                      <a:pt x="1112" y="1889"/>
                      <a:pt x="1072" y="1771"/>
                    </a:cubicBezTo>
                    <a:cubicBezTo>
                      <a:pt x="972" y="1137"/>
                      <a:pt x="705" y="570"/>
                      <a:pt x="372" y="69"/>
                    </a:cubicBezTo>
                    <a:cubicBezTo>
                      <a:pt x="333" y="21"/>
                      <a:pt x="28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75"/>
              <p:cNvSpPr/>
              <p:nvPr/>
            </p:nvSpPr>
            <p:spPr>
              <a:xfrm>
                <a:off x="4982900" y="2578050"/>
                <a:ext cx="51475" cy="16000"/>
              </a:xfrm>
              <a:custGeom>
                <a:avLst/>
                <a:gdLst/>
                <a:ahLst/>
                <a:cxnLst/>
                <a:rect l="l" t="t" r="r" b="b"/>
                <a:pathLst>
                  <a:path w="2059" h="640" extrusionOk="0">
                    <a:moveTo>
                      <a:pt x="1800" y="1"/>
                    </a:moveTo>
                    <a:cubicBezTo>
                      <a:pt x="1790" y="1"/>
                      <a:pt x="1779" y="2"/>
                      <a:pt x="1768" y="3"/>
                    </a:cubicBezTo>
                    <a:cubicBezTo>
                      <a:pt x="1268" y="137"/>
                      <a:pt x="734" y="237"/>
                      <a:pt x="234" y="304"/>
                    </a:cubicBezTo>
                    <a:cubicBezTo>
                      <a:pt x="11" y="335"/>
                      <a:pt x="1" y="639"/>
                      <a:pt x="173" y="639"/>
                    </a:cubicBezTo>
                    <a:cubicBezTo>
                      <a:pt x="182" y="639"/>
                      <a:pt x="191" y="639"/>
                      <a:pt x="200" y="637"/>
                    </a:cubicBezTo>
                    <a:cubicBezTo>
                      <a:pt x="734" y="604"/>
                      <a:pt x="1335" y="470"/>
                      <a:pt x="1868" y="337"/>
                    </a:cubicBezTo>
                    <a:cubicBezTo>
                      <a:pt x="2059" y="305"/>
                      <a:pt x="2008" y="1"/>
                      <a:pt x="18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75"/>
              <p:cNvSpPr/>
              <p:nvPr/>
            </p:nvSpPr>
            <p:spPr>
              <a:xfrm>
                <a:off x="5009800" y="2540825"/>
                <a:ext cx="20650" cy="44400"/>
              </a:xfrm>
              <a:custGeom>
                <a:avLst/>
                <a:gdLst/>
                <a:ahLst/>
                <a:cxnLst/>
                <a:rect l="l" t="t" r="r" b="b"/>
                <a:pathLst>
                  <a:path w="826" h="1776" extrusionOk="0">
                    <a:moveTo>
                      <a:pt x="222" y="1"/>
                    </a:moveTo>
                    <a:cubicBezTo>
                      <a:pt x="111" y="1"/>
                      <a:pt x="1" y="122"/>
                      <a:pt x="92" y="258"/>
                    </a:cubicBezTo>
                    <a:cubicBezTo>
                      <a:pt x="292" y="658"/>
                      <a:pt x="459" y="1125"/>
                      <a:pt x="492" y="1626"/>
                    </a:cubicBezTo>
                    <a:cubicBezTo>
                      <a:pt x="492" y="1726"/>
                      <a:pt x="576" y="1776"/>
                      <a:pt x="659" y="1776"/>
                    </a:cubicBezTo>
                    <a:cubicBezTo>
                      <a:pt x="742" y="1776"/>
                      <a:pt x="826" y="1726"/>
                      <a:pt x="826" y="1626"/>
                    </a:cubicBezTo>
                    <a:cubicBezTo>
                      <a:pt x="792" y="1092"/>
                      <a:pt x="626" y="592"/>
                      <a:pt x="359" y="91"/>
                    </a:cubicBezTo>
                    <a:cubicBezTo>
                      <a:pt x="327" y="27"/>
                      <a:pt x="274" y="1"/>
                      <a:pt x="2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7" name="Google Shape;6317;p75"/>
              <p:cNvSpPr/>
              <p:nvPr/>
            </p:nvSpPr>
            <p:spPr>
              <a:xfrm>
                <a:off x="4943700" y="2539500"/>
                <a:ext cx="39500" cy="12800"/>
              </a:xfrm>
              <a:custGeom>
                <a:avLst/>
                <a:gdLst/>
                <a:ahLst/>
                <a:cxnLst/>
                <a:rect l="l" t="t" r="r" b="b"/>
                <a:pathLst>
                  <a:path w="1580" h="512" extrusionOk="0">
                    <a:moveTo>
                      <a:pt x="1299" y="0"/>
                    </a:moveTo>
                    <a:cubicBezTo>
                      <a:pt x="1278" y="0"/>
                      <a:pt x="1257" y="4"/>
                      <a:pt x="1235" y="11"/>
                    </a:cubicBezTo>
                    <a:cubicBezTo>
                      <a:pt x="901" y="144"/>
                      <a:pt x="568" y="178"/>
                      <a:pt x="234" y="178"/>
                    </a:cubicBezTo>
                    <a:cubicBezTo>
                      <a:pt x="1" y="178"/>
                      <a:pt x="1" y="511"/>
                      <a:pt x="234" y="511"/>
                    </a:cubicBezTo>
                    <a:cubicBezTo>
                      <a:pt x="634" y="511"/>
                      <a:pt x="1001" y="478"/>
                      <a:pt x="1402" y="311"/>
                    </a:cubicBezTo>
                    <a:cubicBezTo>
                      <a:pt x="1580" y="222"/>
                      <a:pt x="1467" y="0"/>
                      <a:pt x="12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8" name="Google Shape;6318;p75"/>
              <p:cNvSpPr/>
              <p:nvPr/>
            </p:nvSpPr>
            <p:spPr>
              <a:xfrm>
                <a:off x="4971025" y="2517375"/>
                <a:ext cx="12725" cy="27625"/>
              </a:xfrm>
              <a:custGeom>
                <a:avLst/>
                <a:gdLst/>
                <a:ahLst/>
                <a:cxnLst/>
                <a:rect l="l" t="t" r="r" b="b"/>
                <a:pathLst>
                  <a:path w="509" h="1105" extrusionOk="0">
                    <a:moveTo>
                      <a:pt x="215" y="1"/>
                    </a:moveTo>
                    <a:cubicBezTo>
                      <a:pt x="109" y="1"/>
                      <a:pt x="1" y="73"/>
                      <a:pt x="42" y="195"/>
                    </a:cubicBezTo>
                    <a:cubicBezTo>
                      <a:pt x="142" y="429"/>
                      <a:pt x="175" y="696"/>
                      <a:pt x="175" y="929"/>
                    </a:cubicBezTo>
                    <a:cubicBezTo>
                      <a:pt x="175" y="1046"/>
                      <a:pt x="259" y="1104"/>
                      <a:pt x="342" y="1104"/>
                    </a:cubicBezTo>
                    <a:cubicBezTo>
                      <a:pt x="425" y="1104"/>
                      <a:pt x="509" y="1046"/>
                      <a:pt x="509" y="929"/>
                    </a:cubicBezTo>
                    <a:cubicBezTo>
                      <a:pt x="509" y="662"/>
                      <a:pt x="475" y="362"/>
                      <a:pt x="375" y="95"/>
                    </a:cubicBezTo>
                    <a:cubicBezTo>
                      <a:pt x="349" y="30"/>
                      <a:pt x="283"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9" name="Google Shape;6319;p75"/>
              <p:cNvSpPr/>
              <p:nvPr/>
            </p:nvSpPr>
            <p:spPr>
              <a:xfrm>
                <a:off x="5156350" y="2351300"/>
                <a:ext cx="99275" cy="246850"/>
              </a:xfrm>
              <a:custGeom>
                <a:avLst/>
                <a:gdLst/>
                <a:ahLst/>
                <a:cxnLst/>
                <a:rect l="l" t="t" r="r" b="b"/>
                <a:pathLst>
                  <a:path w="3971" h="9874" extrusionOk="0">
                    <a:moveTo>
                      <a:pt x="2436" y="0"/>
                    </a:moveTo>
                    <a:cubicBezTo>
                      <a:pt x="434" y="2735"/>
                      <a:pt x="1" y="6672"/>
                      <a:pt x="1402" y="9841"/>
                    </a:cubicBezTo>
                    <a:lnTo>
                      <a:pt x="1668" y="9874"/>
                    </a:lnTo>
                    <a:cubicBezTo>
                      <a:pt x="2803" y="9507"/>
                      <a:pt x="3603" y="8373"/>
                      <a:pt x="3770" y="7172"/>
                    </a:cubicBezTo>
                    <a:cubicBezTo>
                      <a:pt x="3970" y="5971"/>
                      <a:pt x="3737" y="4704"/>
                      <a:pt x="3403" y="3536"/>
                    </a:cubicBezTo>
                    <a:cubicBezTo>
                      <a:pt x="3069" y="2369"/>
                      <a:pt x="2602" y="1201"/>
                      <a:pt x="24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0" name="Google Shape;6320;p75"/>
              <p:cNvSpPr/>
              <p:nvPr/>
            </p:nvSpPr>
            <p:spPr>
              <a:xfrm>
                <a:off x="5142175" y="2343750"/>
                <a:ext cx="136100" cy="263100"/>
              </a:xfrm>
              <a:custGeom>
                <a:avLst/>
                <a:gdLst/>
                <a:ahLst/>
                <a:cxnLst/>
                <a:rect l="l" t="t" r="r" b="b"/>
                <a:pathLst>
                  <a:path w="5444" h="10524" extrusionOk="0">
                    <a:moveTo>
                      <a:pt x="2823" y="1103"/>
                    </a:moveTo>
                    <a:lnTo>
                      <a:pt x="2823" y="1103"/>
                    </a:lnTo>
                    <a:cubicBezTo>
                      <a:pt x="3566" y="4309"/>
                      <a:pt x="5443" y="7768"/>
                      <a:pt x="2249" y="10085"/>
                    </a:cubicBezTo>
                    <a:lnTo>
                      <a:pt x="2249" y="10085"/>
                    </a:lnTo>
                    <a:cubicBezTo>
                      <a:pt x="2245" y="10071"/>
                      <a:pt x="2241" y="10057"/>
                      <a:pt x="2235" y="10042"/>
                    </a:cubicBezTo>
                    <a:cubicBezTo>
                      <a:pt x="1209" y="6994"/>
                      <a:pt x="1198" y="3889"/>
                      <a:pt x="2823" y="1103"/>
                    </a:cubicBezTo>
                    <a:close/>
                    <a:moveTo>
                      <a:pt x="2923" y="0"/>
                    </a:moveTo>
                    <a:cubicBezTo>
                      <a:pt x="2843" y="0"/>
                      <a:pt x="2762" y="40"/>
                      <a:pt x="2702" y="135"/>
                    </a:cubicBezTo>
                    <a:cubicBezTo>
                      <a:pt x="701" y="2971"/>
                      <a:pt x="1" y="7040"/>
                      <a:pt x="1568" y="10309"/>
                    </a:cubicBezTo>
                    <a:cubicBezTo>
                      <a:pt x="1655" y="10458"/>
                      <a:pt x="1793" y="10524"/>
                      <a:pt x="1923" y="10524"/>
                    </a:cubicBezTo>
                    <a:cubicBezTo>
                      <a:pt x="2070" y="10524"/>
                      <a:pt x="2209" y="10439"/>
                      <a:pt x="2251" y="10294"/>
                    </a:cubicBezTo>
                    <a:lnTo>
                      <a:pt x="2251" y="10294"/>
                    </a:lnTo>
                    <a:cubicBezTo>
                      <a:pt x="3732" y="9981"/>
                      <a:pt x="4505" y="8316"/>
                      <a:pt x="4570" y="6940"/>
                    </a:cubicBezTo>
                    <a:cubicBezTo>
                      <a:pt x="4737" y="4639"/>
                      <a:pt x="3570" y="2504"/>
                      <a:pt x="3236" y="302"/>
                    </a:cubicBezTo>
                    <a:cubicBezTo>
                      <a:pt x="3215" y="130"/>
                      <a:pt x="3069" y="0"/>
                      <a:pt x="29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1" name="Google Shape;6321;p75"/>
              <p:cNvSpPr/>
              <p:nvPr/>
            </p:nvSpPr>
            <p:spPr>
              <a:xfrm>
                <a:off x="5188425" y="2374350"/>
                <a:ext cx="28000" cy="232525"/>
              </a:xfrm>
              <a:custGeom>
                <a:avLst/>
                <a:gdLst/>
                <a:ahLst/>
                <a:cxnLst/>
                <a:rect l="l" t="t" r="r" b="b"/>
                <a:pathLst>
                  <a:path w="1120" h="9301" extrusionOk="0">
                    <a:moveTo>
                      <a:pt x="751" y="0"/>
                    </a:moveTo>
                    <a:cubicBezTo>
                      <a:pt x="681" y="0"/>
                      <a:pt x="619" y="45"/>
                      <a:pt x="619" y="146"/>
                    </a:cubicBezTo>
                    <a:cubicBezTo>
                      <a:pt x="385" y="1480"/>
                      <a:pt x="719" y="2881"/>
                      <a:pt x="686" y="4249"/>
                    </a:cubicBezTo>
                    <a:cubicBezTo>
                      <a:pt x="686" y="5916"/>
                      <a:pt x="452" y="7551"/>
                      <a:pt x="19" y="9119"/>
                    </a:cubicBezTo>
                    <a:cubicBezTo>
                      <a:pt x="0" y="9230"/>
                      <a:pt x="95" y="9300"/>
                      <a:pt x="189" y="9300"/>
                    </a:cubicBezTo>
                    <a:cubicBezTo>
                      <a:pt x="263" y="9300"/>
                      <a:pt x="337" y="9256"/>
                      <a:pt x="352" y="9152"/>
                    </a:cubicBezTo>
                    <a:cubicBezTo>
                      <a:pt x="719" y="7651"/>
                      <a:pt x="986" y="6150"/>
                      <a:pt x="1019" y="4615"/>
                    </a:cubicBezTo>
                    <a:cubicBezTo>
                      <a:pt x="1119" y="3148"/>
                      <a:pt x="719" y="1647"/>
                      <a:pt x="953" y="212"/>
                    </a:cubicBezTo>
                    <a:cubicBezTo>
                      <a:pt x="953" y="79"/>
                      <a:pt x="844" y="0"/>
                      <a:pt x="7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2" name="Google Shape;6322;p75"/>
              <p:cNvSpPr/>
              <p:nvPr/>
            </p:nvSpPr>
            <p:spPr>
              <a:xfrm>
                <a:off x="5190500" y="2545425"/>
                <a:ext cx="46725" cy="36125"/>
              </a:xfrm>
              <a:custGeom>
                <a:avLst/>
                <a:gdLst/>
                <a:ahLst/>
                <a:cxnLst/>
                <a:rect l="l" t="t" r="r" b="b"/>
                <a:pathLst>
                  <a:path w="1869" h="1445" extrusionOk="0">
                    <a:moveTo>
                      <a:pt x="1642" y="1"/>
                    </a:moveTo>
                    <a:cubicBezTo>
                      <a:pt x="1608" y="1"/>
                      <a:pt x="1572" y="13"/>
                      <a:pt x="1537" y="41"/>
                    </a:cubicBezTo>
                    <a:cubicBezTo>
                      <a:pt x="1103" y="441"/>
                      <a:pt x="636" y="808"/>
                      <a:pt x="136" y="1142"/>
                    </a:cubicBezTo>
                    <a:cubicBezTo>
                      <a:pt x="1" y="1249"/>
                      <a:pt x="128" y="1445"/>
                      <a:pt x="270" y="1445"/>
                    </a:cubicBezTo>
                    <a:cubicBezTo>
                      <a:pt x="303" y="1445"/>
                      <a:pt x="337" y="1434"/>
                      <a:pt x="369" y="1408"/>
                    </a:cubicBezTo>
                    <a:cubicBezTo>
                      <a:pt x="803" y="1075"/>
                      <a:pt x="1270" y="708"/>
                      <a:pt x="1737" y="274"/>
                    </a:cubicBezTo>
                    <a:cubicBezTo>
                      <a:pt x="1869" y="169"/>
                      <a:pt x="1771" y="1"/>
                      <a:pt x="16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3" name="Google Shape;6323;p75"/>
              <p:cNvSpPr/>
              <p:nvPr/>
            </p:nvSpPr>
            <p:spPr>
              <a:xfrm>
                <a:off x="5171150" y="2532075"/>
                <a:ext cx="31950" cy="49175"/>
              </a:xfrm>
              <a:custGeom>
                <a:avLst/>
                <a:gdLst/>
                <a:ahLst/>
                <a:cxnLst/>
                <a:rect l="l" t="t" r="r" b="b"/>
                <a:pathLst>
                  <a:path w="1278" h="1967" extrusionOk="0">
                    <a:moveTo>
                      <a:pt x="188" y="0"/>
                    </a:moveTo>
                    <a:cubicBezTo>
                      <a:pt x="90" y="0"/>
                      <a:pt x="1" y="94"/>
                      <a:pt x="42" y="241"/>
                    </a:cubicBezTo>
                    <a:cubicBezTo>
                      <a:pt x="209" y="842"/>
                      <a:pt x="509" y="1409"/>
                      <a:pt x="910" y="1909"/>
                    </a:cubicBezTo>
                    <a:cubicBezTo>
                      <a:pt x="942" y="1950"/>
                      <a:pt x="982" y="1966"/>
                      <a:pt x="1023" y="1966"/>
                    </a:cubicBezTo>
                    <a:cubicBezTo>
                      <a:pt x="1149" y="1966"/>
                      <a:pt x="1278" y="1802"/>
                      <a:pt x="1177" y="1676"/>
                    </a:cubicBezTo>
                    <a:cubicBezTo>
                      <a:pt x="810" y="1175"/>
                      <a:pt x="509" y="675"/>
                      <a:pt x="343" y="108"/>
                    </a:cubicBezTo>
                    <a:cubicBezTo>
                      <a:pt x="305" y="33"/>
                      <a:pt x="245" y="0"/>
                      <a:pt x="1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4" name="Google Shape;6324;p75"/>
              <p:cNvSpPr/>
              <p:nvPr/>
            </p:nvSpPr>
            <p:spPr>
              <a:xfrm>
                <a:off x="5200425" y="2483625"/>
                <a:ext cx="42925" cy="34250"/>
              </a:xfrm>
              <a:custGeom>
                <a:avLst/>
                <a:gdLst/>
                <a:ahLst/>
                <a:cxnLst/>
                <a:rect l="l" t="t" r="r" b="b"/>
                <a:pathLst>
                  <a:path w="1717" h="1370" extrusionOk="0">
                    <a:moveTo>
                      <a:pt x="1462" y="0"/>
                    </a:moveTo>
                    <a:cubicBezTo>
                      <a:pt x="1421" y="0"/>
                      <a:pt x="1379" y="13"/>
                      <a:pt x="1340" y="44"/>
                    </a:cubicBezTo>
                    <a:cubicBezTo>
                      <a:pt x="973" y="411"/>
                      <a:pt x="539" y="778"/>
                      <a:pt x="139" y="1078"/>
                    </a:cubicBezTo>
                    <a:cubicBezTo>
                      <a:pt x="0" y="1189"/>
                      <a:pt x="115" y="1370"/>
                      <a:pt x="254" y="1370"/>
                    </a:cubicBezTo>
                    <a:cubicBezTo>
                      <a:pt x="282" y="1370"/>
                      <a:pt x="311" y="1362"/>
                      <a:pt x="339" y="1345"/>
                    </a:cubicBezTo>
                    <a:cubicBezTo>
                      <a:pt x="806" y="1012"/>
                      <a:pt x="1206" y="611"/>
                      <a:pt x="1640" y="244"/>
                    </a:cubicBezTo>
                    <a:cubicBezTo>
                      <a:pt x="1717" y="142"/>
                      <a:pt x="1597" y="0"/>
                      <a:pt x="14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5" name="Google Shape;6325;p75"/>
              <p:cNvSpPr/>
              <p:nvPr/>
            </p:nvSpPr>
            <p:spPr>
              <a:xfrm>
                <a:off x="5179750" y="2475575"/>
                <a:ext cx="32325" cy="40625"/>
              </a:xfrm>
              <a:custGeom>
                <a:avLst/>
                <a:gdLst/>
                <a:ahLst/>
                <a:cxnLst/>
                <a:rect l="l" t="t" r="r" b="b"/>
                <a:pathLst>
                  <a:path w="1293" h="1625" extrusionOk="0">
                    <a:moveTo>
                      <a:pt x="228" y="0"/>
                    </a:moveTo>
                    <a:cubicBezTo>
                      <a:pt x="119" y="0"/>
                      <a:pt x="0" y="103"/>
                      <a:pt x="65" y="233"/>
                    </a:cubicBezTo>
                    <a:cubicBezTo>
                      <a:pt x="299" y="733"/>
                      <a:pt x="566" y="1200"/>
                      <a:pt x="966" y="1567"/>
                    </a:cubicBezTo>
                    <a:cubicBezTo>
                      <a:pt x="1006" y="1608"/>
                      <a:pt x="1049" y="1625"/>
                      <a:pt x="1088" y="1625"/>
                    </a:cubicBezTo>
                    <a:cubicBezTo>
                      <a:pt x="1208" y="1625"/>
                      <a:pt x="1292" y="1460"/>
                      <a:pt x="1166" y="1334"/>
                    </a:cubicBezTo>
                    <a:cubicBezTo>
                      <a:pt x="833" y="933"/>
                      <a:pt x="532" y="566"/>
                      <a:pt x="366" y="99"/>
                    </a:cubicBezTo>
                    <a:cubicBezTo>
                      <a:pt x="342" y="30"/>
                      <a:pt x="287" y="0"/>
                      <a:pt x="2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75"/>
              <p:cNvSpPr/>
              <p:nvPr/>
            </p:nvSpPr>
            <p:spPr>
              <a:xfrm>
                <a:off x="5202800" y="2427975"/>
                <a:ext cx="32075" cy="25575"/>
              </a:xfrm>
              <a:custGeom>
                <a:avLst/>
                <a:gdLst/>
                <a:ahLst/>
                <a:cxnLst/>
                <a:rect l="l" t="t" r="r" b="b"/>
                <a:pathLst>
                  <a:path w="1283" h="1023" extrusionOk="0">
                    <a:moveTo>
                      <a:pt x="1062" y="0"/>
                    </a:moveTo>
                    <a:cubicBezTo>
                      <a:pt x="1013" y="0"/>
                      <a:pt x="959" y="21"/>
                      <a:pt x="911" y="69"/>
                    </a:cubicBezTo>
                    <a:cubicBezTo>
                      <a:pt x="711" y="336"/>
                      <a:pt x="444" y="569"/>
                      <a:pt x="144" y="736"/>
                    </a:cubicBezTo>
                    <a:cubicBezTo>
                      <a:pt x="1" y="793"/>
                      <a:pt x="79" y="1023"/>
                      <a:pt x="210" y="1023"/>
                    </a:cubicBezTo>
                    <a:cubicBezTo>
                      <a:pt x="231" y="1023"/>
                      <a:pt x="254" y="1017"/>
                      <a:pt x="277" y="1003"/>
                    </a:cubicBezTo>
                    <a:cubicBezTo>
                      <a:pt x="644" y="836"/>
                      <a:pt x="945" y="602"/>
                      <a:pt x="1211" y="269"/>
                    </a:cubicBezTo>
                    <a:cubicBezTo>
                      <a:pt x="1283" y="126"/>
                      <a:pt x="1185" y="0"/>
                      <a:pt x="1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7" name="Google Shape;6327;p75"/>
              <p:cNvSpPr/>
              <p:nvPr/>
            </p:nvSpPr>
            <p:spPr>
              <a:xfrm>
                <a:off x="5186500" y="2430125"/>
                <a:ext cx="25700" cy="23925"/>
              </a:xfrm>
              <a:custGeom>
                <a:avLst/>
                <a:gdLst/>
                <a:ahLst/>
                <a:cxnLst/>
                <a:rect l="l" t="t" r="r" b="b"/>
                <a:pathLst>
                  <a:path w="1028" h="957" extrusionOk="0">
                    <a:moveTo>
                      <a:pt x="227" y="1"/>
                    </a:moveTo>
                    <a:cubicBezTo>
                      <a:pt x="108" y="1"/>
                      <a:pt x="1" y="150"/>
                      <a:pt x="96" y="316"/>
                    </a:cubicBezTo>
                    <a:cubicBezTo>
                      <a:pt x="262" y="550"/>
                      <a:pt x="429" y="750"/>
                      <a:pt x="696" y="917"/>
                    </a:cubicBezTo>
                    <a:cubicBezTo>
                      <a:pt x="731" y="945"/>
                      <a:pt x="767" y="957"/>
                      <a:pt x="802" y="957"/>
                    </a:cubicBezTo>
                    <a:cubicBezTo>
                      <a:pt x="931" y="957"/>
                      <a:pt x="1028" y="789"/>
                      <a:pt x="896" y="683"/>
                    </a:cubicBezTo>
                    <a:cubicBezTo>
                      <a:pt x="696" y="516"/>
                      <a:pt x="462" y="316"/>
                      <a:pt x="362" y="83"/>
                    </a:cubicBezTo>
                    <a:cubicBezTo>
                      <a:pt x="324" y="25"/>
                      <a:pt x="274" y="1"/>
                      <a:pt x="2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8" name="Google Shape;6328;p75"/>
              <p:cNvSpPr/>
              <p:nvPr/>
            </p:nvSpPr>
            <p:spPr>
              <a:xfrm>
                <a:off x="5313975" y="3109475"/>
                <a:ext cx="206825" cy="155000"/>
              </a:xfrm>
              <a:custGeom>
                <a:avLst/>
                <a:gdLst/>
                <a:ahLst/>
                <a:cxnLst/>
                <a:rect l="l" t="t" r="r" b="b"/>
                <a:pathLst>
                  <a:path w="8273" h="6200" extrusionOk="0">
                    <a:moveTo>
                      <a:pt x="6606" y="1"/>
                    </a:moveTo>
                    <a:cubicBezTo>
                      <a:pt x="5935" y="1"/>
                      <a:pt x="5246" y="209"/>
                      <a:pt x="4670" y="562"/>
                    </a:cubicBezTo>
                    <a:cubicBezTo>
                      <a:pt x="3636" y="1196"/>
                      <a:pt x="2835" y="2163"/>
                      <a:pt x="2135" y="3197"/>
                    </a:cubicBezTo>
                    <a:cubicBezTo>
                      <a:pt x="1468" y="4198"/>
                      <a:pt x="834" y="5265"/>
                      <a:pt x="0" y="6199"/>
                    </a:cubicBezTo>
                    <a:cubicBezTo>
                      <a:pt x="3403" y="5999"/>
                      <a:pt x="6672" y="3831"/>
                      <a:pt x="8273" y="729"/>
                    </a:cubicBezTo>
                    <a:lnTo>
                      <a:pt x="8106" y="429"/>
                    </a:lnTo>
                    <a:cubicBezTo>
                      <a:pt x="7662" y="133"/>
                      <a:pt x="7140" y="1"/>
                      <a:pt x="66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75"/>
              <p:cNvSpPr/>
              <p:nvPr/>
            </p:nvSpPr>
            <p:spPr>
              <a:xfrm>
                <a:off x="5305950" y="3103325"/>
                <a:ext cx="226025" cy="167175"/>
              </a:xfrm>
              <a:custGeom>
                <a:avLst/>
                <a:gdLst/>
                <a:ahLst/>
                <a:cxnLst/>
                <a:rect l="l" t="t" r="r" b="b"/>
                <a:pathLst>
                  <a:path w="9041" h="6687" extrusionOk="0">
                    <a:moveTo>
                      <a:pt x="7085" y="580"/>
                    </a:moveTo>
                    <a:cubicBezTo>
                      <a:pt x="7455" y="580"/>
                      <a:pt x="7851" y="629"/>
                      <a:pt x="8277" y="735"/>
                    </a:cubicBezTo>
                    <a:lnTo>
                      <a:pt x="8277" y="735"/>
                    </a:lnTo>
                    <a:cubicBezTo>
                      <a:pt x="6572" y="3481"/>
                      <a:pt x="4181" y="5479"/>
                      <a:pt x="1049" y="5962"/>
                    </a:cubicBezTo>
                    <a:lnTo>
                      <a:pt x="1049" y="5962"/>
                    </a:lnTo>
                    <a:cubicBezTo>
                      <a:pt x="2808" y="3650"/>
                      <a:pt x="4152" y="580"/>
                      <a:pt x="7085" y="580"/>
                    </a:cubicBezTo>
                    <a:close/>
                    <a:moveTo>
                      <a:pt x="6893" y="0"/>
                    </a:moveTo>
                    <a:cubicBezTo>
                      <a:pt x="6026" y="0"/>
                      <a:pt x="5119" y="378"/>
                      <a:pt x="4424" y="875"/>
                    </a:cubicBezTo>
                    <a:cubicBezTo>
                      <a:pt x="2589" y="2242"/>
                      <a:pt x="1655" y="4477"/>
                      <a:pt x="154" y="6145"/>
                    </a:cubicBezTo>
                    <a:cubicBezTo>
                      <a:pt x="0" y="6330"/>
                      <a:pt x="74" y="6686"/>
                      <a:pt x="297" y="6686"/>
                    </a:cubicBezTo>
                    <a:cubicBezTo>
                      <a:pt x="315" y="6686"/>
                      <a:pt x="334" y="6684"/>
                      <a:pt x="354" y="6679"/>
                    </a:cubicBezTo>
                    <a:cubicBezTo>
                      <a:pt x="3790" y="6445"/>
                      <a:pt x="7426" y="4344"/>
                      <a:pt x="8927" y="1041"/>
                    </a:cubicBezTo>
                    <a:cubicBezTo>
                      <a:pt x="9041" y="769"/>
                      <a:pt x="8814" y="527"/>
                      <a:pt x="8584" y="527"/>
                    </a:cubicBezTo>
                    <a:cubicBezTo>
                      <a:pt x="8543" y="527"/>
                      <a:pt x="8502" y="535"/>
                      <a:pt x="8463" y="551"/>
                    </a:cubicBezTo>
                    <a:lnTo>
                      <a:pt x="8463" y="551"/>
                    </a:lnTo>
                    <a:cubicBezTo>
                      <a:pt x="8003" y="160"/>
                      <a:pt x="7456" y="0"/>
                      <a:pt x="68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0" name="Google Shape;6330;p75"/>
              <p:cNvSpPr/>
              <p:nvPr/>
            </p:nvSpPr>
            <p:spPr>
              <a:xfrm>
                <a:off x="5334850" y="3117175"/>
                <a:ext cx="195250" cy="140625"/>
              </a:xfrm>
              <a:custGeom>
                <a:avLst/>
                <a:gdLst/>
                <a:ahLst/>
                <a:cxnLst/>
                <a:rect l="l" t="t" r="r" b="b"/>
                <a:pathLst>
                  <a:path w="7810" h="5625" extrusionOk="0">
                    <a:moveTo>
                      <a:pt x="7553" y="0"/>
                    </a:moveTo>
                    <a:cubicBezTo>
                      <a:pt x="7527" y="0"/>
                      <a:pt x="7499" y="6"/>
                      <a:pt x="7471" y="20"/>
                    </a:cubicBezTo>
                    <a:cubicBezTo>
                      <a:pt x="6103" y="654"/>
                      <a:pt x="4769" y="1455"/>
                      <a:pt x="3535" y="2389"/>
                    </a:cubicBezTo>
                    <a:cubicBezTo>
                      <a:pt x="2367" y="3289"/>
                      <a:pt x="1433" y="4557"/>
                      <a:pt x="166" y="5291"/>
                    </a:cubicBezTo>
                    <a:cubicBezTo>
                      <a:pt x="1" y="5401"/>
                      <a:pt x="85" y="5625"/>
                      <a:pt x="232" y="5625"/>
                    </a:cubicBezTo>
                    <a:cubicBezTo>
                      <a:pt x="264" y="5625"/>
                      <a:pt x="298" y="5614"/>
                      <a:pt x="333" y="5591"/>
                    </a:cubicBezTo>
                    <a:cubicBezTo>
                      <a:pt x="1467" y="4824"/>
                      <a:pt x="2334" y="3723"/>
                      <a:pt x="3401" y="2889"/>
                    </a:cubicBezTo>
                    <a:cubicBezTo>
                      <a:pt x="4702" y="1822"/>
                      <a:pt x="6137" y="988"/>
                      <a:pt x="7638" y="287"/>
                    </a:cubicBezTo>
                    <a:cubicBezTo>
                      <a:pt x="7810" y="230"/>
                      <a:pt x="7711" y="0"/>
                      <a:pt x="7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1" name="Google Shape;6331;p75"/>
              <p:cNvSpPr/>
              <p:nvPr/>
            </p:nvSpPr>
            <p:spPr>
              <a:xfrm>
                <a:off x="5450725" y="3121850"/>
                <a:ext cx="55675" cy="17600"/>
              </a:xfrm>
              <a:custGeom>
                <a:avLst/>
                <a:gdLst/>
                <a:ahLst/>
                <a:cxnLst/>
                <a:rect l="l" t="t" r="r" b="b"/>
                <a:pathLst>
                  <a:path w="2227" h="704" extrusionOk="0">
                    <a:moveTo>
                      <a:pt x="301" y="0"/>
                    </a:moveTo>
                    <a:cubicBezTo>
                      <a:pt x="67" y="0"/>
                      <a:pt x="1" y="267"/>
                      <a:pt x="201" y="334"/>
                    </a:cubicBezTo>
                    <a:cubicBezTo>
                      <a:pt x="801" y="401"/>
                      <a:pt x="1368" y="534"/>
                      <a:pt x="1969" y="701"/>
                    </a:cubicBezTo>
                    <a:cubicBezTo>
                      <a:pt x="1978" y="702"/>
                      <a:pt x="1987" y="703"/>
                      <a:pt x="1996" y="703"/>
                    </a:cubicBezTo>
                    <a:cubicBezTo>
                      <a:pt x="2175" y="703"/>
                      <a:pt x="2226" y="399"/>
                      <a:pt x="2035" y="367"/>
                    </a:cubicBezTo>
                    <a:cubicBezTo>
                      <a:pt x="1468" y="200"/>
                      <a:pt x="868" y="67"/>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2" name="Google Shape;6332;p75"/>
              <p:cNvSpPr/>
              <p:nvPr/>
            </p:nvSpPr>
            <p:spPr>
              <a:xfrm>
                <a:off x="5477325" y="3132175"/>
                <a:ext cx="27275" cy="49800"/>
              </a:xfrm>
              <a:custGeom>
                <a:avLst/>
                <a:gdLst/>
                <a:ahLst/>
                <a:cxnLst/>
                <a:rect l="l" t="t" r="r" b="b"/>
                <a:pathLst>
                  <a:path w="1091" h="1992" extrusionOk="0">
                    <a:moveTo>
                      <a:pt x="889" y="0"/>
                    </a:moveTo>
                    <a:cubicBezTo>
                      <a:pt x="819" y="0"/>
                      <a:pt x="752" y="37"/>
                      <a:pt x="738" y="121"/>
                    </a:cubicBezTo>
                    <a:cubicBezTo>
                      <a:pt x="638" y="688"/>
                      <a:pt x="404" y="1255"/>
                      <a:pt x="71" y="1755"/>
                    </a:cubicBezTo>
                    <a:cubicBezTo>
                      <a:pt x="0" y="1873"/>
                      <a:pt x="113" y="1991"/>
                      <a:pt x="220" y="1991"/>
                    </a:cubicBezTo>
                    <a:cubicBezTo>
                      <a:pt x="265" y="1991"/>
                      <a:pt x="308" y="1971"/>
                      <a:pt x="338" y="1922"/>
                    </a:cubicBezTo>
                    <a:cubicBezTo>
                      <a:pt x="671" y="1422"/>
                      <a:pt x="938" y="821"/>
                      <a:pt x="1072" y="188"/>
                    </a:cubicBezTo>
                    <a:cubicBezTo>
                      <a:pt x="1091" y="71"/>
                      <a:pt x="986" y="0"/>
                      <a:pt x="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3" name="Google Shape;6333;p75"/>
              <p:cNvSpPr/>
              <p:nvPr/>
            </p:nvSpPr>
            <p:spPr>
              <a:xfrm>
                <a:off x="5400700" y="3156025"/>
                <a:ext cx="51275" cy="15275"/>
              </a:xfrm>
              <a:custGeom>
                <a:avLst/>
                <a:gdLst/>
                <a:ahLst/>
                <a:cxnLst/>
                <a:rect l="l" t="t" r="r" b="b"/>
                <a:pathLst>
                  <a:path w="2051" h="611" extrusionOk="0">
                    <a:moveTo>
                      <a:pt x="200" y="1"/>
                    </a:moveTo>
                    <a:cubicBezTo>
                      <a:pt x="0" y="1"/>
                      <a:pt x="0" y="334"/>
                      <a:pt x="234" y="334"/>
                    </a:cubicBezTo>
                    <a:cubicBezTo>
                      <a:pt x="734" y="401"/>
                      <a:pt x="1301" y="501"/>
                      <a:pt x="1802" y="601"/>
                    </a:cubicBezTo>
                    <a:cubicBezTo>
                      <a:pt x="1820" y="607"/>
                      <a:pt x="1837" y="610"/>
                      <a:pt x="1852" y="610"/>
                    </a:cubicBezTo>
                    <a:cubicBezTo>
                      <a:pt x="2012" y="610"/>
                      <a:pt x="2050" y="328"/>
                      <a:pt x="1868" y="268"/>
                    </a:cubicBezTo>
                    <a:cubicBezTo>
                      <a:pt x="1335" y="168"/>
                      <a:pt x="734" y="34"/>
                      <a:pt x="2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75"/>
              <p:cNvSpPr/>
              <p:nvPr/>
            </p:nvSpPr>
            <p:spPr>
              <a:xfrm>
                <a:off x="5428225" y="3165625"/>
                <a:ext cx="20025" cy="44575"/>
              </a:xfrm>
              <a:custGeom>
                <a:avLst/>
                <a:gdLst/>
                <a:ahLst/>
                <a:cxnLst/>
                <a:rect l="l" t="t" r="r" b="b"/>
                <a:pathLst>
                  <a:path w="801" h="1783" extrusionOk="0">
                    <a:moveTo>
                      <a:pt x="634" y="0"/>
                    </a:moveTo>
                    <a:cubicBezTo>
                      <a:pt x="550" y="0"/>
                      <a:pt x="467" y="51"/>
                      <a:pt x="467" y="151"/>
                    </a:cubicBezTo>
                    <a:cubicBezTo>
                      <a:pt x="434" y="651"/>
                      <a:pt x="267" y="1118"/>
                      <a:pt x="67" y="1518"/>
                    </a:cubicBezTo>
                    <a:cubicBezTo>
                      <a:pt x="1" y="1672"/>
                      <a:pt x="109" y="1783"/>
                      <a:pt x="219" y="1783"/>
                    </a:cubicBezTo>
                    <a:cubicBezTo>
                      <a:pt x="276" y="1783"/>
                      <a:pt x="333" y="1753"/>
                      <a:pt x="367" y="1685"/>
                    </a:cubicBezTo>
                    <a:cubicBezTo>
                      <a:pt x="600" y="1185"/>
                      <a:pt x="767" y="684"/>
                      <a:pt x="801" y="151"/>
                    </a:cubicBezTo>
                    <a:cubicBezTo>
                      <a:pt x="801" y="51"/>
                      <a:pt x="717" y="0"/>
                      <a:pt x="6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75"/>
              <p:cNvSpPr/>
              <p:nvPr/>
            </p:nvSpPr>
            <p:spPr>
              <a:xfrm>
                <a:off x="5363175" y="3198575"/>
                <a:ext cx="38675" cy="12800"/>
              </a:xfrm>
              <a:custGeom>
                <a:avLst/>
                <a:gdLst/>
                <a:ahLst/>
                <a:cxnLst/>
                <a:rect l="l" t="t" r="r" b="b"/>
                <a:pathLst>
                  <a:path w="1547" h="512" extrusionOk="0">
                    <a:moveTo>
                      <a:pt x="200" y="0"/>
                    </a:moveTo>
                    <a:cubicBezTo>
                      <a:pt x="0" y="0"/>
                      <a:pt x="0" y="334"/>
                      <a:pt x="200" y="334"/>
                    </a:cubicBezTo>
                    <a:cubicBezTo>
                      <a:pt x="534" y="334"/>
                      <a:pt x="867" y="367"/>
                      <a:pt x="1201" y="500"/>
                    </a:cubicBezTo>
                    <a:cubicBezTo>
                      <a:pt x="1223" y="508"/>
                      <a:pt x="1244" y="511"/>
                      <a:pt x="1265" y="511"/>
                    </a:cubicBezTo>
                    <a:cubicBezTo>
                      <a:pt x="1433" y="511"/>
                      <a:pt x="1546" y="289"/>
                      <a:pt x="1368" y="200"/>
                    </a:cubicBezTo>
                    <a:cubicBezTo>
                      <a:pt x="1001" y="33"/>
                      <a:pt x="634" y="0"/>
                      <a:pt x="2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6" name="Google Shape;6336;p75"/>
              <p:cNvSpPr/>
              <p:nvPr/>
            </p:nvSpPr>
            <p:spPr>
              <a:xfrm>
                <a:off x="5388800" y="3205850"/>
                <a:ext cx="12750" cy="27400"/>
              </a:xfrm>
              <a:custGeom>
                <a:avLst/>
                <a:gdLst/>
                <a:ahLst/>
                <a:cxnLst/>
                <a:rect l="l" t="t" r="r" b="b"/>
                <a:pathLst>
                  <a:path w="510" h="1096" extrusionOk="0">
                    <a:moveTo>
                      <a:pt x="343" y="1"/>
                    </a:moveTo>
                    <a:cubicBezTo>
                      <a:pt x="259" y="1"/>
                      <a:pt x="176" y="59"/>
                      <a:pt x="176" y="176"/>
                    </a:cubicBezTo>
                    <a:cubicBezTo>
                      <a:pt x="176" y="410"/>
                      <a:pt x="143" y="676"/>
                      <a:pt x="43" y="910"/>
                    </a:cubicBezTo>
                    <a:cubicBezTo>
                      <a:pt x="0" y="1016"/>
                      <a:pt x="121" y="1096"/>
                      <a:pt x="231" y="1096"/>
                    </a:cubicBezTo>
                    <a:cubicBezTo>
                      <a:pt x="293" y="1096"/>
                      <a:pt x="352" y="1070"/>
                      <a:pt x="376" y="1010"/>
                    </a:cubicBezTo>
                    <a:cubicBezTo>
                      <a:pt x="476" y="743"/>
                      <a:pt x="510" y="443"/>
                      <a:pt x="510" y="176"/>
                    </a:cubicBezTo>
                    <a:cubicBezTo>
                      <a:pt x="510" y="59"/>
                      <a:pt x="426" y="1"/>
                      <a:pt x="3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75"/>
              <p:cNvSpPr/>
              <p:nvPr/>
            </p:nvSpPr>
            <p:spPr>
              <a:xfrm>
                <a:off x="5257425" y="2705725"/>
                <a:ext cx="1164025" cy="820875"/>
              </a:xfrm>
              <a:custGeom>
                <a:avLst/>
                <a:gdLst/>
                <a:ahLst/>
                <a:cxnLst/>
                <a:rect l="l" t="t" r="r" b="b"/>
                <a:pathLst>
                  <a:path w="46561" h="32835" extrusionOk="0">
                    <a:moveTo>
                      <a:pt x="392" y="1"/>
                    </a:moveTo>
                    <a:cubicBezTo>
                      <a:pt x="174" y="1"/>
                      <a:pt x="0" y="245"/>
                      <a:pt x="194" y="467"/>
                    </a:cubicBezTo>
                    <a:cubicBezTo>
                      <a:pt x="3063" y="3436"/>
                      <a:pt x="7466" y="5037"/>
                      <a:pt x="11269" y="6538"/>
                    </a:cubicBezTo>
                    <a:cubicBezTo>
                      <a:pt x="15905" y="8373"/>
                      <a:pt x="20208" y="10774"/>
                      <a:pt x="24411" y="13476"/>
                    </a:cubicBezTo>
                    <a:cubicBezTo>
                      <a:pt x="28481" y="16078"/>
                      <a:pt x="32617" y="18747"/>
                      <a:pt x="36086" y="22249"/>
                    </a:cubicBezTo>
                    <a:cubicBezTo>
                      <a:pt x="37654" y="23884"/>
                      <a:pt x="39289" y="25418"/>
                      <a:pt x="41057" y="26853"/>
                    </a:cubicBezTo>
                    <a:cubicBezTo>
                      <a:pt x="43158" y="28587"/>
                      <a:pt x="44726" y="30555"/>
                      <a:pt x="46294" y="32757"/>
                    </a:cubicBezTo>
                    <a:cubicBezTo>
                      <a:pt x="46305" y="32812"/>
                      <a:pt x="46342" y="32835"/>
                      <a:pt x="46383" y="32835"/>
                    </a:cubicBezTo>
                    <a:cubicBezTo>
                      <a:pt x="46464" y="32835"/>
                      <a:pt x="46560" y="32746"/>
                      <a:pt x="46494" y="32657"/>
                    </a:cubicBezTo>
                    <a:cubicBezTo>
                      <a:pt x="45293" y="30722"/>
                      <a:pt x="44125" y="28987"/>
                      <a:pt x="42458" y="27420"/>
                    </a:cubicBezTo>
                    <a:cubicBezTo>
                      <a:pt x="40656" y="25818"/>
                      <a:pt x="38955" y="24251"/>
                      <a:pt x="37287" y="22516"/>
                    </a:cubicBezTo>
                    <a:cubicBezTo>
                      <a:pt x="34052" y="19047"/>
                      <a:pt x="30316" y="16345"/>
                      <a:pt x="26413" y="13710"/>
                    </a:cubicBezTo>
                    <a:cubicBezTo>
                      <a:pt x="22376" y="11008"/>
                      <a:pt x="18240" y="8439"/>
                      <a:pt x="13770" y="6538"/>
                    </a:cubicBezTo>
                    <a:cubicBezTo>
                      <a:pt x="11435" y="5537"/>
                      <a:pt x="9067" y="4737"/>
                      <a:pt x="6765" y="3603"/>
                    </a:cubicBezTo>
                    <a:cubicBezTo>
                      <a:pt x="4597" y="2568"/>
                      <a:pt x="2629" y="1101"/>
                      <a:pt x="528" y="33"/>
                    </a:cubicBezTo>
                    <a:cubicBezTo>
                      <a:pt x="482" y="11"/>
                      <a:pt x="436" y="1"/>
                      <a:pt x="392"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75"/>
              <p:cNvSpPr/>
              <p:nvPr/>
            </p:nvSpPr>
            <p:spPr>
              <a:xfrm>
                <a:off x="5446825" y="3035875"/>
                <a:ext cx="365850" cy="151275"/>
              </a:xfrm>
              <a:custGeom>
                <a:avLst/>
                <a:gdLst/>
                <a:ahLst/>
                <a:cxnLst/>
                <a:rect l="l" t="t" r="r" b="b"/>
                <a:pathLst>
                  <a:path w="14634" h="6051" extrusionOk="0">
                    <a:moveTo>
                      <a:pt x="297" y="1"/>
                    </a:moveTo>
                    <a:cubicBezTo>
                      <a:pt x="140" y="1"/>
                      <a:pt x="0" y="274"/>
                      <a:pt x="190" y="337"/>
                    </a:cubicBezTo>
                    <a:cubicBezTo>
                      <a:pt x="2625" y="1538"/>
                      <a:pt x="4560" y="3339"/>
                      <a:pt x="7128" y="4440"/>
                    </a:cubicBezTo>
                    <a:cubicBezTo>
                      <a:pt x="9464" y="5405"/>
                      <a:pt x="11538" y="6051"/>
                      <a:pt x="14002" y="6051"/>
                    </a:cubicBezTo>
                    <a:cubicBezTo>
                      <a:pt x="14177" y="6051"/>
                      <a:pt x="14354" y="6048"/>
                      <a:pt x="14534" y="6041"/>
                    </a:cubicBezTo>
                    <a:cubicBezTo>
                      <a:pt x="14634" y="6008"/>
                      <a:pt x="14567" y="5941"/>
                      <a:pt x="14534" y="5941"/>
                    </a:cubicBezTo>
                    <a:cubicBezTo>
                      <a:pt x="12966" y="5708"/>
                      <a:pt x="11398" y="5708"/>
                      <a:pt x="9897" y="5174"/>
                    </a:cubicBezTo>
                    <a:cubicBezTo>
                      <a:pt x="8496" y="4673"/>
                      <a:pt x="7128" y="4040"/>
                      <a:pt x="5794" y="3339"/>
                    </a:cubicBezTo>
                    <a:cubicBezTo>
                      <a:pt x="3859" y="2372"/>
                      <a:pt x="2392" y="537"/>
                      <a:pt x="323" y="3"/>
                    </a:cubicBezTo>
                    <a:cubicBezTo>
                      <a:pt x="315" y="2"/>
                      <a:pt x="306" y="1"/>
                      <a:pt x="297"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9" name="Google Shape;6339;p75"/>
              <p:cNvSpPr/>
              <p:nvPr/>
            </p:nvSpPr>
            <p:spPr>
              <a:xfrm>
                <a:off x="5491600" y="3078050"/>
                <a:ext cx="119825" cy="90600"/>
              </a:xfrm>
              <a:custGeom>
                <a:avLst/>
                <a:gdLst/>
                <a:ahLst/>
                <a:cxnLst/>
                <a:rect l="l" t="t" r="r" b="b"/>
                <a:pathLst>
                  <a:path w="4793" h="3624" extrusionOk="0">
                    <a:moveTo>
                      <a:pt x="177" y="0"/>
                    </a:moveTo>
                    <a:cubicBezTo>
                      <a:pt x="129" y="0"/>
                      <a:pt x="81" y="6"/>
                      <a:pt x="34" y="18"/>
                    </a:cubicBezTo>
                    <a:cubicBezTo>
                      <a:pt x="0" y="18"/>
                      <a:pt x="0" y="118"/>
                      <a:pt x="34" y="118"/>
                    </a:cubicBezTo>
                    <a:cubicBezTo>
                      <a:pt x="867" y="685"/>
                      <a:pt x="1401" y="1652"/>
                      <a:pt x="2202" y="2319"/>
                    </a:cubicBezTo>
                    <a:cubicBezTo>
                      <a:pt x="2869" y="2820"/>
                      <a:pt x="3603" y="3420"/>
                      <a:pt x="4437" y="3620"/>
                    </a:cubicBezTo>
                    <a:cubicBezTo>
                      <a:pt x="4448" y="3622"/>
                      <a:pt x="4459" y="3623"/>
                      <a:pt x="4470" y="3623"/>
                    </a:cubicBezTo>
                    <a:cubicBezTo>
                      <a:pt x="4628" y="3623"/>
                      <a:pt x="4793" y="3411"/>
                      <a:pt x="4637" y="3287"/>
                    </a:cubicBezTo>
                    <a:cubicBezTo>
                      <a:pt x="3770" y="2519"/>
                      <a:pt x="2735" y="2019"/>
                      <a:pt x="1801" y="1285"/>
                    </a:cubicBezTo>
                    <a:cubicBezTo>
                      <a:pt x="1399" y="945"/>
                      <a:pt x="795" y="0"/>
                      <a:pt x="177"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0" name="Google Shape;6340;p75"/>
              <p:cNvSpPr/>
              <p:nvPr/>
            </p:nvSpPr>
            <p:spPr>
              <a:xfrm>
                <a:off x="5590000" y="2781600"/>
                <a:ext cx="27550" cy="60075"/>
              </a:xfrm>
              <a:custGeom>
                <a:avLst/>
                <a:gdLst/>
                <a:ahLst/>
                <a:cxnLst/>
                <a:rect l="l" t="t" r="r" b="b"/>
                <a:pathLst>
                  <a:path w="1102" h="2403" extrusionOk="0">
                    <a:moveTo>
                      <a:pt x="301" y="0"/>
                    </a:moveTo>
                    <a:cubicBezTo>
                      <a:pt x="234" y="0"/>
                      <a:pt x="167" y="0"/>
                      <a:pt x="134" y="34"/>
                    </a:cubicBezTo>
                    <a:cubicBezTo>
                      <a:pt x="100" y="134"/>
                      <a:pt x="67" y="167"/>
                      <a:pt x="100" y="201"/>
                    </a:cubicBezTo>
                    <a:cubicBezTo>
                      <a:pt x="79" y="264"/>
                      <a:pt x="85" y="287"/>
                      <a:pt x="92" y="287"/>
                    </a:cubicBezTo>
                    <a:cubicBezTo>
                      <a:pt x="96" y="287"/>
                      <a:pt x="100" y="280"/>
                      <a:pt x="100" y="267"/>
                    </a:cubicBezTo>
                    <a:cubicBezTo>
                      <a:pt x="100" y="267"/>
                      <a:pt x="301" y="634"/>
                      <a:pt x="334" y="668"/>
                    </a:cubicBezTo>
                    <a:cubicBezTo>
                      <a:pt x="467" y="934"/>
                      <a:pt x="601" y="1135"/>
                      <a:pt x="601" y="1435"/>
                    </a:cubicBezTo>
                    <a:cubicBezTo>
                      <a:pt x="601" y="1502"/>
                      <a:pt x="634" y="1635"/>
                      <a:pt x="601" y="1768"/>
                    </a:cubicBezTo>
                    <a:cubicBezTo>
                      <a:pt x="582" y="1861"/>
                      <a:pt x="533" y="1882"/>
                      <a:pt x="470" y="1882"/>
                    </a:cubicBezTo>
                    <a:cubicBezTo>
                      <a:pt x="419" y="1882"/>
                      <a:pt x="360" y="1869"/>
                      <a:pt x="301" y="1869"/>
                    </a:cubicBezTo>
                    <a:cubicBezTo>
                      <a:pt x="278" y="1869"/>
                      <a:pt x="256" y="1854"/>
                      <a:pt x="224" y="1854"/>
                    </a:cubicBezTo>
                    <a:cubicBezTo>
                      <a:pt x="208" y="1854"/>
                      <a:pt x="189" y="1857"/>
                      <a:pt x="167" y="1869"/>
                    </a:cubicBezTo>
                    <a:cubicBezTo>
                      <a:pt x="100" y="1935"/>
                      <a:pt x="0" y="2002"/>
                      <a:pt x="67" y="2102"/>
                    </a:cubicBezTo>
                    <a:cubicBezTo>
                      <a:pt x="118" y="2282"/>
                      <a:pt x="249" y="2402"/>
                      <a:pt x="444" y="2402"/>
                    </a:cubicBezTo>
                    <a:cubicBezTo>
                      <a:pt x="502" y="2402"/>
                      <a:pt x="565" y="2392"/>
                      <a:pt x="634" y="2369"/>
                    </a:cubicBezTo>
                    <a:cubicBezTo>
                      <a:pt x="901" y="2302"/>
                      <a:pt x="1001" y="2035"/>
                      <a:pt x="1068" y="1802"/>
                    </a:cubicBezTo>
                    <a:cubicBezTo>
                      <a:pt x="1101" y="1468"/>
                      <a:pt x="1001" y="1101"/>
                      <a:pt x="901" y="768"/>
                    </a:cubicBezTo>
                    <a:cubicBezTo>
                      <a:pt x="768" y="501"/>
                      <a:pt x="601" y="34"/>
                      <a:pt x="301"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75"/>
              <p:cNvSpPr/>
              <p:nvPr/>
            </p:nvSpPr>
            <p:spPr>
              <a:xfrm>
                <a:off x="5585000" y="2797100"/>
                <a:ext cx="15850" cy="23775"/>
              </a:xfrm>
              <a:custGeom>
                <a:avLst/>
                <a:gdLst/>
                <a:ahLst/>
                <a:cxnLst/>
                <a:rect l="l" t="t" r="r" b="b"/>
                <a:pathLst>
                  <a:path w="634" h="951" extrusionOk="0">
                    <a:moveTo>
                      <a:pt x="210" y="0"/>
                    </a:moveTo>
                    <a:cubicBezTo>
                      <a:pt x="192" y="0"/>
                      <a:pt x="177" y="5"/>
                      <a:pt x="167" y="14"/>
                    </a:cubicBezTo>
                    <a:cubicBezTo>
                      <a:pt x="134" y="48"/>
                      <a:pt x="100" y="48"/>
                      <a:pt x="34" y="81"/>
                    </a:cubicBezTo>
                    <a:cubicBezTo>
                      <a:pt x="0" y="148"/>
                      <a:pt x="0" y="181"/>
                      <a:pt x="34" y="181"/>
                    </a:cubicBezTo>
                    <a:cubicBezTo>
                      <a:pt x="69" y="199"/>
                      <a:pt x="96" y="207"/>
                      <a:pt x="118" y="211"/>
                    </a:cubicBezTo>
                    <a:lnTo>
                      <a:pt x="118" y="211"/>
                    </a:lnTo>
                    <a:cubicBezTo>
                      <a:pt x="135" y="291"/>
                      <a:pt x="141" y="376"/>
                      <a:pt x="167" y="481"/>
                    </a:cubicBezTo>
                    <a:cubicBezTo>
                      <a:pt x="167" y="526"/>
                      <a:pt x="152" y="555"/>
                      <a:pt x="162" y="570"/>
                    </a:cubicBezTo>
                    <a:lnTo>
                      <a:pt x="162" y="570"/>
                    </a:lnTo>
                    <a:cubicBezTo>
                      <a:pt x="158" y="570"/>
                      <a:pt x="154" y="569"/>
                      <a:pt x="149" y="569"/>
                    </a:cubicBezTo>
                    <a:cubicBezTo>
                      <a:pt x="92" y="569"/>
                      <a:pt x="34" y="613"/>
                      <a:pt x="34" y="715"/>
                    </a:cubicBezTo>
                    <a:cubicBezTo>
                      <a:pt x="14" y="874"/>
                      <a:pt x="124" y="950"/>
                      <a:pt x="245" y="950"/>
                    </a:cubicBezTo>
                    <a:cubicBezTo>
                      <a:pt x="327" y="950"/>
                      <a:pt x="413" y="915"/>
                      <a:pt x="467" y="848"/>
                    </a:cubicBezTo>
                    <a:cubicBezTo>
                      <a:pt x="634" y="648"/>
                      <a:pt x="467" y="248"/>
                      <a:pt x="334" y="48"/>
                    </a:cubicBezTo>
                    <a:cubicBezTo>
                      <a:pt x="310" y="24"/>
                      <a:pt x="253" y="0"/>
                      <a:pt x="210"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75"/>
              <p:cNvSpPr/>
              <p:nvPr/>
            </p:nvSpPr>
            <p:spPr>
              <a:xfrm>
                <a:off x="5618375" y="2857325"/>
                <a:ext cx="111750" cy="69575"/>
              </a:xfrm>
              <a:custGeom>
                <a:avLst/>
                <a:gdLst/>
                <a:ahLst/>
                <a:cxnLst/>
                <a:rect l="l" t="t" r="r" b="b"/>
                <a:pathLst>
                  <a:path w="4470" h="2783" extrusionOk="0">
                    <a:moveTo>
                      <a:pt x="63" y="0"/>
                    </a:moveTo>
                    <a:cubicBezTo>
                      <a:pt x="0" y="0"/>
                      <a:pt x="4" y="74"/>
                      <a:pt x="33" y="74"/>
                    </a:cubicBezTo>
                    <a:cubicBezTo>
                      <a:pt x="1534" y="841"/>
                      <a:pt x="2868" y="1908"/>
                      <a:pt x="4336" y="2776"/>
                    </a:cubicBezTo>
                    <a:cubicBezTo>
                      <a:pt x="4341" y="2780"/>
                      <a:pt x="4347" y="2782"/>
                      <a:pt x="4353" y="2782"/>
                    </a:cubicBezTo>
                    <a:cubicBezTo>
                      <a:pt x="4395" y="2782"/>
                      <a:pt x="4469" y="2704"/>
                      <a:pt x="4469" y="2676"/>
                    </a:cubicBezTo>
                    <a:cubicBezTo>
                      <a:pt x="4202" y="1942"/>
                      <a:pt x="3268" y="1508"/>
                      <a:pt x="2635" y="1141"/>
                    </a:cubicBezTo>
                    <a:cubicBezTo>
                      <a:pt x="1886" y="653"/>
                      <a:pt x="1074" y="6"/>
                      <a:pt x="167" y="6"/>
                    </a:cubicBezTo>
                    <a:cubicBezTo>
                      <a:pt x="145" y="6"/>
                      <a:pt x="122" y="6"/>
                      <a:pt x="100" y="7"/>
                    </a:cubicBezTo>
                    <a:cubicBezTo>
                      <a:pt x="85" y="2"/>
                      <a:pt x="73" y="0"/>
                      <a:pt x="63"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3" name="Google Shape;6343;p75"/>
              <p:cNvSpPr/>
              <p:nvPr/>
            </p:nvSpPr>
            <p:spPr>
              <a:xfrm>
                <a:off x="5470950" y="2847175"/>
                <a:ext cx="146600" cy="73725"/>
              </a:xfrm>
              <a:custGeom>
                <a:avLst/>
                <a:gdLst/>
                <a:ahLst/>
                <a:cxnLst/>
                <a:rect l="l" t="t" r="r" b="b"/>
                <a:pathLst>
                  <a:path w="5864" h="2949" extrusionOk="0">
                    <a:moveTo>
                      <a:pt x="169" y="1"/>
                    </a:moveTo>
                    <a:cubicBezTo>
                      <a:pt x="45" y="1"/>
                      <a:pt x="0" y="188"/>
                      <a:pt x="59" y="246"/>
                    </a:cubicBezTo>
                    <a:cubicBezTo>
                      <a:pt x="826" y="947"/>
                      <a:pt x="1994" y="1247"/>
                      <a:pt x="2894" y="1681"/>
                    </a:cubicBezTo>
                    <a:cubicBezTo>
                      <a:pt x="3862" y="2081"/>
                      <a:pt x="4829" y="2848"/>
                      <a:pt x="5863" y="2948"/>
                    </a:cubicBezTo>
                    <a:cubicBezTo>
                      <a:pt x="5263" y="2181"/>
                      <a:pt x="4195" y="1747"/>
                      <a:pt x="3328" y="1380"/>
                    </a:cubicBezTo>
                    <a:cubicBezTo>
                      <a:pt x="2327" y="913"/>
                      <a:pt x="1260" y="413"/>
                      <a:pt x="226" y="13"/>
                    </a:cubicBezTo>
                    <a:cubicBezTo>
                      <a:pt x="205" y="5"/>
                      <a:pt x="186" y="1"/>
                      <a:pt x="169"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4" name="Google Shape;6344;p75"/>
              <p:cNvSpPr/>
              <p:nvPr/>
            </p:nvSpPr>
            <p:spPr>
              <a:xfrm>
                <a:off x="5165925" y="2600225"/>
                <a:ext cx="352375" cy="223100"/>
              </a:xfrm>
              <a:custGeom>
                <a:avLst/>
                <a:gdLst/>
                <a:ahLst/>
                <a:cxnLst/>
                <a:rect l="l" t="t" r="r" b="b"/>
                <a:pathLst>
                  <a:path w="14095" h="8924" extrusionOk="0">
                    <a:moveTo>
                      <a:pt x="279" y="1"/>
                    </a:moveTo>
                    <a:cubicBezTo>
                      <a:pt x="132" y="1"/>
                      <a:pt x="0" y="142"/>
                      <a:pt x="118" y="284"/>
                    </a:cubicBezTo>
                    <a:cubicBezTo>
                      <a:pt x="1586" y="2519"/>
                      <a:pt x="4054" y="3753"/>
                      <a:pt x="6256" y="5121"/>
                    </a:cubicBezTo>
                    <a:cubicBezTo>
                      <a:pt x="8724" y="6688"/>
                      <a:pt x="11193" y="8223"/>
                      <a:pt x="14061" y="8923"/>
                    </a:cubicBezTo>
                    <a:cubicBezTo>
                      <a:pt x="14061" y="8923"/>
                      <a:pt x="14095" y="8857"/>
                      <a:pt x="14061" y="8857"/>
                    </a:cubicBezTo>
                    <a:cubicBezTo>
                      <a:pt x="11860" y="7589"/>
                      <a:pt x="9458" y="6788"/>
                      <a:pt x="7290" y="5387"/>
                    </a:cubicBezTo>
                    <a:cubicBezTo>
                      <a:pt x="4888" y="3853"/>
                      <a:pt x="2253" y="2385"/>
                      <a:pt x="452" y="84"/>
                    </a:cubicBezTo>
                    <a:cubicBezTo>
                      <a:pt x="403" y="25"/>
                      <a:pt x="340" y="1"/>
                      <a:pt x="279"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75"/>
              <p:cNvSpPr/>
              <p:nvPr/>
            </p:nvSpPr>
            <p:spPr>
              <a:xfrm>
                <a:off x="5133825" y="2636200"/>
                <a:ext cx="103450" cy="53700"/>
              </a:xfrm>
              <a:custGeom>
                <a:avLst/>
                <a:gdLst/>
                <a:ahLst/>
                <a:cxnLst/>
                <a:rect l="l" t="t" r="r" b="b"/>
                <a:pathLst>
                  <a:path w="4138" h="2148" extrusionOk="0">
                    <a:moveTo>
                      <a:pt x="145" y="0"/>
                    </a:moveTo>
                    <a:cubicBezTo>
                      <a:pt x="79" y="0"/>
                      <a:pt x="1" y="44"/>
                      <a:pt x="1" y="146"/>
                    </a:cubicBezTo>
                    <a:cubicBezTo>
                      <a:pt x="1" y="780"/>
                      <a:pt x="568" y="1113"/>
                      <a:pt x="1168" y="1247"/>
                    </a:cubicBezTo>
                    <a:cubicBezTo>
                      <a:pt x="1635" y="1347"/>
                      <a:pt x="2069" y="1313"/>
                      <a:pt x="2536" y="1447"/>
                    </a:cubicBezTo>
                    <a:cubicBezTo>
                      <a:pt x="3170" y="1580"/>
                      <a:pt x="3537" y="1947"/>
                      <a:pt x="4137" y="2147"/>
                    </a:cubicBezTo>
                    <a:cubicBezTo>
                      <a:pt x="3870" y="1580"/>
                      <a:pt x="3237" y="1280"/>
                      <a:pt x="2670" y="1080"/>
                    </a:cubicBezTo>
                    <a:cubicBezTo>
                      <a:pt x="2236" y="946"/>
                      <a:pt x="1836" y="846"/>
                      <a:pt x="1402" y="746"/>
                    </a:cubicBezTo>
                    <a:cubicBezTo>
                      <a:pt x="968" y="546"/>
                      <a:pt x="635" y="279"/>
                      <a:pt x="201" y="12"/>
                    </a:cubicBezTo>
                    <a:cubicBezTo>
                      <a:pt x="185" y="4"/>
                      <a:pt x="166" y="0"/>
                      <a:pt x="145" y="0"/>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75"/>
              <p:cNvSpPr/>
              <p:nvPr/>
            </p:nvSpPr>
            <p:spPr>
              <a:xfrm>
                <a:off x="5110475" y="2623975"/>
                <a:ext cx="70075" cy="32550"/>
              </a:xfrm>
              <a:custGeom>
                <a:avLst/>
                <a:gdLst/>
                <a:ahLst/>
                <a:cxnLst/>
                <a:rect l="l" t="t" r="r" b="b"/>
                <a:pathLst>
                  <a:path w="2803" h="1302" extrusionOk="0">
                    <a:moveTo>
                      <a:pt x="168" y="1"/>
                    </a:moveTo>
                    <a:cubicBezTo>
                      <a:pt x="101" y="1"/>
                      <a:pt x="1" y="134"/>
                      <a:pt x="68" y="168"/>
                    </a:cubicBezTo>
                    <a:cubicBezTo>
                      <a:pt x="268" y="568"/>
                      <a:pt x="768" y="635"/>
                      <a:pt x="1135" y="735"/>
                    </a:cubicBezTo>
                    <a:cubicBezTo>
                      <a:pt x="1802" y="902"/>
                      <a:pt x="2269" y="968"/>
                      <a:pt x="2803" y="1302"/>
                    </a:cubicBezTo>
                    <a:cubicBezTo>
                      <a:pt x="2670" y="935"/>
                      <a:pt x="2269" y="735"/>
                      <a:pt x="1902" y="601"/>
                    </a:cubicBezTo>
                    <a:cubicBezTo>
                      <a:pt x="1569" y="468"/>
                      <a:pt x="1235" y="435"/>
                      <a:pt x="902" y="268"/>
                    </a:cubicBezTo>
                    <a:cubicBezTo>
                      <a:pt x="635" y="134"/>
                      <a:pt x="435" y="1"/>
                      <a:pt x="168" y="1"/>
                    </a:cubicBezTo>
                    <a:close/>
                  </a:path>
                </a:pathLst>
              </a:custGeom>
              <a:solidFill>
                <a:srgbClr val="542C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75"/>
              <p:cNvSpPr/>
              <p:nvPr/>
            </p:nvSpPr>
            <p:spPr>
              <a:xfrm>
                <a:off x="5585825" y="2758900"/>
                <a:ext cx="635475" cy="309125"/>
              </a:xfrm>
              <a:custGeom>
                <a:avLst/>
                <a:gdLst/>
                <a:ahLst/>
                <a:cxnLst/>
                <a:rect l="l" t="t" r="r" b="b"/>
                <a:pathLst>
                  <a:path w="25419" h="12365" extrusionOk="0">
                    <a:moveTo>
                      <a:pt x="19212" y="0"/>
                    </a:moveTo>
                    <a:cubicBezTo>
                      <a:pt x="18408" y="0"/>
                      <a:pt x="17610" y="236"/>
                      <a:pt x="17113" y="875"/>
                    </a:cubicBezTo>
                    <a:cubicBezTo>
                      <a:pt x="16717" y="1337"/>
                      <a:pt x="16481" y="2030"/>
                      <a:pt x="16099" y="2468"/>
                    </a:cubicBezTo>
                    <a:lnTo>
                      <a:pt x="16099" y="2468"/>
                    </a:lnTo>
                    <a:cubicBezTo>
                      <a:pt x="15983" y="2533"/>
                      <a:pt x="15876" y="2613"/>
                      <a:pt x="15779" y="2710"/>
                    </a:cubicBezTo>
                    <a:cubicBezTo>
                      <a:pt x="15746" y="2736"/>
                      <a:pt x="15714" y="2763"/>
                      <a:pt x="15683" y="2792"/>
                    </a:cubicBezTo>
                    <a:lnTo>
                      <a:pt x="15683" y="2792"/>
                    </a:lnTo>
                    <a:cubicBezTo>
                      <a:pt x="15581" y="2838"/>
                      <a:pt x="15469" y="2868"/>
                      <a:pt x="15345" y="2877"/>
                    </a:cubicBezTo>
                    <a:cubicBezTo>
                      <a:pt x="15345" y="1396"/>
                      <a:pt x="13977" y="94"/>
                      <a:pt x="12532" y="94"/>
                    </a:cubicBezTo>
                    <a:cubicBezTo>
                      <a:pt x="12447" y="94"/>
                      <a:pt x="12361" y="99"/>
                      <a:pt x="12276" y="108"/>
                    </a:cubicBezTo>
                    <a:cubicBezTo>
                      <a:pt x="10808" y="268"/>
                      <a:pt x="9614" y="1802"/>
                      <a:pt x="9806" y="3249"/>
                    </a:cubicBezTo>
                    <a:lnTo>
                      <a:pt x="9806" y="3249"/>
                    </a:lnTo>
                    <a:cubicBezTo>
                      <a:pt x="9787" y="3242"/>
                      <a:pt x="9767" y="3234"/>
                      <a:pt x="9748" y="3226"/>
                    </a:cubicBezTo>
                    <a:lnTo>
                      <a:pt x="9748" y="3226"/>
                    </a:lnTo>
                    <a:cubicBezTo>
                      <a:pt x="9501" y="2663"/>
                      <a:pt x="9202" y="2112"/>
                      <a:pt x="8640" y="1876"/>
                    </a:cubicBezTo>
                    <a:cubicBezTo>
                      <a:pt x="8444" y="1766"/>
                      <a:pt x="8217" y="1714"/>
                      <a:pt x="7988" y="1714"/>
                    </a:cubicBezTo>
                    <a:cubicBezTo>
                      <a:pt x="7593" y="1714"/>
                      <a:pt x="7192" y="1868"/>
                      <a:pt x="6939" y="2143"/>
                    </a:cubicBezTo>
                    <a:cubicBezTo>
                      <a:pt x="6505" y="2610"/>
                      <a:pt x="6405" y="3310"/>
                      <a:pt x="6672" y="3877"/>
                    </a:cubicBezTo>
                    <a:cubicBezTo>
                      <a:pt x="6306" y="3161"/>
                      <a:pt x="5544" y="2824"/>
                      <a:pt x="4750" y="2824"/>
                    </a:cubicBezTo>
                    <a:cubicBezTo>
                      <a:pt x="3881" y="2824"/>
                      <a:pt x="2973" y="3228"/>
                      <a:pt x="2502" y="3977"/>
                    </a:cubicBezTo>
                    <a:cubicBezTo>
                      <a:pt x="2321" y="4284"/>
                      <a:pt x="2206" y="4614"/>
                      <a:pt x="2148" y="4953"/>
                    </a:cubicBezTo>
                    <a:lnTo>
                      <a:pt x="2148" y="4953"/>
                    </a:lnTo>
                    <a:cubicBezTo>
                      <a:pt x="2089" y="4961"/>
                      <a:pt x="2030" y="4964"/>
                      <a:pt x="1970" y="4964"/>
                    </a:cubicBezTo>
                    <a:cubicBezTo>
                      <a:pt x="1794" y="4964"/>
                      <a:pt x="1612" y="4939"/>
                      <a:pt x="1435" y="4939"/>
                    </a:cubicBezTo>
                    <a:cubicBezTo>
                      <a:pt x="1390" y="4939"/>
                      <a:pt x="1346" y="4941"/>
                      <a:pt x="1301" y="4945"/>
                    </a:cubicBezTo>
                    <a:cubicBezTo>
                      <a:pt x="334" y="5112"/>
                      <a:pt x="1" y="6379"/>
                      <a:pt x="167" y="7313"/>
                    </a:cubicBezTo>
                    <a:cubicBezTo>
                      <a:pt x="401" y="8714"/>
                      <a:pt x="1402" y="10115"/>
                      <a:pt x="2769" y="10115"/>
                    </a:cubicBezTo>
                    <a:cubicBezTo>
                      <a:pt x="2806" y="10117"/>
                      <a:pt x="2843" y="10118"/>
                      <a:pt x="2880" y="10118"/>
                    </a:cubicBezTo>
                    <a:cubicBezTo>
                      <a:pt x="3738" y="10118"/>
                      <a:pt x="4627" y="9575"/>
                      <a:pt x="5457" y="9575"/>
                    </a:cubicBezTo>
                    <a:cubicBezTo>
                      <a:pt x="5724" y="9575"/>
                      <a:pt x="5986" y="9632"/>
                      <a:pt x="6238" y="9782"/>
                    </a:cubicBezTo>
                    <a:cubicBezTo>
                      <a:pt x="6605" y="9982"/>
                      <a:pt x="6839" y="10415"/>
                      <a:pt x="7139" y="10782"/>
                    </a:cubicBezTo>
                    <a:cubicBezTo>
                      <a:pt x="7943" y="11759"/>
                      <a:pt x="9169" y="12365"/>
                      <a:pt x="10410" y="12365"/>
                    </a:cubicBezTo>
                    <a:cubicBezTo>
                      <a:pt x="10609" y="12365"/>
                      <a:pt x="10810" y="12349"/>
                      <a:pt x="11008" y="12317"/>
                    </a:cubicBezTo>
                    <a:cubicBezTo>
                      <a:pt x="12443" y="12117"/>
                      <a:pt x="13777" y="11116"/>
                      <a:pt x="14311" y="9782"/>
                    </a:cubicBezTo>
                    <a:cubicBezTo>
                      <a:pt x="14611" y="10816"/>
                      <a:pt x="15612" y="11583"/>
                      <a:pt x="16679" y="11650"/>
                    </a:cubicBezTo>
                    <a:cubicBezTo>
                      <a:pt x="16779" y="11659"/>
                      <a:pt x="16878" y="11663"/>
                      <a:pt x="16977" y="11663"/>
                    </a:cubicBezTo>
                    <a:cubicBezTo>
                      <a:pt x="17970" y="11663"/>
                      <a:pt x="18917" y="11216"/>
                      <a:pt x="19615" y="10549"/>
                    </a:cubicBezTo>
                    <a:cubicBezTo>
                      <a:pt x="20057" y="10136"/>
                      <a:pt x="20382" y="9533"/>
                      <a:pt x="20506" y="8935"/>
                    </a:cubicBezTo>
                    <a:lnTo>
                      <a:pt x="20506" y="8935"/>
                    </a:lnTo>
                    <a:cubicBezTo>
                      <a:pt x="20885" y="9302"/>
                      <a:pt x="21385" y="9557"/>
                      <a:pt x="21916" y="9615"/>
                    </a:cubicBezTo>
                    <a:cubicBezTo>
                      <a:pt x="22001" y="9624"/>
                      <a:pt x="22086" y="9629"/>
                      <a:pt x="22171" y="9629"/>
                    </a:cubicBezTo>
                    <a:cubicBezTo>
                      <a:pt x="23284" y="9629"/>
                      <a:pt x="24356" y="8836"/>
                      <a:pt x="24852" y="7813"/>
                    </a:cubicBezTo>
                    <a:cubicBezTo>
                      <a:pt x="25419" y="6713"/>
                      <a:pt x="25319" y="5412"/>
                      <a:pt x="24918" y="4244"/>
                    </a:cubicBezTo>
                    <a:cubicBezTo>
                      <a:pt x="24151" y="2209"/>
                      <a:pt x="22317" y="575"/>
                      <a:pt x="20182" y="108"/>
                    </a:cubicBezTo>
                    <a:cubicBezTo>
                      <a:pt x="19871" y="40"/>
                      <a:pt x="19541" y="0"/>
                      <a:pt x="192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75"/>
              <p:cNvSpPr/>
              <p:nvPr/>
            </p:nvSpPr>
            <p:spPr>
              <a:xfrm>
                <a:off x="5531175" y="2743200"/>
                <a:ext cx="707650" cy="340000"/>
              </a:xfrm>
              <a:custGeom>
                <a:avLst/>
                <a:gdLst/>
                <a:ahLst/>
                <a:cxnLst/>
                <a:rect l="l" t="t" r="r" b="b"/>
                <a:pathLst>
                  <a:path w="28306" h="13600" extrusionOk="0">
                    <a:moveTo>
                      <a:pt x="14758" y="1417"/>
                    </a:moveTo>
                    <a:cubicBezTo>
                      <a:pt x="15619" y="1417"/>
                      <a:pt x="16450" y="1940"/>
                      <a:pt x="16688" y="3136"/>
                    </a:cubicBezTo>
                    <a:lnTo>
                      <a:pt x="16688" y="3136"/>
                    </a:lnTo>
                    <a:cubicBezTo>
                      <a:pt x="16296" y="3070"/>
                      <a:pt x="16011" y="2625"/>
                      <a:pt x="15484" y="2625"/>
                    </a:cubicBezTo>
                    <a:cubicBezTo>
                      <a:pt x="15435" y="2625"/>
                      <a:pt x="15383" y="2629"/>
                      <a:pt x="15329" y="2637"/>
                    </a:cubicBezTo>
                    <a:cubicBezTo>
                      <a:pt x="14762" y="2704"/>
                      <a:pt x="14362" y="3204"/>
                      <a:pt x="13828" y="3405"/>
                    </a:cubicBezTo>
                    <a:cubicBezTo>
                      <a:pt x="13565" y="3496"/>
                      <a:pt x="13354" y="3532"/>
                      <a:pt x="13165" y="3532"/>
                    </a:cubicBezTo>
                    <a:cubicBezTo>
                      <a:pt x="12927" y="3532"/>
                      <a:pt x="12725" y="3475"/>
                      <a:pt x="12498" y="3400"/>
                    </a:cubicBezTo>
                    <a:lnTo>
                      <a:pt x="12498" y="3400"/>
                    </a:lnTo>
                    <a:cubicBezTo>
                      <a:pt x="12656" y="2163"/>
                      <a:pt x="13728" y="1417"/>
                      <a:pt x="14758" y="1417"/>
                    </a:cubicBezTo>
                    <a:close/>
                    <a:moveTo>
                      <a:pt x="21598" y="1238"/>
                    </a:moveTo>
                    <a:cubicBezTo>
                      <a:pt x="22044" y="1238"/>
                      <a:pt x="22530" y="1345"/>
                      <a:pt x="23068" y="1570"/>
                    </a:cubicBezTo>
                    <a:cubicBezTo>
                      <a:pt x="24536" y="2204"/>
                      <a:pt x="25737" y="3405"/>
                      <a:pt x="26304" y="4906"/>
                    </a:cubicBezTo>
                    <a:cubicBezTo>
                      <a:pt x="26435" y="5315"/>
                      <a:pt x="26542" y="5765"/>
                      <a:pt x="26585" y="6215"/>
                    </a:cubicBezTo>
                    <a:lnTo>
                      <a:pt x="26585" y="6215"/>
                    </a:lnTo>
                    <a:cubicBezTo>
                      <a:pt x="25964" y="5709"/>
                      <a:pt x="25021" y="5514"/>
                      <a:pt x="24063" y="5514"/>
                    </a:cubicBezTo>
                    <a:cubicBezTo>
                      <a:pt x="23557" y="5514"/>
                      <a:pt x="23047" y="5568"/>
                      <a:pt x="22577" y="5660"/>
                    </a:cubicBezTo>
                    <a:lnTo>
                      <a:pt x="22577" y="5660"/>
                    </a:lnTo>
                    <a:cubicBezTo>
                      <a:pt x="22155" y="4064"/>
                      <a:pt x="21192" y="2390"/>
                      <a:pt x="19450" y="2283"/>
                    </a:cubicBezTo>
                    <a:lnTo>
                      <a:pt x="19450" y="2283"/>
                    </a:lnTo>
                    <a:cubicBezTo>
                      <a:pt x="20079" y="1607"/>
                      <a:pt x="20770" y="1238"/>
                      <a:pt x="21598" y="1238"/>
                    </a:cubicBezTo>
                    <a:close/>
                    <a:moveTo>
                      <a:pt x="19366" y="3551"/>
                    </a:moveTo>
                    <a:cubicBezTo>
                      <a:pt x="20158" y="3551"/>
                      <a:pt x="20719" y="4085"/>
                      <a:pt x="21067" y="5172"/>
                    </a:cubicBezTo>
                    <a:cubicBezTo>
                      <a:pt x="21200" y="5573"/>
                      <a:pt x="21334" y="6006"/>
                      <a:pt x="21367" y="6407"/>
                    </a:cubicBezTo>
                    <a:cubicBezTo>
                      <a:pt x="21394" y="6675"/>
                      <a:pt x="21679" y="6878"/>
                      <a:pt x="21947" y="6878"/>
                    </a:cubicBezTo>
                    <a:cubicBezTo>
                      <a:pt x="22011" y="6878"/>
                      <a:pt x="22075" y="6866"/>
                      <a:pt x="22134" y="6840"/>
                    </a:cubicBezTo>
                    <a:cubicBezTo>
                      <a:pt x="22629" y="6703"/>
                      <a:pt x="23435" y="6531"/>
                      <a:pt x="24175" y="6531"/>
                    </a:cubicBezTo>
                    <a:cubicBezTo>
                      <a:pt x="25231" y="6531"/>
                      <a:pt x="26151" y="6880"/>
                      <a:pt x="25837" y="8175"/>
                    </a:cubicBezTo>
                    <a:cubicBezTo>
                      <a:pt x="25833" y="8292"/>
                      <a:pt x="25847" y="8400"/>
                      <a:pt x="25875" y="8497"/>
                    </a:cubicBezTo>
                    <a:lnTo>
                      <a:pt x="25875" y="8497"/>
                    </a:lnTo>
                    <a:cubicBezTo>
                      <a:pt x="25344" y="9018"/>
                      <a:pt x="24592" y="9340"/>
                      <a:pt x="23929" y="9340"/>
                    </a:cubicBezTo>
                    <a:cubicBezTo>
                      <a:pt x="23720" y="9340"/>
                      <a:pt x="23519" y="9308"/>
                      <a:pt x="23337" y="9240"/>
                    </a:cubicBezTo>
                    <a:lnTo>
                      <a:pt x="23337" y="9240"/>
                    </a:lnTo>
                    <a:cubicBezTo>
                      <a:pt x="23397" y="8502"/>
                      <a:pt x="23103" y="7770"/>
                      <a:pt x="22301" y="7174"/>
                    </a:cubicBezTo>
                    <a:cubicBezTo>
                      <a:pt x="22200" y="7104"/>
                      <a:pt x="22095" y="7074"/>
                      <a:pt x="21994" y="7074"/>
                    </a:cubicBezTo>
                    <a:cubicBezTo>
                      <a:pt x="21660" y="7074"/>
                      <a:pt x="21359" y="7401"/>
                      <a:pt x="21334" y="7708"/>
                    </a:cubicBezTo>
                    <a:cubicBezTo>
                      <a:pt x="21303" y="8371"/>
                      <a:pt x="21475" y="8981"/>
                      <a:pt x="21788" y="9486"/>
                    </a:cubicBezTo>
                    <a:lnTo>
                      <a:pt x="21788" y="9486"/>
                    </a:lnTo>
                    <a:cubicBezTo>
                      <a:pt x="21407" y="10540"/>
                      <a:pt x="20046" y="11692"/>
                      <a:pt x="18791" y="11692"/>
                    </a:cubicBezTo>
                    <a:cubicBezTo>
                      <a:pt x="18029" y="11692"/>
                      <a:pt x="17306" y="11268"/>
                      <a:pt x="16864" y="10143"/>
                    </a:cubicBezTo>
                    <a:cubicBezTo>
                      <a:pt x="16765" y="9867"/>
                      <a:pt x="16480" y="9684"/>
                      <a:pt x="16208" y="9684"/>
                    </a:cubicBezTo>
                    <a:cubicBezTo>
                      <a:pt x="16020" y="9684"/>
                      <a:pt x="15839" y="9771"/>
                      <a:pt x="15730" y="9976"/>
                    </a:cubicBezTo>
                    <a:cubicBezTo>
                      <a:pt x="14992" y="11451"/>
                      <a:pt x="13789" y="12160"/>
                      <a:pt x="12523" y="12160"/>
                    </a:cubicBezTo>
                    <a:cubicBezTo>
                      <a:pt x="11441" y="12160"/>
                      <a:pt x="10314" y="11642"/>
                      <a:pt x="9392" y="10643"/>
                    </a:cubicBezTo>
                    <a:cubicBezTo>
                      <a:pt x="8718" y="9905"/>
                      <a:pt x="8261" y="9507"/>
                      <a:pt x="7278" y="9507"/>
                    </a:cubicBezTo>
                    <a:cubicBezTo>
                      <a:pt x="7238" y="9507"/>
                      <a:pt x="7198" y="9508"/>
                      <a:pt x="7157" y="9509"/>
                    </a:cubicBezTo>
                    <a:cubicBezTo>
                      <a:pt x="6428" y="9537"/>
                      <a:pt x="5652" y="10036"/>
                      <a:pt x="4888" y="10036"/>
                    </a:cubicBezTo>
                    <a:cubicBezTo>
                      <a:pt x="4743" y="10036"/>
                      <a:pt x="4598" y="10018"/>
                      <a:pt x="4455" y="9976"/>
                    </a:cubicBezTo>
                    <a:cubicBezTo>
                      <a:pt x="2906" y="9542"/>
                      <a:pt x="2163" y="7267"/>
                      <a:pt x="3507" y="6277"/>
                    </a:cubicBezTo>
                    <a:lnTo>
                      <a:pt x="3507" y="6277"/>
                    </a:lnTo>
                    <a:cubicBezTo>
                      <a:pt x="3617" y="7475"/>
                      <a:pt x="4275" y="8684"/>
                      <a:pt x="5155" y="9509"/>
                    </a:cubicBezTo>
                    <a:cubicBezTo>
                      <a:pt x="5280" y="9627"/>
                      <a:pt x="5422" y="9676"/>
                      <a:pt x="5560" y="9676"/>
                    </a:cubicBezTo>
                    <a:cubicBezTo>
                      <a:pt x="6047" y="9676"/>
                      <a:pt x="6491" y="9058"/>
                      <a:pt x="6023" y="8642"/>
                    </a:cubicBezTo>
                    <a:cubicBezTo>
                      <a:pt x="5197" y="7848"/>
                      <a:pt x="4583" y="6812"/>
                      <a:pt x="4842" y="5679"/>
                    </a:cubicBezTo>
                    <a:lnTo>
                      <a:pt x="4842" y="5679"/>
                    </a:lnTo>
                    <a:cubicBezTo>
                      <a:pt x="5678" y="5383"/>
                      <a:pt x="6564" y="5171"/>
                      <a:pt x="7393" y="5171"/>
                    </a:cubicBezTo>
                    <a:cubicBezTo>
                      <a:pt x="7436" y="5171"/>
                      <a:pt x="7480" y="5171"/>
                      <a:pt x="7524" y="5172"/>
                    </a:cubicBezTo>
                    <a:cubicBezTo>
                      <a:pt x="7705" y="5172"/>
                      <a:pt x="7864" y="5175"/>
                      <a:pt x="8013" y="5175"/>
                    </a:cubicBezTo>
                    <a:cubicBezTo>
                      <a:pt x="8386" y="5175"/>
                      <a:pt x="8696" y="5158"/>
                      <a:pt x="9125" y="5039"/>
                    </a:cubicBezTo>
                    <a:cubicBezTo>
                      <a:pt x="10122" y="4762"/>
                      <a:pt x="9532" y="4232"/>
                      <a:pt x="10545" y="4232"/>
                    </a:cubicBezTo>
                    <a:cubicBezTo>
                      <a:pt x="10736" y="4232"/>
                      <a:pt x="10985" y="4251"/>
                      <a:pt x="11313" y="4294"/>
                    </a:cubicBezTo>
                    <a:lnTo>
                      <a:pt x="11313" y="4294"/>
                    </a:lnTo>
                    <a:cubicBezTo>
                      <a:pt x="11318" y="4309"/>
                      <a:pt x="11322" y="4324"/>
                      <a:pt x="11326" y="4339"/>
                    </a:cubicBezTo>
                    <a:cubicBezTo>
                      <a:pt x="11416" y="4543"/>
                      <a:pt x="11613" y="4635"/>
                      <a:pt x="11820" y="4635"/>
                    </a:cubicBezTo>
                    <a:cubicBezTo>
                      <a:pt x="11985" y="4635"/>
                      <a:pt x="12156" y="4577"/>
                      <a:pt x="12284" y="4471"/>
                    </a:cubicBezTo>
                    <a:lnTo>
                      <a:pt x="12284" y="4471"/>
                    </a:lnTo>
                    <a:cubicBezTo>
                      <a:pt x="12632" y="4548"/>
                      <a:pt x="12928" y="4615"/>
                      <a:pt x="13248" y="4615"/>
                    </a:cubicBezTo>
                    <a:cubicBezTo>
                      <a:pt x="13561" y="4615"/>
                      <a:pt x="13898" y="4551"/>
                      <a:pt x="14329" y="4372"/>
                    </a:cubicBezTo>
                    <a:cubicBezTo>
                      <a:pt x="14665" y="4066"/>
                      <a:pt x="15085" y="3901"/>
                      <a:pt x="15538" y="3901"/>
                    </a:cubicBezTo>
                    <a:cubicBezTo>
                      <a:pt x="15579" y="3901"/>
                      <a:pt x="15621" y="3902"/>
                      <a:pt x="15663" y="3905"/>
                    </a:cubicBezTo>
                    <a:cubicBezTo>
                      <a:pt x="15796" y="4072"/>
                      <a:pt x="15896" y="4205"/>
                      <a:pt x="16063" y="4305"/>
                    </a:cubicBezTo>
                    <a:cubicBezTo>
                      <a:pt x="16463" y="4372"/>
                      <a:pt x="16530" y="4539"/>
                      <a:pt x="16897" y="4539"/>
                    </a:cubicBezTo>
                    <a:cubicBezTo>
                      <a:pt x="17498" y="4505"/>
                      <a:pt x="17397" y="4172"/>
                      <a:pt x="17898" y="4005"/>
                    </a:cubicBezTo>
                    <a:cubicBezTo>
                      <a:pt x="18455" y="3703"/>
                      <a:pt x="18944" y="3551"/>
                      <a:pt x="19366" y="3551"/>
                    </a:cubicBezTo>
                    <a:close/>
                    <a:moveTo>
                      <a:pt x="21258" y="0"/>
                    </a:moveTo>
                    <a:cubicBezTo>
                      <a:pt x="20741" y="0"/>
                      <a:pt x="20223" y="88"/>
                      <a:pt x="19732" y="302"/>
                    </a:cubicBezTo>
                    <a:cubicBezTo>
                      <a:pt x="18856" y="701"/>
                      <a:pt x="18487" y="1903"/>
                      <a:pt x="17817" y="2528"/>
                    </a:cubicBezTo>
                    <a:lnTo>
                      <a:pt x="17817" y="2528"/>
                    </a:lnTo>
                    <a:cubicBezTo>
                      <a:pt x="17272" y="984"/>
                      <a:pt x="15906" y="241"/>
                      <a:pt x="14563" y="241"/>
                    </a:cubicBezTo>
                    <a:cubicBezTo>
                      <a:pt x="13257" y="241"/>
                      <a:pt x="11972" y="942"/>
                      <a:pt x="11478" y="2289"/>
                    </a:cubicBezTo>
                    <a:lnTo>
                      <a:pt x="11478" y="2289"/>
                    </a:lnTo>
                    <a:cubicBezTo>
                      <a:pt x="11094" y="1927"/>
                      <a:pt x="10635" y="1687"/>
                      <a:pt x="10083" y="1687"/>
                    </a:cubicBezTo>
                    <a:cubicBezTo>
                      <a:pt x="9867" y="1687"/>
                      <a:pt x="9637" y="1723"/>
                      <a:pt x="9392" y="1803"/>
                    </a:cubicBezTo>
                    <a:cubicBezTo>
                      <a:pt x="8701" y="2028"/>
                      <a:pt x="8261" y="2524"/>
                      <a:pt x="8077" y="3122"/>
                    </a:cubicBezTo>
                    <a:lnTo>
                      <a:pt x="8077" y="3122"/>
                    </a:lnTo>
                    <a:cubicBezTo>
                      <a:pt x="7636" y="2897"/>
                      <a:pt x="7148" y="2783"/>
                      <a:pt x="6654" y="2783"/>
                    </a:cubicBezTo>
                    <a:cubicBezTo>
                      <a:pt x="5909" y="2783"/>
                      <a:pt x="5151" y="3042"/>
                      <a:pt x="4522" y="3571"/>
                    </a:cubicBezTo>
                    <a:cubicBezTo>
                      <a:pt x="4084" y="3969"/>
                      <a:pt x="3800" y="4430"/>
                      <a:pt x="3643" y="4921"/>
                    </a:cubicBezTo>
                    <a:lnTo>
                      <a:pt x="3643" y="4921"/>
                    </a:lnTo>
                    <a:cubicBezTo>
                      <a:pt x="3550" y="4940"/>
                      <a:pt x="3454" y="4957"/>
                      <a:pt x="3354" y="4972"/>
                    </a:cubicBezTo>
                    <a:cubicBezTo>
                      <a:pt x="1" y="6154"/>
                      <a:pt x="1998" y="11342"/>
                      <a:pt x="5132" y="11342"/>
                    </a:cubicBezTo>
                    <a:cubicBezTo>
                      <a:pt x="5271" y="11342"/>
                      <a:pt x="5412" y="11331"/>
                      <a:pt x="5556" y="11310"/>
                    </a:cubicBezTo>
                    <a:cubicBezTo>
                      <a:pt x="6175" y="11218"/>
                      <a:pt x="6794" y="10874"/>
                      <a:pt x="7403" y="10874"/>
                    </a:cubicBezTo>
                    <a:cubicBezTo>
                      <a:pt x="7679" y="10874"/>
                      <a:pt x="7953" y="10945"/>
                      <a:pt x="8224" y="11143"/>
                    </a:cubicBezTo>
                    <a:cubicBezTo>
                      <a:pt x="8324" y="11210"/>
                      <a:pt x="9058" y="12177"/>
                      <a:pt x="9225" y="12311"/>
                    </a:cubicBezTo>
                    <a:cubicBezTo>
                      <a:pt x="9992" y="12978"/>
                      <a:pt x="10893" y="13378"/>
                      <a:pt x="11893" y="13545"/>
                    </a:cubicBezTo>
                    <a:cubicBezTo>
                      <a:pt x="12131" y="13582"/>
                      <a:pt x="12367" y="13599"/>
                      <a:pt x="12599" y="13599"/>
                    </a:cubicBezTo>
                    <a:cubicBezTo>
                      <a:pt x="14131" y="13599"/>
                      <a:pt x="15509" y="12826"/>
                      <a:pt x="16418" y="11610"/>
                    </a:cubicBezTo>
                    <a:lnTo>
                      <a:pt x="16418" y="11610"/>
                    </a:lnTo>
                    <a:cubicBezTo>
                      <a:pt x="17085" y="12491"/>
                      <a:pt x="17976" y="12850"/>
                      <a:pt x="18897" y="12850"/>
                    </a:cubicBezTo>
                    <a:cubicBezTo>
                      <a:pt x="20461" y="12850"/>
                      <a:pt x="22110" y="11814"/>
                      <a:pt x="22888" y="10536"/>
                    </a:cubicBezTo>
                    <a:lnTo>
                      <a:pt x="22888" y="10536"/>
                    </a:lnTo>
                    <a:cubicBezTo>
                      <a:pt x="23312" y="10772"/>
                      <a:pt x="23797" y="10905"/>
                      <a:pt x="24305" y="10905"/>
                    </a:cubicBezTo>
                    <a:cubicBezTo>
                      <a:pt x="24653" y="10905"/>
                      <a:pt x="25011" y="10843"/>
                      <a:pt x="25370" y="10710"/>
                    </a:cubicBezTo>
                    <a:cubicBezTo>
                      <a:pt x="27571" y="9909"/>
                      <a:pt x="28305" y="7407"/>
                      <a:pt x="27805" y="5306"/>
                    </a:cubicBezTo>
                    <a:cubicBezTo>
                      <a:pt x="27204" y="2971"/>
                      <a:pt x="25336" y="1003"/>
                      <a:pt x="23035" y="302"/>
                    </a:cubicBezTo>
                    <a:cubicBezTo>
                      <a:pt x="22476" y="122"/>
                      <a:pt x="21867" y="0"/>
                      <a:pt x="212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75"/>
              <p:cNvSpPr/>
              <p:nvPr/>
            </p:nvSpPr>
            <p:spPr>
              <a:xfrm>
                <a:off x="6035325" y="2876675"/>
                <a:ext cx="145125" cy="74250"/>
              </a:xfrm>
              <a:custGeom>
                <a:avLst/>
                <a:gdLst/>
                <a:ahLst/>
                <a:cxnLst/>
                <a:rect l="l" t="t" r="r" b="b"/>
                <a:pathLst>
                  <a:path w="5805" h="2970" fill="none" extrusionOk="0">
                    <a:moveTo>
                      <a:pt x="5637" y="2969"/>
                    </a:moveTo>
                    <a:cubicBezTo>
                      <a:pt x="5704" y="2802"/>
                      <a:pt x="5804" y="2602"/>
                      <a:pt x="5804" y="2402"/>
                    </a:cubicBezTo>
                    <a:cubicBezTo>
                      <a:pt x="5804" y="2202"/>
                      <a:pt x="5704" y="2035"/>
                      <a:pt x="5537" y="1935"/>
                    </a:cubicBezTo>
                    <a:cubicBezTo>
                      <a:pt x="5371" y="1868"/>
                      <a:pt x="5170" y="2002"/>
                      <a:pt x="5004" y="2068"/>
                    </a:cubicBezTo>
                    <a:cubicBezTo>
                      <a:pt x="4703" y="2235"/>
                      <a:pt x="4370" y="2435"/>
                      <a:pt x="4103" y="2602"/>
                    </a:cubicBezTo>
                    <a:cubicBezTo>
                      <a:pt x="4103" y="2335"/>
                      <a:pt x="4236" y="2035"/>
                      <a:pt x="4370" y="1768"/>
                    </a:cubicBezTo>
                    <a:cubicBezTo>
                      <a:pt x="4503" y="1501"/>
                      <a:pt x="4537" y="1134"/>
                      <a:pt x="4337" y="934"/>
                    </a:cubicBezTo>
                    <a:cubicBezTo>
                      <a:pt x="4136" y="734"/>
                      <a:pt x="3736" y="868"/>
                      <a:pt x="3536" y="1068"/>
                    </a:cubicBezTo>
                    <a:cubicBezTo>
                      <a:pt x="3336" y="1301"/>
                      <a:pt x="3136" y="1535"/>
                      <a:pt x="2869" y="1668"/>
                    </a:cubicBezTo>
                    <a:cubicBezTo>
                      <a:pt x="2969" y="1234"/>
                      <a:pt x="2969" y="834"/>
                      <a:pt x="2835" y="434"/>
                    </a:cubicBezTo>
                    <a:cubicBezTo>
                      <a:pt x="2802" y="334"/>
                      <a:pt x="2702" y="167"/>
                      <a:pt x="2569" y="167"/>
                    </a:cubicBezTo>
                    <a:cubicBezTo>
                      <a:pt x="2502" y="167"/>
                      <a:pt x="2335" y="167"/>
                      <a:pt x="2235" y="200"/>
                    </a:cubicBezTo>
                    <a:cubicBezTo>
                      <a:pt x="1901" y="434"/>
                      <a:pt x="1668" y="767"/>
                      <a:pt x="1468" y="1168"/>
                    </a:cubicBezTo>
                    <a:cubicBezTo>
                      <a:pt x="1468" y="701"/>
                      <a:pt x="1368" y="100"/>
                      <a:pt x="901" y="34"/>
                    </a:cubicBezTo>
                    <a:cubicBezTo>
                      <a:pt x="500" y="0"/>
                      <a:pt x="200" y="467"/>
                      <a:pt x="134" y="834"/>
                    </a:cubicBezTo>
                    <a:cubicBezTo>
                      <a:pt x="33" y="1234"/>
                      <a:pt x="0" y="1701"/>
                      <a:pt x="67" y="2168"/>
                    </a:cubicBezTo>
                  </a:path>
                </a:pathLst>
              </a:custGeom>
              <a:noFill/>
              <a:ln w="15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75"/>
              <p:cNvSpPr/>
              <p:nvPr/>
            </p:nvSpPr>
            <p:spPr>
              <a:xfrm>
                <a:off x="5921075" y="2882500"/>
                <a:ext cx="35050" cy="27550"/>
              </a:xfrm>
              <a:custGeom>
                <a:avLst/>
                <a:gdLst/>
                <a:ahLst/>
                <a:cxnLst/>
                <a:rect l="l" t="t" r="r" b="b"/>
                <a:pathLst>
                  <a:path w="1402" h="1102" fill="none" extrusionOk="0">
                    <a:moveTo>
                      <a:pt x="1234" y="1102"/>
                    </a:moveTo>
                    <a:cubicBezTo>
                      <a:pt x="1401" y="735"/>
                      <a:pt x="1201" y="168"/>
                      <a:pt x="834" y="101"/>
                    </a:cubicBezTo>
                    <a:cubicBezTo>
                      <a:pt x="400" y="1"/>
                      <a:pt x="0" y="468"/>
                      <a:pt x="200" y="835"/>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75"/>
              <p:cNvSpPr/>
              <p:nvPr/>
            </p:nvSpPr>
            <p:spPr>
              <a:xfrm>
                <a:off x="5980275" y="2844150"/>
                <a:ext cx="35050" cy="27550"/>
              </a:xfrm>
              <a:custGeom>
                <a:avLst/>
                <a:gdLst/>
                <a:ahLst/>
                <a:cxnLst/>
                <a:rect l="l" t="t" r="r" b="b"/>
                <a:pathLst>
                  <a:path w="1402" h="1102" fill="none" extrusionOk="0">
                    <a:moveTo>
                      <a:pt x="1235" y="1101"/>
                    </a:moveTo>
                    <a:cubicBezTo>
                      <a:pt x="1402" y="701"/>
                      <a:pt x="1201" y="167"/>
                      <a:pt x="834" y="100"/>
                    </a:cubicBezTo>
                    <a:cubicBezTo>
                      <a:pt x="401" y="0"/>
                      <a:pt x="1" y="467"/>
                      <a:pt x="201" y="834"/>
                    </a:cubicBezTo>
                  </a:path>
                </a:pathLst>
              </a:custGeom>
              <a:noFill/>
              <a:ln w="15850" cap="rnd" cmpd="sng">
                <a:solidFill>
                  <a:srgbClr val="4D6D3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2" name="Google Shape;6352;p75"/>
              <p:cNvSpPr/>
              <p:nvPr/>
            </p:nvSpPr>
            <p:spPr>
              <a:xfrm>
                <a:off x="5655050" y="2885850"/>
                <a:ext cx="132600" cy="50050"/>
              </a:xfrm>
              <a:custGeom>
                <a:avLst/>
                <a:gdLst/>
                <a:ahLst/>
                <a:cxnLst/>
                <a:rect l="l" t="t" r="r" b="b"/>
                <a:pathLst>
                  <a:path w="5304" h="2002" fill="none" extrusionOk="0">
                    <a:moveTo>
                      <a:pt x="5204" y="1601"/>
                    </a:moveTo>
                    <a:cubicBezTo>
                      <a:pt x="5304" y="1034"/>
                      <a:pt x="5171" y="200"/>
                      <a:pt x="4837" y="100"/>
                    </a:cubicBezTo>
                    <a:cubicBezTo>
                      <a:pt x="4470" y="0"/>
                      <a:pt x="4503" y="1268"/>
                      <a:pt x="4503" y="1868"/>
                    </a:cubicBezTo>
                    <a:cubicBezTo>
                      <a:pt x="4170" y="1501"/>
                      <a:pt x="4237" y="801"/>
                      <a:pt x="3803" y="601"/>
                    </a:cubicBezTo>
                    <a:cubicBezTo>
                      <a:pt x="3503" y="467"/>
                      <a:pt x="3169" y="634"/>
                      <a:pt x="3036" y="867"/>
                    </a:cubicBezTo>
                    <a:cubicBezTo>
                      <a:pt x="2869" y="1134"/>
                      <a:pt x="2902" y="1468"/>
                      <a:pt x="3002" y="1768"/>
                    </a:cubicBezTo>
                    <a:cubicBezTo>
                      <a:pt x="2969" y="1435"/>
                      <a:pt x="2802" y="1101"/>
                      <a:pt x="2535" y="834"/>
                    </a:cubicBezTo>
                    <a:cubicBezTo>
                      <a:pt x="2369" y="634"/>
                      <a:pt x="2035" y="501"/>
                      <a:pt x="1835" y="634"/>
                    </a:cubicBezTo>
                    <a:cubicBezTo>
                      <a:pt x="1635" y="767"/>
                      <a:pt x="1635" y="1034"/>
                      <a:pt x="1701" y="1268"/>
                    </a:cubicBezTo>
                    <a:cubicBezTo>
                      <a:pt x="1735" y="1468"/>
                      <a:pt x="1868" y="1701"/>
                      <a:pt x="1835" y="1935"/>
                    </a:cubicBezTo>
                    <a:cubicBezTo>
                      <a:pt x="1668" y="1501"/>
                      <a:pt x="1301" y="1168"/>
                      <a:pt x="867" y="1034"/>
                    </a:cubicBezTo>
                    <a:cubicBezTo>
                      <a:pt x="601" y="968"/>
                      <a:pt x="334" y="1001"/>
                      <a:pt x="167" y="1168"/>
                    </a:cubicBezTo>
                    <a:cubicBezTo>
                      <a:pt x="0" y="1368"/>
                      <a:pt x="67" y="1701"/>
                      <a:pt x="167" y="2002"/>
                    </a:cubicBezTo>
                  </a:path>
                </a:pathLst>
              </a:custGeom>
              <a:noFill/>
              <a:ln w="15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3" name="Google Shape;6353;p75"/>
              <p:cNvSpPr/>
              <p:nvPr/>
            </p:nvSpPr>
            <p:spPr>
              <a:xfrm>
                <a:off x="5794300" y="2848325"/>
                <a:ext cx="82600" cy="36700"/>
              </a:xfrm>
              <a:custGeom>
                <a:avLst/>
                <a:gdLst/>
                <a:ahLst/>
                <a:cxnLst/>
                <a:rect l="l" t="t" r="r" b="b"/>
                <a:pathLst>
                  <a:path w="3304" h="1468" fill="none" extrusionOk="0">
                    <a:moveTo>
                      <a:pt x="3103" y="1334"/>
                    </a:moveTo>
                    <a:cubicBezTo>
                      <a:pt x="3303" y="1101"/>
                      <a:pt x="3103" y="667"/>
                      <a:pt x="2803" y="634"/>
                    </a:cubicBezTo>
                    <a:cubicBezTo>
                      <a:pt x="2469" y="601"/>
                      <a:pt x="2336" y="934"/>
                      <a:pt x="2102" y="1368"/>
                    </a:cubicBezTo>
                    <a:cubicBezTo>
                      <a:pt x="1902" y="1468"/>
                      <a:pt x="2002" y="1034"/>
                      <a:pt x="2002" y="801"/>
                    </a:cubicBezTo>
                    <a:cubicBezTo>
                      <a:pt x="2002" y="534"/>
                      <a:pt x="1969" y="267"/>
                      <a:pt x="1735" y="200"/>
                    </a:cubicBezTo>
                    <a:cubicBezTo>
                      <a:pt x="1569" y="200"/>
                      <a:pt x="1435" y="334"/>
                      <a:pt x="1335" y="500"/>
                    </a:cubicBezTo>
                    <a:cubicBezTo>
                      <a:pt x="1168" y="801"/>
                      <a:pt x="1068" y="1134"/>
                      <a:pt x="1002" y="1434"/>
                    </a:cubicBezTo>
                    <a:cubicBezTo>
                      <a:pt x="1102" y="767"/>
                      <a:pt x="1002" y="0"/>
                      <a:pt x="568" y="167"/>
                    </a:cubicBezTo>
                    <a:cubicBezTo>
                      <a:pt x="168" y="367"/>
                      <a:pt x="1" y="867"/>
                      <a:pt x="168" y="1234"/>
                    </a:cubicBezTo>
                  </a:path>
                </a:pathLst>
              </a:custGeom>
              <a:noFill/>
              <a:ln w="15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4" name="Google Shape;6354;p75"/>
              <p:cNvSpPr/>
              <p:nvPr/>
            </p:nvSpPr>
            <p:spPr>
              <a:xfrm>
                <a:off x="5613350" y="2973400"/>
                <a:ext cx="22525" cy="24225"/>
              </a:xfrm>
              <a:custGeom>
                <a:avLst/>
                <a:gdLst/>
                <a:ahLst/>
                <a:cxnLst/>
                <a:rect l="l" t="t" r="r" b="b"/>
                <a:pathLst>
                  <a:path w="901" h="969" fill="none" extrusionOk="0">
                    <a:moveTo>
                      <a:pt x="67" y="1"/>
                    </a:moveTo>
                    <a:cubicBezTo>
                      <a:pt x="0" y="468"/>
                      <a:pt x="467" y="968"/>
                      <a:pt x="901" y="868"/>
                    </a:cubicBezTo>
                  </a:path>
                </a:pathLst>
              </a:custGeom>
              <a:noFill/>
              <a:ln w="15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5" name="Google Shape;6355;p75"/>
              <p:cNvSpPr/>
              <p:nvPr/>
            </p:nvSpPr>
            <p:spPr>
              <a:xfrm>
                <a:off x="5955575" y="46575"/>
                <a:ext cx="735225" cy="5601500"/>
              </a:xfrm>
              <a:custGeom>
                <a:avLst/>
                <a:gdLst/>
                <a:ahLst/>
                <a:cxnLst/>
                <a:rect l="l" t="t" r="r" b="b"/>
                <a:pathLst>
                  <a:path w="29409" h="224060" extrusionOk="0">
                    <a:moveTo>
                      <a:pt x="5097" y="0"/>
                    </a:moveTo>
                    <a:cubicBezTo>
                      <a:pt x="2590" y="0"/>
                      <a:pt x="0" y="1937"/>
                      <a:pt x="321" y="4360"/>
                    </a:cubicBezTo>
                    <a:cubicBezTo>
                      <a:pt x="12463" y="10497"/>
                      <a:pt x="15466" y="26676"/>
                      <a:pt x="13464" y="40119"/>
                    </a:cubicBezTo>
                    <a:cubicBezTo>
                      <a:pt x="11396" y="53528"/>
                      <a:pt x="5892" y="66571"/>
                      <a:pt x="6726" y="80147"/>
                    </a:cubicBezTo>
                    <a:cubicBezTo>
                      <a:pt x="7693" y="95358"/>
                      <a:pt x="16533" y="109001"/>
                      <a:pt x="19202" y="124012"/>
                    </a:cubicBezTo>
                    <a:cubicBezTo>
                      <a:pt x="20336" y="130150"/>
                      <a:pt x="20369" y="136454"/>
                      <a:pt x="20402" y="142725"/>
                    </a:cubicBezTo>
                    <a:cubicBezTo>
                      <a:pt x="20569" y="167276"/>
                      <a:pt x="20736" y="191794"/>
                      <a:pt x="20903" y="216345"/>
                    </a:cubicBezTo>
                    <a:lnTo>
                      <a:pt x="24505" y="212142"/>
                    </a:lnTo>
                    <a:cubicBezTo>
                      <a:pt x="24539" y="215177"/>
                      <a:pt x="24539" y="218279"/>
                      <a:pt x="24572" y="221315"/>
                    </a:cubicBezTo>
                    <a:cubicBezTo>
                      <a:pt x="24572" y="222082"/>
                      <a:pt x="24605" y="222849"/>
                      <a:pt x="25072" y="223450"/>
                    </a:cubicBezTo>
                    <a:cubicBezTo>
                      <a:pt x="25429" y="223872"/>
                      <a:pt x="25936" y="224059"/>
                      <a:pt x="26467" y="224059"/>
                    </a:cubicBezTo>
                    <a:cubicBezTo>
                      <a:pt x="27279" y="224059"/>
                      <a:pt x="28144" y="223622"/>
                      <a:pt x="28608" y="222916"/>
                    </a:cubicBezTo>
                    <a:cubicBezTo>
                      <a:pt x="29409" y="221749"/>
                      <a:pt x="29375" y="220248"/>
                      <a:pt x="29342" y="218847"/>
                    </a:cubicBezTo>
                    <a:cubicBezTo>
                      <a:pt x="28508" y="194095"/>
                      <a:pt x="27708" y="169378"/>
                      <a:pt x="26874" y="144593"/>
                    </a:cubicBezTo>
                    <a:cubicBezTo>
                      <a:pt x="26640" y="136621"/>
                      <a:pt x="26373" y="128615"/>
                      <a:pt x="25039" y="120776"/>
                    </a:cubicBezTo>
                    <a:cubicBezTo>
                      <a:pt x="21537" y="99695"/>
                      <a:pt x="10495" y="79046"/>
                      <a:pt x="14498" y="58065"/>
                    </a:cubicBezTo>
                    <a:cubicBezTo>
                      <a:pt x="15632" y="52194"/>
                      <a:pt x="17901" y="46623"/>
                      <a:pt x="19068" y="40719"/>
                    </a:cubicBezTo>
                    <a:cubicBezTo>
                      <a:pt x="21503" y="28710"/>
                      <a:pt x="19035" y="15835"/>
                      <a:pt x="12397" y="5527"/>
                    </a:cubicBezTo>
                    <a:cubicBezTo>
                      <a:pt x="10862" y="3159"/>
                      <a:pt x="8894" y="790"/>
                      <a:pt x="6159" y="123"/>
                    </a:cubicBezTo>
                    <a:cubicBezTo>
                      <a:pt x="5812" y="40"/>
                      <a:pt x="5456" y="0"/>
                      <a:pt x="5097" y="0"/>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6" name="Google Shape;6356;p75"/>
              <p:cNvSpPr/>
              <p:nvPr/>
            </p:nvSpPr>
            <p:spPr>
              <a:xfrm>
                <a:off x="5934400" y="20575"/>
                <a:ext cx="855650" cy="5707950"/>
              </a:xfrm>
              <a:custGeom>
                <a:avLst/>
                <a:gdLst/>
                <a:ahLst/>
                <a:cxnLst/>
                <a:rect l="l" t="t" r="r" b="b"/>
                <a:pathLst>
                  <a:path w="34226" h="228318" extrusionOk="0">
                    <a:moveTo>
                      <a:pt x="5952" y="2099"/>
                    </a:moveTo>
                    <a:cubicBezTo>
                      <a:pt x="7660" y="2099"/>
                      <a:pt x="9171" y="3195"/>
                      <a:pt x="10342" y="4366"/>
                    </a:cubicBezTo>
                    <a:cubicBezTo>
                      <a:pt x="12743" y="6867"/>
                      <a:pt x="14478" y="10270"/>
                      <a:pt x="15879" y="13439"/>
                    </a:cubicBezTo>
                    <a:cubicBezTo>
                      <a:pt x="18914" y="20344"/>
                      <a:pt x="20149" y="28049"/>
                      <a:pt x="19582" y="35555"/>
                    </a:cubicBezTo>
                    <a:cubicBezTo>
                      <a:pt x="19014" y="43594"/>
                      <a:pt x="15579" y="50899"/>
                      <a:pt x="13911" y="58704"/>
                    </a:cubicBezTo>
                    <a:cubicBezTo>
                      <a:pt x="12343" y="66110"/>
                      <a:pt x="12577" y="73648"/>
                      <a:pt x="13711" y="81121"/>
                    </a:cubicBezTo>
                    <a:cubicBezTo>
                      <a:pt x="16146" y="96932"/>
                      <a:pt x="22584" y="111776"/>
                      <a:pt x="24252" y="127687"/>
                    </a:cubicBezTo>
                    <a:cubicBezTo>
                      <a:pt x="25152" y="136093"/>
                      <a:pt x="25219" y="144599"/>
                      <a:pt x="25519" y="153005"/>
                    </a:cubicBezTo>
                    <a:cubicBezTo>
                      <a:pt x="25753" y="161511"/>
                      <a:pt x="26086" y="170051"/>
                      <a:pt x="26220" y="178590"/>
                    </a:cubicBezTo>
                    <a:cubicBezTo>
                      <a:pt x="26386" y="188331"/>
                      <a:pt x="26553" y="198104"/>
                      <a:pt x="26720" y="207878"/>
                    </a:cubicBezTo>
                    <a:cubicBezTo>
                      <a:pt x="26757" y="209542"/>
                      <a:pt x="26744" y="211224"/>
                      <a:pt x="26731" y="212908"/>
                    </a:cubicBezTo>
                    <a:lnTo>
                      <a:pt x="26731" y="212908"/>
                    </a:lnTo>
                    <a:cubicBezTo>
                      <a:pt x="26659" y="212755"/>
                      <a:pt x="26589" y="212601"/>
                      <a:pt x="26520" y="212448"/>
                    </a:cubicBezTo>
                    <a:cubicBezTo>
                      <a:pt x="26318" y="212043"/>
                      <a:pt x="25860" y="211835"/>
                      <a:pt x="25410" y="211835"/>
                    </a:cubicBezTo>
                    <a:cubicBezTo>
                      <a:pt x="24968" y="211835"/>
                      <a:pt x="24533" y="212035"/>
                      <a:pt x="24352" y="212448"/>
                    </a:cubicBezTo>
                    <a:cubicBezTo>
                      <a:pt x="23756" y="213748"/>
                      <a:pt x="22917" y="215203"/>
                      <a:pt x="22534" y="216651"/>
                    </a:cubicBezTo>
                    <a:lnTo>
                      <a:pt x="22534" y="216651"/>
                    </a:lnTo>
                    <a:cubicBezTo>
                      <a:pt x="22910" y="200350"/>
                      <a:pt x="22682" y="184050"/>
                      <a:pt x="22550" y="167749"/>
                    </a:cubicBezTo>
                    <a:cubicBezTo>
                      <a:pt x="22517" y="159610"/>
                      <a:pt x="22417" y="151471"/>
                      <a:pt x="22384" y="143332"/>
                    </a:cubicBezTo>
                    <a:cubicBezTo>
                      <a:pt x="22350" y="135559"/>
                      <a:pt x="22083" y="127787"/>
                      <a:pt x="20182" y="120182"/>
                    </a:cubicBezTo>
                    <a:cubicBezTo>
                      <a:pt x="16646" y="106372"/>
                      <a:pt x="8841" y="93463"/>
                      <a:pt x="8674" y="78886"/>
                    </a:cubicBezTo>
                    <a:cubicBezTo>
                      <a:pt x="8507" y="64108"/>
                      <a:pt x="15312" y="50432"/>
                      <a:pt x="15979" y="35755"/>
                    </a:cubicBezTo>
                    <a:cubicBezTo>
                      <a:pt x="16503" y="24155"/>
                      <a:pt x="13165" y="10752"/>
                      <a:pt x="2326" y="4812"/>
                    </a:cubicBezTo>
                    <a:lnTo>
                      <a:pt x="2326" y="4812"/>
                    </a:lnTo>
                    <a:cubicBezTo>
                      <a:pt x="2524" y="3459"/>
                      <a:pt x="3695" y="2519"/>
                      <a:pt x="5071" y="2197"/>
                    </a:cubicBezTo>
                    <a:cubicBezTo>
                      <a:pt x="5370" y="2130"/>
                      <a:pt x="5664" y="2099"/>
                      <a:pt x="5952" y="2099"/>
                    </a:cubicBezTo>
                    <a:close/>
                    <a:moveTo>
                      <a:pt x="5926" y="1"/>
                    </a:moveTo>
                    <a:cubicBezTo>
                      <a:pt x="4187" y="1"/>
                      <a:pt x="2462" y="685"/>
                      <a:pt x="1302" y="2031"/>
                    </a:cubicBezTo>
                    <a:cubicBezTo>
                      <a:pt x="635" y="2798"/>
                      <a:pt x="201" y="3698"/>
                      <a:pt x="134" y="4699"/>
                    </a:cubicBezTo>
                    <a:cubicBezTo>
                      <a:pt x="1" y="6234"/>
                      <a:pt x="902" y="6400"/>
                      <a:pt x="2136" y="7168"/>
                    </a:cubicBezTo>
                    <a:cubicBezTo>
                      <a:pt x="4804" y="8802"/>
                      <a:pt x="7039" y="11037"/>
                      <a:pt x="8707" y="13672"/>
                    </a:cubicBezTo>
                    <a:cubicBezTo>
                      <a:pt x="16546" y="25681"/>
                      <a:pt x="13744" y="40692"/>
                      <a:pt x="10575" y="53701"/>
                    </a:cubicBezTo>
                    <a:cubicBezTo>
                      <a:pt x="8640" y="61707"/>
                      <a:pt x="6506" y="69846"/>
                      <a:pt x="6472" y="78118"/>
                    </a:cubicBezTo>
                    <a:cubicBezTo>
                      <a:pt x="6405" y="85857"/>
                      <a:pt x="8507" y="93263"/>
                      <a:pt x="11042" y="100434"/>
                    </a:cubicBezTo>
                    <a:cubicBezTo>
                      <a:pt x="13677" y="107873"/>
                      <a:pt x="16846" y="115145"/>
                      <a:pt x="18547" y="122884"/>
                    </a:cubicBezTo>
                    <a:cubicBezTo>
                      <a:pt x="20516" y="131590"/>
                      <a:pt x="20182" y="140630"/>
                      <a:pt x="20215" y="149503"/>
                    </a:cubicBezTo>
                    <a:cubicBezTo>
                      <a:pt x="20349" y="167749"/>
                      <a:pt x="20415" y="185929"/>
                      <a:pt x="20682" y="204142"/>
                    </a:cubicBezTo>
                    <a:cubicBezTo>
                      <a:pt x="20716" y="208545"/>
                      <a:pt x="20882" y="212982"/>
                      <a:pt x="21049" y="217385"/>
                    </a:cubicBezTo>
                    <a:cubicBezTo>
                      <a:pt x="21066" y="217868"/>
                      <a:pt x="21433" y="218110"/>
                      <a:pt x="21796" y="218110"/>
                    </a:cubicBezTo>
                    <a:cubicBezTo>
                      <a:pt x="21990" y="218110"/>
                      <a:pt x="22183" y="218041"/>
                      <a:pt x="22321" y="217902"/>
                    </a:cubicBezTo>
                    <a:lnTo>
                      <a:pt x="22321" y="217902"/>
                    </a:lnTo>
                    <a:cubicBezTo>
                      <a:pt x="22101" y="219807"/>
                      <a:pt x="21931" y="221937"/>
                      <a:pt x="22250" y="223823"/>
                    </a:cubicBezTo>
                    <a:cubicBezTo>
                      <a:pt x="22715" y="226637"/>
                      <a:pt x="25065" y="228317"/>
                      <a:pt x="27548" y="228317"/>
                    </a:cubicBezTo>
                    <a:cubicBezTo>
                      <a:pt x="28803" y="228317"/>
                      <a:pt x="30092" y="227888"/>
                      <a:pt x="31190" y="226958"/>
                    </a:cubicBezTo>
                    <a:cubicBezTo>
                      <a:pt x="34225" y="224323"/>
                      <a:pt x="33558" y="220120"/>
                      <a:pt x="33391" y="216517"/>
                    </a:cubicBezTo>
                    <a:cubicBezTo>
                      <a:pt x="33191" y="211847"/>
                      <a:pt x="32924" y="207177"/>
                      <a:pt x="32724" y="202507"/>
                    </a:cubicBezTo>
                    <a:cubicBezTo>
                      <a:pt x="31857" y="184628"/>
                      <a:pt x="31056" y="166782"/>
                      <a:pt x="30389" y="148869"/>
                    </a:cubicBezTo>
                    <a:cubicBezTo>
                      <a:pt x="30089" y="140129"/>
                      <a:pt x="29856" y="131356"/>
                      <a:pt x="28555" y="122684"/>
                    </a:cubicBezTo>
                    <a:cubicBezTo>
                      <a:pt x="27287" y="114478"/>
                      <a:pt x="24852" y="106472"/>
                      <a:pt x="22517" y="98500"/>
                    </a:cubicBezTo>
                    <a:cubicBezTo>
                      <a:pt x="20215" y="90727"/>
                      <a:pt x="17747" y="82888"/>
                      <a:pt x="16713" y="74783"/>
                    </a:cubicBezTo>
                    <a:cubicBezTo>
                      <a:pt x="15612" y="66210"/>
                      <a:pt x="16780" y="58271"/>
                      <a:pt x="19181" y="50032"/>
                    </a:cubicBezTo>
                    <a:cubicBezTo>
                      <a:pt x="21349" y="42526"/>
                      <a:pt x="22684" y="35088"/>
                      <a:pt x="21750" y="27249"/>
                    </a:cubicBezTo>
                    <a:cubicBezTo>
                      <a:pt x="20882" y="20010"/>
                      <a:pt x="18481" y="12872"/>
                      <a:pt x="14578" y="6600"/>
                    </a:cubicBezTo>
                    <a:cubicBezTo>
                      <a:pt x="13010" y="4065"/>
                      <a:pt x="11075" y="1497"/>
                      <a:pt x="8173" y="396"/>
                    </a:cubicBezTo>
                    <a:cubicBezTo>
                      <a:pt x="7452" y="132"/>
                      <a:pt x="6688" y="1"/>
                      <a:pt x="5926" y="1"/>
                    </a:cubicBezTo>
                    <a:close/>
                  </a:path>
                </a:pathLst>
              </a:custGeom>
              <a:solidFill>
                <a:srgbClr val="6339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7" name="Google Shape;6357;p75"/>
              <p:cNvSpPr/>
              <p:nvPr/>
            </p:nvSpPr>
            <p:spPr>
              <a:xfrm>
                <a:off x="5861025" y="2769925"/>
                <a:ext cx="87575" cy="129275"/>
              </a:xfrm>
              <a:custGeom>
                <a:avLst/>
                <a:gdLst/>
                <a:ahLst/>
                <a:cxnLst/>
                <a:rect l="l" t="t" r="r" b="b"/>
                <a:pathLst>
                  <a:path w="3503" h="5171" extrusionOk="0">
                    <a:moveTo>
                      <a:pt x="1468" y="134"/>
                    </a:moveTo>
                    <a:cubicBezTo>
                      <a:pt x="2335" y="0"/>
                      <a:pt x="3169" y="1001"/>
                      <a:pt x="3336" y="2402"/>
                    </a:cubicBezTo>
                    <a:cubicBezTo>
                      <a:pt x="3503" y="3770"/>
                      <a:pt x="2936" y="4937"/>
                      <a:pt x="2069" y="5071"/>
                    </a:cubicBezTo>
                    <a:cubicBezTo>
                      <a:pt x="1168" y="5171"/>
                      <a:pt x="334" y="4170"/>
                      <a:pt x="167" y="2803"/>
                    </a:cubicBezTo>
                    <a:cubicBezTo>
                      <a:pt x="0" y="1468"/>
                      <a:pt x="601" y="267"/>
                      <a:pt x="1468" y="1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8" name="Google Shape;6358;p75"/>
              <p:cNvSpPr/>
              <p:nvPr/>
            </p:nvSpPr>
            <p:spPr>
              <a:xfrm>
                <a:off x="5912725" y="2822475"/>
                <a:ext cx="121775" cy="107600"/>
              </a:xfrm>
              <a:custGeom>
                <a:avLst/>
                <a:gdLst/>
                <a:ahLst/>
                <a:cxnLst/>
                <a:rect l="l" t="t" r="r" b="b"/>
                <a:pathLst>
                  <a:path w="4871" h="4304" extrusionOk="0">
                    <a:moveTo>
                      <a:pt x="4504" y="1067"/>
                    </a:moveTo>
                    <a:cubicBezTo>
                      <a:pt x="4871" y="1968"/>
                      <a:pt x="4237" y="3136"/>
                      <a:pt x="3103" y="3703"/>
                    </a:cubicBezTo>
                    <a:cubicBezTo>
                      <a:pt x="2002" y="4303"/>
                      <a:pt x="734" y="4070"/>
                      <a:pt x="368" y="3202"/>
                    </a:cubicBezTo>
                    <a:cubicBezTo>
                      <a:pt x="1" y="2335"/>
                      <a:pt x="601" y="1168"/>
                      <a:pt x="1735" y="567"/>
                    </a:cubicBezTo>
                    <a:cubicBezTo>
                      <a:pt x="2903" y="0"/>
                      <a:pt x="4104" y="200"/>
                      <a:pt x="4504" y="10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9" name="Google Shape;6359;p75"/>
              <p:cNvSpPr/>
              <p:nvPr/>
            </p:nvSpPr>
            <p:spPr>
              <a:xfrm>
                <a:off x="5905225" y="2897525"/>
                <a:ext cx="109275" cy="124275"/>
              </a:xfrm>
              <a:custGeom>
                <a:avLst/>
                <a:gdLst/>
                <a:ahLst/>
                <a:cxnLst/>
                <a:rect l="l" t="t" r="r" b="b"/>
                <a:pathLst>
                  <a:path w="4371" h="4971" extrusionOk="0">
                    <a:moveTo>
                      <a:pt x="3736" y="4270"/>
                    </a:moveTo>
                    <a:cubicBezTo>
                      <a:pt x="3136" y="4970"/>
                      <a:pt x="1868" y="4670"/>
                      <a:pt x="1034" y="3669"/>
                    </a:cubicBezTo>
                    <a:cubicBezTo>
                      <a:pt x="167" y="2669"/>
                      <a:pt x="0" y="1334"/>
                      <a:pt x="634" y="667"/>
                    </a:cubicBezTo>
                    <a:cubicBezTo>
                      <a:pt x="1235" y="0"/>
                      <a:pt x="2502" y="300"/>
                      <a:pt x="3336" y="1301"/>
                    </a:cubicBezTo>
                    <a:cubicBezTo>
                      <a:pt x="4170" y="2302"/>
                      <a:pt x="4370" y="3636"/>
                      <a:pt x="3736" y="427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0" name="Google Shape;6360;p75"/>
              <p:cNvSpPr/>
              <p:nvPr/>
            </p:nvSpPr>
            <p:spPr>
              <a:xfrm>
                <a:off x="5831000" y="2905025"/>
                <a:ext cx="100925" cy="130950"/>
              </a:xfrm>
              <a:custGeom>
                <a:avLst/>
                <a:gdLst/>
                <a:ahLst/>
                <a:cxnLst/>
                <a:rect l="l" t="t" r="r" b="b"/>
                <a:pathLst>
                  <a:path w="4037" h="5238" extrusionOk="0">
                    <a:moveTo>
                      <a:pt x="935" y="4770"/>
                    </a:moveTo>
                    <a:cubicBezTo>
                      <a:pt x="167" y="4337"/>
                      <a:pt x="1" y="3003"/>
                      <a:pt x="634" y="1768"/>
                    </a:cubicBezTo>
                    <a:cubicBezTo>
                      <a:pt x="1268" y="567"/>
                      <a:pt x="2336" y="0"/>
                      <a:pt x="3136" y="434"/>
                    </a:cubicBezTo>
                    <a:cubicBezTo>
                      <a:pt x="3870" y="901"/>
                      <a:pt x="4037" y="2235"/>
                      <a:pt x="3436" y="3436"/>
                    </a:cubicBezTo>
                    <a:cubicBezTo>
                      <a:pt x="2803" y="4604"/>
                      <a:pt x="1702" y="5237"/>
                      <a:pt x="935" y="477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1" name="Google Shape;6361;p75"/>
              <p:cNvSpPr/>
              <p:nvPr/>
            </p:nvSpPr>
            <p:spPr>
              <a:xfrm>
                <a:off x="5788475" y="2844150"/>
                <a:ext cx="120100" cy="97600"/>
              </a:xfrm>
              <a:custGeom>
                <a:avLst/>
                <a:gdLst/>
                <a:ahLst/>
                <a:cxnLst/>
                <a:rect l="l" t="t" r="r" b="b"/>
                <a:pathLst>
                  <a:path w="4804" h="3904" extrusionOk="0">
                    <a:moveTo>
                      <a:pt x="134" y="1501"/>
                    </a:moveTo>
                    <a:cubicBezTo>
                      <a:pt x="267" y="601"/>
                      <a:pt x="1401" y="0"/>
                      <a:pt x="2669" y="267"/>
                    </a:cubicBezTo>
                    <a:cubicBezTo>
                      <a:pt x="3903" y="501"/>
                      <a:pt x="4804" y="1468"/>
                      <a:pt x="4637" y="2435"/>
                    </a:cubicBezTo>
                    <a:cubicBezTo>
                      <a:pt x="4470" y="3336"/>
                      <a:pt x="3336" y="3903"/>
                      <a:pt x="2068" y="3670"/>
                    </a:cubicBezTo>
                    <a:cubicBezTo>
                      <a:pt x="868" y="3436"/>
                      <a:pt x="0" y="2469"/>
                      <a:pt x="134" y="15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2" name="Google Shape;6362;p75"/>
              <p:cNvSpPr/>
              <p:nvPr/>
            </p:nvSpPr>
            <p:spPr>
              <a:xfrm>
                <a:off x="5866850" y="2855825"/>
                <a:ext cx="94275" cy="101750"/>
              </a:xfrm>
              <a:custGeom>
                <a:avLst/>
                <a:gdLst/>
                <a:ahLst/>
                <a:cxnLst/>
                <a:rect l="l" t="t" r="r" b="b"/>
                <a:pathLst>
                  <a:path w="3771" h="4070" extrusionOk="0">
                    <a:moveTo>
                      <a:pt x="1669" y="134"/>
                    </a:moveTo>
                    <a:cubicBezTo>
                      <a:pt x="2603" y="0"/>
                      <a:pt x="3537" y="734"/>
                      <a:pt x="3670" y="1802"/>
                    </a:cubicBezTo>
                    <a:cubicBezTo>
                      <a:pt x="3770" y="2836"/>
                      <a:pt x="3070" y="3836"/>
                      <a:pt x="2102" y="3970"/>
                    </a:cubicBezTo>
                    <a:cubicBezTo>
                      <a:pt x="1168" y="4070"/>
                      <a:pt x="234" y="3336"/>
                      <a:pt x="101" y="2302"/>
                    </a:cubicBezTo>
                    <a:cubicBezTo>
                      <a:pt x="1" y="1235"/>
                      <a:pt x="668" y="234"/>
                      <a:pt x="1669" y="1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3" name="Google Shape;6363;p75"/>
            <p:cNvGrpSpPr/>
            <p:nvPr/>
          </p:nvGrpSpPr>
          <p:grpSpPr>
            <a:xfrm flipH="1">
              <a:off x="8240414" y="999550"/>
              <a:ext cx="380712" cy="2639812"/>
              <a:chOff x="6335337" y="2559088"/>
              <a:chExt cx="380712" cy="2639812"/>
            </a:xfrm>
          </p:grpSpPr>
          <p:sp>
            <p:nvSpPr>
              <p:cNvPr id="6364" name="Google Shape;6364;p75"/>
              <p:cNvSpPr/>
              <p:nvPr/>
            </p:nvSpPr>
            <p:spPr>
              <a:xfrm rot="349546">
                <a:off x="6398834" y="2568700"/>
                <a:ext cx="253716" cy="1264055"/>
              </a:xfrm>
              <a:custGeom>
                <a:avLst/>
                <a:gdLst/>
                <a:ahLst/>
                <a:cxnLst/>
                <a:rect l="l" t="t" r="r" b="b"/>
                <a:pathLst>
                  <a:path w="10149" h="50564" extrusionOk="0">
                    <a:moveTo>
                      <a:pt x="0" y="1"/>
                    </a:moveTo>
                    <a:lnTo>
                      <a:pt x="0" y="1"/>
                    </a:lnTo>
                    <a:cubicBezTo>
                      <a:pt x="267" y="1535"/>
                      <a:pt x="1134" y="2770"/>
                      <a:pt x="2102" y="3970"/>
                    </a:cubicBezTo>
                    <a:cubicBezTo>
                      <a:pt x="3669" y="5972"/>
                      <a:pt x="5104" y="7873"/>
                      <a:pt x="6071" y="10275"/>
                    </a:cubicBezTo>
                    <a:cubicBezTo>
                      <a:pt x="7906" y="15045"/>
                      <a:pt x="8640" y="20282"/>
                      <a:pt x="8773" y="25386"/>
                    </a:cubicBezTo>
                    <a:cubicBezTo>
                      <a:pt x="8873" y="30022"/>
                      <a:pt x="8106" y="34459"/>
                      <a:pt x="7706" y="39062"/>
                    </a:cubicBezTo>
                    <a:cubicBezTo>
                      <a:pt x="7439" y="42765"/>
                      <a:pt x="7405" y="47335"/>
                      <a:pt x="9707" y="50470"/>
                    </a:cubicBezTo>
                    <a:cubicBezTo>
                      <a:pt x="9757" y="50533"/>
                      <a:pt x="9836" y="50563"/>
                      <a:pt x="9911" y="50563"/>
                    </a:cubicBezTo>
                    <a:cubicBezTo>
                      <a:pt x="10035" y="50563"/>
                      <a:pt x="10149" y="50482"/>
                      <a:pt x="10107" y="50337"/>
                    </a:cubicBezTo>
                    <a:cubicBezTo>
                      <a:pt x="9273" y="48169"/>
                      <a:pt x="8540" y="46167"/>
                      <a:pt x="8339" y="43766"/>
                    </a:cubicBezTo>
                    <a:cubicBezTo>
                      <a:pt x="8173" y="41664"/>
                      <a:pt x="8339" y="39496"/>
                      <a:pt x="8540" y="37328"/>
                    </a:cubicBezTo>
                    <a:cubicBezTo>
                      <a:pt x="9007" y="32658"/>
                      <a:pt x="9607" y="28088"/>
                      <a:pt x="9307" y="23418"/>
                    </a:cubicBezTo>
                    <a:cubicBezTo>
                      <a:pt x="9007" y="19048"/>
                      <a:pt x="8306" y="14545"/>
                      <a:pt x="6705" y="10442"/>
                    </a:cubicBezTo>
                    <a:cubicBezTo>
                      <a:pt x="6038" y="8774"/>
                      <a:pt x="5204" y="7206"/>
                      <a:pt x="4136" y="5738"/>
                    </a:cubicBezTo>
                    <a:cubicBezTo>
                      <a:pt x="2602" y="3870"/>
                      <a:pt x="934" y="2336"/>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5" name="Google Shape;6365;p75"/>
              <p:cNvSpPr/>
              <p:nvPr/>
            </p:nvSpPr>
            <p:spPr>
              <a:xfrm>
                <a:off x="6377925" y="3070525"/>
                <a:ext cx="121500" cy="1189750"/>
              </a:xfrm>
              <a:custGeom>
                <a:avLst/>
                <a:gdLst/>
                <a:ahLst/>
                <a:cxnLst/>
                <a:rect l="l" t="t" r="r" b="b"/>
                <a:pathLst>
                  <a:path w="4860" h="47590" extrusionOk="0">
                    <a:moveTo>
                      <a:pt x="13" y="1"/>
                    </a:moveTo>
                    <a:lnTo>
                      <a:pt x="13" y="1"/>
                    </a:lnTo>
                    <a:cubicBezTo>
                      <a:pt x="9" y="1"/>
                      <a:pt x="1" y="9"/>
                      <a:pt x="1" y="26"/>
                    </a:cubicBezTo>
                    <a:cubicBezTo>
                      <a:pt x="17" y="9"/>
                      <a:pt x="17" y="1"/>
                      <a:pt x="13" y="1"/>
                    </a:cubicBezTo>
                    <a:close/>
                    <a:moveTo>
                      <a:pt x="1" y="26"/>
                    </a:moveTo>
                    <a:lnTo>
                      <a:pt x="1" y="26"/>
                    </a:lnTo>
                    <a:cubicBezTo>
                      <a:pt x="3337" y="7965"/>
                      <a:pt x="3770" y="16838"/>
                      <a:pt x="3703" y="25344"/>
                    </a:cubicBezTo>
                    <a:cubicBezTo>
                      <a:pt x="3670" y="29380"/>
                      <a:pt x="3270" y="33350"/>
                      <a:pt x="3103" y="37353"/>
                    </a:cubicBezTo>
                    <a:cubicBezTo>
                      <a:pt x="2936" y="40722"/>
                      <a:pt x="2970" y="44491"/>
                      <a:pt x="4637" y="47527"/>
                    </a:cubicBezTo>
                    <a:cubicBezTo>
                      <a:pt x="4660" y="47571"/>
                      <a:pt x="4693" y="47590"/>
                      <a:pt x="4726" y="47590"/>
                    </a:cubicBezTo>
                    <a:cubicBezTo>
                      <a:pt x="4793" y="47590"/>
                      <a:pt x="4860" y="47515"/>
                      <a:pt x="4838" y="47427"/>
                    </a:cubicBezTo>
                    <a:cubicBezTo>
                      <a:pt x="2469" y="39321"/>
                      <a:pt x="4437" y="30881"/>
                      <a:pt x="4304" y="22509"/>
                    </a:cubicBezTo>
                    <a:cubicBezTo>
                      <a:pt x="4204" y="15337"/>
                      <a:pt x="4004" y="6330"/>
                      <a:pt x="1" y="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6" name="Google Shape;6366;p75"/>
              <p:cNvSpPr/>
              <p:nvPr/>
            </p:nvSpPr>
            <p:spPr>
              <a:xfrm>
                <a:off x="6471575" y="4556575"/>
                <a:ext cx="138475" cy="642325"/>
              </a:xfrm>
              <a:custGeom>
                <a:avLst/>
                <a:gdLst/>
                <a:ahLst/>
                <a:cxnLst/>
                <a:rect l="l" t="t" r="r" b="b"/>
                <a:pathLst>
                  <a:path w="5539" h="25693" extrusionOk="0">
                    <a:moveTo>
                      <a:pt x="1031" y="0"/>
                    </a:moveTo>
                    <a:cubicBezTo>
                      <a:pt x="1000" y="0"/>
                      <a:pt x="968" y="39"/>
                      <a:pt x="968" y="62"/>
                    </a:cubicBezTo>
                    <a:cubicBezTo>
                      <a:pt x="968" y="95"/>
                      <a:pt x="901" y="129"/>
                      <a:pt x="901" y="195"/>
                    </a:cubicBezTo>
                    <a:cubicBezTo>
                      <a:pt x="901" y="229"/>
                      <a:pt x="901" y="229"/>
                      <a:pt x="968" y="262"/>
                    </a:cubicBezTo>
                    <a:cubicBezTo>
                      <a:pt x="1002" y="262"/>
                      <a:pt x="1002" y="295"/>
                      <a:pt x="1035" y="295"/>
                    </a:cubicBezTo>
                    <a:cubicBezTo>
                      <a:pt x="1065" y="295"/>
                      <a:pt x="1095" y="269"/>
                      <a:pt x="1076" y="239"/>
                    </a:cubicBezTo>
                    <a:lnTo>
                      <a:pt x="1076" y="239"/>
                    </a:lnTo>
                    <a:cubicBezTo>
                      <a:pt x="2204" y="1645"/>
                      <a:pt x="2503" y="4736"/>
                      <a:pt x="2636" y="6400"/>
                    </a:cubicBezTo>
                    <a:cubicBezTo>
                      <a:pt x="2736" y="8535"/>
                      <a:pt x="2536" y="10636"/>
                      <a:pt x="2036" y="12704"/>
                    </a:cubicBezTo>
                    <a:cubicBezTo>
                      <a:pt x="1335" y="15606"/>
                      <a:pt x="1" y="18542"/>
                      <a:pt x="368" y="21611"/>
                    </a:cubicBezTo>
                    <a:cubicBezTo>
                      <a:pt x="520" y="22771"/>
                      <a:pt x="1260" y="25692"/>
                      <a:pt x="2868" y="25692"/>
                    </a:cubicBezTo>
                    <a:cubicBezTo>
                      <a:pt x="3017" y="25692"/>
                      <a:pt x="3173" y="25667"/>
                      <a:pt x="3337" y="25614"/>
                    </a:cubicBezTo>
                    <a:cubicBezTo>
                      <a:pt x="5538" y="24880"/>
                      <a:pt x="5305" y="20810"/>
                      <a:pt x="4404" y="19309"/>
                    </a:cubicBezTo>
                    <a:cubicBezTo>
                      <a:pt x="4382" y="19276"/>
                      <a:pt x="4348" y="19261"/>
                      <a:pt x="4315" y="19261"/>
                    </a:cubicBezTo>
                    <a:cubicBezTo>
                      <a:pt x="4248" y="19261"/>
                      <a:pt x="4182" y="19320"/>
                      <a:pt x="4204" y="19409"/>
                    </a:cubicBezTo>
                    <a:cubicBezTo>
                      <a:pt x="4356" y="20355"/>
                      <a:pt x="4760" y="24871"/>
                      <a:pt x="2940" y="24871"/>
                    </a:cubicBezTo>
                    <a:cubicBezTo>
                      <a:pt x="2770" y="24871"/>
                      <a:pt x="2580" y="24832"/>
                      <a:pt x="2369" y="24746"/>
                    </a:cubicBezTo>
                    <a:cubicBezTo>
                      <a:pt x="1168" y="24246"/>
                      <a:pt x="901" y="21277"/>
                      <a:pt x="901" y="20243"/>
                    </a:cubicBezTo>
                    <a:cubicBezTo>
                      <a:pt x="901" y="17374"/>
                      <a:pt x="2236" y="14606"/>
                      <a:pt x="2736" y="11804"/>
                    </a:cubicBezTo>
                    <a:cubicBezTo>
                      <a:pt x="3170" y="9569"/>
                      <a:pt x="3236" y="7267"/>
                      <a:pt x="2903" y="4965"/>
                    </a:cubicBezTo>
                    <a:cubicBezTo>
                      <a:pt x="2703" y="3598"/>
                      <a:pt x="2336" y="896"/>
                      <a:pt x="1068" y="29"/>
                    </a:cubicBezTo>
                    <a:cubicBezTo>
                      <a:pt x="1058" y="8"/>
                      <a:pt x="1044"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48">
          <a:extLst>
            <a:ext uri="{FF2B5EF4-FFF2-40B4-BE49-F238E27FC236}">
              <a16:creationId xmlns:a16="http://schemas.microsoft.com/office/drawing/2014/main" id="{C0EBABC3-CECD-08BE-8A86-A80D81186683}"/>
            </a:ext>
          </a:extLst>
        </p:cNvPr>
        <p:cNvGrpSpPr/>
        <p:nvPr/>
      </p:nvGrpSpPr>
      <p:grpSpPr>
        <a:xfrm>
          <a:off x="0" y="0"/>
          <a:ext cx="0" cy="0"/>
          <a:chOff x="0" y="0"/>
          <a:chExt cx="0" cy="0"/>
        </a:xfrm>
      </p:grpSpPr>
      <p:sp>
        <p:nvSpPr>
          <p:cNvPr id="8" name="Google Shape;6205;p75">
            <a:extLst>
              <a:ext uri="{FF2B5EF4-FFF2-40B4-BE49-F238E27FC236}">
                <a16:creationId xmlns:a16="http://schemas.microsoft.com/office/drawing/2014/main" id="{D2816C34-D1FA-7ED7-7F3A-525B105C216B}"/>
              </a:ext>
            </a:extLst>
          </p:cNvPr>
          <p:cNvSpPr txBox="1">
            <a:spLocks noGrp="1"/>
          </p:cNvSpPr>
          <p:nvPr>
            <p:ph type="title"/>
          </p:nvPr>
        </p:nvSpPr>
        <p:spPr>
          <a:xfrm>
            <a:off x="1873718" y="4142015"/>
            <a:ext cx="1984605" cy="456635"/>
          </a:xfrm>
          <a:prstGeom prst="rect">
            <a:avLst/>
          </a:prstGeom>
        </p:spPr>
        <p:txBody>
          <a:bodyPr spcFirstLastPara="1" wrap="square" lIns="91425" tIns="91425" rIns="91425" bIns="91425" anchor="b" anchorCtr="0">
            <a:noAutofit/>
          </a:bodyPr>
          <a:lstStyle/>
          <a:p>
            <a:r>
              <a:rPr lang="en-IN" sz="2000" b="1" dirty="0"/>
              <a:t>Home Page</a:t>
            </a:r>
            <a:endParaRPr lang="en-IN" sz="2000" dirty="0"/>
          </a:p>
        </p:txBody>
      </p:sp>
      <p:pic>
        <p:nvPicPr>
          <p:cNvPr id="6146" name="Picture 2">
            <a:extLst>
              <a:ext uri="{FF2B5EF4-FFF2-40B4-BE49-F238E27FC236}">
                <a16:creationId xmlns:a16="http://schemas.microsoft.com/office/drawing/2014/main" id="{7A5394ED-E5AD-3F6E-384D-D2E5FC0E5D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1648" y="283026"/>
            <a:ext cx="1819352" cy="3716943"/>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6205;p75">
            <a:extLst>
              <a:ext uri="{FF2B5EF4-FFF2-40B4-BE49-F238E27FC236}">
                <a16:creationId xmlns:a16="http://schemas.microsoft.com/office/drawing/2014/main" id="{BBB1FA09-DC4F-B84B-A7B7-DA677B983F5F}"/>
              </a:ext>
            </a:extLst>
          </p:cNvPr>
          <p:cNvSpPr txBox="1">
            <a:spLocks/>
          </p:cNvSpPr>
          <p:nvPr/>
        </p:nvSpPr>
        <p:spPr>
          <a:xfrm>
            <a:off x="5211648" y="4101626"/>
            <a:ext cx="1984605" cy="45663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ioRhyme"/>
              <a:buNone/>
              <a:defRPr sz="3000" b="1" i="0" u="none" strike="noStrike" cap="none">
                <a:solidFill>
                  <a:schemeClr val="dk1"/>
                </a:solidFill>
                <a:latin typeface="BioRhyme"/>
                <a:ea typeface="BioRhyme"/>
                <a:cs typeface="BioRhyme"/>
                <a:sym typeface="BioRhyme"/>
              </a:defRPr>
            </a:lvl1pPr>
            <a:lvl2pPr marR="0" lvl="1"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9pPr>
          </a:lstStyle>
          <a:p>
            <a:r>
              <a:rPr lang="en-US" sz="2000" dirty="0"/>
              <a:t>App drawer</a:t>
            </a:r>
          </a:p>
        </p:txBody>
      </p:sp>
      <p:pic>
        <p:nvPicPr>
          <p:cNvPr id="12" name="Picture 11">
            <a:extLst>
              <a:ext uri="{FF2B5EF4-FFF2-40B4-BE49-F238E27FC236}">
                <a16:creationId xmlns:a16="http://schemas.microsoft.com/office/drawing/2014/main" id="{60860376-5248-A50E-DDC1-7F43F0F40AF3}"/>
              </a:ext>
            </a:extLst>
          </p:cNvPr>
          <p:cNvPicPr>
            <a:picLocks noChangeAspect="1"/>
          </p:cNvPicPr>
          <p:nvPr/>
        </p:nvPicPr>
        <p:blipFill>
          <a:blip r:embed="rId4"/>
          <a:stretch>
            <a:fillRect/>
          </a:stretch>
        </p:blipFill>
        <p:spPr>
          <a:xfrm rot="5400000">
            <a:off x="6923431" y="4000882"/>
            <a:ext cx="545645" cy="1739590"/>
          </a:xfrm>
          <a:prstGeom prst="rect">
            <a:avLst/>
          </a:prstGeom>
        </p:spPr>
      </p:pic>
      <p:pic>
        <p:nvPicPr>
          <p:cNvPr id="16" name="Picture 15">
            <a:extLst>
              <a:ext uri="{FF2B5EF4-FFF2-40B4-BE49-F238E27FC236}">
                <a16:creationId xmlns:a16="http://schemas.microsoft.com/office/drawing/2014/main" id="{4D465011-750B-226C-A6D9-7AF9BD9C3E4B}"/>
              </a:ext>
            </a:extLst>
          </p:cNvPr>
          <p:cNvPicPr>
            <a:picLocks noChangeAspect="1"/>
          </p:cNvPicPr>
          <p:nvPr/>
        </p:nvPicPr>
        <p:blipFill>
          <a:blip r:embed="rId5"/>
          <a:stretch>
            <a:fillRect/>
          </a:stretch>
        </p:blipFill>
        <p:spPr>
          <a:xfrm>
            <a:off x="1873718" y="283026"/>
            <a:ext cx="1819353" cy="3716943"/>
          </a:xfrm>
          <a:prstGeom prst="rect">
            <a:avLst/>
          </a:prstGeom>
        </p:spPr>
      </p:pic>
    </p:spTree>
    <p:extLst>
      <p:ext uri="{BB962C8B-B14F-4D97-AF65-F5344CB8AC3E}">
        <p14:creationId xmlns:p14="http://schemas.microsoft.com/office/powerpoint/2010/main" val="570469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48">
          <a:extLst>
            <a:ext uri="{FF2B5EF4-FFF2-40B4-BE49-F238E27FC236}">
              <a16:creationId xmlns:a16="http://schemas.microsoft.com/office/drawing/2014/main" id="{568AE7CE-C5F1-9245-D5A7-B85A7CC9A6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F0574C6-7CE4-4791-2418-059F72CFAC84}"/>
              </a:ext>
            </a:extLst>
          </p:cNvPr>
          <p:cNvPicPr>
            <a:picLocks noChangeAspect="1"/>
          </p:cNvPicPr>
          <p:nvPr/>
        </p:nvPicPr>
        <p:blipFill>
          <a:blip r:embed="rId3"/>
          <a:srcRect b="8381"/>
          <a:stretch/>
        </p:blipFill>
        <p:spPr>
          <a:xfrm>
            <a:off x="6559730" y="345478"/>
            <a:ext cx="1677898" cy="3416176"/>
          </a:xfrm>
          <a:prstGeom prst="rect">
            <a:avLst/>
          </a:prstGeom>
        </p:spPr>
      </p:pic>
      <p:pic>
        <p:nvPicPr>
          <p:cNvPr id="5" name="Picture 4">
            <a:extLst>
              <a:ext uri="{FF2B5EF4-FFF2-40B4-BE49-F238E27FC236}">
                <a16:creationId xmlns:a16="http://schemas.microsoft.com/office/drawing/2014/main" id="{C54D4A41-B8FA-FA8F-8227-63E1D9FA77DE}"/>
              </a:ext>
            </a:extLst>
          </p:cNvPr>
          <p:cNvPicPr>
            <a:picLocks noChangeAspect="1"/>
          </p:cNvPicPr>
          <p:nvPr/>
        </p:nvPicPr>
        <p:blipFill>
          <a:blip r:embed="rId4"/>
          <a:stretch>
            <a:fillRect/>
          </a:stretch>
        </p:blipFill>
        <p:spPr>
          <a:xfrm>
            <a:off x="0" y="2355101"/>
            <a:ext cx="1238423" cy="2788399"/>
          </a:xfrm>
          <a:prstGeom prst="rect">
            <a:avLst/>
          </a:prstGeom>
        </p:spPr>
      </p:pic>
      <p:pic>
        <p:nvPicPr>
          <p:cNvPr id="7" name="Picture 6">
            <a:extLst>
              <a:ext uri="{FF2B5EF4-FFF2-40B4-BE49-F238E27FC236}">
                <a16:creationId xmlns:a16="http://schemas.microsoft.com/office/drawing/2014/main" id="{BA1C2FC3-4047-B95A-6F6E-72588FDFCCB0}"/>
              </a:ext>
            </a:extLst>
          </p:cNvPr>
          <p:cNvPicPr>
            <a:picLocks noChangeAspect="1"/>
          </p:cNvPicPr>
          <p:nvPr/>
        </p:nvPicPr>
        <p:blipFill>
          <a:blip r:embed="rId5"/>
          <a:stretch>
            <a:fillRect/>
          </a:stretch>
        </p:blipFill>
        <p:spPr>
          <a:xfrm>
            <a:off x="0" y="0"/>
            <a:ext cx="2162477" cy="952633"/>
          </a:xfrm>
          <a:prstGeom prst="rect">
            <a:avLst/>
          </a:prstGeom>
        </p:spPr>
      </p:pic>
      <p:pic>
        <p:nvPicPr>
          <p:cNvPr id="12" name="Picture 11">
            <a:extLst>
              <a:ext uri="{FF2B5EF4-FFF2-40B4-BE49-F238E27FC236}">
                <a16:creationId xmlns:a16="http://schemas.microsoft.com/office/drawing/2014/main" id="{CB28826B-7169-604B-8838-05507C409A47}"/>
              </a:ext>
            </a:extLst>
          </p:cNvPr>
          <p:cNvPicPr>
            <a:picLocks noChangeAspect="1"/>
          </p:cNvPicPr>
          <p:nvPr/>
        </p:nvPicPr>
        <p:blipFill>
          <a:blip r:embed="rId4"/>
          <a:stretch>
            <a:fillRect/>
          </a:stretch>
        </p:blipFill>
        <p:spPr>
          <a:xfrm rot="5400000">
            <a:off x="6923431" y="4000885"/>
            <a:ext cx="545645" cy="1739590"/>
          </a:xfrm>
          <a:prstGeom prst="rect">
            <a:avLst/>
          </a:prstGeom>
        </p:spPr>
      </p:pic>
      <p:pic>
        <p:nvPicPr>
          <p:cNvPr id="9218" name="Picture 2">
            <a:extLst>
              <a:ext uri="{FF2B5EF4-FFF2-40B4-BE49-F238E27FC236}">
                <a16:creationId xmlns:a16="http://schemas.microsoft.com/office/drawing/2014/main" id="{5AF0371E-7F18-BF5C-9F06-60F5CFA7F5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6650" y="333124"/>
            <a:ext cx="1833956" cy="34161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6E805A09-7F9F-F471-7F04-79FC072C7BBD}"/>
              </a:ext>
            </a:extLst>
          </p:cNvPr>
          <p:cNvPicPr>
            <a:picLocks noChangeAspect="1"/>
          </p:cNvPicPr>
          <p:nvPr/>
        </p:nvPicPr>
        <p:blipFill>
          <a:blip r:embed="rId7"/>
          <a:stretch>
            <a:fillRect/>
          </a:stretch>
        </p:blipFill>
        <p:spPr>
          <a:xfrm>
            <a:off x="4690516" y="307777"/>
            <a:ext cx="1677898" cy="3416176"/>
          </a:xfrm>
          <a:prstGeom prst="rect">
            <a:avLst/>
          </a:prstGeom>
        </p:spPr>
      </p:pic>
      <p:sp>
        <p:nvSpPr>
          <p:cNvPr id="14" name="TextBox 13">
            <a:extLst>
              <a:ext uri="{FF2B5EF4-FFF2-40B4-BE49-F238E27FC236}">
                <a16:creationId xmlns:a16="http://schemas.microsoft.com/office/drawing/2014/main" id="{C269E960-9546-0B58-A438-F1652718B9B1}"/>
              </a:ext>
            </a:extLst>
          </p:cNvPr>
          <p:cNvSpPr txBox="1"/>
          <p:nvPr/>
        </p:nvSpPr>
        <p:spPr>
          <a:xfrm>
            <a:off x="2821302" y="0"/>
            <a:ext cx="2642201" cy="307777"/>
          </a:xfrm>
          <a:prstGeom prst="rect">
            <a:avLst/>
          </a:prstGeom>
          <a:noFill/>
        </p:spPr>
        <p:txBody>
          <a:bodyPr wrap="square">
            <a:spAutoFit/>
          </a:bodyPr>
          <a:lstStyle/>
          <a:p>
            <a:r>
              <a:rPr lang="en-IN" b="1" dirty="0">
                <a:solidFill>
                  <a:srgbClr val="542C18"/>
                </a:solidFill>
              </a:rPr>
              <a:t>Classification Page Features</a:t>
            </a:r>
          </a:p>
        </p:txBody>
      </p:sp>
      <p:sp>
        <p:nvSpPr>
          <p:cNvPr id="15" name="Rectangle 3">
            <a:extLst>
              <a:ext uri="{FF2B5EF4-FFF2-40B4-BE49-F238E27FC236}">
                <a16:creationId xmlns:a16="http://schemas.microsoft.com/office/drawing/2014/main" id="{6097BCDF-1A6D-EE4E-B937-BD3C76AA9967}"/>
              </a:ext>
            </a:extLst>
          </p:cNvPr>
          <p:cNvSpPr>
            <a:spLocks noChangeArrowheads="1"/>
          </p:cNvSpPr>
          <p:nvPr/>
        </p:nvSpPr>
        <p:spPr bwMode="auto">
          <a:xfrm>
            <a:off x="195645" y="3774647"/>
            <a:ext cx="8368492"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effectLst/>
                <a:latin typeface="Arial" panose="020B0604020202020204" pitchFamily="34" charset="0"/>
              </a:rPr>
              <a:t>Upon image upload (from camera or gallery), the app uses the YOLOv12 model to first verify whether the image contains a bird.</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effectLst/>
                <a:latin typeface="Arial" panose="020B0604020202020204" pitchFamily="34" charset="0"/>
              </a:rPr>
              <a:t>If </a:t>
            </a:r>
            <a:r>
              <a:rPr kumimoji="0" lang="en-US" altLang="en-US" sz="1100" b="1" i="0" u="none" strike="noStrike" cap="none" normalizeH="0" baseline="0" dirty="0">
                <a:ln>
                  <a:noFill/>
                </a:ln>
                <a:effectLst/>
                <a:latin typeface="Arial" panose="020B0604020202020204" pitchFamily="34" charset="0"/>
              </a:rPr>
              <a:t>no bird is detected</a:t>
            </a:r>
            <a:r>
              <a:rPr kumimoji="0" lang="en-US" altLang="en-US" sz="1100" b="0" i="0" u="none" strike="noStrike" cap="none" normalizeH="0" baseline="0" dirty="0">
                <a:ln>
                  <a:noFill/>
                </a:ln>
                <a:effectLst/>
                <a:latin typeface="Arial" panose="020B0604020202020204" pitchFamily="34" charset="0"/>
              </a:rPr>
              <a:t>, the app notifies the user immediately</a:t>
            </a:r>
          </a:p>
          <a:p>
            <a:pPr marL="285750" indent="-285750" algn="just" eaLnBrk="0" fontAlgn="base" hangingPunct="0">
              <a:spcBef>
                <a:spcPct val="0"/>
              </a:spcBef>
              <a:spcAft>
                <a:spcPct val="0"/>
              </a:spcAft>
              <a:buClrTx/>
              <a:buFont typeface="Arial" panose="020B0604020202020204" pitchFamily="34" charset="0"/>
              <a:buChar char="•"/>
            </a:pPr>
            <a:r>
              <a:rPr lang="en-US" sz="1100" dirty="0"/>
              <a:t>If a bird is detected, the user can proceed by clicking </a:t>
            </a:r>
            <a:r>
              <a:rPr lang="en-US" sz="1100" b="1" dirty="0"/>
              <a:t>"Classify” </a:t>
            </a:r>
            <a:r>
              <a:rPr lang="en-US" sz="1100" dirty="0"/>
              <a:t>for classification</a:t>
            </a:r>
            <a:r>
              <a:rPr lang="en-US" sz="1100" b="1" dirty="0"/>
              <a:t>.</a:t>
            </a:r>
          </a:p>
          <a:p>
            <a:pPr algn="just"/>
            <a:r>
              <a:rPr lang="en-US" sz="1100" b="1" dirty="0"/>
              <a:t> Telegram Bot</a:t>
            </a:r>
            <a:endParaRPr lang="en-US" sz="1100" dirty="0"/>
          </a:p>
          <a:p>
            <a:pPr marL="171450" indent="-171450">
              <a:buFont typeface="Arial" panose="020B0604020202020204" pitchFamily="34" charset="0"/>
              <a:buChar char="•"/>
            </a:pPr>
            <a:r>
              <a:rPr lang="en-US" sz="1100" dirty="0"/>
              <a:t>Users can use this bot to </a:t>
            </a:r>
            <a:r>
              <a:rPr lang="en-US" sz="1100" b="1" dirty="0"/>
              <a:t>upload batches of</a:t>
            </a:r>
          </a:p>
          <a:p>
            <a:r>
              <a:rPr lang="en-US" sz="1100" b="1" dirty="0"/>
              <a:t>    bird images</a:t>
            </a:r>
            <a:r>
              <a:rPr lang="en-US" sz="1100" dirty="0"/>
              <a:t> and receive classifications at scale   </a:t>
            </a:r>
          </a:p>
          <a:p>
            <a:r>
              <a:rPr lang="en-US" sz="1100" dirty="0"/>
              <a:t>    perfect for enthusiasts or conservation projects</a:t>
            </a:r>
            <a:endParaRPr lang="en-IN" sz="1100" dirty="0"/>
          </a:p>
          <a:p>
            <a:pPr marR="0" lvl="0" algn="just"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effectLst/>
              <a:latin typeface="Arial" panose="020B0604020202020204" pitchFamily="34" charset="0"/>
            </a:endParaRPr>
          </a:p>
        </p:txBody>
      </p:sp>
      <p:pic>
        <p:nvPicPr>
          <p:cNvPr id="10" name="Picture 9">
            <a:extLst>
              <a:ext uri="{FF2B5EF4-FFF2-40B4-BE49-F238E27FC236}">
                <a16:creationId xmlns:a16="http://schemas.microsoft.com/office/drawing/2014/main" id="{FE47960B-9585-EBBC-AFD9-AA419B49C758}"/>
              </a:ext>
            </a:extLst>
          </p:cNvPr>
          <p:cNvPicPr>
            <a:picLocks noChangeAspect="1"/>
          </p:cNvPicPr>
          <p:nvPr/>
        </p:nvPicPr>
        <p:blipFill>
          <a:blip r:embed="rId8"/>
          <a:srcRect b="4276"/>
          <a:stretch/>
        </p:blipFill>
        <p:spPr>
          <a:xfrm>
            <a:off x="351965" y="345477"/>
            <a:ext cx="1714728" cy="3429169"/>
          </a:xfrm>
          <a:prstGeom prst="rect">
            <a:avLst/>
          </a:prstGeom>
        </p:spPr>
      </p:pic>
    </p:spTree>
    <p:extLst>
      <p:ext uri="{BB962C8B-B14F-4D97-AF65-F5344CB8AC3E}">
        <p14:creationId xmlns:p14="http://schemas.microsoft.com/office/powerpoint/2010/main" val="1872280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48">
          <a:extLst>
            <a:ext uri="{FF2B5EF4-FFF2-40B4-BE49-F238E27FC236}">
              <a16:creationId xmlns:a16="http://schemas.microsoft.com/office/drawing/2014/main" id="{E2D6EBDE-727B-3641-73BE-7A3CF194B35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977767-FF78-7824-94F8-A54992CFDE52}"/>
              </a:ext>
            </a:extLst>
          </p:cNvPr>
          <p:cNvPicPr>
            <a:picLocks noChangeAspect="1"/>
          </p:cNvPicPr>
          <p:nvPr/>
        </p:nvPicPr>
        <p:blipFill>
          <a:blip r:embed="rId3"/>
          <a:stretch>
            <a:fillRect/>
          </a:stretch>
        </p:blipFill>
        <p:spPr>
          <a:xfrm>
            <a:off x="0" y="2355101"/>
            <a:ext cx="1238423" cy="2788399"/>
          </a:xfrm>
          <a:prstGeom prst="rect">
            <a:avLst/>
          </a:prstGeom>
        </p:spPr>
      </p:pic>
      <p:pic>
        <p:nvPicPr>
          <p:cNvPr id="7" name="Picture 6">
            <a:extLst>
              <a:ext uri="{FF2B5EF4-FFF2-40B4-BE49-F238E27FC236}">
                <a16:creationId xmlns:a16="http://schemas.microsoft.com/office/drawing/2014/main" id="{FBA3EF37-D8CE-A63C-3FCE-7F51F362EFDB}"/>
              </a:ext>
            </a:extLst>
          </p:cNvPr>
          <p:cNvPicPr>
            <a:picLocks noChangeAspect="1"/>
          </p:cNvPicPr>
          <p:nvPr/>
        </p:nvPicPr>
        <p:blipFill>
          <a:blip r:embed="rId4"/>
          <a:stretch>
            <a:fillRect/>
          </a:stretch>
        </p:blipFill>
        <p:spPr>
          <a:xfrm>
            <a:off x="0" y="0"/>
            <a:ext cx="2162477" cy="952633"/>
          </a:xfrm>
          <a:prstGeom prst="rect">
            <a:avLst/>
          </a:prstGeom>
        </p:spPr>
      </p:pic>
      <p:pic>
        <p:nvPicPr>
          <p:cNvPr id="12" name="Picture 11">
            <a:extLst>
              <a:ext uri="{FF2B5EF4-FFF2-40B4-BE49-F238E27FC236}">
                <a16:creationId xmlns:a16="http://schemas.microsoft.com/office/drawing/2014/main" id="{2C8482C4-54AE-FE2A-0736-F64A8647B435}"/>
              </a:ext>
            </a:extLst>
          </p:cNvPr>
          <p:cNvPicPr>
            <a:picLocks noChangeAspect="1"/>
          </p:cNvPicPr>
          <p:nvPr/>
        </p:nvPicPr>
        <p:blipFill>
          <a:blip r:embed="rId3"/>
          <a:stretch>
            <a:fillRect/>
          </a:stretch>
        </p:blipFill>
        <p:spPr>
          <a:xfrm rot="5400000">
            <a:off x="6923431" y="4000885"/>
            <a:ext cx="545645" cy="1739590"/>
          </a:xfrm>
          <a:prstGeom prst="rect">
            <a:avLst/>
          </a:prstGeom>
        </p:spPr>
      </p:pic>
      <p:pic>
        <p:nvPicPr>
          <p:cNvPr id="17" name="Picture 16">
            <a:extLst>
              <a:ext uri="{FF2B5EF4-FFF2-40B4-BE49-F238E27FC236}">
                <a16:creationId xmlns:a16="http://schemas.microsoft.com/office/drawing/2014/main" id="{02A67D43-DD5F-D415-698F-D05EA37AA9AE}"/>
              </a:ext>
            </a:extLst>
          </p:cNvPr>
          <p:cNvPicPr>
            <a:picLocks noChangeAspect="1"/>
          </p:cNvPicPr>
          <p:nvPr/>
        </p:nvPicPr>
        <p:blipFill>
          <a:blip r:embed="rId5"/>
          <a:stretch>
            <a:fillRect/>
          </a:stretch>
        </p:blipFill>
        <p:spPr>
          <a:xfrm>
            <a:off x="199796" y="1073956"/>
            <a:ext cx="1974440" cy="2995587"/>
          </a:xfrm>
          <a:prstGeom prst="rect">
            <a:avLst/>
          </a:prstGeom>
        </p:spPr>
      </p:pic>
      <p:pic>
        <p:nvPicPr>
          <p:cNvPr id="19" name="Picture 18">
            <a:extLst>
              <a:ext uri="{FF2B5EF4-FFF2-40B4-BE49-F238E27FC236}">
                <a16:creationId xmlns:a16="http://schemas.microsoft.com/office/drawing/2014/main" id="{2AD0BCE3-1B69-CD52-129B-B355F362AABC}"/>
              </a:ext>
            </a:extLst>
          </p:cNvPr>
          <p:cNvPicPr>
            <a:picLocks noChangeAspect="1"/>
          </p:cNvPicPr>
          <p:nvPr/>
        </p:nvPicPr>
        <p:blipFill>
          <a:blip r:embed="rId6"/>
          <a:stretch>
            <a:fillRect/>
          </a:stretch>
        </p:blipFill>
        <p:spPr>
          <a:xfrm>
            <a:off x="6485448" y="952633"/>
            <a:ext cx="1974440" cy="2995588"/>
          </a:xfrm>
          <a:prstGeom prst="rect">
            <a:avLst/>
          </a:prstGeom>
        </p:spPr>
      </p:pic>
      <p:sp>
        <p:nvSpPr>
          <p:cNvPr id="21" name="TextBox 20">
            <a:extLst>
              <a:ext uri="{FF2B5EF4-FFF2-40B4-BE49-F238E27FC236}">
                <a16:creationId xmlns:a16="http://schemas.microsoft.com/office/drawing/2014/main" id="{BD10D7D2-D12C-986C-D694-1D23E758DAAA}"/>
              </a:ext>
            </a:extLst>
          </p:cNvPr>
          <p:cNvSpPr txBox="1"/>
          <p:nvPr/>
        </p:nvSpPr>
        <p:spPr>
          <a:xfrm>
            <a:off x="3084999" y="601306"/>
            <a:ext cx="4572000" cy="338554"/>
          </a:xfrm>
          <a:prstGeom prst="rect">
            <a:avLst/>
          </a:prstGeom>
          <a:noFill/>
        </p:spPr>
        <p:txBody>
          <a:bodyPr wrap="square">
            <a:spAutoFit/>
          </a:bodyPr>
          <a:lstStyle/>
          <a:p>
            <a:r>
              <a:rPr lang="en-IN" sz="1600" b="1" dirty="0">
                <a:solidFill>
                  <a:srgbClr val="542C18"/>
                </a:solidFill>
              </a:rPr>
              <a:t>Similarity Matching</a:t>
            </a:r>
          </a:p>
        </p:txBody>
      </p:sp>
      <p:sp>
        <p:nvSpPr>
          <p:cNvPr id="22" name="Rectangle 1">
            <a:extLst>
              <a:ext uri="{FF2B5EF4-FFF2-40B4-BE49-F238E27FC236}">
                <a16:creationId xmlns:a16="http://schemas.microsoft.com/office/drawing/2014/main" id="{CCBE590D-327A-5792-AC2A-FC63504ABFE0}"/>
              </a:ext>
            </a:extLst>
          </p:cNvPr>
          <p:cNvSpPr>
            <a:spLocks noChangeArrowheads="1"/>
          </p:cNvSpPr>
          <p:nvPr/>
        </p:nvSpPr>
        <p:spPr bwMode="auto">
          <a:xfrm>
            <a:off x="2174236" y="1303959"/>
            <a:ext cx="4322971"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The app performs a </a:t>
            </a:r>
            <a:r>
              <a:rPr kumimoji="0" lang="en-US" altLang="en-US" sz="1100" b="1" i="0" u="none" strike="noStrike" cap="none" normalizeH="0" baseline="0" dirty="0">
                <a:ln>
                  <a:noFill/>
                </a:ln>
                <a:solidFill>
                  <a:schemeClr val="tx1"/>
                </a:solidFill>
                <a:effectLst/>
                <a:latin typeface="Arial" panose="020B0604020202020204" pitchFamily="34" charset="0"/>
              </a:rPr>
              <a:t>similarity search</a:t>
            </a:r>
            <a:r>
              <a:rPr kumimoji="0" lang="en-US" altLang="en-US" sz="1100" b="0" i="0" u="none" strike="noStrike" cap="none" normalizeH="0" baseline="0" dirty="0">
                <a:ln>
                  <a:noFill/>
                </a:ln>
                <a:solidFill>
                  <a:schemeClr val="tx1"/>
                </a:solidFill>
                <a:effectLst/>
                <a:latin typeface="Arial" panose="020B0604020202020204" pitchFamily="34" charset="0"/>
              </a:rPr>
              <a:t> using features extracted by the EfficientNetB7 model.</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A list/grid of similar bird images is displayed, based on </a:t>
            </a:r>
            <a:r>
              <a:rPr kumimoji="0" lang="en-US" altLang="en-US" sz="1100" b="1" i="0" u="none" strike="noStrike" cap="none" normalizeH="0" baseline="0" dirty="0">
                <a:ln>
                  <a:noFill/>
                </a:ln>
                <a:solidFill>
                  <a:schemeClr val="tx1"/>
                </a:solidFill>
                <a:effectLst/>
                <a:latin typeface="Arial" panose="020B0604020202020204" pitchFamily="34" charset="0"/>
              </a:rPr>
              <a:t>visual similarity scores</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The user is prompted to </a:t>
            </a:r>
            <a:r>
              <a:rPr kumimoji="0" lang="en-US" altLang="en-US" sz="1100" b="1" i="0" u="none" strike="noStrike" cap="none" normalizeH="0" baseline="0" dirty="0">
                <a:ln>
                  <a:noFill/>
                </a:ln>
                <a:solidFill>
                  <a:schemeClr val="tx1"/>
                </a:solidFill>
                <a:effectLst/>
                <a:latin typeface="Arial" panose="020B0604020202020204" pitchFamily="34" charset="0"/>
              </a:rPr>
              <a:t>select three images</a:t>
            </a:r>
            <a:r>
              <a:rPr kumimoji="0" lang="en-US" altLang="en-US" sz="1100" b="0" i="0" u="none" strike="noStrike" cap="none" normalizeH="0" baseline="0" dirty="0">
                <a:ln>
                  <a:noFill/>
                </a:ln>
                <a:solidFill>
                  <a:schemeClr val="tx1"/>
                </a:solidFill>
                <a:effectLst/>
                <a:latin typeface="Arial" panose="020B0604020202020204" pitchFamily="34" charset="0"/>
              </a:rPr>
              <a:t> from the list that closely resemble the uploaded bird.</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This step helps refine the classification by incorporating </a:t>
            </a:r>
            <a:r>
              <a:rPr kumimoji="0" lang="en-US" altLang="en-US" sz="1100" b="1" i="0" u="none" strike="noStrike" cap="none" normalizeH="0" baseline="0" dirty="0">
                <a:ln>
                  <a:noFill/>
                </a:ln>
                <a:solidFill>
                  <a:schemeClr val="tx1"/>
                </a:solidFill>
                <a:effectLst/>
                <a:latin typeface="Arial" panose="020B0604020202020204" pitchFamily="34" charset="0"/>
              </a:rPr>
              <a:t>human perception</a:t>
            </a:r>
            <a:r>
              <a:rPr kumimoji="0" lang="en-US" altLang="en-US" sz="1100" b="0" i="0" u="none" strike="noStrike" cap="none" normalizeH="0" baseline="0" dirty="0">
                <a:ln>
                  <a:noFill/>
                </a:ln>
                <a:solidFill>
                  <a:schemeClr val="tx1"/>
                </a:solidFill>
                <a:effectLst/>
                <a:latin typeface="Arial" panose="020B0604020202020204" pitchFamily="34" charset="0"/>
              </a:rPr>
              <a:t> of similarity.</a:t>
            </a:r>
          </a:p>
          <a:p>
            <a:pPr marR="0" lvl="0" defTabSz="914400" rtl="0" eaLnBrk="0" fontAlgn="base" latinLnBrk="0" hangingPunct="0">
              <a:lnSpc>
                <a:spcPct val="100000"/>
              </a:lnSpc>
              <a:spcBef>
                <a:spcPct val="0"/>
              </a:spcBef>
              <a:spcAft>
                <a:spcPct val="0"/>
              </a:spcAft>
              <a:buClrTx/>
              <a:buSzTx/>
              <a:tabLst/>
            </a:pPr>
            <a:endParaRPr lang="en-US" altLang="en-US" sz="1100" dirty="0">
              <a:solidFill>
                <a:schemeClr val="tx1"/>
              </a:solidFill>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Based on the user's selection, the app displays:</a:t>
            </a:r>
          </a:p>
          <a:p>
            <a:pPr marL="171450" lvl="2" indent="-171450" eaLnBrk="0" fontAlgn="base" hangingPunct="0">
              <a:spcBef>
                <a:spcPct val="0"/>
              </a:spcBef>
              <a:spcAft>
                <a:spcPct val="0"/>
              </a:spcAft>
              <a:buClrTx/>
              <a:buFont typeface="Arial" panose="020B0604020202020204" pitchFamily="34" charset="0"/>
              <a:buChar char="•"/>
            </a:pP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1" i="0" u="none" strike="noStrike" cap="none" normalizeH="0" baseline="0" dirty="0">
                <a:ln>
                  <a:noFill/>
                </a:ln>
                <a:solidFill>
                  <a:schemeClr val="tx1"/>
                </a:solidFill>
                <a:effectLst/>
                <a:latin typeface="Arial" panose="020B0604020202020204" pitchFamily="34" charset="0"/>
              </a:rPr>
              <a:t>Initial Prediction</a:t>
            </a:r>
            <a:r>
              <a:rPr kumimoji="0" lang="en-US" altLang="en-US" sz="1100" b="0" i="0" u="none" strike="noStrike" cap="none" normalizeH="0" baseline="0" dirty="0">
                <a:ln>
                  <a:noFill/>
                </a:ln>
                <a:solidFill>
                  <a:schemeClr val="tx1"/>
                </a:solidFill>
                <a:effectLst/>
                <a:latin typeface="Arial" panose="020B0604020202020204" pitchFamily="34" charset="0"/>
              </a:rPr>
              <a:t>: Based on the selected similar birds.</a:t>
            </a:r>
          </a:p>
          <a:p>
            <a:pPr marL="171450" lvl="2" indent="-171450" eaLnBrk="0" fontAlgn="base" hangingPunct="0">
              <a:spcBef>
                <a:spcPct val="0"/>
              </a:spcBef>
              <a:spcAft>
                <a:spcPct val="0"/>
              </a:spcAft>
              <a:buClrTx/>
              <a:buFont typeface="Arial" panose="020B0604020202020204" pitchFamily="34" charset="0"/>
              <a:buChar char="•"/>
            </a:pP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1" i="0" u="none" strike="noStrike" cap="none" normalizeH="0" baseline="0" dirty="0">
                <a:ln>
                  <a:noFill/>
                </a:ln>
                <a:solidFill>
                  <a:schemeClr val="tx1"/>
                </a:solidFill>
                <a:effectLst/>
                <a:latin typeface="Arial" panose="020B0604020202020204" pitchFamily="34" charset="0"/>
              </a:rPr>
              <a:t>Final Prediction</a:t>
            </a:r>
            <a:r>
              <a:rPr kumimoji="0" lang="en-US" altLang="en-US" sz="1100" b="0" i="0" u="none" strike="noStrike" cap="none" normalizeH="0" baseline="0" dirty="0">
                <a:ln>
                  <a:noFill/>
                </a:ln>
                <a:solidFill>
                  <a:schemeClr val="tx1"/>
                </a:solidFill>
                <a:effectLst/>
                <a:latin typeface="Arial" panose="020B0604020202020204" pitchFamily="34" charset="0"/>
              </a:rPr>
              <a:t>: The confirmed species name and an image for clarity.</a:t>
            </a:r>
          </a:p>
        </p:txBody>
      </p:sp>
    </p:spTree>
    <p:extLst>
      <p:ext uri="{BB962C8B-B14F-4D97-AF65-F5344CB8AC3E}">
        <p14:creationId xmlns:p14="http://schemas.microsoft.com/office/powerpoint/2010/main" val="321244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148">
          <a:extLst>
            <a:ext uri="{FF2B5EF4-FFF2-40B4-BE49-F238E27FC236}">
              <a16:creationId xmlns:a16="http://schemas.microsoft.com/office/drawing/2014/main" id="{201428A2-9CFD-F258-B01B-693DA35909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EA2B8E3-444E-B067-1CC7-9B2CFBC383A5}"/>
              </a:ext>
            </a:extLst>
          </p:cNvPr>
          <p:cNvPicPr>
            <a:picLocks noChangeAspect="1"/>
          </p:cNvPicPr>
          <p:nvPr/>
        </p:nvPicPr>
        <p:blipFill>
          <a:blip r:embed="rId3"/>
          <a:stretch>
            <a:fillRect/>
          </a:stretch>
        </p:blipFill>
        <p:spPr>
          <a:xfrm>
            <a:off x="0" y="2355101"/>
            <a:ext cx="1238423" cy="2788399"/>
          </a:xfrm>
          <a:prstGeom prst="rect">
            <a:avLst/>
          </a:prstGeom>
        </p:spPr>
      </p:pic>
      <p:pic>
        <p:nvPicPr>
          <p:cNvPr id="7" name="Picture 6">
            <a:extLst>
              <a:ext uri="{FF2B5EF4-FFF2-40B4-BE49-F238E27FC236}">
                <a16:creationId xmlns:a16="http://schemas.microsoft.com/office/drawing/2014/main" id="{20F91765-C4B4-E102-B4FA-DADED9D19934}"/>
              </a:ext>
            </a:extLst>
          </p:cNvPr>
          <p:cNvPicPr>
            <a:picLocks noChangeAspect="1"/>
          </p:cNvPicPr>
          <p:nvPr/>
        </p:nvPicPr>
        <p:blipFill>
          <a:blip r:embed="rId4"/>
          <a:stretch>
            <a:fillRect/>
          </a:stretch>
        </p:blipFill>
        <p:spPr>
          <a:xfrm>
            <a:off x="0" y="0"/>
            <a:ext cx="2162477" cy="952633"/>
          </a:xfrm>
          <a:prstGeom prst="rect">
            <a:avLst/>
          </a:prstGeom>
        </p:spPr>
      </p:pic>
      <p:pic>
        <p:nvPicPr>
          <p:cNvPr id="12" name="Picture 11">
            <a:extLst>
              <a:ext uri="{FF2B5EF4-FFF2-40B4-BE49-F238E27FC236}">
                <a16:creationId xmlns:a16="http://schemas.microsoft.com/office/drawing/2014/main" id="{5FF0DD47-A268-2713-C0D9-AF3840FA40FF}"/>
              </a:ext>
            </a:extLst>
          </p:cNvPr>
          <p:cNvPicPr>
            <a:picLocks noChangeAspect="1"/>
          </p:cNvPicPr>
          <p:nvPr/>
        </p:nvPicPr>
        <p:blipFill>
          <a:blip r:embed="rId3"/>
          <a:stretch>
            <a:fillRect/>
          </a:stretch>
        </p:blipFill>
        <p:spPr>
          <a:xfrm rot="5400000">
            <a:off x="6923431" y="4000885"/>
            <a:ext cx="545645" cy="1739590"/>
          </a:xfrm>
          <a:prstGeom prst="rect">
            <a:avLst/>
          </a:prstGeom>
        </p:spPr>
      </p:pic>
      <p:pic>
        <p:nvPicPr>
          <p:cNvPr id="3" name="Picture 2">
            <a:extLst>
              <a:ext uri="{FF2B5EF4-FFF2-40B4-BE49-F238E27FC236}">
                <a16:creationId xmlns:a16="http://schemas.microsoft.com/office/drawing/2014/main" id="{C6A7BC59-F625-C54E-9094-5968C9539C99}"/>
              </a:ext>
            </a:extLst>
          </p:cNvPr>
          <p:cNvPicPr>
            <a:picLocks noChangeAspect="1"/>
          </p:cNvPicPr>
          <p:nvPr/>
        </p:nvPicPr>
        <p:blipFill>
          <a:blip r:embed="rId5"/>
          <a:stretch>
            <a:fillRect/>
          </a:stretch>
        </p:blipFill>
        <p:spPr>
          <a:xfrm>
            <a:off x="362056" y="322266"/>
            <a:ext cx="2002267" cy="4065670"/>
          </a:xfrm>
          <a:prstGeom prst="rect">
            <a:avLst/>
          </a:prstGeom>
        </p:spPr>
      </p:pic>
      <p:sp>
        <p:nvSpPr>
          <p:cNvPr id="11" name="TextBox 10">
            <a:extLst>
              <a:ext uri="{FF2B5EF4-FFF2-40B4-BE49-F238E27FC236}">
                <a16:creationId xmlns:a16="http://schemas.microsoft.com/office/drawing/2014/main" id="{5EAA16AE-5B58-5CF1-4622-84A331362A8D}"/>
              </a:ext>
            </a:extLst>
          </p:cNvPr>
          <p:cNvSpPr txBox="1"/>
          <p:nvPr/>
        </p:nvSpPr>
        <p:spPr>
          <a:xfrm>
            <a:off x="2706968" y="476316"/>
            <a:ext cx="2951667" cy="338554"/>
          </a:xfrm>
          <a:prstGeom prst="rect">
            <a:avLst/>
          </a:prstGeom>
          <a:noFill/>
        </p:spPr>
        <p:txBody>
          <a:bodyPr wrap="square">
            <a:spAutoFit/>
          </a:bodyPr>
          <a:lstStyle/>
          <a:p>
            <a:r>
              <a:rPr lang="en-IN" sz="1600" b="1" dirty="0">
                <a:solidFill>
                  <a:srgbClr val="542C18"/>
                </a:solidFill>
              </a:rPr>
              <a:t>Bird Gallery Page Features</a:t>
            </a:r>
          </a:p>
        </p:txBody>
      </p:sp>
      <p:sp>
        <p:nvSpPr>
          <p:cNvPr id="14" name="TextBox 13">
            <a:extLst>
              <a:ext uri="{FF2B5EF4-FFF2-40B4-BE49-F238E27FC236}">
                <a16:creationId xmlns:a16="http://schemas.microsoft.com/office/drawing/2014/main" id="{F3A1E24B-0DED-A931-F705-582F8AD57838}"/>
              </a:ext>
            </a:extLst>
          </p:cNvPr>
          <p:cNvSpPr txBox="1"/>
          <p:nvPr/>
        </p:nvSpPr>
        <p:spPr>
          <a:xfrm>
            <a:off x="2304700" y="1052706"/>
            <a:ext cx="3799708" cy="1446550"/>
          </a:xfrm>
          <a:prstGeom prst="rect">
            <a:avLst/>
          </a:prstGeom>
          <a:noFill/>
        </p:spPr>
        <p:txBody>
          <a:bodyPr wrap="square">
            <a:spAutoFit/>
          </a:bodyPr>
          <a:lstStyle/>
          <a:p>
            <a:pPr marL="171450" indent="-171450">
              <a:buFont typeface="Arial" panose="020B0604020202020204" pitchFamily="34" charset="0"/>
              <a:buChar char="•"/>
            </a:pPr>
            <a:r>
              <a:rPr lang="en-US" sz="1100" dirty="0"/>
              <a:t>This page acts as a rich </a:t>
            </a:r>
            <a:r>
              <a:rPr lang="en-US" sz="1100" b="1" dirty="0"/>
              <a:t>interactive gallery of Indian bird species</a:t>
            </a:r>
            <a:r>
              <a:rPr lang="en-US" sz="1100" dirty="0"/>
              <a:t> curated in the app.</a:t>
            </a:r>
          </a:p>
          <a:p>
            <a:pPr marL="171450" indent="-171450">
              <a:buFont typeface="Arial" panose="020B0604020202020204" pitchFamily="34" charset="0"/>
              <a:buChar char="•"/>
            </a:pPr>
            <a:r>
              <a:rPr lang="en-US" sz="1100" dirty="0"/>
              <a:t>The user can scroll through all the bird entries and tap on any bird card to learn more. Once a bird is selected, we can see</a:t>
            </a:r>
            <a:br>
              <a:rPr lang="en-US" sz="1100" dirty="0"/>
            </a:br>
            <a:r>
              <a:rPr lang="en-US" sz="1100" dirty="0"/>
              <a:t>Bird Common Name</a:t>
            </a:r>
          </a:p>
          <a:p>
            <a:pPr marL="628650" lvl="1" indent="-171450">
              <a:buFont typeface="Arial" panose="020B0604020202020204" pitchFamily="34" charset="0"/>
              <a:buChar char="•"/>
            </a:pPr>
            <a:r>
              <a:rPr lang="en-US" sz="1100" dirty="0"/>
              <a:t> Habitat &amp; Region Info, A representative image, Interesting facts or notes about the bird</a:t>
            </a:r>
          </a:p>
        </p:txBody>
      </p:sp>
      <p:sp>
        <p:nvSpPr>
          <p:cNvPr id="16" name="TextBox 15">
            <a:extLst>
              <a:ext uri="{FF2B5EF4-FFF2-40B4-BE49-F238E27FC236}">
                <a16:creationId xmlns:a16="http://schemas.microsoft.com/office/drawing/2014/main" id="{F9392D20-8035-73C8-D8F6-A75E49DABF4F}"/>
              </a:ext>
            </a:extLst>
          </p:cNvPr>
          <p:cNvSpPr txBox="1"/>
          <p:nvPr/>
        </p:nvSpPr>
        <p:spPr>
          <a:xfrm>
            <a:off x="2364323" y="2410130"/>
            <a:ext cx="3570398" cy="769441"/>
          </a:xfrm>
          <a:prstGeom prst="rect">
            <a:avLst/>
          </a:prstGeom>
          <a:noFill/>
        </p:spPr>
        <p:txBody>
          <a:bodyPr wrap="square">
            <a:spAutoFit/>
          </a:bodyPr>
          <a:lstStyle/>
          <a:p>
            <a:pPr marL="171450" indent="-171450">
              <a:buFont typeface="Arial" panose="020B0604020202020204" pitchFamily="34" charset="0"/>
              <a:buChar char="•"/>
            </a:pPr>
            <a:r>
              <a:rPr lang="en-US" sz="1100" dirty="0"/>
              <a:t>When the user clicks “learn more”, they’re taken directly to that bird’s </a:t>
            </a:r>
            <a:r>
              <a:rPr lang="en-US" sz="1100" b="1" dirty="0"/>
              <a:t>Wikipedia page</a:t>
            </a:r>
            <a:r>
              <a:rPr lang="en-US" sz="1100" dirty="0"/>
              <a:t>, so they can dive deeper into its behavior, diet, distribution, and more — all from a trusted knowledge source.</a:t>
            </a:r>
            <a:endParaRPr lang="en-IN" sz="1100" dirty="0"/>
          </a:p>
        </p:txBody>
      </p:sp>
      <p:pic>
        <p:nvPicPr>
          <p:cNvPr id="4" name="Picture 3">
            <a:extLst>
              <a:ext uri="{FF2B5EF4-FFF2-40B4-BE49-F238E27FC236}">
                <a16:creationId xmlns:a16="http://schemas.microsoft.com/office/drawing/2014/main" id="{042E2E19-21AB-4C69-F8A7-7644D80FF081}"/>
              </a:ext>
            </a:extLst>
          </p:cNvPr>
          <p:cNvPicPr>
            <a:picLocks noChangeAspect="1"/>
          </p:cNvPicPr>
          <p:nvPr/>
        </p:nvPicPr>
        <p:blipFill>
          <a:blip r:embed="rId6"/>
          <a:stretch>
            <a:fillRect/>
          </a:stretch>
        </p:blipFill>
        <p:spPr>
          <a:xfrm>
            <a:off x="6172937" y="323649"/>
            <a:ext cx="1874115" cy="4187904"/>
          </a:xfrm>
          <a:prstGeom prst="rect">
            <a:avLst/>
          </a:prstGeom>
        </p:spPr>
      </p:pic>
    </p:spTree>
    <p:extLst>
      <p:ext uri="{BB962C8B-B14F-4D97-AF65-F5344CB8AC3E}">
        <p14:creationId xmlns:p14="http://schemas.microsoft.com/office/powerpoint/2010/main" val="2220377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48">
          <a:extLst>
            <a:ext uri="{FF2B5EF4-FFF2-40B4-BE49-F238E27FC236}">
              <a16:creationId xmlns:a16="http://schemas.microsoft.com/office/drawing/2014/main" id="{4EAA59C1-555E-6456-79A9-A14D3C6E8C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534E64-A49E-35B2-D86B-6B7F261AD6B8}"/>
              </a:ext>
            </a:extLst>
          </p:cNvPr>
          <p:cNvSpPr txBox="1"/>
          <p:nvPr/>
        </p:nvSpPr>
        <p:spPr>
          <a:xfrm>
            <a:off x="2189622" y="64103"/>
            <a:ext cx="5858256" cy="307777"/>
          </a:xfrm>
          <a:prstGeom prst="rect">
            <a:avLst/>
          </a:prstGeom>
          <a:noFill/>
        </p:spPr>
        <p:txBody>
          <a:bodyPr wrap="square">
            <a:spAutoFit/>
          </a:bodyPr>
          <a:lstStyle/>
          <a:p>
            <a:r>
              <a:rPr lang="en-US" dirty="0">
                <a:solidFill>
                  <a:srgbClr val="542C18"/>
                </a:solidFill>
              </a:rPr>
              <a:t>📍 </a:t>
            </a:r>
            <a:r>
              <a:rPr lang="en-US" b="1" dirty="0">
                <a:solidFill>
                  <a:srgbClr val="542C18"/>
                </a:solidFill>
              </a:rPr>
              <a:t>Location Page – Real-Time Bird Sightings Nearby</a:t>
            </a:r>
            <a:endParaRPr lang="en-IN" dirty="0">
              <a:solidFill>
                <a:srgbClr val="542C18"/>
              </a:solidFill>
            </a:endParaRPr>
          </a:p>
        </p:txBody>
      </p:sp>
      <p:pic>
        <p:nvPicPr>
          <p:cNvPr id="57" name="Picture 56">
            <a:extLst>
              <a:ext uri="{FF2B5EF4-FFF2-40B4-BE49-F238E27FC236}">
                <a16:creationId xmlns:a16="http://schemas.microsoft.com/office/drawing/2014/main" id="{84719F9C-C977-CEAA-BD05-53E6ABDE44E1}"/>
              </a:ext>
            </a:extLst>
          </p:cNvPr>
          <p:cNvPicPr>
            <a:picLocks noChangeAspect="1"/>
          </p:cNvPicPr>
          <p:nvPr/>
        </p:nvPicPr>
        <p:blipFill>
          <a:blip r:embed="rId3"/>
          <a:stretch>
            <a:fillRect/>
          </a:stretch>
        </p:blipFill>
        <p:spPr>
          <a:xfrm>
            <a:off x="1074655" y="539943"/>
            <a:ext cx="1473473" cy="3192525"/>
          </a:xfrm>
          <a:prstGeom prst="rect">
            <a:avLst/>
          </a:prstGeom>
        </p:spPr>
      </p:pic>
      <p:pic>
        <p:nvPicPr>
          <p:cNvPr id="59" name="Picture 58">
            <a:extLst>
              <a:ext uri="{FF2B5EF4-FFF2-40B4-BE49-F238E27FC236}">
                <a16:creationId xmlns:a16="http://schemas.microsoft.com/office/drawing/2014/main" id="{92E02D91-2EBA-7839-BB61-79F27526E87C}"/>
              </a:ext>
            </a:extLst>
          </p:cNvPr>
          <p:cNvPicPr>
            <a:picLocks noChangeAspect="1"/>
          </p:cNvPicPr>
          <p:nvPr/>
        </p:nvPicPr>
        <p:blipFill>
          <a:blip r:embed="rId4"/>
          <a:stretch>
            <a:fillRect/>
          </a:stretch>
        </p:blipFill>
        <p:spPr>
          <a:xfrm>
            <a:off x="3927231" y="539943"/>
            <a:ext cx="1465149" cy="3174489"/>
          </a:xfrm>
          <a:prstGeom prst="rect">
            <a:avLst/>
          </a:prstGeom>
        </p:spPr>
      </p:pic>
      <p:pic>
        <p:nvPicPr>
          <p:cNvPr id="61" name="Picture 60">
            <a:extLst>
              <a:ext uri="{FF2B5EF4-FFF2-40B4-BE49-F238E27FC236}">
                <a16:creationId xmlns:a16="http://schemas.microsoft.com/office/drawing/2014/main" id="{07590515-CF89-B33B-FA37-3EE90A260BAB}"/>
              </a:ext>
            </a:extLst>
          </p:cNvPr>
          <p:cNvPicPr>
            <a:picLocks noChangeAspect="1"/>
          </p:cNvPicPr>
          <p:nvPr/>
        </p:nvPicPr>
        <p:blipFill>
          <a:blip r:embed="rId5"/>
          <a:stretch>
            <a:fillRect/>
          </a:stretch>
        </p:blipFill>
        <p:spPr>
          <a:xfrm>
            <a:off x="6615789" y="585734"/>
            <a:ext cx="1465149" cy="3174490"/>
          </a:xfrm>
          <a:prstGeom prst="rect">
            <a:avLst/>
          </a:prstGeom>
        </p:spPr>
      </p:pic>
      <p:pic>
        <p:nvPicPr>
          <p:cNvPr id="63" name="Picture 62">
            <a:extLst>
              <a:ext uri="{FF2B5EF4-FFF2-40B4-BE49-F238E27FC236}">
                <a16:creationId xmlns:a16="http://schemas.microsoft.com/office/drawing/2014/main" id="{8AA749E6-BA34-A2C2-CD3A-32175825670B}"/>
              </a:ext>
            </a:extLst>
          </p:cNvPr>
          <p:cNvPicPr>
            <a:picLocks noChangeAspect="1"/>
          </p:cNvPicPr>
          <p:nvPr/>
        </p:nvPicPr>
        <p:blipFill>
          <a:blip r:embed="rId6"/>
          <a:stretch>
            <a:fillRect/>
          </a:stretch>
        </p:blipFill>
        <p:spPr>
          <a:xfrm>
            <a:off x="6264330" y="4495710"/>
            <a:ext cx="1892118" cy="647790"/>
          </a:xfrm>
          <a:prstGeom prst="rect">
            <a:avLst/>
          </a:prstGeom>
        </p:spPr>
      </p:pic>
      <p:pic>
        <p:nvPicPr>
          <p:cNvPr id="65" name="Picture 64">
            <a:extLst>
              <a:ext uri="{FF2B5EF4-FFF2-40B4-BE49-F238E27FC236}">
                <a16:creationId xmlns:a16="http://schemas.microsoft.com/office/drawing/2014/main" id="{F97F40EE-84A3-18DE-2F96-464A27989D7B}"/>
              </a:ext>
            </a:extLst>
          </p:cNvPr>
          <p:cNvPicPr>
            <a:picLocks noChangeAspect="1"/>
          </p:cNvPicPr>
          <p:nvPr/>
        </p:nvPicPr>
        <p:blipFill>
          <a:blip r:embed="rId6"/>
          <a:stretch>
            <a:fillRect/>
          </a:stretch>
        </p:blipFill>
        <p:spPr>
          <a:xfrm>
            <a:off x="8156448" y="2172979"/>
            <a:ext cx="1028844" cy="2862317"/>
          </a:xfrm>
          <a:prstGeom prst="rect">
            <a:avLst/>
          </a:prstGeom>
        </p:spPr>
      </p:pic>
      <p:sp>
        <p:nvSpPr>
          <p:cNvPr id="67" name="TextBox 66">
            <a:extLst>
              <a:ext uri="{FF2B5EF4-FFF2-40B4-BE49-F238E27FC236}">
                <a16:creationId xmlns:a16="http://schemas.microsoft.com/office/drawing/2014/main" id="{AD2854B6-F8C3-D619-3C23-4B4374EB49C8}"/>
              </a:ext>
            </a:extLst>
          </p:cNvPr>
          <p:cNvSpPr txBox="1"/>
          <p:nvPr/>
        </p:nvSpPr>
        <p:spPr>
          <a:xfrm>
            <a:off x="779172" y="3760224"/>
            <a:ext cx="8364828" cy="1277273"/>
          </a:xfrm>
          <a:prstGeom prst="rect">
            <a:avLst/>
          </a:prstGeom>
          <a:noFill/>
        </p:spPr>
        <p:txBody>
          <a:bodyPr wrap="square">
            <a:spAutoFit/>
          </a:bodyPr>
          <a:lstStyle/>
          <a:p>
            <a:pPr marL="171450" indent="-171450">
              <a:buFont typeface="Arial" panose="020B0604020202020204" pitchFamily="34" charset="0"/>
              <a:buChar char="•"/>
            </a:pPr>
            <a:r>
              <a:rPr lang="en-US" sz="1100" dirty="0"/>
              <a:t>This page connects users to </a:t>
            </a:r>
            <a:r>
              <a:rPr lang="en-US" sz="1100" b="1" dirty="0"/>
              <a:t>real-world birdwatching activity</a:t>
            </a:r>
            <a:r>
              <a:rPr lang="en-US" sz="1100" dirty="0"/>
              <a:t> by using their current location.</a:t>
            </a:r>
          </a:p>
          <a:p>
            <a:pPr marL="171450" indent="-171450">
              <a:buFont typeface="Arial" panose="020B0604020202020204" pitchFamily="34" charset="0"/>
              <a:buChar char="•"/>
            </a:pPr>
            <a:r>
              <a:rPr lang="en-US" sz="1100" dirty="0"/>
              <a:t>Using the </a:t>
            </a:r>
            <a:r>
              <a:rPr lang="en-US" sz="1100" b="1" dirty="0"/>
              <a:t>eBird API</a:t>
            </a:r>
            <a:r>
              <a:rPr lang="en-US" sz="1100" dirty="0"/>
              <a:t>, we fetch:</a:t>
            </a:r>
          </a:p>
          <a:p>
            <a:pPr marL="628650" lvl="1" indent="-171450">
              <a:buFont typeface="Arial" panose="020B0604020202020204" pitchFamily="34" charset="0"/>
              <a:buChar char="•"/>
            </a:pPr>
            <a:r>
              <a:rPr lang="en-US" sz="1100" dirty="0"/>
              <a:t>✅ </a:t>
            </a:r>
            <a:r>
              <a:rPr lang="en-US" sz="1100" b="1" dirty="0"/>
              <a:t>Recent sightings</a:t>
            </a:r>
            <a:r>
              <a:rPr lang="en-US" sz="1100" dirty="0"/>
              <a:t> of birds spotted around the user’s area.</a:t>
            </a:r>
          </a:p>
          <a:p>
            <a:pPr marL="628650" lvl="1" indent="-171450">
              <a:buFont typeface="Arial" panose="020B0604020202020204" pitchFamily="34" charset="0"/>
              <a:buChar char="•"/>
            </a:pPr>
            <a:r>
              <a:rPr lang="en-US" sz="1100" dirty="0"/>
              <a:t>🗺️ </a:t>
            </a:r>
            <a:r>
              <a:rPr lang="en-US" sz="1100" b="1" dirty="0"/>
              <a:t>Birding hotspots</a:t>
            </a:r>
            <a:r>
              <a:rPr lang="en-US" sz="1100" dirty="0"/>
              <a:t> based on radius input (e.g., 5–50 km).</a:t>
            </a:r>
          </a:p>
          <a:p>
            <a:pPr marL="171450" indent="-171450">
              <a:buFont typeface="Arial" panose="020B0604020202020204" pitchFamily="34" charset="0"/>
              <a:buChar char="•"/>
            </a:pPr>
            <a:r>
              <a:rPr lang="en-US" sz="1100" dirty="0"/>
              <a:t>This turns the app into a field guide — helping users discover what species are nearby </a:t>
            </a:r>
            <a:r>
              <a:rPr lang="en-US" sz="1100" b="1" dirty="0"/>
              <a:t>right now</a:t>
            </a:r>
            <a:r>
              <a:rPr lang="en-US" sz="1100" dirty="0"/>
              <a:t> and encouraging outdoor exploration. Whether you're in a park, sanctuary, or even your backyard, this page gives real-time information about birds spotted near your current location.</a:t>
            </a:r>
          </a:p>
        </p:txBody>
      </p:sp>
    </p:spTree>
    <p:extLst>
      <p:ext uri="{BB962C8B-B14F-4D97-AF65-F5344CB8AC3E}">
        <p14:creationId xmlns:p14="http://schemas.microsoft.com/office/powerpoint/2010/main" val="3375788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48">
          <a:extLst>
            <a:ext uri="{FF2B5EF4-FFF2-40B4-BE49-F238E27FC236}">
              <a16:creationId xmlns:a16="http://schemas.microsoft.com/office/drawing/2014/main" id="{D2EBD122-DD96-0C21-CFDD-8CC5E46862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932DAD-40AE-6194-88A4-588A0BCAF7F3}"/>
              </a:ext>
            </a:extLst>
          </p:cNvPr>
          <p:cNvSpPr txBox="1"/>
          <p:nvPr/>
        </p:nvSpPr>
        <p:spPr>
          <a:xfrm>
            <a:off x="2189622" y="64103"/>
            <a:ext cx="5858256" cy="307777"/>
          </a:xfrm>
          <a:prstGeom prst="rect">
            <a:avLst/>
          </a:prstGeom>
          <a:noFill/>
        </p:spPr>
        <p:txBody>
          <a:bodyPr wrap="square">
            <a:spAutoFit/>
          </a:bodyPr>
          <a:lstStyle/>
          <a:p>
            <a:r>
              <a:rPr lang="en-US" dirty="0"/>
              <a:t>About Us Page – Get to Know the Team &amp; Tools</a:t>
            </a:r>
            <a:endParaRPr lang="en-IN" dirty="0"/>
          </a:p>
        </p:txBody>
      </p:sp>
      <p:pic>
        <p:nvPicPr>
          <p:cNvPr id="63" name="Picture 62">
            <a:extLst>
              <a:ext uri="{FF2B5EF4-FFF2-40B4-BE49-F238E27FC236}">
                <a16:creationId xmlns:a16="http://schemas.microsoft.com/office/drawing/2014/main" id="{3D9620B4-B646-B150-536F-D4002B598032}"/>
              </a:ext>
            </a:extLst>
          </p:cNvPr>
          <p:cNvPicPr>
            <a:picLocks noChangeAspect="1"/>
          </p:cNvPicPr>
          <p:nvPr/>
        </p:nvPicPr>
        <p:blipFill>
          <a:blip r:embed="rId3"/>
          <a:stretch>
            <a:fillRect/>
          </a:stretch>
        </p:blipFill>
        <p:spPr>
          <a:xfrm>
            <a:off x="6264330" y="4495710"/>
            <a:ext cx="1892118" cy="647790"/>
          </a:xfrm>
          <a:prstGeom prst="rect">
            <a:avLst/>
          </a:prstGeom>
        </p:spPr>
      </p:pic>
      <p:pic>
        <p:nvPicPr>
          <p:cNvPr id="65" name="Picture 64">
            <a:extLst>
              <a:ext uri="{FF2B5EF4-FFF2-40B4-BE49-F238E27FC236}">
                <a16:creationId xmlns:a16="http://schemas.microsoft.com/office/drawing/2014/main" id="{D07942D7-D6A7-7EA7-FF6C-C072B48F4E41}"/>
              </a:ext>
            </a:extLst>
          </p:cNvPr>
          <p:cNvPicPr>
            <a:picLocks noChangeAspect="1"/>
          </p:cNvPicPr>
          <p:nvPr/>
        </p:nvPicPr>
        <p:blipFill>
          <a:blip r:embed="rId3"/>
          <a:stretch>
            <a:fillRect/>
          </a:stretch>
        </p:blipFill>
        <p:spPr>
          <a:xfrm>
            <a:off x="8115156" y="2172979"/>
            <a:ext cx="1028844" cy="2862317"/>
          </a:xfrm>
          <a:prstGeom prst="rect">
            <a:avLst/>
          </a:prstGeom>
        </p:spPr>
      </p:pic>
      <p:sp>
        <p:nvSpPr>
          <p:cNvPr id="4" name="TextBox 3">
            <a:extLst>
              <a:ext uri="{FF2B5EF4-FFF2-40B4-BE49-F238E27FC236}">
                <a16:creationId xmlns:a16="http://schemas.microsoft.com/office/drawing/2014/main" id="{25677C09-52F3-2114-A200-592D9612F782}"/>
              </a:ext>
            </a:extLst>
          </p:cNvPr>
          <p:cNvSpPr txBox="1"/>
          <p:nvPr/>
        </p:nvSpPr>
        <p:spPr>
          <a:xfrm>
            <a:off x="3026583" y="1026511"/>
            <a:ext cx="3323866" cy="2800767"/>
          </a:xfrm>
          <a:prstGeom prst="rect">
            <a:avLst/>
          </a:prstGeom>
          <a:noFill/>
        </p:spPr>
        <p:txBody>
          <a:bodyPr wrap="square">
            <a:spAutoFit/>
          </a:bodyPr>
          <a:lstStyle/>
          <a:p>
            <a:pPr algn="just"/>
            <a:r>
              <a:rPr lang="en-US" sz="1100" dirty="0"/>
              <a:t>The "About Us" page provides users with:</a:t>
            </a:r>
          </a:p>
          <a:p>
            <a:pPr marL="171450" indent="-171450" algn="just">
              <a:buFont typeface="Arial" panose="020B0604020202020204" pitchFamily="34" charset="0"/>
              <a:buChar char="•"/>
            </a:pPr>
            <a:r>
              <a:rPr lang="en-US" sz="1100" dirty="0"/>
              <a:t>A short introduction to the </a:t>
            </a:r>
            <a:r>
              <a:rPr lang="en-US" sz="1100" b="1" dirty="0"/>
              <a:t>BirdZ app</a:t>
            </a:r>
            <a:r>
              <a:rPr lang="en-US" sz="1100" dirty="0"/>
              <a:t>, </a:t>
            </a:r>
          </a:p>
          <a:p>
            <a:pPr algn="just"/>
            <a:r>
              <a:rPr lang="en-US" sz="1100" dirty="0"/>
              <a:t>    its purpose, and its development journey.</a:t>
            </a:r>
          </a:p>
          <a:p>
            <a:pPr algn="just"/>
            <a:endParaRPr lang="en-US" sz="1100" dirty="0"/>
          </a:p>
          <a:p>
            <a:pPr algn="just"/>
            <a:r>
              <a:rPr lang="en-US" sz="1100" dirty="0"/>
              <a:t>Contact details </a:t>
            </a:r>
          </a:p>
          <a:p>
            <a:pPr marL="171450" indent="-171450">
              <a:buFont typeface="Arial" panose="020B0604020202020204" pitchFamily="34" charset="0"/>
              <a:buChar char="•"/>
            </a:pPr>
            <a:r>
              <a:rPr lang="en-US" sz="1100" dirty="0"/>
              <a:t>including an email for </a:t>
            </a:r>
            <a:r>
              <a:rPr lang="en-US" sz="1100" b="1" dirty="0"/>
              <a:t>questions, suggestions, or support</a:t>
            </a:r>
            <a:r>
              <a:rPr lang="en-US" sz="1100" dirty="0"/>
              <a:t>.</a:t>
            </a:r>
          </a:p>
          <a:p>
            <a:pPr algn="just"/>
            <a:endParaRPr lang="en-US" sz="1100" dirty="0"/>
          </a:p>
          <a:p>
            <a:pPr algn="just"/>
            <a:r>
              <a:rPr lang="en-US" sz="1100" dirty="0"/>
              <a:t>And for researchers, or anyone who needs to classify </a:t>
            </a:r>
            <a:r>
              <a:rPr lang="en-US" sz="1100" b="1" dirty="0"/>
              <a:t>multiple bird images in bulk</a:t>
            </a:r>
            <a:r>
              <a:rPr lang="en-US" sz="1100" dirty="0"/>
              <a:t>, we provide access to our </a:t>
            </a:r>
            <a:r>
              <a:rPr lang="en-US" sz="1100" b="1" dirty="0"/>
              <a:t>Telegram Bot</a:t>
            </a:r>
            <a:r>
              <a:rPr lang="en-US" sz="1100" dirty="0"/>
              <a:t>.</a:t>
            </a:r>
          </a:p>
          <a:p>
            <a:pPr algn="just"/>
            <a:endParaRPr lang="en-US" sz="1100" dirty="0"/>
          </a:p>
          <a:p>
            <a:pPr algn="just"/>
            <a:r>
              <a:rPr lang="en-US" sz="1100" b="1" dirty="0"/>
              <a:t>Telegram Bot</a:t>
            </a:r>
            <a:endParaRPr lang="en-US" sz="1100" dirty="0"/>
          </a:p>
          <a:p>
            <a:pPr marL="171450" indent="-171450">
              <a:buFont typeface="Arial" panose="020B0604020202020204" pitchFamily="34" charset="0"/>
              <a:buChar char="•"/>
            </a:pPr>
            <a:r>
              <a:rPr lang="en-US" sz="1100" dirty="0"/>
              <a:t>Users can use this bot to </a:t>
            </a:r>
            <a:r>
              <a:rPr lang="en-US" sz="1100" b="1" dirty="0"/>
              <a:t>upload batches of</a:t>
            </a:r>
          </a:p>
          <a:p>
            <a:r>
              <a:rPr lang="en-US" sz="1100" b="1" dirty="0"/>
              <a:t>    bird images</a:t>
            </a:r>
            <a:r>
              <a:rPr lang="en-US" sz="1100" dirty="0"/>
              <a:t> and receive classifications at scale   </a:t>
            </a:r>
          </a:p>
          <a:p>
            <a:r>
              <a:rPr lang="en-US" sz="1100" dirty="0"/>
              <a:t>    perfect for enthusiasts or conservation projects.</a:t>
            </a:r>
          </a:p>
        </p:txBody>
      </p:sp>
      <p:pic>
        <p:nvPicPr>
          <p:cNvPr id="11" name="Picture 10">
            <a:extLst>
              <a:ext uri="{FF2B5EF4-FFF2-40B4-BE49-F238E27FC236}">
                <a16:creationId xmlns:a16="http://schemas.microsoft.com/office/drawing/2014/main" id="{2684E193-2885-1C06-DB53-C9221B5E9396}"/>
              </a:ext>
            </a:extLst>
          </p:cNvPr>
          <p:cNvPicPr>
            <a:picLocks noChangeAspect="1"/>
          </p:cNvPicPr>
          <p:nvPr/>
        </p:nvPicPr>
        <p:blipFill>
          <a:blip r:embed="rId4"/>
          <a:stretch>
            <a:fillRect/>
          </a:stretch>
        </p:blipFill>
        <p:spPr>
          <a:xfrm>
            <a:off x="6480116" y="468934"/>
            <a:ext cx="2009680" cy="4566362"/>
          </a:xfrm>
          <a:prstGeom prst="rect">
            <a:avLst/>
          </a:prstGeom>
        </p:spPr>
      </p:pic>
      <p:pic>
        <p:nvPicPr>
          <p:cNvPr id="13" name="Picture 12">
            <a:extLst>
              <a:ext uri="{FF2B5EF4-FFF2-40B4-BE49-F238E27FC236}">
                <a16:creationId xmlns:a16="http://schemas.microsoft.com/office/drawing/2014/main" id="{3729E1F4-F122-E9E9-1EE3-26613798AFEF}"/>
              </a:ext>
            </a:extLst>
          </p:cNvPr>
          <p:cNvPicPr>
            <a:picLocks noChangeAspect="1"/>
          </p:cNvPicPr>
          <p:nvPr/>
        </p:nvPicPr>
        <p:blipFill>
          <a:blip r:embed="rId5"/>
          <a:stretch>
            <a:fillRect/>
          </a:stretch>
        </p:blipFill>
        <p:spPr>
          <a:xfrm>
            <a:off x="987552" y="600156"/>
            <a:ext cx="1849838" cy="4435140"/>
          </a:xfrm>
          <a:prstGeom prst="rect">
            <a:avLst/>
          </a:prstGeom>
        </p:spPr>
      </p:pic>
    </p:spTree>
    <p:extLst>
      <p:ext uri="{BB962C8B-B14F-4D97-AF65-F5344CB8AC3E}">
        <p14:creationId xmlns:p14="http://schemas.microsoft.com/office/powerpoint/2010/main" val="2323524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70"/>
        <p:cNvGrpSpPr/>
        <p:nvPr/>
      </p:nvGrpSpPr>
      <p:grpSpPr>
        <a:xfrm>
          <a:off x="0" y="0"/>
          <a:ext cx="0" cy="0"/>
          <a:chOff x="0" y="0"/>
          <a:chExt cx="0" cy="0"/>
        </a:xfrm>
      </p:grpSpPr>
      <p:sp>
        <p:nvSpPr>
          <p:cNvPr id="13" name="Title 12">
            <a:extLst>
              <a:ext uri="{FF2B5EF4-FFF2-40B4-BE49-F238E27FC236}">
                <a16:creationId xmlns:a16="http://schemas.microsoft.com/office/drawing/2014/main" id="{73DA5FAB-AAF6-195F-6205-278B4934DA3E}"/>
              </a:ext>
            </a:extLst>
          </p:cNvPr>
          <p:cNvSpPr>
            <a:spLocks noGrp="1"/>
          </p:cNvSpPr>
          <p:nvPr>
            <p:ph type="title"/>
          </p:nvPr>
        </p:nvSpPr>
        <p:spPr>
          <a:xfrm>
            <a:off x="720000" y="477817"/>
            <a:ext cx="7704000" cy="572700"/>
          </a:xfrm>
        </p:spPr>
        <p:txBody>
          <a:bodyPr/>
          <a:lstStyle/>
          <a:p>
            <a:r>
              <a:rPr lang="en" dirty="0"/>
              <a:t>CONCLUSION</a:t>
            </a:r>
            <a:endParaRPr lang="en-IN" dirty="0"/>
          </a:p>
        </p:txBody>
      </p:sp>
      <p:sp>
        <p:nvSpPr>
          <p:cNvPr id="21" name="TextBox 20">
            <a:extLst>
              <a:ext uri="{FF2B5EF4-FFF2-40B4-BE49-F238E27FC236}">
                <a16:creationId xmlns:a16="http://schemas.microsoft.com/office/drawing/2014/main" id="{05E66CC6-21C3-D7E6-0087-A8865BB13BD7}"/>
              </a:ext>
            </a:extLst>
          </p:cNvPr>
          <p:cNvSpPr txBox="1"/>
          <p:nvPr/>
        </p:nvSpPr>
        <p:spPr>
          <a:xfrm>
            <a:off x="791744" y="1254210"/>
            <a:ext cx="7871407" cy="2635080"/>
          </a:xfrm>
          <a:prstGeom prst="rect">
            <a:avLst/>
          </a:prstGeom>
          <a:noFill/>
        </p:spPr>
        <p:txBody>
          <a:bodyPr wrap="square">
            <a:spAutoFit/>
          </a:bodyPr>
          <a:lstStyle/>
          <a:p>
            <a:pPr algn="just">
              <a:lnSpc>
                <a:spcPct val="150000"/>
              </a:lnSpc>
            </a:pPr>
            <a:r>
              <a:rPr lang="en-US" dirty="0">
                <a:latin typeface="Lato" panose="020F0502020204030203" pitchFamily="34" charset="0"/>
                <a:ea typeface="Lato" panose="020F0502020204030203" pitchFamily="34" charset="0"/>
                <a:cs typeface="Lato" panose="020F0502020204030203" pitchFamily="34" charset="0"/>
              </a:rPr>
              <a:t>The BirdZ mobile application successfully integrates deep learning, cloud infrastructure, and mobile development to provide an intelligent and user-friendly platform for Indian bird species identification. By leveraging a custom-curated and augmented dataset, powerful models like EfficientNet B7 for classification and YOLOv8 for validation, and deploying via scalable AWS services, the app delivers fast, accurate, and With a Flutter-based UI and seamless image input through camera or gallery, BirdZ helps users identify bird species easily while encouraging interest in India’s diverse birdlife. The project demonstrates the effective synergy of AI and mobile technology in creating impactful, real-world solutions.</a:t>
            </a:r>
            <a:endParaRPr lang="en-IN"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65"/>
        <p:cNvGrpSpPr/>
        <p:nvPr/>
      </p:nvGrpSpPr>
      <p:grpSpPr>
        <a:xfrm>
          <a:off x="0" y="0"/>
          <a:ext cx="0" cy="0"/>
          <a:chOff x="0" y="0"/>
          <a:chExt cx="0" cy="0"/>
        </a:xfrm>
      </p:grpSpPr>
      <p:sp>
        <p:nvSpPr>
          <p:cNvPr id="4266" name="Google Shape;4266;p52"/>
          <p:cNvSpPr txBox="1">
            <a:spLocks noGrp="1"/>
          </p:cNvSpPr>
          <p:nvPr>
            <p:ph type="title"/>
          </p:nvPr>
        </p:nvSpPr>
        <p:spPr>
          <a:xfrm>
            <a:off x="3744266" y="1721433"/>
            <a:ext cx="4320847" cy="12646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400" dirty="0">
                <a:solidFill>
                  <a:srgbClr val="F5582B"/>
                </a:solidFill>
              </a:rPr>
              <a:t>Thank</a:t>
            </a:r>
            <a:r>
              <a:rPr lang="en" sz="5400" dirty="0">
                <a:solidFill>
                  <a:schemeClr val="accent1"/>
                </a:solidFill>
              </a:rPr>
              <a:t> </a:t>
            </a:r>
            <a:r>
              <a:rPr lang="en" sz="5400" dirty="0"/>
              <a:t>You</a:t>
            </a:r>
            <a:endParaRPr sz="5400" dirty="0"/>
          </a:p>
        </p:txBody>
      </p:sp>
      <p:grpSp>
        <p:nvGrpSpPr>
          <p:cNvPr id="4267" name="Google Shape;4267;p52"/>
          <p:cNvGrpSpPr/>
          <p:nvPr/>
        </p:nvGrpSpPr>
        <p:grpSpPr>
          <a:xfrm>
            <a:off x="-781432" y="1184408"/>
            <a:ext cx="3816964" cy="4527599"/>
            <a:chOff x="-781432" y="1184408"/>
            <a:chExt cx="3816964" cy="4527599"/>
          </a:xfrm>
        </p:grpSpPr>
        <p:grpSp>
          <p:nvGrpSpPr>
            <p:cNvPr id="4268" name="Google Shape;4268;p52"/>
            <p:cNvGrpSpPr/>
            <p:nvPr/>
          </p:nvGrpSpPr>
          <p:grpSpPr>
            <a:xfrm>
              <a:off x="-781432" y="1184408"/>
              <a:ext cx="3816964" cy="4527599"/>
              <a:chOff x="176000" y="3509125"/>
              <a:chExt cx="1187975" cy="1409150"/>
            </a:xfrm>
          </p:grpSpPr>
          <p:sp>
            <p:nvSpPr>
              <p:cNvPr id="4269" name="Google Shape;4269;p52"/>
              <p:cNvSpPr/>
              <p:nvPr/>
            </p:nvSpPr>
            <p:spPr>
              <a:xfrm>
                <a:off x="198275" y="3857825"/>
                <a:ext cx="463575" cy="426025"/>
              </a:xfrm>
              <a:custGeom>
                <a:avLst/>
                <a:gdLst/>
                <a:ahLst/>
                <a:cxnLst/>
                <a:rect l="l" t="t" r="r" b="b"/>
                <a:pathLst>
                  <a:path w="18543" h="17041" extrusionOk="0">
                    <a:moveTo>
                      <a:pt x="5610" y="0"/>
                    </a:moveTo>
                    <a:cubicBezTo>
                      <a:pt x="4927" y="0"/>
                      <a:pt x="4230" y="215"/>
                      <a:pt x="3648" y="574"/>
                    </a:cubicBezTo>
                    <a:cubicBezTo>
                      <a:pt x="2645" y="1243"/>
                      <a:pt x="1946" y="2337"/>
                      <a:pt x="1521" y="3462"/>
                    </a:cubicBezTo>
                    <a:cubicBezTo>
                      <a:pt x="1" y="7413"/>
                      <a:pt x="1338" y="12337"/>
                      <a:pt x="4682" y="14951"/>
                    </a:cubicBezTo>
                    <a:cubicBezTo>
                      <a:pt x="6455" y="16338"/>
                      <a:pt x="8708" y="17040"/>
                      <a:pt x="10954" y="17040"/>
                    </a:cubicBezTo>
                    <a:cubicBezTo>
                      <a:pt x="12942" y="17040"/>
                      <a:pt x="14925" y="16490"/>
                      <a:pt x="16566" y="15377"/>
                    </a:cubicBezTo>
                    <a:cubicBezTo>
                      <a:pt x="17326" y="14860"/>
                      <a:pt x="18025" y="14191"/>
                      <a:pt x="18269" y="13340"/>
                    </a:cubicBezTo>
                    <a:cubicBezTo>
                      <a:pt x="18542" y="12489"/>
                      <a:pt x="18238" y="11425"/>
                      <a:pt x="17417" y="11030"/>
                    </a:cubicBezTo>
                    <a:lnTo>
                      <a:pt x="15928" y="9875"/>
                    </a:lnTo>
                    <a:cubicBezTo>
                      <a:pt x="15366" y="10384"/>
                      <a:pt x="14627" y="10609"/>
                      <a:pt x="13865" y="10609"/>
                    </a:cubicBezTo>
                    <a:cubicBezTo>
                      <a:pt x="12895" y="10609"/>
                      <a:pt x="11888" y="10245"/>
                      <a:pt x="11156" y="9632"/>
                    </a:cubicBezTo>
                    <a:cubicBezTo>
                      <a:pt x="9819" y="8507"/>
                      <a:pt x="9211" y="6745"/>
                      <a:pt x="8937" y="5042"/>
                    </a:cubicBezTo>
                    <a:cubicBezTo>
                      <a:pt x="8664" y="3371"/>
                      <a:pt x="8512" y="1365"/>
                      <a:pt x="7113" y="422"/>
                    </a:cubicBezTo>
                    <a:cubicBezTo>
                      <a:pt x="6661" y="130"/>
                      <a:pt x="6140" y="0"/>
                      <a:pt x="56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52"/>
              <p:cNvSpPr/>
              <p:nvPr/>
            </p:nvSpPr>
            <p:spPr>
              <a:xfrm>
                <a:off x="360150" y="3888475"/>
                <a:ext cx="201375" cy="284875"/>
              </a:xfrm>
              <a:custGeom>
                <a:avLst/>
                <a:gdLst/>
                <a:ahLst/>
                <a:cxnLst/>
                <a:rect l="l" t="t" r="r" b="b"/>
                <a:pathLst>
                  <a:path w="8055" h="11395" extrusionOk="0">
                    <a:moveTo>
                      <a:pt x="1303" y="1"/>
                    </a:moveTo>
                    <a:cubicBezTo>
                      <a:pt x="1254" y="1"/>
                      <a:pt x="1207" y="24"/>
                      <a:pt x="1185" y="78"/>
                    </a:cubicBezTo>
                    <a:cubicBezTo>
                      <a:pt x="122" y="2722"/>
                      <a:pt x="0" y="5944"/>
                      <a:pt x="1550" y="8376"/>
                    </a:cubicBezTo>
                    <a:cubicBezTo>
                      <a:pt x="2667" y="10076"/>
                      <a:pt x="4694" y="11395"/>
                      <a:pt x="6749" y="11395"/>
                    </a:cubicBezTo>
                    <a:cubicBezTo>
                      <a:pt x="7155" y="11395"/>
                      <a:pt x="7562" y="11343"/>
                      <a:pt x="7964" y="11233"/>
                    </a:cubicBezTo>
                    <a:cubicBezTo>
                      <a:pt x="8055" y="11172"/>
                      <a:pt x="8025" y="11111"/>
                      <a:pt x="7964" y="11111"/>
                    </a:cubicBezTo>
                    <a:cubicBezTo>
                      <a:pt x="7666" y="11154"/>
                      <a:pt x="7368" y="11175"/>
                      <a:pt x="7073" y="11175"/>
                    </a:cubicBezTo>
                    <a:cubicBezTo>
                      <a:pt x="4869" y="11175"/>
                      <a:pt x="2794" y="10002"/>
                      <a:pt x="1641" y="8072"/>
                    </a:cubicBezTo>
                    <a:cubicBezTo>
                      <a:pt x="213" y="5640"/>
                      <a:pt x="486" y="2722"/>
                      <a:pt x="1429" y="199"/>
                    </a:cubicBezTo>
                    <a:cubicBezTo>
                      <a:pt x="1488" y="81"/>
                      <a:pt x="1393" y="1"/>
                      <a:pt x="1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52"/>
              <p:cNvSpPr/>
              <p:nvPr/>
            </p:nvSpPr>
            <p:spPr>
              <a:xfrm>
                <a:off x="285675" y="3864150"/>
                <a:ext cx="287250" cy="354825"/>
              </a:xfrm>
              <a:custGeom>
                <a:avLst/>
                <a:gdLst/>
                <a:ahLst/>
                <a:cxnLst/>
                <a:rect l="l" t="t" r="r" b="b"/>
                <a:pathLst>
                  <a:path w="11490" h="14193" extrusionOk="0">
                    <a:moveTo>
                      <a:pt x="1426" y="1"/>
                    </a:moveTo>
                    <a:cubicBezTo>
                      <a:pt x="1375" y="1"/>
                      <a:pt x="1321" y="25"/>
                      <a:pt x="1307" y="78"/>
                    </a:cubicBezTo>
                    <a:cubicBezTo>
                      <a:pt x="699" y="1871"/>
                      <a:pt x="0" y="3695"/>
                      <a:pt x="122" y="5610"/>
                    </a:cubicBezTo>
                    <a:cubicBezTo>
                      <a:pt x="243" y="7434"/>
                      <a:pt x="882" y="9197"/>
                      <a:pt x="2006" y="10625"/>
                    </a:cubicBezTo>
                    <a:cubicBezTo>
                      <a:pt x="3131" y="12054"/>
                      <a:pt x="4590" y="13057"/>
                      <a:pt x="6323" y="13634"/>
                    </a:cubicBezTo>
                    <a:cubicBezTo>
                      <a:pt x="7277" y="13971"/>
                      <a:pt x="8393" y="14193"/>
                      <a:pt x="9478" y="14193"/>
                    </a:cubicBezTo>
                    <a:cubicBezTo>
                      <a:pt x="10156" y="14193"/>
                      <a:pt x="10822" y="14107"/>
                      <a:pt x="11429" y="13908"/>
                    </a:cubicBezTo>
                    <a:cubicBezTo>
                      <a:pt x="11490" y="13908"/>
                      <a:pt x="11459" y="13817"/>
                      <a:pt x="11399" y="13817"/>
                    </a:cubicBezTo>
                    <a:cubicBezTo>
                      <a:pt x="10749" y="13862"/>
                      <a:pt x="10115" y="13902"/>
                      <a:pt x="9489" y="13902"/>
                    </a:cubicBezTo>
                    <a:cubicBezTo>
                      <a:pt x="8417" y="13902"/>
                      <a:pt x="7367" y="13783"/>
                      <a:pt x="6292" y="13361"/>
                    </a:cubicBezTo>
                    <a:cubicBezTo>
                      <a:pt x="4620" y="12753"/>
                      <a:pt x="3131" y="11689"/>
                      <a:pt x="2098" y="10261"/>
                    </a:cubicBezTo>
                    <a:cubicBezTo>
                      <a:pt x="1064" y="8862"/>
                      <a:pt x="456" y="7099"/>
                      <a:pt x="426" y="5367"/>
                    </a:cubicBezTo>
                    <a:cubicBezTo>
                      <a:pt x="395" y="3543"/>
                      <a:pt x="1155" y="1871"/>
                      <a:pt x="1520" y="108"/>
                    </a:cubicBezTo>
                    <a:cubicBezTo>
                      <a:pt x="1554" y="40"/>
                      <a:pt x="1492" y="1"/>
                      <a:pt x="1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52"/>
              <p:cNvSpPr/>
              <p:nvPr/>
            </p:nvSpPr>
            <p:spPr>
              <a:xfrm>
                <a:off x="176000" y="4006000"/>
                <a:ext cx="396175" cy="257700"/>
              </a:xfrm>
              <a:custGeom>
                <a:avLst/>
                <a:gdLst/>
                <a:ahLst/>
                <a:cxnLst/>
                <a:rect l="l" t="t" r="r" b="b"/>
                <a:pathLst>
                  <a:path w="15847" h="10308" extrusionOk="0">
                    <a:moveTo>
                      <a:pt x="149" y="0"/>
                    </a:moveTo>
                    <a:cubicBezTo>
                      <a:pt x="81" y="0"/>
                      <a:pt x="0" y="68"/>
                      <a:pt x="41" y="149"/>
                    </a:cubicBezTo>
                    <a:cubicBezTo>
                      <a:pt x="740" y="3492"/>
                      <a:pt x="3232" y="6775"/>
                      <a:pt x="6120" y="8568"/>
                    </a:cubicBezTo>
                    <a:cubicBezTo>
                      <a:pt x="7804" y="9617"/>
                      <a:pt x="9984" y="10307"/>
                      <a:pt x="12100" y="10307"/>
                    </a:cubicBezTo>
                    <a:cubicBezTo>
                      <a:pt x="13419" y="10307"/>
                      <a:pt x="14714" y="10038"/>
                      <a:pt x="15846" y="9419"/>
                    </a:cubicBezTo>
                    <a:cubicBezTo>
                      <a:pt x="15846" y="9370"/>
                      <a:pt x="15846" y="9320"/>
                      <a:pt x="15813" y="9320"/>
                    </a:cubicBezTo>
                    <a:cubicBezTo>
                      <a:pt x="15806" y="9320"/>
                      <a:pt x="15797" y="9323"/>
                      <a:pt x="15786" y="9328"/>
                    </a:cubicBezTo>
                    <a:cubicBezTo>
                      <a:pt x="14489" y="9745"/>
                      <a:pt x="13262" y="10021"/>
                      <a:pt x="11958" y="10021"/>
                    </a:cubicBezTo>
                    <a:cubicBezTo>
                      <a:pt x="11551" y="10021"/>
                      <a:pt x="11136" y="9994"/>
                      <a:pt x="10710" y="9936"/>
                    </a:cubicBezTo>
                    <a:cubicBezTo>
                      <a:pt x="9038" y="9723"/>
                      <a:pt x="7366" y="9116"/>
                      <a:pt x="5968" y="8143"/>
                    </a:cubicBezTo>
                    <a:cubicBezTo>
                      <a:pt x="4600" y="7231"/>
                      <a:pt x="3415" y="6015"/>
                      <a:pt x="2472" y="4647"/>
                    </a:cubicBezTo>
                    <a:cubicBezTo>
                      <a:pt x="1469" y="3219"/>
                      <a:pt x="861" y="1669"/>
                      <a:pt x="223" y="58"/>
                    </a:cubicBezTo>
                    <a:cubicBezTo>
                      <a:pt x="213" y="17"/>
                      <a:pt x="183" y="0"/>
                      <a:pt x="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52"/>
              <p:cNvSpPr/>
              <p:nvPr/>
            </p:nvSpPr>
            <p:spPr>
              <a:xfrm>
                <a:off x="946775" y="3713025"/>
                <a:ext cx="406575" cy="465625"/>
              </a:xfrm>
              <a:custGeom>
                <a:avLst/>
                <a:gdLst/>
                <a:ahLst/>
                <a:cxnLst/>
                <a:rect l="l" t="t" r="r" b="b"/>
                <a:pathLst>
                  <a:path w="16263" h="18625" extrusionOk="0">
                    <a:moveTo>
                      <a:pt x="9403" y="0"/>
                    </a:moveTo>
                    <a:cubicBezTo>
                      <a:pt x="8459" y="0"/>
                      <a:pt x="7515" y="383"/>
                      <a:pt x="6931" y="1108"/>
                    </a:cubicBezTo>
                    <a:cubicBezTo>
                      <a:pt x="5867" y="2476"/>
                      <a:pt x="6384" y="4421"/>
                      <a:pt x="6688" y="6093"/>
                    </a:cubicBezTo>
                    <a:cubicBezTo>
                      <a:pt x="6992" y="7795"/>
                      <a:pt x="6992" y="9649"/>
                      <a:pt x="6140" y="11169"/>
                    </a:cubicBezTo>
                    <a:cubicBezTo>
                      <a:pt x="5455" y="12350"/>
                      <a:pt x="4109" y="13219"/>
                      <a:pt x="2786" y="13219"/>
                    </a:cubicBezTo>
                    <a:cubicBezTo>
                      <a:pt x="2408" y="13219"/>
                      <a:pt x="2031" y="13148"/>
                      <a:pt x="1672" y="12992"/>
                    </a:cubicBezTo>
                    <a:lnTo>
                      <a:pt x="669" y="14512"/>
                    </a:lnTo>
                    <a:cubicBezTo>
                      <a:pt x="1" y="15120"/>
                      <a:pt x="92" y="16275"/>
                      <a:pt x="608" y="16974"/>
                    </a:cubicBezTo>
                    <a:cubicBezTo>
                      <a:pt x="1156" y="17704"/>
                      <a:pt x="2037" y="18069"/>
                      <a:pt x="2888" y="18312"/>
                    </a:cubicBezTo>
                    <a:cubicBezTo>
                      <a:pt x="3682" y="18523"/>
                      <a:pt x="4499" y="18625"/>
                      <a:pt x="5316" y="18625"/>
                    </a:cubicBezTo>
                    <a:cubicBezTo>
                      <a:pt x="8724" y="18625"/>
                      <a:pt x="12144" y="16864"/>
                      <a:pt x="13983" y="13996"/>
                    </a:cubicBezTo>
                    <a:cubicBezTo>
                      <a:pt x="16262" y="10409"/>
                      <a:pt x="15928" y="5363"/>
                      <a:pt x="13192" y="2141"/>
                    </a:cubicBezTo>
                    <a:cubicBezTo>
                      <a:pt x="12402" y="1229"/>
                      <a:pt x="11399" y="409"/>
                      <a:pt x="10244" y="105"/>
                    </a:cubicBezTo>
                    <a:cubicBezTo>
                      <a:pt x="9970" y="35"/>
                      <a:pt x="9687" y="0"/>
                      <a:pt x="94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52"/>
              <p:cNvSpPr/>
              <p:nvPr/>
            </p:nvSpPr>
            <p:spPr>
              <a:xfrm>
                <a:off x="1043375" y="3766625"/>
                <a:ext cx="146600" cy="319850"/>
              </a:xfrm>
              <a:custGeom>
                <a:avLst/>
                <a:gdLst/>
                <a:ahLst/>
                <a:cxnLst/>
                <a:rect l="l" t="t" r="r" b="b"/>
                <a:pathLst>
                  <a:path w="5864" h="12794" extrusionOk="0">
                    <a:moveTo>
                      <a:pt x="2715" y="1"/>
                    </a:moveTo>
                    <a:cubicBezTo>
                      <a:pt x="2613" y="1"/>
                      <a:pt x="2522" y="129"/>
                      <a:pt x="2611" y="240"/>
                    </a:cubicBezTo>
                    <a:cubicBezTo>
                      <a:pt x="4313" y="2338"/>
                      <a:pt x="5559" y="5013"/>
                      <a:pt x="4982" y="7779"/>
                    </a:cubicBezTo>
                    <a:cubicBezTo>
                      <a:pt x="4495" y="10271"/>
                      <a:pt x="2520" y="12247"/>
                      <a:pt x="27" y="12763"/>
                    </a:cubicBezTo>
                    <a:cubicBezTo>
                      <a:pt x="20" y="12748"/>
                      <a:pt x="14" y="12742"/>
                      <a:pt x="11" y="12742"/>
                    </a:cubicBezTo>
                    <a:cubicBezTo>
                      <a:pt x="1" y="12742"/>
                      <a:pt x="12" y="12794"/>
                      <a:pt x="58" y="12794"/>
                    </a:cubicBezTo>
                    <a:cubicBezTo>
                      <a:pt x="2611" y="12642"/>
                      <a:pt x="4617" y="10362"/>
                      <a:pt x="5194" y="7991"/>
                    </a:cubicBezTo>
                    <a:cubicBezTo>
                      <a:pt x="5863" y="5195"/>
                      <a:pt x="4708" y="2155"/>
                      <a:pt x="2824" y="58"/>
                    </a:cubicBezTo>
                    <a:cubicBezTo>
                      <a:pt x="2791" y="18"/>
                      <a:pt x="2752" y="1"/>
                      <a:pt x="2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52"/>
              <p:cNvSpPr/>
              <p:nvPr/>
            </p:nvSpPr>
            <p:spPr>
              <a:xfrm>
                <a:off x="1045550" y="3719675"/>
                <a:ext cx="214325" cy="411650"/>
              </a:xfrm>
              <a:custGeom>
                <a:avLst/>
                <a:gdLst/>
                <a:ahLst/>
                <a:cxnLst/>
                <a:rect l="l" t="t" r="r" b="b"/>
                <a:pathLst>
                  <a:path w="8573" h="16466" extrusionOk="0">
                    <a:moveTo>
                      <a:pt x="5009" y="0"/>
                    </a:moveTo>
                    <a:cubicBezTo>
                      <a:pt x="4929" y="0"/>
                      <a:pt x="4852" y="79"/>
                      <a:pt x="4895" y="143"/>
                    </a:cubicBezTo>
                    <a:cubicBezTo>
                      <a:pt x="5807" y="1632"/>
                      <a:pt x="7053" y="2878"/>
                      <a:pt x="7600" y="4520"/>
                    </a:cubicBezTo>
                    <a:cubicBezTo>
                      <a:pt x="8208" y="6222"/>
                      <a:pt x="8208" y="8167"/>
                      <a:pt x="7721" y="9930"/>
                    </a:cubicBezTo>
                    <a:cubicBezTo>
                      <a:pt x="7235" y="11602"/>
                      <a:pt x="6202" y="13061"/>
                      <a:pt x="4864" y="14185"/>
                    </a:cubicBezTo>
                    <a:cubicBezTo>
                      <a:pt x="3436" y="15401"/>
                      <a:pt x="1825" y="15827"/>
                      <a:pt x="92" y="16344"/>
                    </a:cubicBezTo>
                    <a:cubicBezTo>
                      <a:pt x="62" y="16374"/>
                      <a:pt x="1" y="16465"/>
                      <a:pt x="92" y="16465"/>
                    </a:cubicBezTo>
                    <a:cubicBezTo>
                      <a:pt x="1764" y="16465"/>
                      <a:pt x="3466" y="15584"/>
                      <a:pt x="4773" y="14581"/>
                    </a:cubicBezTo>
                    <a:cubicBezTo>
                      <a:pt x="6202" y="13486"/>
                      <a:pt x="7296" y="11967"/>
                      <a:pt x="7904" y="10264"/>
                    </a:cubicBezTo>
                    <a:cubicBezTo>
                      <a:pt x="8481" y="8593"/>
                      <a:pt x="8573" y="6739"/>
                      <a:pt x="8056" y="5006"/>
                    </a:cubicBezTo>
                    <a:cubicBezTo>
                      <a:pt x="7539" y="3121"/>
                      <a:pt x="6262" y="1602"/>
                      <a:pt x="5107" y="52"/>
                    </a:cubicBezTo>
                    <a:cubicBezTo>
                      <a:pt x="5080" y="15"/>
                      <a:pt x="5044" y="0"/>
                      <a:pt x="5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52"/>
              <p:cNvSpPr/>
              <p:nvPr/>
            </p:nvSpPr>
            <p:spPr>
              <a:xfrm>
                <a:off x="1056200" y="3807575"/>
                <a:ext cx="307775" cy="353750"/>
              </a:xfrm>
              <a:custGeom>
                <a:avLst/>
                <a:gdLst/>
                <a:ahLst/>
                <a:cxnLst/>
                <a:rect l="l" t="t" r="r" b="b"/>
                <a:pathLst>
                  <a:path w="12311" h="14150" extrusionOk="0">
                    <a:moveTo>
                      <a:pt x="11840" y="1"/>
                    </a:moveTo>
                    <a:cubicBezTo>
                      <a:pt x="11786" y="1"/>
                      <a:pt x="11733" y="31"/>
                      <a:pt x="11733" y="92"/>
                    </a:cubicBezTo>
                    <a:cubicBezTo>
                      <a:pt x="11672" y="1855"/>
                      <a:pt x="11642" y="3466"/>
                      <a:pt x="11125" y="5198"/>
                    </a:cubicBezTo>
                    <a:cubicBezTo>
                      <a:pt x="10669" y="6779"/>
                      <a:pt x="10001" y="8299"/>
                      <a:pt x="8967" y="9636"/>
                    </a:cubicBezTo>
                    <a:cubicBezTo>
                      <a:pt x="7934" y="11004"/>
                      <a:pt x="6596" y="12098"/>
                      <a:pt x="5077" y="12858"/>
                    </a:cubicBezTo>
                    <a:cubicBezTo>
                      <a:pt x="3496" y="13648"/>
                      <a:pt x="1855" y="13891"/>
                      <a:pt x="61" y="13952"/>
                    </a:cubicBezTo>
                    <a:cubicBezTo>
                      <a:pt x="1" y="13952"/>
                      <a:pt x="1" y="14013"/>
                      <a:pt x="31" y="14043"/>
                    </a:cubicBezTo>
                    <a:cubicBezTo>
                      <a:pt x="427" y="14115"/>
                      <a:pt x="825" y="14149"/>
                      <a:pt x="1224" y="14149"/>
                    </a:cubicBezTo>
                    <a:cubicBezTo>
                      <a:pt x="4195" y="14149"/>
                      <a:pt x="7172" y="12259"/>
                      <a:pt x="8967" y="10062"/>
                    </a:cubicBezTo>
                    <a:cubicBezTo>
                      <a:pt x="11095" y="7387"/>
                      <a:pt x="12311" y="3466"/>
                      <a:pt x="11946" y="92"/>
                    </a:cubicBezTo>
                    <a:cubicBezTo>
                      <a:pt x="11946" y="31"/>
                      <a:pt x="11893" y="1"/>
                      <a:pt x="118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52"/>
              <p:cNvSpPr/>
              <p:nvPr/>
            </p:nvSpPr>
            <p:spPr>
              <a:xfrm>
                <a:off x="1022000" y="4038025"/>
                <a:ext cx="11425" cy="154650"/>
              </a:xfrm>
              <a:custGeom>
                <a:avLst/>
                <a:gdLst/>
                <a:ahLst/>
                <a:cxnLst/>
                <a:rect l="l" t="t" r="r" b="b"/>
                <a:pathLst>
                  <a:path w="457" h="6186" extrusionOk="0">
                    <a:moveTo>
                      <a:pt x="46" y="0"/>
                    </a:moveTo>
                    <a:cubicBezTo>
                      <a:pt x="23" y="0"/>
                      <a:pt x="1" y="8"/>
                      <a:pt x="1" y="23"/>
                    </a:cubicBezTo>
                    <a:cubicBezTo>
                      <a:pt x="92" y="2059"/>
                      <a:pt x="1" y="4126"/>
                      <a:pt x="305" y="6163"/>
                    </a:cubicBezTo>
                    <a:cubicBezTo>
                      <a:pt x="305" y="6178"/>
                      <a:pt x="327" y="6186"/>
                      <a:pt x="350" y="6186"/>
                    </a:cubicBezTo>
                    <a:cubicBezTo>
                      <a:pt x="373" y="6186"/>
                      <a:pt x="396" y="6178"/>
                      <a:pt x="396" y="6163"/>
                    </a:cubicBezTo>
                    <a:cubicBezTo>
                      <a:pt x="457" y="4126"/>
                      <a:pt x="244" y="2090"/>
                      <a:pt x="92" y="23"/>
                    </a:cubicBezTo>
                    <a:cubicBezTo>
                      <a:pt x="92" y="8"/>
                      <a:pt x="69" y="0"/>
                      <a:pt x="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52"/>
              <p:cNvSpPr/>
              <p:nvPr/>
            </p:nvSpPr>
            <p:spPr>
              <a:xfrm>
                <a:off x="574425" y="4113700"/>
                <a:ext cx="28900" cy="151925"/>
              </a:xfrm>
              <a:custGeom>
                <a:avLst/>
                <a:gdLst/>
                <a:ahLst/>
                <a:cxnLst/>
                <a:rect l="l" t="t" r="r" b="b"/>
                <a:pathLst>
                  <a:path w="1156" h="6077" extrusionOk="0">
                    <a:moveTo>
                      <a:pt x="57" y="0"/>
                    </a:moveTo>
                    <a:cubicBezTo>
                      <a:pt x="31" y="0"/>
                      <a:pt x="1" y="18"/>
                      <a:pt x="1" y="35"/>
                    </a:cubicBezTo>
                    <a:cubicBezTo>
                      <a:pt x="305" y="2011"/>
                      <a:pt x="548" y="4108"/>
                      <a:pt x="1064" y="6054"/>
                    </a:cubicBezTo>
                    <a:cubicBezTo>
                      <a:pt x="1064" y="6069"/>
                      <a:pt x="1087" y="6077"/>
                      <a:pt x="1110" y="6077"/>
                    </a:cubicBezTo>
                    <a:cubicBezTo>
                      <a:pt x="1133" y="6077"/>
                      <a:pt x="1156" y="6069"/>
                      <a:pt x="1156" y="6054"/>
                    </a:cubicBezTo>
                    <a:cubicBezTo>
                      <a:pt x="1004" y="4048"/>
                      <a:pt x="457" y="2011"/>
                      <a:pt x="92" y="35"/>
                    </a:cubicBezTo>
                    <a:cubicBezTo>
                      <a:pt x="92" y="10"/>
                      <a:pt x="76" y="0"/>
                      <a:pt x="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52"/>
              <p:cNvSpPr/>
              <p:nvPr/>
            </p:nvSpPr>
            <p:spPr>
              <a:xfrm>
                <a:off x="537950" y="3509125"/>
                <a:ext cx="513725" cy="1409150"/>
              </a:xfrm>
              <a:custGeom>
                <a:avLst/>
                <a:gdLst/>
                <a:ahLst/>
                <a:cxnLst/>
                <a:rect l="l" t="t" r="r" b="b"/>
                <a:pathLst>
                  <a:path w="20549" h="56366" extrusionOk="0">
                    <a:moveTo>
                      <a:pt x="9816" y="0"/>
                    </a:moveTo>
                    <a:cubicBezTo>
                      <a:pt x="7840" y="0"/>
                      <a:pt x="5788" y="936"/>
                      <a:pt x="4408" y="2394"/>
                    </a:cubicBezTo>
                    <a:cubicBezTo>
                      <a:pt x="2220" y="4674"/>
                      <a:pt x="1429" y="7926"/>
                      <a:pt x="1095" y="11057"/>
                    </a:cubicBezTo>
                    <a:cubicBezTo>
                      <a:pt x="1" y="21179"/>
                      <a:pt x="2311" y="29355"/>
                      <a:pt x="5229" y="39112"/>
                    </a:cubicBezTo>
                    <a:cubicBezTo>
                      <a:pt x="6566" y="43641"/>
                      <a:pt x="8724" y="49538"/>
                      <a:pt x="11551" y="53337"/>
                    </a:cubicBezTo>
                    <a:cubicBezTo>
                      <a:pt x="12667" y="54811"/>
                      <a:pt x="14652" y="56366"/>
                      <a:pt x="16567" y="56366"/>
                    </a:cubicBezTo>
                    <a:cubicBezTo>
                      <a:pt x="17259" y="56366"/>
                      <a:pt x="17943" y="56162"/>
                      <a:pt x="18572" y="55678"/>
                    </a:cubicBezTo>
                    <a:cubicBezTo>
                      <a:pt x="20548" y="54158"/>
                      <a:pt x="20427" y="50480"/>
                      <a:pt x="20396" y="48900"/>
                    </a:cubicBezTo>
                    <a:cubicBezTo>
                      <a:pt x="20123" y="39203"/>
                      <a:pt x="19697" y="31270"/>
                      <a:pt x="19454" y="21574"/>
                    </a:cubicBezTo>
                    <a:cubicBezTo>
                      <a:pt x="19332" y="18261"/>
                      <a:pt x="19180" y="15525"/>
                      <a:pt x="18481" y="12273"/>
                    </a:cubicBezTo>
                    <a:cubicBezTo>
                      <a:pt x="17873" y="9264"/>
                      <a:pt x="16749" y="6376"/>
                      <a:pt x="15229" y="3762"/>
                    </a:cubicBezTo>
                    <a:cubicBezTo>
                      <a:pt x="14621" y="2698"/>
                      <a:pt x="13922" y="1695"/>
                      <a:pt x="12949" y="966"/>
                    </a:cubicBezTo>
                    <a:cubicBezTo>
                      <a:pt x="12018" y="298"/>
                      <a:pt x="10929" y="0"/>
                      <a:pt x="98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52"/>
              <p:cNvSpPr/>
              <p:nvPr/>
            </p:nvSpPr>
            <p:spPr>
              <a:xfrm>
                <a:off x="758325" y="3618655"/>
                <a:ext cx="229225" cy="1299613"/>
              </a:xfrm>
              <a:custGeom>
                <a:avLst/>
                <a:gdLst/>
                <a:ahLst/>
                <a:cxnLst/>
                <a:rect l="l" t="t" r="r" b="b"/>
                <a:pathLst>
                  <a:path w="9169" h="63280" extrusionOk="0">
                    <a:moveTo>
                      <a:pt x="123" y="0"/>
                    </a:moveTo>
                    <a:cubicBezTo>
                      <a:pt x="65" y="0"/>
                      <a:pt x="0" y="47"/>
                      <a:pt x="0" y="131"/>
                    </a:cubicBezTo>
                    <a:cubicBezTo>
                      <a:pt x="608" y="16818"/>
                      <a:pt x="1611" y="33596"/>
                      <a:pt x="5228" y="49919"/>
                    </a:cubicBezTo>
                    <a:cubicBezTo>
                      <a:pt x="6232" y="54387"/>
                      <a:pt x="7295" y="58916"/>
                      <a:pt x="8876" y="63201"/>
                    </a:cubicBezTo>
                    <a:cubicBezTo>
                      <a:pt x="8887" y="63256"/>
                      <a:pt x="8930" y="63280"/>
                      <a:pt x="8978" y="63280"/>
                    </a:cubicBezTo>
                    <a:cubicBezTo>
                      <a:pt x="9064" y="63280"/>
                      <a:pt x="9169" y="63207"/>
                      <a:pt x="9149" y="63110"/>
                    </a:cubicBezTo>
                    <a:cubicBezTo>
                      <a:pt x="7994" y="59098"/>
                      <a:pt x="6779" y="55055"/>
                      <a:pt x="5867" y="51013"/>
                    </a:cubicBezTo>
                    <a:cubicBezTo>
                      <a:pt x="4955" y="47001"/>
                      <a:pt x="4195" y="42988"/>
                      <a:pt x="3587" y="38915"/>
                    </a:cubicBezTo>
                    <a:cubicBezTo>
                      <a:pt x="2310" y="30709"/>
                      <a:pt x="1581" y="22441"/>
                      <a:pt x="1003" y="14113"/>
                    </a:cubicBezTo>
                    <a:cubicBezTo>
                      <a:pt x="699" y="9432"/>
                      <a:pt x="456" y="4751"/>
                      <a:pt x="213" y="100"/>
                    </a:cubicBezTo>
                    <a:cubicBezTo>
                      <a:pt x="213" y="32"/>
                      <a:pt x="170" y="0"/>
                      <a:pt x="1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52"/>
              <p:cNvSpPr/>
              <p:nvPr/>
            </p:nvSpPr>
            <p:spPr>
              <a:xfrm>
                <a:off x="610900" y="3567659"/>
                <a:ext cx="250800" cy="1275851"/>
              </a:xfrm>
              <a:custGeom>
                <a:avLst/>
                <a:gdLst/>
                <a:ahLst/>
                <a:cxnLst/>
                <a:rect l="l" t="t" r="r" b="b"/>
                <a:pathLst>
                  <a:path w="10032" h="62123" extrusionOk="0">
                    <a:moveTo>
                      <a:pt x="2552" y="1"/>
                    </a:moveTo>
                    <a:cubicBezTo>
                      <a:pt x="2501" y="1"/>
                      <a:pt x="2453" y="27"/>
                      <a:pt x="2432" y="91"/>
                    </a:cubicBezTo>
                    <a:cubicBezTo>
                      <a:pt x="1064" y="3799"/>
                      <a:pt x="517" y="7902"/>
                      <a:pt x="244" y="11763"/>
                    </a:cubicBezTo>
                    <a:cubicBezTo>
                      <a:pt x="1" y="15684"/>
                      <a:pt x="122" y="19605"/>
                      <a:pt x="457" y="23465"/>
                    </a:cubicBezTo>
                    <a:cubicBezTo>
                      <a:pt x="1216" y="31793"/>
                      <a:pt x="2858" y="40183"/>
                      <a:pt x="5046" y="48237"/>
                    </a:cubicBezTo>
                    <a:cubicBezTo>
                      <a:pt x="6323" y="52918"/>
                      <a:pt x="7752" y="57782"/>
                      <a:pt x="9910" y="62098"/>
                    </a:cubicBezTo>
                    <a:cubicBezTo>
                      <a:pt x="9919" y="62116"/>
                      <a:pt x="9933" y="62123"/>
                      <a:pt x="9948" y="62123"/>
                    </a:cubicBezTo>
                    <a:cubicBezTo>
                      <a:pt x="9986" y="62123"/>
                      <a:pt x="10031" y="62080"/>
                      <a:pt x="10031" y="62037"/>
                    </a:cubicBezTo>
                    <a:cubicBezTo>
                      <a:pt x="8511" y="57842"/>
                      <a:pt x="6900" y="53800"/>
                      <a:pt x="5745" y="49544"/>
                    </a:cubicBezTo>
                    <a:cubicBezTo>
                      <a:pt x="4590" y="45441"/>
                      <a:pt x="3648" y="41277"/>
                      <a:pt x="2858" y="37143"/>
                    </a:cubicBezTo>
                    <a:cubicBezTo>
                      <a:pt x="1338" y="29331"/>
                      <a:pt x="213" y="21337"/>
                      <a:pt x="578" y="13313"/>
                    </a:cubicBezTo>
                    <a:cubicBezTo>
                      <a:pt x="669" y="11185"/>
                      <a:pt x="882" y="9027"/>
                      <a:pt x="1216" y="6930"/>
                    </a:cubicBezTo>
                    <a:cubicBezTo>
                      <a:pt x="1581" y="4650"/>
                      <a:pt x="2159" y="2462"/>
                      <a:pt x="2736" y="212"/>
                    </a:cubicBezTo>
                    <a:cubicBezTo>
                      <a:pt x="2756" y="94"/>
                      <a:pt x="2647" y="1"/>
                      <a:pt x="25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52"/>
              <p:cNvSpPr/>
              <p:nvPr/>
            </p:nvSpPr>
            <p:spPr>
              <a:xfrm>
                <a:off x="866575" y="3601383"/>
                <a:ext cx="163050" cy="1271333"/>
              </a:xfrm>
              <a:custGeom>
                <a:avLst/>
                <a:gdLst/>
                <a:ahLst/>
                <a:cxnLst/>
                <a:rect l="l" t="t" r="r" b="b"/>
                <a:pathLst>
                  <a:path w="6522" h="61903" extrusionOk="0">
                    <a:moveTo>
                      <a:pt x="173" y="1"/>
                    </a:moveTo>
                    <a:cubicBezTo>
                      <a:pt x="87" y="1"/>
                      <a:pt x="0" y="63"/>
                      <a:pt x="17" y="181"/>
                    </a:cubicBezTo>
                    <a:cubicBezTo>
                      <a:pt x="1111" y="8145"/>
                      <a:pt x="2570" y="16048"/>
                      <a:pt x="3634" y="24042"/>
                    </a:cubicBezTo>
                    <a:cubicBezTo>
                      <a:pt x="4698" y="31975"/>
                      <a:pt x="5488" y="40000"/>
                      <a:pt x="5762" y="47994"/>
                    </a:cubicBezTo>
                    <a:cubicBezTo>
                      <a:pt x="5914" y="52614"/>
                      <a:pt x="5883" y="57234"/>
                      <a:pt x="5792" y="61824"/>
                    </a:cubicBezTo>
                    <a:cubicBezTo>
                      <a:pt x="5792" y="61881"/>
                      <a:pt x="5829" y="61903"/>
                      <a:pt x="5863" y="61903"/>
                    </a:cubicBezTo>
                    <a:cubicBezTo>
                      <a:pt x="5883" y="61903"/>
                      <a:pt x="5903" y="61896"/>
                      <a:pt x="5914" y="61884"/>
                    </a:cubicBezTo>
                    <a:cubicBezTo>
                      <a:pt x="6522" y="53890"/>
                      <a:pt x="6157" y="45805"/>
                      <a:pt x="5488" y="37811"/>
                    </a:cubicBezTo>
                    <a:cubicBezTo>
                      <a:pt x="4850" y="29756"/>
                      <a:pt x="3756" y="21762"/>
                      <a:pt x="2540" y="13738"/>
                    </a:cubicBezTo>
                    <a:cubicBezTo>
                      <a:pt x="1841" y="9209"/>
                      <a:pt x="1172" y="4650"/>
                      <a:pt x="321" y="121"/>
                    </a:cubicBezTo>
                    <a:cubicBezTo>
                      <a:pt x="307" y="40"/>
                      <a:pt x="240" y="1"/>
                      <a:pt x="1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52"/>
              <p:cNvSpPr/>
              <p:nvPr/>
            </p:nvSpPr>
            <p:spPr>
              <a:xfrm>
                <a:off x="691450" y="3584644"/>
                <a:ext cx="219375" cy="1275481"/>
              </a:xfrm>
              <a:custGeom>
                <a:avLst/>
                <a:gdLst/>
                <a:ahLst/>
                <a:cxnLst/>
                <a:rect l="l" t="t" r="r" b="b"/>
                <a:pathLst>
                  <a:path w="8775" h="62105" extrusionOk="0">
                    <a:moveTo>
                      <a:pt x="1273" y="1"/>
                    </a:moveTo>
                    <a:cubicBezTo>
                      <a:pt x="1254" y="1"/>
                      <a:pt x="1232" y="9"/>
                      <a:pt x="1216" y="24"/>
                    </a:cubicBezTo>
                    <a:cubicBezTo>
                      <a:pt x="882" y="4127"/>
                      <a:pt x="608" y="8291"/>
                      <a:pt x="335" y="12425"/>
                    </a:cubicBezTo>
                    <a:cubicBezTo>
                      <a:pt x="92" y="16407"/>
                      <a:pt x="1" y="20358"/>
                      <a:pt x="487" y="24340"/>
                    </a:cubicBezTo>
                    <a:cubicBezTo>
                      <a:pt x="943" y="28413"/>
                      <a:pt x="1764" y="32456"/>
                      <a:pt x="2523" y="36468"/>
                    </a:cubicBezTo>
                    <a:cubicBezTo>
                      <a:pt x="3314" y="40541"/>
                      <a:pt x="4195" y="44614"/>
                      <a:pt x="5137" y="48626"/>
                    </a:cubicBezTo>
                    <a:cubicBezTo>
                      <a:pt x="6232" y="53155"/>
                      <a:pt x="7387" y="57684"/>
                      <a:pt x="8755" y="62091"/>
                    </a:cubicBezTo>
                    <a:cubicBezTo>
                      <a:pt x="6627" y="54189"/>
                      <a:pt x="4560" y="46225"/>
                      <a:pt x="2979" y="38170"/>
                    </a:cubicBezTo>
                    <a:cubicBezTo>
                      <a:pt x="2159" y="34219"/>
                      <a:pt x="1460" y="30237"/>
                      <a:pt x="882" y="26225"/>
                    </a:cubicBezTo>
                    <a:cubicBezTo>
                      <a:pt x="305" y="22121"/>
                      <a:pt x="183" y="18018"/>
                      <a:pt x="426" y="13854"/>
                    </a:cubicBezTo>
                    <a:cubicBezTo>
                      <a:pt x="700" y="9264"/>
                      <a:pt x="1064" y="4644"/>
                      <a:pt x="1308" y="24"/>
                    </a:cubicBezTo>
                    <a:cubicBezTo>
                      <a:pt x="1308" y="9"/>
                      <a:pt x="1292" y="1"/>
                      <a:pt x="1273" y="1"/>
                    </a:cubicBezTo>
                    <a:close/>
                    <a:moveTo>
                      <a:pt x="8755" y="62091"/>
                    </a:moveTo>
                    <a:cubicBezTo>
                      <a:pt x="8755" y="62102"/>
                      <a:pt x="8758" y="62105"/>
                      <a:pt x="8761" y="62105"/>
                    </a:cubicBezTo>
                    <a:cubicBezTo>
                      <a:pt x="8768" y="62105"/>
                      <a:pt x="8775" y="62091"/>
                      <a:pt x="8755" y="6209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52"/>
              <p:cNvSpPr/>
              <p:nvPr/>
            </p:nvSpPr>
            <p:spPr>
              <a:xfrm>
                <a:off x="789475" y="3509125"/>
                <a:ext cx="205200" cy="1372275"/>
              </a:xfrm>
              <a:custGeom>
                <a:avLst/>
                <a:gdLst/>
                <a:ahLst/>
                <a:cxnLst/>
                <a:rect l="l" t="t" r="r" b="b"/>
                <a:pathLst>
                  <a:path w="8208" h="66818" extrusionOk="0">
                    <a:moveTo>
                      <a:pt x="100" y="0"/>
                    </a:moveTo>
                    <a:cubicBezTo>
                      <a:pt x="56" y="0"/>
                      <a:pt x="1" y="40"/>
                      <a:pt x="1" y="114"/>
                    </a:cubicBezTo>
                    <a:cubicBezTo>
                      <a:pt x="2615" y="17440"/>
                      <a:pt x="4560" y="34795"/>
                      <a:pt x="6505" y="52182"/>
                    </a:cubicBezTo>
                    <a:cubicBezTo>
                      <a:pt x="7022" y="57045"/>
                      <a:pt x="7508" y="61908"/>
                      <a:pt x="8177" y="66772"/>
                    </a:cubicBezTo>
                    <a:cubicBezTo>
                      <a:pt x="8177" y="66802"/>
                      <a:pt x="8185" y="66817"/>
                      <a:pt x="8192" y="66817"/>
                    </a:cubicBezTo>
                    <a:cubicBezTo>
                      <a:pt x="8200" y="66817"/>
                      <a:pt x="8207" y="66802"/>
                      <a:pt x="8207" y="66772"/>
                    </a:cubicBezTo>
                    <a:cubicBezTo>
                      <a:pt x="7356" y="58109"/>
                      <a:pt x="6293" y="49507"/>
                      <a:pt x="5350" y="40874"/>
                    </a:cubicBezTo>
                    <a:cubicBezTo>
                      <a:pt x="4408" y="32090"/>
                      <a:pt x="3375" y="23367"/>
                      <a:pt x="2250" y="14582"/>
                    </a:cubicBezTo>
                    <a:cubicBezTo>
                      <a:pt x="1581" y="9719"/>
                      <a:pt x="912" y="4886"/>
                      <a:pt x="153" y="53"/>
                    </a:cubicBezTo>
                    <a:cubicBezTo>
                      <a:pt x="153" y="17"/>
                      <a:pt x="129" y="0"/>
                      <a:pt x="1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85" name="Google Shape;4285;p52"/>
            <p:cNvGrpSpPr/>
            <p:nvPr/>
          </p:nvGrpSpPr>
          <p:grpSpPr>
            <a:xfrm>
              <a:off x="872883" y="1863415"/>
              <a:ext cx="854963" cy="1637696"/>
              <a:chOff x="9445250" y="113875"/>
              <a:chExt cx="2691950" cy="5156475"/>
            </a:xfrm>
          </p:grpSpPr>
          <p:sp>
            <p:nvSpPr>
              <p:cNvPr id="4286" name="Google Shape;4286;p52"/>
              <p:cNvSpPr/>
              <p:nvPr/>
            </p:nvSpPr>
            <p:spPr>
              <a:xfrm>
                <a:off x="10385075" y="1166675"/>
                <a:ext cx="1454400" cy="3354550"/>
              </a:xfrm>
              <a:custGeom>
                <a:avLst/>
                <a:gdLst/>
                <a:ahLst/>
                <a:cxnLst/>
                <a:rect l="l" t="t" r="r" b="b"/>
                <a:pathLst>
                  <a:path w="58176" h="134182" extrusionOk="0">
                    <a:moveTo>
                      <a:pt x="29931" y="0"/>
                    </a:moveTo>
                    <a:cubicBezTo>
                      <a:pt x="24542" y="0"/>
                      <a:pt x="19526" y="3502"/>
                      <a:pt x="16513" y="7990"/>
                    </a:cubicBezTo>
                    <a:cubicBezTo>
                      <a:pt x="13411" y="12660"/>
                      <a:pt x="2002" y="44383"/>
                      <a:pt x="1002" y="58793"/>
                    </a:cubicBezTo>
                    <a:cubicBezTo>
                      <a:pt x="1" y="73237"/>
                      <a:pt x="2403" y="87714"/>
                      <a:pt x="5472" y="101824"/>
                    </a:cubicBezTo>
                    <a:cubicBezTo>
                      <a:pt x="7139" y="109430"/>
                      <a:pt x="9074" y="117135"/>
                      <a:pt x="13477" y="123573"/>
                    </a:cubicBezTo>
                    <a:cubicBezTo>
                      <a:pt x="17628" y="129534"/>
                      <a:pt x="24349" y="134181"/>
                      <a:pt x="31535" y="134181"/>
                    </a:cubicBezTo>
                    <a:cubicBezTo>
                      <a:pt x="32030" y="134181"/>
                      <a:pt x="32526" y="134159"/>
                      <a:pt x="33025" y="134114"/>
                    </a:cubicBezTo>
                    <a:cubicBezTo>
                      <a:pt x="40263" y="133447"/>
                      <a:pt x="46367" y="128110"/>
                      <a:pt x="49803" y="121738"/>
                    </a:cubicBezTo>
                    <a:cubicBezTo>
                      <a:pt x="53206" y="115334"/>
                      <a:pt x="54373" y="108062"/>
                      <a:pt x="55274" y="100823"/>
                    </a:cubicBezTo>
                    <a:cubicBezTo>
                      <a:pt x="57542" y="81543"/>
                      <a:pt x="58176" y="61929"/>
                      <a:pt x="57042" y="42448"/>
                    </a:cubicBezTo>
                    <a:cubicBezTo>
                      <a:pt x="56775" y="37545"/>
                      <a:pt x="56375" y="32575"/>
                      <a:pt x="54840" y="27871"/>
                    </a:cubicBezTo>
                    <a:cubicBezTo>
                      <a:pt x="53372" y="23368"/>
                      <a:pt x="50871" y="19265"/>
                      <a:pt x="48469" y="15229"/>
                    </a:cubicBezTo>
                    <a:cubicBezTo>
                      <a:pt x="44199" y="8224"/>
                      <a:pt x="38695" y="485"/>
                      <a:pt x="30590" y="18"/>
                    </a:cubicBezTo>
                    <a:cubicBezTo>
                      <a:pt x="30370" y="6"/>
                      <a:pt x="30150" y="0"/>
                      <a:pt x="29931" y="0"/>
                    </a:cubicBezTo>
                    <a:close/>
                  </a:path>
                </a:pathLst>
              </a:custGeom>
              <a:solidFill>
                <a:schemeClr val="accent2"/>
              </a:solidFill>
              <a:ln w="65050" cap="flat" cmpd="sng">
                <a:solidFill>
                  <a:schemeClr val="accent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52"/>
              <p:cNvSpPr/>
              <p:nvPr/>
            </p:nvSpPr>
            <p:spPr>
              <a:xfrm>
                <a:off x="10409275" y="1641225"/>
                <a:ext cx="1109975" cy="2842725"/>
              </a:xfrm>
              <a:custGeom>
                <a:avLst/>
                <a:gdLst/>
                <a:ahLst/>
                <a:cxnLst/>
                <a:rect l="l" t="t" r="r" b="b"/>
                <a:pathLst>
                  <a:path w="44399" h="113709" extrusionOk="0">
                    <a:moveTo>
                      <a:pt x="17566" y="0"/>
                    </a:moveTo>
                    <a:cubicBezTo>
                      <a:pt x="15247" y="0"/>
                      <a:pt x="12998" y="689"/>
                      <a:pt x="10975" y="1884"/>
                    </a:cubicBezTo>
                    <a:cubicBezTo>
                      <a:pt x="7005" y="13559"/>
                      <a:pt x="1601" y="30271"/>
                      <a:pt x="968" y="39278"/>
                    </a:cubicBezTo>
                    <a:cubicBezTo>
                      <a:pt x="0" y="53721"/>
                      <a:pt x="2502" y="67298"/>
                      <a:pt x="5471" y="81441"/>
                    </a:cubicBezTo>
                    <a:cubicBezTo>
                      <a:pt x="7039" y="89013"/>
                      <a:pt x="9340" y="97453"/>
                      <a:pt x="13543" y="103857"/>
                    </a:cubicBezTo>
                    <a:cubicBezTo>
                      <a:pt x="17463" y="109782"/>
                      <a:pt x="23980" y="113709"/>
                      <a:pt x="30797" y="113709"/>
                    </a:cubicBezTo>
                    <a:cubicBezTo>
                      <a:pt x="31349" y="113709"/>
                      <a:pt x="31903" y="113683"/>
                      <a:pt x="32457" y="113631"/>
                    </a:cubicBezTo>
                    <a:cubicBezTo>
                      <a:pt x="35192" y="113364"/>
                      <a:pt x="37761" y="112330"/>
                      <a:pt x="40096" y="110795"/>
                    </a:cubicBezTo>
                    <a:cubicBezTo>
                      <a:pt x="40830" y="107493"/>
                      <a:pt x="41230" y="104157"/>
                      <a:pt x="41630" y="100822"/>
                    </a:cubicBezTo>
                    <a:cubicBezTo>
                      <a:pt x="43832" y="81508"/>
                      <a:pt x="44399" y="61927"/>
                      <a:pt x="43365" y="42447"/>
                    </a:cubicBezTo>
                    <a:cubicBezTo>
                      <a:pt x="43131" y="37543"/>
                      <a:pt x="42731" y="32573"/>
                      <a:pt x="41297" y="27869"/>
                    </a:cubicBezTo>
                    <a:cubicBezTo>
                      <a:pt x="39862" y="23366"/>
                      <a:pt x="37527" y="19263"/>
                      <a:pt x="35192" y="15227"/>
                    </a:cubicBezTo>
                    <a:cubicBezTo>
                      <a:pt x="31156" y="8222"/>
                      <a:pt x="25919" y="450"/>
                      <a:pt x="18180" y="16"/>
                    </a:cubicBezTo>
                    <a:cubicBezTo>
                      <a:pt x="17975" y="5"/>
                      <a:pt x="17770" y="0"/>
                      <a:pt x="17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52"/>
              <p:cNvSpPr/>
              <p:nvPr/>
            </p:nvSpPr>
            <p:spPr>
              <a:xfrm>
                <a:off x="9445250" y="113875"/>
                <a:ext cx="612950" cy="4106425"/>
              </a:xfrm>
              <a:custGeom>
                <a:avLst/>
                <a:gdLst/>
                <a:ahLst/>
                <a:cxnLst/>
                <a:rect l="l" t="t" r="r" b="b"/>
                <a:pathLst>
                  <a:path w="24518" h="164257" extrusionOk="0">
                    <a:moveTo>
                      <a:pt x="13447" y="0"/>
                    </a:moveTo>
                    <a:cubicBezTo>
                      <a:pt x="13090" y="0"/>
                      <a:pt x="12729" y="314"/>
                      <a:pt x="12810" y="800"/>
                    </a:cubicBezTo>
                    <a:cubicBezTo>
                      <a:pt x="14878" y="12175"/>
                      <a:pt x="17880" y="23417"/>
                      <a:pt x="19581" y="34925"/>
                    </a:cubicBezTo>
                    <a:cubicBezTo>
                      <a:pt x="21249" y="46300"/>
                      <a:pt x="21883" y="57875"/>
                      <a:pt x="20415" y="69316"/>
                    </a:cubicBezTo>
                    <a:cubicBezTo>
                      <a:pt x="17746" y="90031"/>
                      <a:pt x="9240" y="109478"/>
                      <a:pt x="4504" y="129726"/>
                    </a:cubicBezTo>
                    <a:cubicBezTo>
                      <a:pt x="1902" y="140700"/>
                      <a:pt x="0" y="152376"/>
                      <a:pt x="2335" y="163517"/>
                    </a:cubicBezTo>
                    <a:cubicBezTo>
                      <a:pt x="2437" y="164027"/>
                      <a:pt x="2845" y="164257"/>
                      <a:pt x="3269" y="164257"/>
                    </a:cubicBezTo>
                    <a:cubicBezTo>
                      <a:pt x="3815" y="164257"/>
                      <a:pt x="4389" y="163874"/>
                      <a:pt x="4370" y="163217"/>
                    </a:cubicBezTo>
                    <a:cubicBezTo>
                      <a:pt x="4370" y="152776"/>
                      <a:pt x="5004" y="142535"/>
                      <a:pt x="7239" y="132328"/>
                    </a:cubicBezTo>
                    <a:cubicBezTo>
                      <a:pt x="9507" y="122054"/>
                      <a:pt x="12743" y="112080"/>
                      <a:pt x="15745" y="102039"/>
                    </a:cubicBezTo>
                    <a:cubicBezTo>
                      <a:pt x="18747" y="92132"/>
                      <a:pt x="21549" y="82059"/>
                      <a:pt x="22950" y="71818"/>
                    </a:cubicBezTo>
                    <a:cubicBezTo>
                      <a:pt x="24518" y="60877"/>
                      <a:pt x="24251" y="49869"/>
                      <a:pt x="22750" y="38961"/>
                    </a:cubicBezTo>
                    <a:cubicBezTo>
                      <a:pt x="21015" y="25952"/>
                      <a:pt x="18013" y="12942"/>
                      <a:pt x="14010" y="433"/>
                    </a:cubicBezTo>
                    <a:cubicBezTo>
                      <a:pt x="13906" y="132"/>
                      <a:pt x="13677" y="0"/>
                      <a:pt x="134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52"/>
              <p:cNvSpPr/>
              <p:nvPr/>
            </p:nvSpPr>
            <p:spPr>
              <a:xfrm>
                <a:off x="9978125" y="3241750"/>
                <a:ext cx="2028825" cy="2028600"/>
              </a:xfrm>
              <a:custGeom>
                <a:avLst/>
                <a:gdLst/>
                <a:ahLst/>
                <a:cxnLst/>
                <a:rect l="l" t="t" r="r" b="b"/>
                <a:pathLst>
                  <a:path w="81153" h="81144" extrusionOk="0">
                    <a:moveTo>
                      <a:pt x="2726" y="1"/>
                    </a:moveTo>
                    <a:cubicBezTo>
                      <a:pt x="2444" y="1"/>
                      <a:pt x="2161" y="149"/>
                      <a:pt x="2102" y="475"/>
                    </a:cubicBezTo>
                    <a:cubicBezTo>
                      <a:pt x="234" y="11649"/>
                      <a:pt x="1" y="23091"/>
                      <a:pt x="1669" y="34332"/>
                    </a:cubicBezTo>
                    <a:cubicBezTo>
                      <a:pt x="3270" y="45240"/>
                      <a:pt x="6405" y="56348"/>
                      <a:pt x="11609" y="66122"/>
                    </a:cubicBezTo>
                    <a:cubicBezTo>
                      <a:pt x="15786" y="73856"/>
                      <a:pt x="22485" y="81143"/>
                      <a:pt x="31894" y="81143"/>
                    </a:cubicBezTo>
                    <a:cubicBezTo>
                      <a:pt x="32103" y="81143"/>
                      <a:pt x="32313" y="81140"/>
                      <a:pt x="32524" y="81132"/>
                    </a:cubicBezTo>
                    <a:cubicBezTo>
                      <a:pt x="37894" y="80932"/>
                      <a:pt x="42965" y="78631"/>
                      <a:pt x="47601" y="76095"/>
                    </a:cubicBezTo>
                    <a:cubicBezTo>
                      <a:pt x="51971" y="73660"/>
                      <a:pt x="56107" y="70825"/>
                      <a:pt x="59977" y="67689"/>
                    </a:cubicBezTo>
                    <a:cubicBezTo>
                      <a:pt x="68616" y="60785"/>
                      <a:pt x="76655" y="51945"/>
                      <a:pt x="80825" y="41537"/>
                    </a:cubicBezTo>
                    <a:cubicBezTo>
                      <a:pt x="81152" y="40752"/>
                      <a:pt x="80509" y="40252"/>
                      <a:pt x="79839" y="40252"/>
                    </a:cubicBezTo>
                    <a:cubicBezTo>
                      <a:pt x="79484" y="40252"/>
                      <a:pt x="79121" y="40392"/>
                      <a:pt x="78890" y="40703"/>
                    </a:cubicBezTo>
                    <a:cubicBezTo>
                      <a:pt x="73453" y="48376"/>
                      <a:pt x="68149" y="55981"/>
                      <a:pt x="61211" y="62352"/>
                    </a:cubicBezTo>
                    <a:cubicBezTo>
                      <a:pt x="57742" y="65521"/>
                      <a:pt x="53973" y="68390"/>
                      <a:pt x="49970" y="70958"/>
                    </a:cubicBezTo>
                    <a:cubicBezTo>
                      <a:pt x="45767" y="73627"/>
                      <a:pt x="41230" y="76196"/>
                      <a:pt x="36360" y="77396"/>
                    </a:cubicBezTo>
                    <a:cubicBezTo>
                      <a:pt x="34902" y="77756"/>
                      <a:pt x="33502" y="77924"/>
                      <a:pt x="32158" y="77924"/>
                    </a:cubicBezTo>
                    <a:cubicBezTo>
                      <a:pt x="24282" y="77924"/>
                      <a:pt x="18377" y="72131"/>
                      <a:pt x="14444" y="65121"/>
                    </a:cubicBezTo>
                    <a:cubicBezTo>
                      <a:pt x="9507" y="56281"/>
                      <a:pt x="6439" y="46107"/>
                      <a:pt x="4571" y="36200"/>
                    </a:cubicBezTo>
                    <a:cubicBezTo>
                      <a:pt x="2369" y="24492"/>
                      <a:pt x="1902" y="12483"/>
                      <a:pt x="3336" y="641"/>
                    </a:cubicBezTo>
                    <a:cubicBezTo>
                      <a:pt x="3429" y="233"/>
                      <a:pt x="3078" y="1"/>
                      <a:pt x="27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52"/>
              <p:cNvSpPr/>
              <p:nvPr/>
            </p:nvSpPr>
            <p:spPr>
              <a:xfrm>
                <a:off x="10493200" y="699325"/>
                <a:ext cx="1547450" cy="880500"/>
              </a:xfrm>
              <a:custGeom>
                <a:avLst/>
                <a:gdLst/>
                <a:ahLst/>
                <a:cxnLst/>
                <a:rect l="l" t="t" r="r" b="b"/>
                <a:pathLst>
                  <a:path w="61898" h="35220" extrusionOk="0">
                    <a:moveTo>
                      <a:pt x="31657" y="0"/>
                    </a:moveTo>
                    <a:cubicBezTo>
                      <a:pt x="23792" y="0"/>
                      <a:pt x="15721" y="3160"/>
                      <a:pt x="9953" y="8071"/>
                    </a:cubicBezTo>
                    <a:cubicBezTo>
                      <a:pt x="5250" y="12040"/>
                      <a:pt x="1580" y="17378"/>
                      <a:pt x="46" y="23382"/>
                    </a:cubicBezTo>
                    <a:cubicBezTo>
                      <a:pt x="1" y="23631"/>
                      <a:pt x="278" y="23849"/>
                      <a:pt x="513" y="23849"/>
                    </a:cubicBezTo>
                    <a:cubicBezTo>
                      <a:pt x="624" y="23849"/>
                      <a:pt x="726" y="23800"/>
                      <a:pt x="780" y="23682"/>
                    </a:cubicBezTo>
                    <a:cubicBezTo>
                      <a:pt x="6321" y="11190"/>
                      <a:pt x="17770" y="2048"/>
                      <a:pt x="31594" y="2048"/>
                    </a:cubicBezTo>
                    <a:cubicBezTo>
                      <a:pt x="32498" y="2048"/>
                      <a:pt x="33413" y="2087"/>
                      <a:pt x="34337" y="2167"/>
                    </a:cubicBezTo>
                    <a:cubicBezTo>
                      <a:pt x="41742" y="2767"/>
                      <a:pt x="47780" y="7204"/>
                      <a:pt x="51849" y="13241"/>
                    </a:cubicBezTo>
                    <a:cubicBezTo>
                      <a:pt x="56219" y="19713"/>
                      <a:pt x="57920" y="27385"/>
                      <a:pt x="60322" y="34690"/>
                    </a:cubicBezTo>
                    <a:cubicBezTo>
                      <a:pt x="60441" y="35059"/>
                      <a:pt x="60726" y="35220"/>
                      <a:pt x="61013" y="35220"/>
                    </a:cubicBezTo>
                    <a:cubicBezTo>
                      <a:pt x="61453" y="35220"/>
                      <a:pt x="61898" y="34842"/>
                      <a:pt x="61757" y="34256"/>
                    </a:cubicBezTo>
                    <a:cubicBezTo>
                      <a:pt x="59488" y="22681"/>
                      <a:pt x="55052" y="9405"/>
                      <a:pt x="44144" y="3167"/>
                    </a:cubicBezTo>
                    <a:cubicBezTo>
                      <a:pt x="40332" y="975"/>
                      <a:pt x="36026" y="0"/>
                      <a:pt x="316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52"/>
              <p:cNvSpPr/>
              <p:nvPr/>
            </p:nvSpPr>
            <p:spPr>
              <a:xfrm>
                <a:off x="12043675" y="1922875"/>
                <a:ext cx="93525" cy="846950"/>
              </a:xfrm>
              <a:custGeom>
                <a:avLst/>
                <a:gdLst/>
                <a:ahLst/>
                <a:cxnLst/>
                <a:rect l="l" t="t" r="r" b="b"/>
                <a:pathLst>
                  <a:path w="3741" h="33878" extrusionOk="0">
                    <a:moveTo>
                      <a:pt x="711" y="1"/>
                    </a:moveTo>
                    <a:cubicBezTo>
                      <a:pt x="363" y="1"/>
                      <a:pt x="0" y="217"/>
                      <a:pt x="38" y="592"/>
                    </a:cubicBezTo>
                    <a:cubicBezTo>
                      <a:pt x="672" y="5996"/>
                      <a:pt x="1038" y="11466"/>
                      <a:pt x="1305" y="16937"/>
                    </a:cubicBezTo>
                    <a:cubicBezTo>
                      <a:pt x="1539" y="22374"/>
                      <a:pt x="1205" y="27945"/>
                      <a:pt x="1839" y="33349"/>
                    </a:cubicBezTo>
                    <a:cubicBezTo>
                      <a:pt x="1858" y="33658"/>
                      <a:pt x="2169" y="33878"/>
                      <a:pt x="2447" y="33878"/>
                    </a:cubicBezTo>
                    <a:cubicBezTo>
                      <a:pt x="2648" y="33878"/>
                      <a:pt x="2831" y="33763"/>
                      <a:pt x="2873" y="33482"/>
                    </a:cubicBezTo>
                    <a:cubicBezTo>
                      <a:pt x="3740" y="28045"/>
                      <a:pt x="3273" y="22341"/>
                      <a:pt x="2973" y="16937"/>
                    </a:cubicBezTo>
                    <a:cubicBezTo>
                      <a:pt x="2640" y="11366"/>
                      <a:pt x="2039" y="5862"/>
                      <a:pt x="1305" y="425"/>
                    </a:cubicBezTo>
                    <a:cubicBezTo>
                      <a:pt x="1247" y="133"/>
                      <a:pt x="983" y="1"/>
                      <a:pt x="7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92" name="Google Shape;4292;p52"/>
          <p:cNvSpPr/>
          <p:nvPr/>
        </p:nvSpPr>
        <p:spPr>
          <a:xfrm>
            <a:off x="2530350" y="1335650"/>
            <a:ext cx="74825" cy="27225"/>
          </a:xfrm>
          <a:custGeom>
            <a:avLst/>
            <a:gdLst/>
            <a:ahLst/>
            <a:cxnLst/>
            <a:rect l="l" t="t" r="r" b="b"/>
            <a:pathLst>
              <a:path w="2993" h="1089" extrusionOk="0">
                <a:moveTo>
                  <a:pt x="2971" y="335"/>
                </a:moveTo>
                <a:cubicBezTo>
                  <a:pt x="2992" y="565"/>
                  <a:pt x="2364" y="858"/>
                  <a:pt x="1548" y="1005"/>
                </a:cubicBezTo>
                <a:cubicBezTo>
                  <a:pt x="732" y="1089"/>
                  <a:pt x="63" y="1026"/>
                  <a:pt x="42" y="754"/>
                </a:cubicBezTo>
                <a:cubicBezTo>
                  <a:pt x="0" y="524"/>
                  <a:pt x="628" y="231"/>
                  <a:pt x="1444" y="105"/>
                </a:cubicBezTo>
                <a:cubicBezTo>
                  <a:pt x="2260" y="1"/>
                  <a:pt x="2950" y="105"/>
                  <a:pt x="2971" y="335"/>
                </a:cubicBezTo>
                <a:close/>
              </a:path>
            </a:pathLst>
          </a:custGeom>
          <a:solidFill>
            <a:srgbClr val="57E0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52"/>
          <p:cNvSpPr/>
          <p:nvPr/>
        </p:nvSpPr>
        <p:spPr>
          <a:xfrm>
            <a:off x="2358775" y="1312625"/>
            <a:ext cx="73250" cy="41350"/>
          </a:xfrm>
          <a:custGeom>
            <a:avLst/>
            <a:gdLst/>
            <a:ahLst/>
            <a:cxnLst/>
            <a:rect l="l" t="t" r="r" b="b"/>
            <a:pathLst>
              <a:path w="2930" h="1654" extrusionOk="0">
                <a:moveTo>
                  <a:pt x="2825" y="1424"/>
                </a:moveTo>
                <a:cubicBezTo>
                  <a:pt x="2720" y="1654"/>
                  <a:pt x="2030" y="1549"/>
                  <a:pt x="1277" y="1235"/>
                </a:cubicBezTo>
                <a:cubicBezTo>
                  <a:pt x="523" y="922"/>
                  <a:pt x="0" y="482"/>
                  <a:pt x="105" y="252"/>
                </a:cubicBezTo>
                <a:cubicBezTo>
                  <a:pt x="209" y="1"/>
                  <a:pt x="879" y="106"/>
                  <a:pt x="1653" y="419"/>
                </a:cubicBezTo>
                <a:cubicBezTo>
                  <a:pt x="2406" y="733"/>
                  <a:pt x="2929" y="1194"/>
                  <a:pt x="2825" y="1424"/>
                </a:cubicBezTo>
                <a:close/>
              </a:path>
            </a:pathLst>
          </a:custGeom>
          <a:solidFill>
            <a:srgbClr val="57E0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4" name="Google Shape;4294;p52"/>
          <p:cNvGrpSpPr/>
          <p:nvPr/>
        </p:nvGrpSpPr>
        <p:grpSpPr>
          <a:xfrm>
            <a:off x="1832025" y="539500"/>
            <a:ext cx="1321875" cy="905500"/>
            <a:chOff x="1832025" y="539500"/>
            <a:chExt cx="1321875" cy="905500"/>
          </a:xfrm>
        </p:grpSpPr>
        <p:grpSp>
          <p:nvGrpSpPr>
            <p:cNvPr id="4295" name="Google Shape;4295;p52"/>
            <p:cNvGrpSpPr/>
            <p:nvPr/>
          </p:nvGrpSpPr>
          <p:grpSpPr>
            <a:xfrm>
              <a:off x="1832025" y="539500"/>
              <a:ext cx="1321875" cy="905500"/>
              <a:chOff x="1832025" y="539500"/>
              <a:chExt cx="1321875" cy="905500"/>
            </a:xfrm>
          </p:grpSpPr>
          <p:sp>
            <p:nvSpPr>
              <p:cNvPr id="4296" name="Google Shape;4296;p52"/>
              <p:cNvSpPr/>
              <p:nvPr/>
            </p:nvSpPr>
            <p:spPr>
              <a:xfrm>
                <a:off x="2537675" y="539500"/>
                <a:ext cx="616225" cy="691550"/>
              </a:xfrm>
              <a:custGeom>
                <a:avLst/>
                <a:gdLst/>
                <a:ahLst/>
                <a:cxnLst/>
                <a:rect l="l" t="t" r="r" b="b"/>
                <a:pathLst>
                  <a:path w="24649" h="27662" extrusionOk="0">
                    <a:moveTo>
                      <a:pt x="18685" y="1"/>
                    </a:moveTo>
                    <a:cubicBezTo>
                      <a:pt x="24648" y="9626"/>
                      <a:pt x="19940" y="27662"/>
                      <a:pt x="10818" y="23247"/>
                    </a:cubicBezTo>
                    <a:cubicBezTo>
                      <a:pt x="0" y="18016"/>
                      <a:pt x="17304" y="10065"/>
                      <a:pt x="18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52"/>
              <p:cNvSpPr/>
              <p:nvPr/>
            </p:nvSpPr>
            <p:spPr>
              <a:xfrm>
                <a:off x="1956500" y="1033700"/>
                <a:ext cx="245900" cy="100825"/>
              </a:xfrm>
              <a:custGeom>
                <a:avLst/>
                <a:gdLst/>
                <a:ahLst/>
                <a:cxnLst/>
                <a:rect l="l" t="t" r="r" b="b"/>
                <a:pathLst>
                  <a:path w="9836" h="4033" extrusionOk="0">
                    <a:moveTo>
                      <a:pt x="657" y="0"/>
                    </a:moveTo>
                    <a:cubicBezTo>
                      <a:pt x="508" y="0"/>
                      <a:pt x="357" y="58"/>
                      <a:pt x="231" y="173"/>
                    </a:cubicBezTo>
                    <a:cubicBezTo>
                      <a:pt x="1" y="403"/>
                      <a:pt x="1" y="780"/>
                      <a:pt x="231" y="1010"/>
                    </a:cubicBezTo>
                    <a:cubicBezTo>
                      <a:pt x="1654" y="2370"/>
                      <a:pt x="3370" y="3374"/>
                      <a:pt x="5044" y="3793"/>
                    </a:cubicBezTo>
                    <a:cubicBezTo>
                      <a:pt x="5659" y="3950"/>
                      <a:pt x="6259" y="4033"/>
                      <a:pt x="6829" y="4033"/>
                    </a:cubicBezTo>
                    <a:cubicBezTo>
                      <a:pt x="7847" y="4033"/>
                      <a:pt x="8770" y="3770"/>
                      <a:pt x="9521" y="3207"/>
                    </a:cubicBezTo>
                    <a:cubicBezTo>
                      <a:pt x="9793" y="3040"/>
                      <a:pt x="9835" y="2663"/>
                      <a:pt x="9647" y="2412"/>
                    </a:cubicBezTo>
                    <a:cubicBezTo>
                      <a:pt x="9545" y="2247"/>
                      <a:pt x="9366" y="2166"/>
                      <a:pt x="9185" y="2166"/>
                    </a:cubicBezTo>
                    <a:cubicBezTo>
                      <a:pt x="9068" y="2166"/>
                      <a:pt x="8950" y="2200"/>
                      <a:pt x="8852" y="2265"/>
                    </a:cubicBezTo>
                    <a:cubicBezTo>
                      <a:pt x="8309" y="2679"/>
                      <a:pt x="7615" y="2861"/>
                      <a:pt x="6848" y="2861"/>
                    </a:cubicBezTo>
                    <a:cubicBezTo>
                      <a:pt x="6373" y="2861"/>
                      <a:pt x="5870" y="2791"/>
                      <a:pt x="5357" y="2663"/>
                    </a:cubicBezTo>
                    <a:cubicBezTo>
                      <a:pt x="3893" y="2307"/>
                      <a:pt x="2323" y="1407"/>
                      <a:pt x="1068" y="173"/>
                    </a:cubicBezTo>
                    <a:cubicBezTo>
                      <a:pt x="953" y="58"/>
                      <a:pt x="806" y="0"/>
                      <a:pt x="6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52"/>
              <p:cNvSpPr/>
              <p:nvPr/>
            </p:nvSpPr>
            <p:spPr>
              <a:xfrm>
                <a:off x="1887975" y="1034400"/>
                <a:ext cx="102050" cy="89675"/>
              </a:xfrm>
              <a:custGeom>
                <a:avLst/>
                <a:gdLst/>
                <a:ahLst/>
                <a:cxnLst/>
                <a:rect l="l" t="t" r="r" b="b"/>
                <a:pathLst>
                  <a:path w="4082" h="3587" extrusionOk="0">
                    <a:moveTo>
                      <a:pt x="3417" y="1"/>
                    </a:moveTo>
                    <a:cubicBezTo>
                      <a:pt x="3156" y="1"/>
                      <a:pt x="2921" y="192"/>
                      <a:pt x="2867" y="459"/>
                    </a:cubicBezTo>
                    <a:cubicBezTo>
                      <a:pt x="2742" y="1066"/>
                      <a:pt x="2449" y="1463"/>
                      <a:pt x="2051" y="1735"/>
                    </a:cubicBezTo>
                    <a:cubicBezTo>
                      <a:pt x="1591" y="2070"/>
                      <a:pt x="1047" y="2279"/>
                      <a:pt x="461" y="2447"/>
                    </a:cubicBezTo>
                    <a:cubicBezTo>
                      <a:pt x="147" y="2551"/>
                      <a:pt x="1" y="2865"/>
                      <a:pt x="106" y="3179"/>
                    </a:cubicBezTo>
                    <a:cubicBezTo>
                      <a:pt x="189" y="3429"/>
                      <a:pt x="406" y="3587"/>
                      <a:pt x="650" y="3587"/>
                    </a:cubicBezTo>
                    <a:cubicBezTo>
                      <a:pt x="711" y="3587"/>
                      <a:pt x="775" y="3577"/>
                      <a:pt x="838" y="3556"/>
                    </a:cubicBezTo>
                    <a:cubicBezTo>
                      <a:pt x="1486" y="3346"/>
                      <a:pt x="2135" y="3116"/>
                      <a:pt x="2721" y="2677"/>
                    </a:cubicBezTo>
                    <a:cubicBezTo>
                      <a:pt x="3328" y="2237"/>
                      <a:pt x="3788" y="1610"/>
                      <a:pt x="3997" y="689"/>
                    </a:cubicBezTo>
                    <a:cubicBezTo>
                      <a:pt x="4081" y="375"/>
                      <a:pt x="3872" y="61"/>
                      <a:pt x="3558" y="19"/>
                    </a:cubicBezTo>
                    <a:cubicBezTo>
                      <a:pt x="3511" y="7"/>
                      <a:pt x="3464" y="1"/>
                      <a:pt x="34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52"/>
              <p:cNvSpPr/>
              <p:nvPr/>
            </p:nvSpPr>
            <p:spPr>
              <a:xfrm>
                <a:off x="1867575" y="1012200"/>
                <a:ext cx="122450" cy="56900"/>
              </a:xfrm>
              <a:custGeom>
                <a:avLst/>
                <a:gdLst/>
                <a:ahLst/>
                <a:cxnLst/>
                <a:rect l="l" t="t" r="r" b="b"/>
                <a:pathLst>
                  <a:path w="4898" h="2276" extrusionOk="0">
                    <a:moveTo>
                      <a:pt x="654" y="1"/>
                    </a:moveTo>
                    <a:cubicBezTo>
                      <a:pt x="483" y="1"/>
                      <a:pt x="319" y="81"/>
                      <a:pt x="210" y="238"/>
                    </a:cubicBezTo>
                    <a:cubicBezTo>
                      <a:pt x="1" y="489"/>
                      <a:pt x="64" y="866"/>
                      <a:pt x="315" y="1033"/>
                    </a:cubicBezTo>
                    <a:cubicBezTo>
                      <a:pt x="859" y="1451"/>
                      <a:pt x="1445" y="1870"/>
                      <a:pt x="2093" y="2079"/>
                    </a:cubicBezTo>
                    <a:cubicBezTo>
                      <a:pt x="2443" y="2203"/>
                      <a:pt x="2808" y="2275"/>
                      <a:pt x="3190" y="2275"/>
                    </a:cubicBezTo>
                    <a:cubicBezTo>
                      <a:pt x="3586" y="2275"/>
                      <a:pt x="4000" y="2197"/>
                      <a:pt x="4437" y="2016"/>
                    </a:cubicBezTo>
                    <a:cubicBezTo>
                      <a:pt x="4730" y="1870"/>
                      <a:pt x="4897" y="1535"/>
                      <a:pt x="4771" y="1242"/>
                    </a:cubicBezTo>
                    <a:cubicBezTo>
                      <a:pt x="4659" y="1033"/>
                      <a:pt x="4435" y="886"/>
                      <a:pt x="4205" y="886"/>
                    </a:cubicBezTo>
                    <a:cubicBezTo>
                      <a:pt x="4135" y="886"/>
                      <a:pt x="4065" y="899"/>
                      <a:pt x="3997" y="928"/>
                    </a:cubicBezTo>
                    <a:cubicBezTo>
                      <a:pt x="3718" y="1057"/>
                      <a:pt x="3444" y="1109"/>
                      <a:pt x="3185" y="1109"/>
                    </a:cubicBezTo>
                    <a:cubicBezTo>
                      <a:pt x="2938" y="1109"/>
                      <a:pt x="2705" y="1062"/>
                      <a:pt x="2491" y="991"/>
                    </a:cubicBezTo>
                    <a:cubicBezTo>
                      <a:pt x="1989" y="803"/>
                      <a:pt x="1486" y="468"/>
                      <a:pt x="1026" y="133"/>
                    </a:cubicBezTo>
                    <a:cubicBezTo>
                      <a:pt x="911" y="45"/>
                      <a:pt x="780" y="1"/>
                      <a:pt x="6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52"/>
              <p:cNvSpPr/>
              <p:nvPr/>
            </p:nvSpPr>
            <p:spPr>
              <a:xfrm>
                <a:off x="1997825" y="655625"/>
                <a:ext cx="1069225" cy="789375"/>
              </a:xfrm>
              <a:custGeom>
                <a:avLst/>
                <a:gdLst/>
                <a:ahLst/>
                <a:cxnLst/>
                <a:rect l="l" t="t" r="r" b="b"/>
                <a:pathLst>
                  <a:path w="42769" h="31575" extrusionOk="0">
                    <a:moveTo>
                      <a:pt x="1" y="2846"/>
                    </a:moveTo>
                    <a:cubicBezTo>
                      <a:pt x="461" y="17388"/>
                      <a:pt x="7973" y="28331"/>
                      <a:pt x="20820" y="29733"/>
                    </a:cubicBezTo>
                    <a:cubicBezTo>
                      <a:pt x="37559" y="31575"/>
                      <a:pt x="42769" y="6278"/>
                      <a:pt x="32098" y="2846"/>
                    </a:cubicBezTo>
                    <a:cubicBezTo>
                      <a:pt x="23205" y="1"/>
                      <a:pt x="20987" y="11069"/>
                      <a:pt x="20987" y="11069"/>
                    </a:cubicBezTo>
                    <a:cubicBezTo>
                      <a:pt x="20987" y="11069"/>
                      <a:pt x="10651" y="13099"/>
                      <a:pt x="1" y="28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52"/>
              <p:cNvSpPr/>
              <p:nvPr/>
            </p:nvSpPr>
            <p:spPr>
              <a:xfrm>
                <a:off x="2720225" y="1276025"/>
                <a:ext cx="65925" cy="54950"/>
              </a:xfrm>
              <a:custGeom>
                <a:avLst/>
                <a:gdLst/>
                <a:ahLst/>
                <a:cxnLst/>
                <a:rect l="l" t="t" r="r" b="b"/>
                <a:pathLst>
                  <a:path w="2637" h="2198" extrusionOk="0">
                    <a:moveTo>
                      <a:pt x="2490" y="189"/>
                    </a:moveTo>
                    <a:cubicBezTo>
                      <a:pt x="2637" y="377"/>
                      <a:pt x="2260" y="942"/>
                      <a:pt x="1591" y="1444"/>
                    </a:cubicBezTo>
                    <a:cubicBezTo>
                      <a:pt x="963" y="1946"/>
                      <a:pt x="314" y="2197"/>
                      <a:pt x="168" y="2030"/>
                    </a:cubicBezTo>
                    <a:cubicBezTo>
                      <a:pt x="0" y="1842"/>
                      <a:pt x="398" y="1256"/>
                      <a:pt x="1047" y="774"/>
                    </a:cubicBezTo>
                    <a:cubicBezTo>
                      <a:pt x="1695" y="272"/>
                      <a:pt x="2365" y="0"/>
                      <a:pt x="2490" y="18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52"/>
              <p:cNvSpPr/>
              <p:nvPr/>
            </p:nvSpPr>
            <p:spPr>
              <a:xfrm>
                <a:off x="2638625" y="1288575"/>
                <a:ext cx="65925" cy="54950"/>
              </a:xfrm>
              <a:custGeom>
                <a:avLst/>
                <a:gdLst/>
                <a:ahLst/>
                <a:cxnLst/>
                <a:rect l="l" t="t" r="r" b="b"/>
                <a:pathLst>
                  <a:path w="2637" h="2198" extrusionOk="0">
                    <a:moveTo>
                      <a:pt x="2490" y="189"/>
                    </a:moveTo>
                    <a:cubicBezTo>
                      <a:pt x="2637" y="377"/>
                      <a:pt x="2239" y="942"/>
                      <a:pt x="1591" y="1444"/>
                    </a:cubicBezTo>
                    <a:cubicBezTo>
                      <a:pt x="942" y="1946"/>
                      <a:pt x="314" y="2197"/>
                      <a:pt x="147" y="2009"/>
                    </a:cubicBezTo>
                    <a:cubicBezTo>
                      <a:pt x="0" y="1842"/>
                      <a:pt x="398" y="1256"/>
                      <a:pt x="1046" y="754"/>
                    </a:cubicBezTo>
                    <a:cubicBezTo>
                      <a:pt x="1695" y="272"/>
                      <a:pt x="2323" y="0"/>
                      <a:pt x="2490" y="18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52"/>
              <p:cNvSpPr/>
              <p:nvPr/>
            </p:nvSpPr>
            <p:spPr>
              <a:xfrm>
                <a:off x="2598875" y="1246200"/>
                <a:ext cx="65925" cy="54950"/>
              </a:xfrm>
              <a:custGeom>
                <a:avLst/>
                <a:gdLst/>
                <a:ahLst/>
                <a:cxnLst/>
                <a:rect l="l" t="t" r="r" b="b"/>
                <a:pathLst>
                  <a:path w="2637" h="2198" extrusionOk="0">
                    <a:moveTo>
                      <a:pt x="2469" y="189"/>
                    </a:moveTo>
                    <a:cubicBezTo>
                      <a:pt x="2636" y="356"/>
                      <a:pt x="2239" y="942"/>
                      <a:pt x="1590" y="1444"/>
                    </a:cubicBezTo>
                    <a:cubicBezTo>
                      <a:pt x="963" y="1926"/>
                      <a:pt x="314" y="2198"/>
                      <a:pt x="147" y="2009"/>
                    </a:cubicBezTo>
                    <a:cubicBezTo>
                      <a:pt x="0" y="1821"/>
                      <a:pt x="377" y="1256"/>
                      <a:pt x="1046" y="754"/>
                    </a:cubicBezTo>
                    <a:cubicBezTo>
                      <a:pt x="1653" y="231"/>
                      <a:pt x="2323" y="1"/>
                      <a:pt x="2469" y="18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52"/>
              <p:cNvSpPr/>
              <p:nvPr/>
            </p:nvSpPr>
            <p:spPr>
              <a:xfrm>
                <a:off x="2512550" y="1228950"/>
                <a:ext cx="74825" cy="32975"/>
              </a:xfrm>
              <a:custGeom>
                <a:avLst/>
                <a:gdLst/>
                <a:ahLst/>
                <a:cxnLst/>
                <a:rect l="l" t="t" r="r" b="b"/>
                <a:pathLst>
                  <a:path w="2993" h="1319" extrusionOk="0">
                    <a:moveTo>
                      <a:pt x="2930" y="251"/>
                    </a:moveTo>
                    <a:cubicBezTo>
                      <a:pt x="2993" y="481"/>
                      <a:pt x="2407" y="837"/>
                      <a:pt x="1612" y="1088"/>
                    </a:cubicBezTo>
                    <a:cubicBezTo>
                      <a:pt x="838" y="1318"/>
                      <a:pt x="147" y="1318"/>
                      <a:pt x="63" y="1088"/>
                    </a:cubicBezTo>
                    <a:cubicBezTo>
                      <a:pt x="1" y="837"/>
                      <a:pt x="587" y="481"/>
                      <a:pt x="1382" y="251"/>
                    </a:cubicBezTo>
                    <a:cubicBezTo>
                      <a:pt x="2156" y="0"/>
                      <a:pt x="2846" y="0"/>
                      <a:pt x="2930" y="25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52"/>
              <p:cNvSpPr/>
              <p:nvPr/>
            </p:nvSpPr>
            <p:spPr>
              <a:xfrm>
                <a:off x="2447175" y="1302175"/>
                <a:ext cx="74825" cy="25125"/>
              </a:xfrm>
              <a:custGeom>
                <a:avLst/>
                <a:gdLst/>
                <a:ahLst/>
                <a:cxnLst/>
                <a:rect l="l" t="t" r="r" b="b"/>
                <a:pathLst>
                  <a:path w="2993" h="1005" extrusionOk="0">
                    <a:moveTo>
                      <a:pt x="2971" y="607"/>
                    </a:moveTo>
                    <a:cubicBezTo>
                      <a:pt x="2950" y="837"/>
                      <a:pt x="2260" y="1005"/>
                      <a:pt x="1444" y="942"/>
                    </a:cubicBezTo>
                    <a:cubicBezTo>
                      <a:pt x="649" y="900"/>
                      <a:pt x="0" y="670"/>
                      <a:pt x="21" y="398"/>
                    </a:cubicBezTo>
                    <a:cubicBezTo>
                      <a:pt x="42" y="168"/>
                      <a:pt x="712" y="0"/>
                      <a:pt x="1528" y="63"/>
                    </a:cubicBezTo>
                    <a:cubicBezTo>
                      <a:pt x="2344" y="105"/>
                      <a:pt x="2992" y="356"/>
                      <a:pt x="2971" y="60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52"/>
              <p:cNvSpPr/>
              <p:nvPr/>
            </p:nvSpPr>
            <p:spPr>
              <a:xfrm>
                <a:off x="2265125" y="1256150"/>
                <a:ext cx="68550" cy="50225"/>
              </a:xfrm>
              <a:custGeom>
                <a:avLst/>
                <a:gdLst/>
                <a:ahLst/>
                <a:cxnLst/>
                <a:rect l="l" t="t" r="r" b="b"/>
                <a:pathLst>
                  <a:path w="2742" h="2009" extrusionOk="0">
                    <a:moveTo>
                      <a:pt x="2616" y="1800"/>
                    </a:moveTo>
                    <a:cubicBezTo>
                      <a:pt x="2491" y="2009"/>
                      <a:pt x="1800" y="1800"/>
                      <a:pt x="1131" y="1381"/>
                    </a:cubicBezTo>
                    <a:cubicBezTo>
                      <a:pt x="440" y="942"/>
                      <a:pt x="1" y="419"/>
                      <a:pt x="126" y="209"/>
                    </a:cubicBezTo>
                    <a:cubicBezTo>
                      <a:pt x="273" y="0"/>
                      <a:pt x="942" y="209"/>
                      <a:pt x="1633" y="628"/>
                    </a:cubicBezTo>
                    <a:cubicBezTo>
                      <a:pt x="2302" y="1088"/>
                      <a:pt x="2742" y="1611"/>
                      <a:pt x="2616" y="180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52"/>
              <p:cNvSpPr/>
              <p:nvPr/>
            </p:nvSpPr>
            <p:spPr>
              <a:xfrm>
                <a:off x="2338375" y="1246200"/>
                <a:ext cx="73250" cy="41350"/>
              </a:xfrm>
              <a:custGeom>
                <a:avLst/>
                <a:gdLst/>
                <a:ahLst/>
                <a:cxnLst/>
                <a:rect l="l" t="t" r="r" b="b"/>
                <a:pathLst>
                  <a:path w="2930" h="1654" extrusionOk="0">
                    <a:moveTo>
                      <a:pt x="2825" y="1402"/>
                    </a:moveTo>
                    <a:cubicBezTo>
                      <a:pt x="2720" y="1654"/>
                      <a:pt x="2051" y="1549"/>
                      <a:pt x="1276" y="1235"/>
                    </a:cubicBezTo>
                    <a:cubicBezTo>
                      <a:pt x="523" y="879"/>
                      <a:pt x="0" y="440"/>
                      <a:pt x="105" y="231"/>
                    </a:cubicBezTo>
                    <a:cubicBezTo>
                      <a:pt x="209" y="1"/>
                      <a:pt x="900" y="105"/>
                      <a:pt x="1653" y="419"/>
                    </a:cubicBezTo>
                    <a:cubicBezTo>
                      <a:pt x="2406" y="733"/>
                      <a:pt x="2929" y="1172"/>
                      <a:pt x="2825" y="140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52"/>
              <p:cNvSpPr/>
              <p:nvPr/>
            </p:nvSpPr>
            <p:spPr>
              <a:xfrm>
                <a:off x="2419450" y="1228950"/>
                <a:ext cx="75350" cy="26175"/>
              </a:xfrm>
              <a:custGeom>
                <a:avLst/>
                <a:gdLst/>
                <a:ahLst/>
                <a:cxnLst/>
                <a:rect l="l" t="t" r="r" b="b"/>
                <a:pathLst>
                  <a:path w="3014" h="1047" extrusionOk="0">
                    <a:moveTo>
                      <a:pt x="2992" y="670"/>
                    </a:moveTo>
                    <a:cubicBezTo>
                      <a:pt x="2951" y="900"/>
                      <a:pt x="2281" y="1046"/>
                      <a:pt x="1465" y="984"/>
                    </a:cubicBezTo>
                    <a:cubicBezTo>
                      <a:pt x="649" y="900"/>
                      <a:pt x="0" y="670"/>
                      <a:pt x="21" y="398"/>
                    </a:cubicBezTo>
                    <a:cubicBezTo>
                      <a:pt x="63" y="168"/>
                      <a:pt x="733" y="0"/>
                      <a:pt x="1549" y="84"/>
                    </a:cubicBezTo>
                    <a:cubicBezTo>
                      <a:pt x="2386" y="168"/>
                      <a:pt x="3013" y="419"/>
                      <a:pt x="2992" y="67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52"/>
              <p:cNvSpPr/>
              <p:nvPr/>
            </p:nvSpPr>
            <p:spPr>
              <a:xfrm>
                <a:off x="2230075" y="1189175"/>
                <a:ext cx="65425" cy="54950"/>
              </a:xfrm>
              <a:custGeom>
                <a:avLst/>
                <a:gdLst/>
                <a:ahLst/>
                <a:cxnLst/>
                <a:rect l="l" t="t" r="r" b="b"/>
                <a:pathLst>
                  <a:path w="2617" h="2198" extrusionOk="0">
                    <a:moveTo>
                      <a:pt x="2449" y="2010"/>
                    </a:moveTo>
                    <a:cubicBezTo>
                      <a:pt x="2303" y="2198"/>
                      <a:pt x="1675" y="1947"/>
                      <a:pt x="1005" y="1445"/>
                    </a:cubicBezTo>
                    <a:cubicBezTo>
                      <a:pt x="378" y="942"/>
                      <a:pt x="1" y="378"/>
                      <a:pt x="127" y="189"/>
                    </a:cubicBezTo>
                    <a:cubicBezTo>
                      <a:pt x="273" y="1"/>
                      <a:pt x="901" y="273"/>
                      <a:pt x="1570" y="754"/>
                    </a:cubicBezTo>
                    <a:cubicBezTo>
                      <a:pt x="2219" y="1256"/>
                      <a:pt x="2616" y="1842"/>
                      <a:pt x="2449" y="201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52"/>
              <p:cNvSpPr/>
              <p:nvPr/>
            </p:nvSpPr>
            <p:spPr>
              <a:xfrm>
                <a:off x="2311175" y="1172450"/>
                <a:ext cx="70625" cy="47100"/>
              </a:xfrm>
              <a:custGeom>
                <a:avLst/>
                <a:gdLst/>
                <a:ahLst/>
                <a:cxnLst/>
                <a:rect l="l" t="t" r="r" b="b"/>
                <a:pathLst>
                  <a:path w="2825" h="1884" extrusionOk="0">
                    <a:moveTo>
                      <a:pt x="2678" y="1674"/>
                    </a:moveTo>
                    <a:cubicBezTo>
                      <a:pt x="2553" y="1883"/>
                      <a:pt x="1883" y="1716"/>
                      <a:pt x="1172" y="1319"/>
                    </a:cubicBezTo>
                    <a:cubicBezTo>
                      <a:pt x="460" y="942"/>
                      <a:pt x="0" y="440"/>
                      <a:pt x="105" y="210"/>
                    </a:cubicBezTo>
                    <a:cubicBezTo>
                      <a:pt x="230" y="0"/>
                      <a:pt x="879" y="147"/>
                      <a:pt x="1611" y="544"/>
                    </a:cubicBezTo>
                    <a:cubicBezTo>
                      <a:pt x="2344" y="963"/>
                      <a:pt x="2825" y="1465"/>
                      <a:pt x="2678" y="167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52"/>
              <p:cNvSpPr/>
              <p:nvPr/>
            </p:nvSpPr>
            <p:spPr>
              <a:xfrm>
                <a:off x="2431475" y="1166175"/>
                <a:ext cx="74300" cy="22500"/>
              </a:xfrm>
              <a:custGeom>
                <a:avLst/>
                <a:gdLst/>
                <a:ahLst/>
                <a:cxnLst/>
                <a:rect l="l" t="t" r="r" b="b"/>
                <a:pathLst>
                  <a:path w="2972" h="900" extrusionOk="0">
                    <a:moveTo>
                      <a:pt x="2972" y="461"/>
                    </a:moveTo>
                    <a:cubicBezTo>
                      <a:pt x="2972" y="691"/>
                      <a:pt x="2323" y="900"/>
                      <a:pt x="1486" y="900"/>
                    </a:cubicBezTo>
                    <a:cubicBezTo>
                      <a:pt x="670" y="900"/>
                      <a:pt x="1" y="691"/>
                      <a:pt x="21" y="461"/>
                    </a:cubicBezTo>
                    <a:cubicBezTo>
                      <a:pt x="21" y="210"/>
                      <a:pt x="670" y="0"/>
                      <a:pt x="1507" y="0"/>
                    </a:cubicBezTo>
                    <a:cubicBezTo>
                      <a:pt x="2302" y="0"/>
                      <a:pt x="2972" y="189"/>
                      <a:pt x="2972" y="46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52"/>
              <p:cNvSpPr/>
              <p:nvPr/>
            </p:nvSpPr>
            <p:spPr>
              <a:xfrm>
                <a:off x="2131225" y="1085100"/>
                <a:ext cx="54950" cy="66450"/>
              </a:xfrm>
              <a:custGeom>
                <a:avLst/>
                <a:gdLst/>
                <a:ahLst/>
                <a:cxnLst/>
                <a:rect l="l" t="t" r="r" b="b"/>
                <a:pathLst>
                  <a:path w="2198" h="2658" extrusionOk="0">
                    <a:moveTo>
                      <a:pt x="2009" y="2490"/>
                    </a:moveTo>
                    <a:cubicBezTo>
                      <a:pt x="1821" y="2657"/>
                      <a:pt x="1256" y="2239"/>
                      <a:pt x="754" y="1611"/>
                    </a:cubicBezTo>
                    <a:cubicBezTo>
                      <a:pt x="251" y="942"/>
                      <a:pt x="0" y="314"/>
                      <a:pt x="189" y="168"/>
                    </a:cubicBezTo>
                    <a:cubicBezTo>
                      <a:pt x="356" y="0"/>
                      <a:pt x="942" y="419"/>
                      <a:pt x="1444" y="1046"/>
                    </a:cubicBezTo>
                    <a:cubicBezTo>
                      <a:pt x="1967" y="1716"/>
                      <a:pt x="2197" y="2344"/>
                      <a:pt x="2009" y="249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52"/>
              <p:cNvSpPr/>
              <p:nvPr/>
            </p:nvSpPr>
            <p:spPr>
              <a:xfrm>
                <a:off x="2205500" y="1105500"/>
                <a:ext cx="66975" cy="54425"/>
              </a:xfrm>
              <a:custGeom>
                <a:avLst/>
                <a:gdLst/>
                <a:ahLst/>
                <a:cxnLst/>
                <a:rect l="l" t="t" r="r" b="b"/>
                <a:pathLst>
                  <a:path w="2679" h="2177" extrusionOk="0">
                    <a:moveTo>
                      <a:pt x="2553" y="1967"/>
                    </a:moveTo>
                    <a:cubicBezTo>
                      <a:pt x="2386" y="2176"/>
                      <a:pt x="1737" y="1925"/>
                      <a:pt x="1089" y="1444"/>
                    </a:cubicBezTo>
                    <a:cubicBezTo>
                      <a:pt x="419" y="963"/>
                      <a:pt x="1" y="419"/>
                      <a:pt x="147" y="209"/>
                    </a:cubicBezTo>
                    <a:cubicBezTo>
                      <a:pt x="293" y="0"/>
                      <a:pt x="942" y="230"/>
                      <a:pt x="1612" y="732"/>
                    </a:cubicBezTo>
                    <a:cubicBezTo>
                      <a:pt x="2260" y="1235"/>
                      <a:pt x="2679" y="1779"/>
                      <a:pt x="2553" y="19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52"/>
              <p:cNvSpPr/>
              <p:nvPr/>
            </p:nvSpPr>
            <p:spPr>
              <a:xfrm>
                <a:off x="2068450" y="997725"/>
                <a:ext cx="50775" cy="68025"/>
              </a:xfrm>
              <a:custGeom>
                <a:avLst/>
                <a:gdLst/>
                <a:ahLst/>
                <a:cxnLst/>
                <a:rect l="l" t="t" r="r" b="b"/>
                <a:pathLst>
                  <a:path w="2031" h="2721" extrusionOk="0">
                    <a:moveTo>
                      <a:pt x="1821" y="2595"/>
                    </a:moveTo>
                    <a:cubicBezTo>
                      <a:pt x="1612" y="2721"/>
                      <a:pt x="1089" y="2282"/>
                      <a:pt x="649" y="1591"/>
                    </a:cubicBezTo>
                    <a:cubicBezTo>
                      <a:pt x="210" y="922"/>
                      <a:pt x="1" y="252"/>
                      <a:pt x="210" y="126"/>
                    </a:cubicBezTo>
                    <a:cubicBezTo>
                      <a:pt x="419" y="1"/>
                      <a:pt x="942" y="440"/>
                      <a:pt x="1382" y="1131"/>
                    </a:cubicBezTo>
                    <a:cubicBezTo>
                      <a:pt x="1821" y="1779"/>
                      <a:pt x="2030" y="2449"/>
                      <a:pt x="1821" y="259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52"/>
              <p:cNvSpPr/>
              <p:nvPr/>
            </p:nvSpPr>
            <p:spPr>
              <a:xfrm>
                <a:off x="2140125" y="1009250"/>
                <a:ext cx="57025" cy="64875"/>
              </a:xfrm>
              <a:custGeom>
                <a:avLst/>
                <a:gdLst/>
                <a:ahLst/>
                <a:cxnLst/>
                <a:rect l="l" t="t" r="r" b="b"/>
                <a:pathLst>
                  <a:path w="2281" h="2595" extrusionOk="0">
                    <a:moveTo>
                      <a:pt x="2072" y="2448"/>
                    </a:moveTo>
                    <a:cubicBezTo>
                      <a:pt x="1883" y="2595"/>
                      <a:pt x="1318" y="2197"/>
                      <a:pt x="795" y="1569"/>
                    </a:cubicBezTo>
                    <a:cubicBezTo>
                      <a:pt x="272" y="942"/>
                      <a:pt x="0" y="314"/>
                      <a:pt x="188" y="168"/>
                    </a:cubicBezTo>
                    <a:cubicBezTo>
                      <a:pt x="377" y="0"/>
                      <a:pt x="942" y="398"/>
                      <a:pt x="1465" y="1025"/>
                    </a:cubicBezTo>
                    <a:cubicBezTo>
                      <a:pt x="1988" y="1653"/>
                      <a:pt x="2281" y="2302"/>
                      <a:pt x="2072" y="244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52"/>
              <p:cNvSpPr/>
              <p:nvPr/>
            </p:nvSpPr>
            <p:spPr>
              <a:xfrm>
                <a:off x="2151625" y="926600"/>
                <a:ext cx="56525" cy="64350"/>
              </a:xfrm>
              <a:custGeom>
                <a:avLst/>
                <a:gdLst/>
                <a:ahLst/>
                <a:cxnLst/>
                <a:rect l="l" t="t" r="r" b="b"/>
                <a:pathLst>
                  <a:path w="2261" h="2574" extrusionOk="0">
                    <a:moveTo>
                      <a:pt x="2051" y="2427"/>
                    </a:moveTo>
                    <a:cubicBezTo>
                      <a:pt x="1884" y="2574"/>
                      <a:pt x="1298" y="2197"/>
                      <a:pt x="775" y="1570"/>
                    </a:cubicBezTo>
                    <a:cubicBezTo>
                      <a:pt x="252" y="942"/>
                      <a:pt x="0" y="314"/>
                      <a:pt x="168" y="147"/>
                    </a:cubicBezTo>
                    <a:cubicBezTo>
                      <a:pt x="356" y="0"/>
                      <a:pt x="942" y="377"/>
                      <a:pt x="1465" y="1005"/>
                    </a:cubicBezTo>
                    <a:cubicBezTo>
                      <a:pt x="1988" y="1632"/>
                      <a:pt x="2260" y="2260"/>
                      <a:pt x="2051" y="24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52"/>
              <p:cNvSpPr/>
              <p:nvPr/>
            </p:nvSpPr>
            <p:spPr>
              <a:xfrm>
                <a:off x="2065325" y="903575"/>
                <a:ext cx="54425" cy="65925"/>
              </a:xfrm>
              <a:custGeom>
                <a:avLst/>
                <a:gdLst/>
                <a:ahLst/>
                <a:cxnLst/>
                <a:rect l="l" t="t" r="r" b="b"/>
                <a:pathLst>
                  <a:path w="2177" h="2637" extrusionOk="0">
                    <a:moveTo>
                      <a:pt x="2009" y="2491"/>
                    </a:moveTo>
                    <a:cubicBezTo>
                      <a:pt x="1820" y="2637"/>
                      <a:pt x="1255" y="2219"/>
                      <a:pt x="753" y="1591"/>
                    </a:cubicBezTo>
                    <a:cubicBezTo>
                      <a:pt x="251" y="942"/>
                      <a:pt x="0" y="314"/>
                      <a:pt x="209" y="147"/>
                    </a:cubicBezTo>
                    <a:cubicBezTo>
                      <a:pt x="377" y="1"/>
                      <a:pt x="963" y="419"/>
                      <a:pt x="1465" y="1047"/>
                    </a:cubicBezTo>
                    <a:cubicBezTo>
                      <a:pt x="1946" y="1695"/>
                      <a:pt x="2176" y="2323"/>
                      <a:pt x="2009" y="249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52"/>
              <p:cNvSpPr/>
              <p:nvPr/>
            </p:nvSpPr>
            <p:spPr>
              <a:xfrm>
                <a:off x="2078925" y="836100"/>
                <a:ext cx="57550" cy="64375"/>
              </a:xfrm>
              <a:custGeom>
                <a:avLst/>
                <a:gdLst/>
                <a:ahLst/>
                <a:cxnLst/>
                <a:rect l="l" t="t" r="r" b="b"/>
                <a:pathLst>
                  <a:path w="2302" h="2575" extrusionOk="0">
                    <a:moveTo>
                      <a:pt x="2113" y="2407"/>
                    </a:moveTo>
                    <a:cubicBezTo>
                      <a:pt x="1925" y="2574"/>
                      <a:pt x="1360" y="2197"/>
                      <a:pt x="816" y="1570"/>
                    </a:cubicBezTo>
                    <a:cubicBezTo>
                      <a:pt x="251" y="942"/>
                      <a:pt x="0" y="314"/>
                      <a:pt x="188" y="168"/>
                    </a:cubicBezTo>
                    <a:cubicBezTo>
                      <a:pt x="356" y="0"/>
                      <a:pt x="942" y="377"/>
                      <a:pt x="1486" y="1005"/>
                    </a:cubicBezTo>
                    <a:cubicBezTo>
                      <a:pt x="2009" y="1633"/>
                      <a:pt x="2302" y="2260"/>
                      <a:pt x="2113" y="240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52"/>
              <p:cNvSpPr/>
              <p:nvPr/>
            </p:nvSpPr>
            <p:spPr>
              <a:xfrm>
                <a:off x="2020850" y="802625"/>
                <a:ext cx="40300" cy="74300"/>
              </a:xfrm>
              <a:custGeom>
                <a:avLst/>
                <a:gdLst/>
                <a:ahLst/>
                <a:cxnLst/>
                <a:rect l="l" t="t" r="r" b="b"/>
                <a:pathLst>
                  <a:path w="1612" h="2972" extrusionOk="0">
                    <a:moveTo>
                      <a:pt x="1381" y="2867"/>
                    </a:moveTo>
                    <a:cubicBezTo>
                      <a:pt x="1151" y="2972"/>
                      <a:pt x="691" y="2407"/>
                      <a:pt x="377" y="1653"/>
                    </a:cubicBezTo>
                    <a:cubicBezTo>
                      <a:pt x="63" y="900"/>
                      <a:pt x="1" y="210"/>
                      <a:pt x="231" y="105"/>
                    </a:cubicBezTo>
                    <a:cubicBezTo>
                      <a:pt x="461" y="0"/>
                      <a:pt x="900" y="565"/>
                      <a:pt x="1214" y="1319"/>
                    </a:cubicBezTo>
                    <a:cubicBezTo>
                      <a:pt x="1528" y="2093"/>
                      <a:pt x="1612" y="2783"/>
                      <a:pt x="1381" y="28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52"/>
              <p:cNvSpPr/>
              <p:nvPr/>
            </p:nvSpPr>
            <p:spPr>
              <a:xfrm>
                <a:off x="2406375" y="656150"/>
                <a:ext cx="569675" cy="663300"/>
              </a:xfrm>
              <a:custGeom>
                <a:avLst/>
                <a:gdLst/>
                <a:ahLst/>
                <a:cxnLst/>
                <a:rect l="l" t="t" r="r" b="b"/>
                <a:pathLst>
                  <a:path w="22787" h="26532" extrusionOk="0">
                    <a:moveTo>
                      <a:pt x="18852" y="21803"/>
                    </a:moveTo>
                    <a:cubicBezTo>
                      <a:pt x="22786" y="14605"/>
                      <a:pt x="22054" y="4876"/>
                      <a:pt x="15714" y="2867"/>
                    </a:cubicBezTo>
                    <a:cubicBezTo>
                      <a:pt x="6821" y="1"/>
                      <a:pt x="4624" y="11069"/>
                      <a:pt x="4624" y="11069"/>
                    </a:cubicBezTo>
                    <a:cubicBezTo>
                      <a:pt x="4624" y="11069"/>
                      <a:pt x="3118" y="11362"/>
                      <a:pt x="649" y="11153"/>
                    </a:cubicBezTo>
                    <a:lnTo>
                      <a:pt x="649" y="11174"/>
                    </a:lnTo>
                    <a:cubicBezTo>
                      <a:pt x="0" y="18560"/>
                      <a:pt x="8976" y="26532"/>
                      <a:pt x="18852" y="2180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52"/>
              <p:cNvSpPr/>
              <p:nvPr/>
            </p:nvSpPr>
            <p:spPr>
              <a:xfrm>
                <a:off x="2508375" y="656150"/>
                <a:ext cx="444650" cy="587975"/>
              </a:xfrm>
              <a:custGeom>
                <a:avLst/>
                <a:gdLst/>
                <a:ahLst/>
                <a:cxnLst/>
                <a:rect l="l" t="t" r="r" b="b"/>
                <a:pathLst>
                  <a:path w="17786" h="23519" extrusionOk="0">
                    <a:moveTo>
                      <a:pt x="17032" y="14961"/>
                    </a:moveTo>
                    <a:cubicBezTo>
                      <a:pt x="17785" y="9500"/>
                      <a:pt x="16091" y="4290"/>
                      <a:pt x="11634" y="2867"/>
                    </a:cubicBezTo>
                    <a:cubicBezTo>
                      <a:pt x="2741" y="1"/>
                      <a:pt x="544" y="11069"/>
                      <a:pt x="544" y="11069"/>
                    </a:cubicBezTo>
                    <a:cubicBezTo>
                      <a:pt x="0" y="17012"/>
                      <a:pt x="8767" y="23519"/>
                      <a:pt x="16739" y="15275"/>
                    </a:cubicBezTo>
                    <a:cubicBezTo>
                      <a:pt x="16844" y="15170"/>
                      <a:pt x="16948" y="15066"/>
                      <a:pt x="17032" y="1496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52"/>
              <p:cNvSpPr/>
              <p:nvPr/>
            </p:nvSpPr>
            <p:spPr>
              <a:xfrm>
                <a:off x="2481700" y="754500"/>
                <a:ext cx="156950" cy="123475"/>
              </a:xfrm>
              <a:custGeom>
                <a:avLst/>
                <a:gdLst/>
                <a:ahLst/>
                <a:cxnLst/>
                <a:rect l="l" t="t" r="r" b="b"/>
                <a:pathLst>
                  <a:path w="6278" h="4939" extrusionOk="0">
                    <a:moveTo>
                      <a:pt x="5733" y="984"/>
                    </a:moveTo>
                    <a:lnTo>
                      <a:pt x="0" y="0"/>
                    </a:lnTo>
                    <a:lnTo>
                      <a:pt x="3076" y="4311"/>
                    </a:lnTo>
                    <a:cubicBezTo>
                      <a:pt x="4373" y="4938"/>
                      <a:pt x="6277" y="2428"/>
                      <a:pt x="5733" y="98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52"/>
              <p:cNvSpPr/>
              <p:nvPr/>
            </p:nvSpPr>
            <p:spPr>
              <a:xfrm>
                <a:off x="2095125" y="549975"/>
                <a:ext cx="600525" cy="687875"/>
              </a:xfrm>
              <a:custGeom>
                <a:avLst/>
                <a:gdLst/>
                <a:ahLst/>
                <a:cxnLst/>
                <a:rect l="l" t="t" r="r" b="b"/>
                <a:pathLst>
                  <a:path w="24021" h="27515" extrusionOk="0">
                    <a:moveTo>
                      <a:pt x="6675" y="0"/>
                    </a:moveTo>
                    <a:cubicBezTo>
                      <a:pt x="1" y="9144"/>
                      <a:pt x="3432" y="27515"/>
                      <a:pt x="12848" y="23769"/>
                    </a:cubicBezTo>
                    <a:cubicBezTo>
                      <a:pt x="24021" y="19313"/>
                      <a:pt x="7324" y="10148"/>
                      <a:pt x="66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52"/>
              <p:cNvSpPr/>
              <p:nvPr/>
            </p:nvSpPr>
            <p:spPr>
              <a:xfrm>
                <a:off x="1832025" y="613775"/>
                <a:ext cx="165825" cy="115125"/>
              </a:xfrm>
              <a:custGeom>
                <a:avLst/>
                <a:gdLst/>
                <a:ahLst/>
                <a:cxnLst/>
                <a:rect l="l" t="t" r="r" b="b"/>
                <a:pathLst>
                  <a:path w="6633" h="4605" extrusionOk="0">
                    <a:moveTo>
                      <a:pt x="6633" y="4520"/>
                    </a:moveTo>
                    <a:cubicBezTo>
                      <a:pt x="5921" y="4604"/>
                      <a:pt x="0" y="3663"/>
                      <a:pt x="649" y="1842"/>
                    </a:cubicBezTo>
                    <a:cubicBezTo>
                      <a:pt x="1276" y="1"/>
                      <a:pt x="6005" y="3872"/>
                      <a:pt x="6633" y="452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52"/>
              <p:cNvSpPr/>
              <p:nvPr/>
            </p:nvSpPr>
            <p:spPr>
              <a:xfrm>
                <a:off x="1891125" y="553100"/>
                <a:ext cx="106725" cy="173700"/>
              </a:xfrm>
              <a:custGeom>
                <a:avLst/>
                <a:gdLst/>
                <a:ahLst/>
                <a:cxnLst/>
                <a:rect l="l" t="t" r="r" b="b"/>
                <a:pathLst>
                  <a:path w="4269" h="6948" extrusionOk="0">
                    <a:moveTo>
                      <a:pt x="4269" y="6947"/>
                    </a:moveTo>
                    <a:cubicBezTo>
                      <a:pt x="3683" y="6529"/>
                      <a:pt x="0" y="1821"/>
                      <a:pt x="1695" y="921"/>
                    </a:cubicBezTo>
                    <a:cubicBezTo>
                      <a:pt x="3369" y="1"/>
                      <a:pt x="4269" y="6069"/>
                      <a:pt x="4269" y="694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52"/>
              <p:cNvSpPr/>
              <p:nvPr/>
            </p:nvSpPr>
            <p:spPr>
              <a:xfrm>
                <a:off x="1970100" y="1151575"/>
                <a:ext cx="253200" cy="68550"/>
              </a:xfrm>
              <a:custGeom>
                <a:avLst/>
                <a:gdLst/>
                <a:ahLst/>
                <a:cxnLst/>
                <a:rect l="l" t="t" r="r" b="b"/>
                <a:pathLst>
                  <a:path w="10128" h="2742" extrusionOk="0">
                    <a:moveTo>
                      <a:pt x="715" y="1"/>
                    </a:moveTo>
                    <a:cubicBezTo>
                      <a:pt x="515" y="1"/>
                      <a:pt x="315" y="103"/>
                      <a:pt x="189" y="270"/>
                    </a:cubicBezTo>
                    <a:cubicBezTo>
                      <a:pt x="1" y="563"/>
                      <a:pt x="106" y="898"/>
                      <a:pt x="378" y="1086"/>
                    </a:cubicBezTo>
                    <a:cubicBezTo>
                      <a:pt x="2051" y="2112"/>
                      <a:pt x="3955" y="2677"/>
                      <a:pt x="5671" y="2739"/>
                    </a:cubicBezTo>
                    <a:cubicBezTo>
                      <a:pt x="5741" y="2741"/>
                      <a:pt x="5811" y="2742"/>
                      <a:pt x="5880" y="2742"/>
                    </a:cubicBezTo>
                    <a:cubicBezTo>
                      <a:pt x="7551" y="2742"/>
                      <a:pt x="9015" y="2256"/>
                      <a:pt x="9919" y="1191"/>
                    </a:cubicBezTo>
                    <a:cubicBezTo>
                      <a:pt x="10128" y="961"/>
                      <a:pt x="10107" y="584"/>
                      <a:pt x="9877" y="354"/>
                    </a:cubicBezTo>
                    <a:cubicBezTo>
                      <a:pt x="9763" y="259"/>
                      <a:pt x="9627" y="211"/>
                      <a:pt x="9489" y="211"/>
                    </a:cubicBezTo>
                    <a:cubicBezTo>
                      <a:pt x="9324" y="211"/>
                      <a:pt x="9156" y="280"/>
                      <a:pt x="9019" y="417"/>
                    </a:cubicBezTo>
                    <a:cubicBezTo>
                      <a:pt x="8347" y="1191"/>
                      <a:pt x="7159" y="1569"/>
                      <a:pt x="5841" y="1569"/>
                    </a:cubicBezTo>
                    <a:cubicBezTo>
                      <a:pt x="5805" y="1569"/>
                      <a:pt x="5770" y="1568"/>
                      <a:pt x="5734" y="1568"/>
                    </a:cubicBezTo>
                    <a:cubicBezTo>
                      <a:pt x="4228" y="1526"/>
                      <a:pt x="2512" y="1003"/>
                      <a:pt x="1005" y="82"/>
                    </a:cubicBezTo>
                    <a:cubicBezTo>
                      <a:pt x="915" y="26"/>
                      <a:pt x="815"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52"/>
              <p:cNvSpPr/>
              <p:nvPr/>
            </p:nvSpPr>
            <p:spPr>
              <a:xfrm>
                <a:off x="1917275" y="1152050"/>
                <a:ext cx="85825" cy="103275"/>
              </a:xfrm>
              <a:custGeom>
                <a:avLst/>
                <a:gdLst/>
                <a:ahLst/>
                <a:cxnLst/>
                <a:rect l="l" t="t" r="r" b="b"/>
                <a:pathLst>
                  <a:path w="3433" h="4131" extrusionOk="0">
                    <a:moveTo>
                      <a:pt x="2825" y="0"/>
                    </a:moveTo>
                    <a:cubicBezTo>
                      <a:pt x="2511" y="0"/>
                      <a:pt x="2260" y="251"/>
                      <a:pt x="2260" y="607"/>
                    </a:cubicBezTo>
                    <a:cubicBezTo>
                      <a:pt x="2260" y="1193"/>
                      <a:pt x="2051" y="1674"/>
                      <a:pt x="1737" y="2030"/>
                    </a:cubicBezTo>
                    <a:cubicBezTo>
                      <a:pt x="1361" y="2407"/>
                      <a:pt x="859" y="2741"/>
                      <a:pt x="377" y="3034"/>
                    </a:cubicBezTo>
                    <a:cubicBezTo>
                      <a:pt x="84" y="3181"/>
                      <a:pt x="1" y="3557"/>
                      <a:pt x="168" y="3850"/>
                    </a:cubicBezTo>
                    <a:cubicBezTo>
                      <a:pt x="266" y="4033"/>
                      <a:pt x="469" y="4131"/>
                      <a:pt x="674" y="4131"/>
                    </a:cubicBezTo>
                    <a:cubicBezTo>
                      <a:pt x="773" y="4131"/>
                      <a:pt x="874" y="4108"/>
                      <a:pt x="963" y="4060"/>
                    </a:cubicBezTo>
                    <a:cubicBezTo>
                      <a:pt x="1570" y="3704"/>
                      <a:pt x="2156" y="3327"/>
                      <a:pt x="2616" y="2804"/>
                    </a:cubicBezTo>
                    <a:cubicBezTo>
                      <a:pt x="3118" y="2218"/>
                      <a:pt x="3432" y="1507"/>
                      <a:pt x="3432" y="565"/>
                    </a:cubicBezTo>
                    <a:cubicBezTo>
                      <a:pt x="3432" y="251"/>
                      <a:pt x="3160"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52"/>
              <p:cNvSpPr/>
              <p:nvPr/>
            </p:nvSpPr>
            <p:spPr>
              <a:xfrm>
                <a:off x="1879625" y="1149275"/>
                <a:ext cx="124500" cy="44500"/>
              </a:xfrm>
              <a:custGeom>
                <a:avLst/>
                <a:gdLst/>
                <a:ahLst/>
                <a:cxnLst/>
                <a:rect l="l" t="t" r="r" b="b"/>
                <a:pathLst>
                  <a:path w="4980" h="1780" extrusionOk="0">
                    <a:moveTo>
                      <a:pt x="675" y="0"/>
                    </a:moveTo>
                    <a:cubicBezTo>
                      <a:pt x="456" y="0"/>
                      <a:pt x="234" y="125"/>
                      <a:pt x="126" y="342"/>
                    </a:cubicBezTo>
                    <a:cubicBezTo>
                      <a:pt x="0" y="634"/>
                      <a:pt x="126" y="990"/>
                      <a:pt x="419" y="1137"/>
                    </a:cubicBezTo>
                    <a:cubicBezTo>
                      <a:pt x="1046" y="1409"/>
                      <a:pt x="1695" y="1681"/>
                      <a:pt x="2406" y="1764"/>
                    </a:cubicBezTo>
                    <a:cubicBezTo>
                      <a:pt x="2521" y="1774"/>
                      <a:pt x="2636" y="1779"/>
                      <a:pt x="2751" y="1779"/>
                    </a:cubicBezTo>
                    <a:cubicBezTo>
                      <a:pt x="3389" y="1779"/>
                      <a:pt x="4028" y="1619"/>
                      <a:pt x="4666" y="1158"/>
                    </a:cubicBezTo>
                    <a:cubicBezTo>
                      <a:pt x="4938" y="969"/>
                      <a:pt x="4980" y="614"/>
                      <a:pt x="4813" y="342"/>
                    </a:cubicBezTo>
                    <a:cubicBezTo>
                      <a:pt x="4699" y="189"/>
                      <a:pt x="4515" y="106"/>
                      <a:pt x="4333" y="106"/>
                    </a:cubicBezTo>
                    <a:cubicBezTo>
                      <a:pt x="4214" y="106"/>
                      <a:pt x="4096" y="142"/>
                      <a:pt x="3997" y="216"/>
                    </a:cubicBezTo>
                    <a:cubicBezTo>
                      <a:pt x="3571" y="517"/>
                      <a:pt x="3146" y="623"/>
                      <a:pt x="2746" y="623"/>
                    </a:cubicBezTo>
                    <a:cubicBezTo>
                      <a:pt x="2674" y="623"/>
                      <a:pt x="2602" y="620"/>
                      <a:pt x="2532" y="614"/>
                    </a:cubicBezTo>
                    <a:cubicBezTo>
                      <a:pt x="1988" y="530"/>
                      <a:pt x="1423" y="321"/>
                      <a:pt x="900" y="49"/>
                    </a:cubicBezTo>
                    <a:cubicBezTo>
                      <a:pt x="829" y="16"/>
                      <a:pt x="752"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52"/>
              <p:cNvSpPr/>
              <p:nvPr/>
            </p:nvSpPr>
            <p:spPr>
              <a:xfrm>
                <a:off x="2129650" y="658250"/>
                <a:ext cx="436275" cy="510025"/>
              </a:xfrm>
              <a:custGeom>
                <a:avLst/>
                <a:gdLst/>
                <a:ahLst/>
                <a:cxnLst/>
                <a:rect l="l" t="t" r="r" b="b"/>
                <a:pathLst>
                  <a:path w="17451" h="20401" extrusionOk="0">
                    <a:moveTo>
                      <a:pt x="3076" y="0"/>
                    </a:moveTo>
                    <a:cubicBezTo>
                      <a:pt x="1" y="8747"/>
                      <a:pt x="2804" y="20401"/>
                      <a:pt x="9479" y="19899"/>
                    </a:cubicBezTo>
                    <a:cubicBezTo>
                      <a:pt x="17451" y="15861"/>
                      <a:pt x="6236" y="8433"/>
                      <a:pt x="307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30" name="Google Shape;4330;p52"/>
            <p:cNvSpPr/>
            <p:nvPr/>
          </p:nvSpPr>
          <p:spPr>
            <a:xfrm rot="1120446" flipH="1">
              <a:off x="2694545" y="797275"/>
              <a:ext cx="105180" cy="40302"/>
            </a:xfrm>
            <a:custGeom>
              <a:avLst/>
              <a:gdLst/>
              <a:ahLst/>
              <a:cxnLst/>
              <a:rect l="l" t="t" r="r" b="b"/>
              <a:pathLst>
                <a:path w="4207" h="1612" extrusionOk="0">
                  <a:moveTo>
                    <a:pt x="370" y="0"/>
                  </a:moveTo>
                  <a:cubicBezTo>
                    <a:pt x="315" y="0"/>
                    <a:pt x="259" y="14"/>
                    <a:pt x="210" y="42"/>
                  </a:cubicBezTo>
                  <a:cubicBezTo>
                    <a:pt x="63" y="105"/>
                    <a:pt x="1" y="314"/>
                    <a:pt x="84" y="481"/>
                  </a:cubicBezTo>
                  <a:cubicBezTo>
                    <a:pt x="252" y="795"/>
                    <a:pt x="461" y="1025"/>
                    <a:pt x="733" y="1214"/>
                  </a:cubicBezTo>
                  <a:cubicBezTo>
                    <a:pt x="1151" y="1507"/>
                    <a:pt x="1633" y="1611"/>
                    <a:pt x="2093" y="1611"/>
                  </a:cubicBezTo>
                  <a:cubicBezTo>
                    <a:pt x="2553" y="1611"/>
                    <a:pt x="3035" y="1465"/>
                    <a:pt x="3390" y="1256"/>
                  </a:cubicBezTo>
                  <a:cubicBezTo>
                    <a:pt x="3725" y="1130"/>
                    <a:pt x="3955" y="921"/>
                    <a:pt x="4102" y="691"/>
                  </a:cubicBezTo>
                  <a:cubicBezTo>
                    <a:pt x="4206" y="523"/>
                    <a:pt x="4164" y="356"/>
                    <a:pt x="4039" y="251"/>
                  </a:cubicBezTo>
                  <a:cubicBezTo>
                    <a:pt x="3974" y="210"/>
                    <a:pt x="3905" y="192"/>
                    <a:pt x="3840" y="192"/>
                  </a:cubicBezTo>
                  <a:cubicBezTo>
                    <a:pt x="3738" y="192"/>
                    <a:pt x="3642" y="237"/>
                    <a:pt x="3579" y="314"/>
                  </a:cubicBezTo>
                  <a:cubicBezTo>
                    <a:pt x="3474" y="481"/>
                    <a:pt x="3328" y="607"/>
                    <a:pt x="3118" y="712"/>
                  </a:cubicBezTo>
                  <a:cubicBezTo>
                    <a:pt x="2825" y="879"/>
                    <a:pt x="2470" y="984"/>
                    <a:pt x="2114" y="984"/>
                  </a:cubicBezTo>
                  <a:cubicBezTo>
                    <a:pt x="1779" y="984"/>
                    <a:pt x="1424" y="900"/>
                    <a:pt x="1131" y="691"/>
                  </a:cubicBezTo>
                  <a:cubicBezTo>
                    <a:pt x="942" y="565"/>
                    <a:pt x="775" y="398"/>
                    <a:pt x="649" y="168"/>
                  </a:cubicBezTo>
                  <a:cubicBezTo>
                    <a:pt x="594" y="56"/>
                    <a:pt x="482" y="0"/>
                    <a:pt x="3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1" name="Google Shape;4331;p52"/>
          <p:cNvGrpSpPr/>
          <p:nvPr/>
        </p:nvGrpSpPr>
        <p:grpSpPr>
          <a:xfrm rot="1125023">
            <a:off x="7197569" y="3285493"/>
            <a:ext cx="1795973" cy="2319018"/>
            <a:chOff x="3748575" y="4604100"/>
            <a:chExt cx="941775" cy="1216050"/>
          </a:xfrm>
        </p:grpSpPr>
        <p:sp>
          <p:nvSpPr>
            <p:cNvPr id="4332" name="Google Shape;4332;p52"/>
            <p:cNvSpPr/>
            <p:nvPr/>
          </p:nvSpPr>
          <p:spPr>
            <a:xfrm>
              <a:off x="3827850" y="5017125"/>
              <a:ext cx="102325" cy="164125"/>
            </a:xfrm>
            <a:custGeom>
              <a:avLst/>
              <a:gdLst/>
              <a:ahLst/>
              <a:cxnLst/>
              <a:rect l="l" t="t" r="r" b="b"/>
              <a:pathLst>
                <a:path w="4093" h="6565" extrusionOk="0">
                  <a:moveTo>
                    <a:pt x="1592" y="0"/>
                  </a:moveTo>
                  <a:cubicBezTo>
                    <a:pt x="1383" y="0"/>
                    <a:pt x="1174" y="47"/>
                    <a:pt x="973" y="151"/>
                  </a:cubicBezTo>
                  <a:cubicBezTo>
                    <a:pt x="426" y="394"/>
                    <a:pt x="61" y="1093"/>
                    <a:pt x="31" y="1731"/>
                  </a:cubicBezTo>
                  <a:cubicBezTo>
                    <a:pt x="0" y="2370"/>
                    <a:pt x="183" y="3038"/>
                    <a:pt x="426" y="3646"/>
                  </a:cubicBezTo>
                  <a:cubicBezTo>
                    <a:pt x="724" y="4518"/>
                    <a:pt x="1143" y="5424"/>
                    <a:pt x="1815" y="6052"/>
                  </a:cubicBezTo>
                  <a:lnTo>
                    <a:pt x="1815" y="6052"/>
                  </a:lnTo>
                  <a:cubicBezTo>
                    <a:pt x="3265" y="5282"/>
                    <a:pt x="4092" y="3393"/>
                    <a:pt x="3648" y="1822"/>
                  </a:cubicBezTo>
                  <a:cubicBezTo>
                    <a:pt x="3377" y="861"/>
                    <a:pt x="2486" y="0"/>
                    <a:pt x="1592" y="0"/>
                  </a:cubicBezTo>
                  <a:close/>
                  <a:moveTo>
                    <a:pt x="1815" y="6052"/>
                  </a:moveTo>
                  <a:cubicBezTo>
                    <a:pt x="1778" y="6071"/>
                    <a:pt x="1740" y="6090"/>
                    <a:pt x="1702" y="6108"/>
                  </a:cubicBezTo>
                  <a:lnTo>
                    <a:pt x="2358" y="6459"/>
                  </a:lnTo>
                  <a:lnTo>
                    <a:pt x="2358" y="6459"/>
                  </a:lnTo>
                  <a:cubicBezTo>
                    <a:pt x="2160" y="6343"/>
                    <a:pt x="1980" y="6206"/>
                    <a:pt x="1815" y="6052"/>
                  </a:cubicBezTo>
                  <a:close/>
                  <a:moveTo>
                    <a:pt x="2358" y="6459"/>
                  </a:moveTo>
                  <a:cubicBezTo>
                    <a:pt x="2421" y="6496"/>
                    <a:pt x="2486" y="6532"/>
                    <a:pt x="2554" y="6564"/>
                  </a:cubicBezTo>
                  <a:lnTo>
                    <a:pt x="2358" y="6459"/>
                  </a:lnTo>
                  <a:close/>
                </a:path>
              </a:pathLst>
            </a:custGeom>
            <a:solidFill>
              <a:srgbClr val="C459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52"/>
            <p:cNvSpPr/>
            <p:nvPr/>
          </p:nvSpPr>
          <p:spPr>
            <a:xfrm>
              <a:off x="3827850" y="5017125"/>
              <a:ext cx="102325" cy="164125"/>
            </a:xfrm>
            <a:custGeom>
              <a:avLst/>
              <a:gdLst/>
              <a:ahLst/>
              <a:cxnLst/>
              <a:rect l="l" t="t" r="r" b="b"/>
              <a:pathLst>
                <a:path w="4093" h="6565" extrusionOk="0">
                  <a:moveTo>
                    <a:pt x="1592" y="0"/>
                  </a:moveTo>
                  <a:cubicBezTo>
                    <a:pt x="1383" y="0"/>
                    <a:pt x="1174" y="47"/>
                    <a:pt x="973" y="151"/>
                  </a:cubicBezTo>
                  <a:cubicBezTo>
                    <a:pt x="426" y="394"/>
                    <a:pt x="61" y="1093"/>
                    <a:pt x="31" y="1731"/>
                  </a:cubicBezTo>
                  <a:cubicBezTo>
                    <a:pt x="0" y="2370"/>
                    <a:pt x="183" y="3038"/>
                    <a:pt x="426" y="3646"/>
                  </a:cubicBezTo>
                  <a:cubicBezTo>
                    <a:pt x="724" y="4518"/>
                    <a:pt x="1143" y="5424"/>
                    <a:pt x="1815" y="6052"/>
                  </a:cubicBezTo>
                  <a:lnTo>
                    <a:pt x="1815" y="6052"/>
                  </a:lnTo>
                  <a:cubicBezTo>
                    <a:pt x="3265" y="5282"/>
                    <a:pt x="4092" y="3393"/>
                    <a:pt x="3648" y="1822"/>
                  </a:cubicBezTo>
                  <a:cubicBezTo>
                    <a:pt x="3377" y="861"/>
                    <a:pt x="2486" y="0"/>
                    <a:pt x="1592" y="0"/>
                  </a:cubicBezTo>
                  <a:close/>
                  <a:moveTo>
                    <a:pt x="1815" y="6052"/>
                  </a:moveTo>
                  <a:cubicBezTo>
                    <a:pt x="1778" y="6071"/>
                    <a:pt x="1740" y="6090"/>
                    <a:pt x="1702" y="6108"/>
                  </a:cubicBezTo>
                  <a:lnTo>
                    <a:pt x="2358" y="6459"/>
                  </a:lnTo>
                  <a:lnTo>
                    <a:pt x="2358" y="6459"/>
                  </a:lnTo>
                  <a:cubicBezTo>
                    <a:pt x="2160" y="6343"/>
                    <a:pt x="1980" y="6206"/>
                    <a:pt x="1815" y="6052"/>
                  </a:cubicBezTo>
                  <a:close/>
                  <a:moveTo>
                    <a:pt x="2358" y="6459"/>
                  </a:moveTo>
                  <a:cubicBezTo>
                    <a:pt x="2421" y="6496"/>
                    <a:pt x="2486" y="6532"/>
                    <a:pt x="2554" y="6564"/>
                  </a:cubicBezTo>
                  <a:lnTo>
                    <a:pt x="2358" y="6459"/>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52"/>
            <p:cNvSpPr/>
            <p:nvPr/>
          </p:nvSpPr>
          <p:spPr>
            <a:xfrm>
              <a:off x="3840775" y="4998775"/>
              <a:ext cx="52975" cy="183550"/>
            </a:xfrm>
            <a:custGeom>
              <a:avLst/>
              <a:gdLst/>
              <a:ahLst/>
              <a:cxnLst/>
              <a:rect l="l" t="t" r="r" b="b"/>
              <a:pathLst>
                <a:path w="2119" h="7342" extrusionOk="0">
                  <a:moveTo>
                    <a:pt x="788" y="0"/>
                  </a:moveTo>
                  <a:cubicBezTo>
                    <a:pt x="773" y="0"/>
                    <a:pt x="760" y="10"/>
                    <a:pt x="760" y="34"/>
                  </a:cubicBezTo>
                  <a:cubicBezTo>
                    <a:pt x="0" y="2496"/>
                    <a:pt x="517" y="5322"/>
                    <a:pt x="2067" y="7329"/>
                  </a:cubicBezTo>
                  <a:cubicBezTo>
                    <a:pt x="2076" y="7337"/>
                    <a:pt x="2085" y="7341"/>
                    <a:pt x="2092" y="7341"/>
                  </a:cubicBezTo>
                  <a:cubicBezTo>
                    <a:pt x="2110" y="7341"/>
                    <a:pt x="2119" y="7320"/>
                    <a:pt x="2097" y="7298"/>
                  </a:cubicBezTo>
                  <a:cubicBezTo>
                    <a:pt x="760" y="5140"/>
                    <a:pt x="243" y="2556"/>
                    <a:pt x="821" y="64"/>
                  </a:cubicBezTo>
                  <a:cubicBezTo>
                    <a:pt x="840" y="26"/>
                    <a:pt x="812" y="0"/>
                    <a:pt x="7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52"/>
            <p:cNvSpPr/>
            <p:nvPr/>
          </p:nvSpPr>
          <p:spPr>
            <a:xfrm>
              <a:off x="3874200" y="5004250"/>
              <a:ext cx="27375" cy="162100"/>
            </a:xfrm>
            <a:custGeom>
              <a:avLst/>
              <a:gdLst/>
              <a:ahLst/>
              <a:cxnLst/>
              <a:rect l="l" t="t" r="r" b="b"/>
              <a:pathLst>
                <a:path w="1095" h="6484" extrusionOk="0">
                  <a:moveTo>
                    <a:pt x="53" y="0"/>
                  </a:moveTo>
                  <a:cubicBezTo>
                    <a:pt x="28" y="0"/>
                    <a:pt x="0" y="24"/>
                    <a:pt x="0" y="58"/>
                  </a:cubicBezTo>
                  <a:cubicBezTo>
                    <a:pt x="760" y="2125"/>
                    <a:pt x="760" y="4252"/>
                    <a:pt x="396" y="6441"/>
                  </a:cubicBezTo>
                  <a:cubicBezTo>
                    <a:pt x="396" y="6462"/>
                    <a:pt x="426" y="6484"/>
                    <a:pt x="444" y="6484"/>
                  </a:cubicBezTo>
                  <a:cubicBezTo>
                    <a:pt x="451" y="6484"/>
                    <a:pt x="456" y="6480"/>
                    <a:pt x="456" y="6471"/>
                  </a:cubicBezTo>
                  <a:cubicBezTo>
                    <a:pt x="1095" y="4374"/>
                    <a:pt x="882" y="2064"/>
                    <a:pt x="92" y="58"/>
                  </a:cubicBezTo>
                  <a:cubicBezTo>
                    <a:pt x="92" y="17"/>
                    <a:pt x="73" y="0"/>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52"/>
            <p:cNvSpPr/>
            <p:nvPr/>
          </p:nvSpPr>
          <p:spPr>
            <a:xfrm>
              <a:off x="4022375" y="4668675"/>
              <a:ext cx="345775" cy="309375"/>
            </a:xfrm>
            <a:custGeom>
              <a:avLst/>
              <a:gdLst/>
              <a:ahLst/>
              <a:cxnLst/>
              <a:rect l="l" t="t" r="r" b="b"/>
              <a:pathLst>
                <a:path w="13831" h="12375" extrusionOk="0">
                  <a:moveTo>
                    <a:pt x="6652" y="1"/>
                  </a:moveTo>
                  <a:cubicBezTo>
                    <a:pt x="6191" y="1"/>
                    <a:pt x="5724" y="55"/>
                    <a:pt x="5259" y="168"/>
                  </a:cubicBezTo>
                  <a:cubicBezTo>
                    <a:pt x="1916" y="1049"/>
                    <a:pt x="1" y="4818"/>
                    <a:pt x="882" y="8070"/>
                  </a:cubicBezTo>
                  <a:cubicBezTo>
                    <a:pt x="1608" y="10748"/>
                    <a:pt x="3960" y="12374"/>
                    <a:pt x="6635" y="12374"/>
                  </a:cubicBezTo>
                  <a:cubicBezTo>
                    <a:pt x="7209" y="12374"/>
                    <a:pt x="7799" y="12299"/>
                    <a:pt x="8390" y="12143"/>
                  </a:cubicBezTo>
                  <a:cubicBezTo>
                    <a:pt x="11733" y="11262"/>
                    <a:pt x="13831" y="8192"/>
                    <a:pt x="12949" y="4909"/>
                  </a:cubicBezTo>
                  <a:cubicBezTo>
                    <a:pt x="12241" y="2105"/>
                    <a:pt x="9545" y="1"/>
                    <a:pt x="66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52"/>
            <p:cNvSpPr/>
            <p:nvPr/>
          </p:nvSpPr>
          <p:spPr>
            <a:xfrm>
              <a:off x="4148525" y="4672250"/>
              <a:ext cx="93200" cy="269000"/>
            </a:xfrm>
            <a:custGeom>
              <a:avLst/>
              <a:gdLst/>
              <a:ahLst/>
              <a:cxnLst/>
              <a:rect l="l" t="t" r="r" b="b"/>
              <a:pathLst>
                <a:path w="3728" h="10760" extrusionOk="0">
                  <a:moveTo>
                    <a:pt x="110" y="0"/>
                  </a:moveTo>
                  <a:cubicBezTo>
                    <a:pt x="63" y="0"/>
                    <a:pt x="0" y="50"/>
                    <a:pt x="0" y="116"/>
                  </a:cubicBezTo>
                  <a:cubicBezTo>
                    <a:pt x="243" y="1970"/>
                    <a:pt x="973" y="3763"/>
                    <a:pt x="1520" y="5526"/>
                  </a:cubicBezTo>
                  <a:cubicBezTo>
                    <a:pt x="1794" y="6408"/>
                    <a:pt x="2098" y="7289"/>
                    <a:pt x="2402" y="8171"/>
                  </a:cubicBezTo>
                  <a:cubicBezTo>
                    <a:pt x="2675" y="8991"/>
                    <a:pt x="2888" y="9933"/>
                    <a:pt x="3344" y="10663"/>
                  </a:cubicBezTo>
                  <a:cubicBezTo>
                    <a:pt x="3388" y="10729"/>
                    <a:pt x="3452" y="10759"/>
                    <a:pt x="3514" y="10759"/>
                  </a:cubicBezTo>
                  <a:cubicBezTo>
                    <a:pt x="3624" y="10759"/>
                    <a:pt x="3728" y="10666"/>
                    <a:pt x="3709" y="10511"/>
                  </a:cubicBezTo>
                  <a:cubicBezTo>
                    <a:pt x="3587" y="9630"/>
                    <a:pt x="3131" y="8718"/>
                    <a:pt x="2827" y="7897"/>
                  </a:cubicBezTo>
                  <a:lnTo>
                    <a:pt x="1915" y="5161"/>
                  </a:lnTo>
                  <a:cubicBezTo>
                    <a:pt x="1338" y="3459"/>
                    <a:pt x="912" y="1666"/>
                    <a:pt x="152" y="25"/>
                  </a:cubicBezTo>
                  <a:cubicBezTo>
                    <a:pt x="144" y="8"/>
                    <a:pt x="128" y="0"/>
                    <a:pt x="1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52"/>
            <p:cNvSpPr/>
            <p:nvPr/>
          </p:nvSpPr>
          <p:spPr>
            <a:xfrm>
              <a:off x="4091525" y="4694425"/>
              <a:ext cx="146675" cy="342450"/>
            </a:xfrm>
            <a:custGeom>
              <a:avLst/>
              <a:gdLst/>
              <a:ahLst/>
              <a:cxnLst/>
              <a:rect l="l" t="t" r="r" b="b"/>
              <a:pathLst>
                <a:path w="5867" h="13698" extrusionOk="0">
                  <a:moveTo>
                    <a:pt x="1051" y="1"/>
                  </a:moveTo>
                  <a:cubicBezTo>
                    <a:pt x="1034" y="1"/>
                    <a:pt x="1015" y="8"/>
                    <a:pt x="1004" y="19"/>
                  </a:cubicBezTo>
                  <a:cubicBezTo>
                    <a:pt x="578" y="445"/>
                    <a:pt x="396" y="1204"/>
                    <a:pt x="274" y="1721"/>
                  </a:cubicBezTo>
                  <a:cubicBezTo>
                    <a:pt x="122" y="2451"/>
                    <a:pt x="1" y="3180"/>
                    <a:pt x="1" y="3879"/>
                  </a:cubicBezTo>
                  <a:cubicBezTo>
                    <a:pt x="1" y="5369"/>
                    <a:pt x="244" y="6888"/>
                    <a:pt x="882" y="8226"/>
                  </a:cubicBezTo>
                  <a:cubicBezTo>
                    <a:pt x="1490" y="9502"/>
                    <a:pt x="2432" y="10657"/>
                    <a:pt x="3466" y="11691"/>
                  </a:cubicBezTo>
                  <a:cubicBezTo>
                    <a:pt x="3891" y="12086"/>
                    <a:pt x="4317" y="12512"/>
                    <a:pt x="4773" y="12937"/>
                  </a:cubicBezTo>
                  <a:cubicBezTo>
                    <a:pt x="5016" y="13150"/>
                    <a:pt x="5320" y="13606"/>
                    <a:pt x="5685" y="13697"/>
                  </a:cubicBezTo>
                  <a:cubicBezTo>
                    <a:pt x="5745" y="13697"/>
                    <a:pt x="5867" y="13667"/>
                    <a:pt x="5837" y="13575"/>
                  </a:cubicBezTo>
                  <a:cubicBezTo>
                    <a:pt x="5776" y="13271"/>
                    <a:pt x="5533" y="13089"/>
                    <a:pt x="5289" y="12846"/>
                  </a:cubicBezTo>
                  <a:cubicBezTo>
                    <a:pt x="4925" y="12481"/>
                    <a:pt x="4530" y="12147"/>
                    <a:pt x="4165" y="11752"/>
                  </a:cubicBezTo>
                  <a:cubicBezTo>
                    <a:pt x="3162" y="10779"/>
                    <a:pt x="2220" y="9746"/>
                    <a:pt x="1520" y="8530"/>
                  </a:cubicBezTo>
                  <a:cubicBezTo>
                    <a:pt x="821" y="7223"/>
                    <a:pt x="457" y="5703"/>
                    <a:pt x="426" y="4244"/>
                  </a:cubicBezTo>
                  <a:cubicBezTo>
                    <a:pt x="396" y="3484"/>
                    <a:pt x="457" y="2663"/>
                    <a:pt x="578" y="1964"/>
                  </a:cubicBezTo>
                  <a:cubicBezTo>
                    <a:pt x="700" y="1296"/>
                    <a:pt x="1004" y="688"/>
                    <a:pt x="1064" y="80"/>
                  </a:cubicBezTo>
                  <a:cubicBezTo>
                    <a:pt x="1103" y="22"/>
                    <a:pt x="1080" y="1"/>
                    <a:pt x="1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52"/>
            <p:cNvSpPr/>
            <p:nvPr/>
          </p:nvSpPr>
          <p:spPr>
            <a:xfrm>
              <a:off x="4092025" y="4604100"/>
              <a:ext cx="222175" cy="460175"/>
            </a:xfrm>
            <a:custGeom>
              <a:avLst/>
              <a:gdLst/>
              <a:ahLst/>
              <a:cxnLst/>
              <a:rect l="l" t="t" r="r" b="b"/>
              <a:pathLst>
                <a:path w="8887" h="18407" extrusionOk="0">
                  <a:moveTo>
                    <a:pt x="138" y="1"/>
                  </a:moveTo>
                  <a:cubicBezTo>
                    <a:pt x="48" y="1"/>
                    <a:pt x="0" y="116"/>
                    <a:pt x="102" y="167"/>
                  </a:cubicBezTo>
                  <a:cubicBezTo>
                    <a:pt x="801" y="562"/>
                    <a:pt x="1592" y="866"/>
                    <a:pt x="2260" y="1231"/>
                  </a:cubicBezTo>
                  <a:cubicBezTo>
                    <a:pt x="3233" y="1778"/>
                    <a:pt x="4145" y="2416"/>
                    <a:pt x="4935" y="3176"/>
                  </a:cubicBezTo>
                  <a:cubicBezTo>
                    <a:pt x="7215" y="5486"/>
                    <a:pt x="8491" y="8921"/>
                    <a:pt x="8248" y="12173"/>
                  </a:cubicBezTo>
                  <a:cubicBezTo>
                    <a:pt x="8035" y="14240"/>
                    <a:pt x="7428" y="16155"/>
                    <a:pt x="6972" y="18131"/>
                  </a:cubicBezTo>
                  <a:cubicBezTo>
                    <a:pt x="6935" y="18297"/>
                    <a:pt x="7065" y="18406"/>
                    <a:pt x="7194" y="18406"/>
                  </a:cubicBezTo>
                  <a:cubicBezTo>
                    <a:pt x="7278" y="18406"/>
                    <a:pt x="7361" y="18360"/>
                    <a:pt x="7397" y="18252"/>
                  </a:cubicBezTo>
                  <a:cubicBezTo>
                    <a:pt x="7853" y="16459"/>
                    <a:pt x="8400" y="14726"/>
                    <a:pt x="8613" y="12933"/>
                  </a:cubicBezTo>
                  <a:cubicBezTo>
                    <a:pt x="8887" y="10988"/>
                    <a:pt x="8704" y="9134"/>
                    <a:pt x="7975" y="7279"/>
                  </a:cubicBezTo>
                  <a:cubicBezTo>
                    <a:pt x="7032" y="4726"/>
                    <a:pt x="5361" y="2538"/>
                    <a:pt x="2990" y="1200"/>
                  </a:cubicBezTo>
                  <a:cubicBezTo>
                    <a:pt x="2108" y="714"/>
                    <a:pt x="1166" y="258"/>
                    <a:pt x="193" y="15"/>
                  </a:cubicBezTo>
                  <a:cubicBezTo>
                    <a:pt x="174" y="5"/>
                    <a:pt x="155" y="1"/>
                    <a:pt x="1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52"/>
            <p:cNvSpPr/>
            <p:nvPr/>
          </p:nvSpPr>
          <p:spPr>
            <a:xfrm>
              <a:off x="4115850" y="4645000"/>
              <a:ext cx="119100" cy="381550"/>
            </a:xfrm>
            <a:custGeom>
              <a:avLst/>
              <a:gdLst/>
              <a:ahLst/>
              <a:cxnLst/>
              <a:rect l="l" t="t" r="r" b="b"/>
              <a:pathLst>
                <a:path w="4764" h="15262" extrusionOk="0">
                  <a:moveTo>
                    <a:pt x="864" y="0"/>
                  </a:moveTo>
                  <a:cubicBezTo>
                    <a:pt x="842" y="0"/>
                    <a:pt x="821" y="8"/>
                    <a:pt x="821" y="20"/>
                  </a:cubicBezTo>
                  <a:cubicBezTo>
                    <a:pt x="0" y="5340"/>
                    <a:pt x="1398" y="10993"/>
                    <a:pt x="4712" y="15248"/>
                  </a:cubicBezTo>
                  <a:cubicBezTo>
                    <a:pt x="4721" y="15257"/>
                    <a:pt x="4729" y="15261"/>
                    <a:pt x="4737" y="15261"/>
                  </a:cubicBezTo>
                  <a:cubicBezTo>
                    <a:pt x="4755" y="15261"/>
                    <a:pt x="4764" y="15240"/>
                    <a:pt x="4742" y="15218"/>
                  </a:cubicBezTo>
                  <a:cubicBezTo>
                    <a:pt x="1611" y="10811"/>
                    <a:pt x="183" y="5400"/>
                    <a:pt x="912" y="51"/>
                  </a:cubicBezTo>
                  <a:cubicBezTo>
                    <a:pt x="930" y="15"/>
                    <a:pt x="896" y="0"/>
                    <a:pt x="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52"/>
            <p:cNvSpPr/>
            <p:nvPr/>
          </p:nvSpPr>
          <p:spPr>
            <a:xfrm>
              <a:off x="4157875" y="4652100"/>
              <a:ext cx="141125" cy="362000"/>
            </a:xfrm>
            <a:custGeom>
              <a:avLst/>
              <a:gdLst/>
              <a:ahLst/>
              <a:cxnLst/>
              <a:rect l="l" t="t" r="r" b="b"/>
              <a:pathLst>
                <a:path w="5645" h="14480" extrusionOk="0">
                  <a:moveTo>
                    <a:pt x="48" y="1"/>
                  </a:moveTo>
                  <a:cubicBezTo>
                    <a:pt x="22" y="1"/>
                    <a:pt x="1" y="50"/>
                    <a:pt x="21" y="71"/>
                  </a:cubicBezTo>
                  <a:cubicBezTo>
                    <a:pt x="1815" y="1986"/>
                    <a:pt x="3122" y="4204"/>
                    <a:pt x="3882" y="6727"/>
                  </a:cubicBezTo>
                  <a:cubicBezTo>
                    <a:pt x="4642" y="9220"/>
                    <a:pt x="4733" y="11803"/>
                    <a:pt x="4338" y="14387"/>
                  </a:cubicBezTo>
                  <a:cubicBezTo>
                    <a:pt x="4338" y="14446"/>
                    <a:pt x="4376" y="14479"/>
                    <a:pt x="4411" y="14479"/>
                  </a:cubicBezTo>
                  <a:cubicBezTo>
                    <a:pt x="4430" y="14479"/>
                    <a:pt x="4448" y="14469"/>
                    <a:pt x="4459" y="14448"/>
                  </a:cubicBezTo>
                  <a:cubicBezTo>
                    <a:pt x="5645" y="9372"/>
                    <a:pt x="3730" y="3657"/>
                    <a:pt x="82" y="40"/>
                  </a:cubicBezTo>
                  <a:cubicBezTo>
                    <a:pt x="73" y="11"/>
                    <a:pt x="60"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52"/>
            <p:cNvSpPr/>
            <p:nvPr/>
          </p:nvSpPr>
          <p:spPr>
            <a:xfrm>
              <a:off x="4049725" y="4685575"/>
              <a:ext cx="136825" cy="314800"/>
            </a:xfrm>
            <a:custGeom>
              <a:avLst/>
              <a:gdLst/>
              <a:ahLst/>
              <a:cxnLst/>
              <a:rect l="l" t="t" r="r" b="b"/>
              <a:pathLst>
                <a:path w="5473" h="12592" extrusionOk="0">
                  <a:moveTo>
                    <a:pt x="1937" y="0"/>
                  </a:moveTo>
                  <a:cubicBezTo>
                    <a:pt x="1915" y="0"/>
                    <a:pt x="1895" y="11"/>
                    <a:pt x="1885" y="39"/>
                  </a:cubicBezTo>
                  <a:cubicBezTo>
                    <a:pt x="1277" y="1254"/>
                    <a:pt x="609" y="2470"/>
                    <a:pt x="396" y="3838"/>
                  </a:cubicBezTo>
                  <a:cubicBezTo>
                    <a:pt x="214" y="5054"/>
                    <a:pt x="305" y="6361"/>
                    <a:pt x="730" y="7546"/>
                  </a:cubicBezTo>
                  <a:cubicBezTo>
                    <a:pt x="1186" y="8853"/>
                    <a:pt x="1916" y="10100"/>
                    <a:pt x="2858" y="11133"/>
                  </a:cubicBezTo>
                  <a:cubicBezTo>
                    <a:pt x="3515" y="11817"/>
                    <a:pt x="4059" y="12591"/>
                    <a:pt x="4981" y="12591"/>
                  </a:cubicBezTo>
                  <a:cubicBezTo>
                    <a:pt x="5124" y="12591"/>
                    <a:pt x="5278" y="12572"/>
                    <a:pt x="5442" y="12531"/>
                  </a:cubicBezTo>
                  <a:cubicBezTo>
                    <a:pt x="5472" y="12531"/>
                    <a:pt x="5472" y="12440"/>
                    <a:pt x="5411" y="12440"/>
                  </a:cubicBezTo>
                  <a:cubicBezTo>
                    <a:pt x="5261" y="12466"/>
                    <a:pt x="5125" y="12480"/>
                    <a:pt x="4999" y="12480"/>
                  </a:cubicBezTo>
                  <a:cubicBezTo>
                    <a:pt x="4537" y="12480"/>
                    <a:pt x="4206" y="12299"/>
                    <a:pt x="3800" y="11893"/>
                  </a:cubicBezTo>
                  <a:cubicBezTo>
                    <a:pt x="3405" y="11437"/>
                    <a:pt x="2980" y="11011"/>
                    <a:pt x="2584" y="10556"/>
                  </a:cubicBezTo>
                  <a:cubicBezTo>
                    <a:pt x="1794" y="9552"/>
                    <a:pt x="1125" y="8337"/>
                    <a:pt x="730" y="7090"/>
                  </a:cubicBezTo>
                  <a:cubicBezTo>
                    <a:pt x="1" y="4568"/>
                    <a:pt x="852" y="2349"/>
                    <a:pt x="1977" y="99"/>
                  </a:cubicBezTo>
                  <a:cubicBezTo>
                    <a:pt x="2040" y="57"/>
                    <a:pt x="1986" y="0"/>
                    <a:pt x="19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52"/>
            <p:cNvSpPr/>
            <p:nvPr/>
          </p:nvSpPr>
          <p:spPr>
            <a:xfrm>
              <a:off x="4204000" y="4657650"/>
              <a:ext cx="136025" cy="309050"/>
            </a:xfrm>
            <a:custGeom>
              <a:avLst/>
              <a:gdLst/>
              <a:ahLst/>
              <a:cxnLst/>
              <a:rect l="l" t="t" r="r" b="b"/>
              <a:pathLst>
                <a:path w="5441" h="12362" extrusionOk="0">
                  <a:moveTo>
                    <a:pt x="61" y="1"/>
                  </a:moveTo>
                  <a:cubicBezTo>
                    <a:pt x="31" y="92"/>
                    <a:pt x="0" y="122"/>
                    <a:pt x="31" y="153"/>
                  </a:cubicBezTo>
                  <a:cubicBezTo>
                    <a:pt x="2249" y="1156"/>
                    <a:pt x="4012" y="2767"/>
                    <a:pt x="4772" y="5107"/>
                  </a:cubicBezTo>
                  <a:cubicBezTo>
                    <a:pt x="5198" y="6353"/>
                    <a:pt x="5198" y="7630"/>
                    <a:pt x="5015" y="8937"/>
                  </a:cubicBezTo>
                  <a:cubicBezTo>
                    <a:pt x="4894" y="9666"/>
                    <a:pt x="4833" y="10457"/>
                    <a:pt x="4377" y="11065"/>
                  </a:cubicBezTo>
                  <a:cubicBezTo>
                    <a:pt x="3982" y="11581"/>
                    <a:pt x="3404" y="11976"/>
                    <a:pt x="2888" y="12280"/>
                  </a:cubicBezTo>
                  <a:cubicBezTo>
                    <a:pt x="2865" y="12304"/>
                    <a:pt x="2877" y="12362"/>
                    <a:pt x="2897" y="12362"/>
                  </a:cubicBezTo>
                  <a:cubicBezTo>
                    <a:pt x="2904" y="12362"/>
                    <a:pt x="2911" y="12356"/>
                    <a:pt x="2918" y="12341"/>
                  </a:cubicBezTo>
                  <a:cubicBezTo>
                    <a:pt x="3465" y="12098"/>
                    <a:pt x="3982" y="11733"/>
                    <a:pt x="4377" y="11277"/>
                  </a:cubicBezTo>
                  <a:cubicBezTo>
                    <a:pt x="4772" y="10791"/>
                    <a:pt x="4894" y="10274"/>
                    <a:pt x="5046" y="9606"/>
                  </a:cubicBezTo>
                  <a:cubicBezTo>
                    <a:pt x="5319" y="8238"/>
                    <a:pt x="5441" y="6779"/>
                    <a:pt x="5046" y="5350"/>
                  </a:cubicBezTo>
                  <a:cubicBezTo>
                    <a:pt x="4377" y="2827"/>
                    <a:pt x="2432" y="1034"/>
                    <a:pt x="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52"/>
            <p:cNvSpPr/>
            <p:nvPr/>
          </p:nvSpPr>
          <p:spPr>
            <a:xfrm>
              <a:off x="4457800" y="4829525"/>
              <a:ext cx="176325" cy="266675"/>
            </a:xfrm>
            <a:custGeom>
              <a:avLst/>
              <a:gdLst/>
              <a:ahLst/>
              <a:cxnLst/>
              <a:rect l="l" t="t" r="r" b="b"/>
              <a:pathLst>
                <a:path w="7053" h="10667" extrusionOk="0">
                  <a:moveTo>
                    <a:pt x="3232" y="0"/>
                  </a:moveTo>
                  <a:cubicBezTo>
                    <a:pt x="2639" y="0"/>
                    <a:pt x="2059" y="162"/>
                    <a:pt x="1581" y="512"/>
                  </a:cubicBezTo>
                  <a:cubicBezTo>
                    <a:pt x="699" y="1150"/>
                    <a:pt x="304" y="2214"/>
                    <a:pt x="183" y="3247"/>
                  </a:cubicBezTo>
                  <a:cubicBezTo>
                    <a:pt x="0" y="5071"/>
                    <a:pt x="669" y="6956"/>
                    <a:pt x="2006" y="8202"/>
                  </a:cubicBezTo>
                  <a:lnTo>
                    <a:pt x="2037" y="10603"/>
                  </a:lnTo>
                  <a:cubicBezTo>
                    <a:pt x="2162" y="10646"/>
                    <a:pt x="2288" y="10666"/>
                    <a:pt x="2415" y="10666"/>
                  </a:cubicBezTo>
                  <a:cubicBezTo>
                    <a:pt x="3089" y="10666"/>
                    <a:pt x="3770" y="10107"/>
                    <a:pt x="4256" y="9570"/>
                  </a:cubicBezTo>
                  <a:cubicBezTo>
                    <a:pt x="5320" y="8445"/>
                    <a:pt x="6262" y="7108"/>
                    <a:pt x="6627" y="5588"/>
                  </a:cubicBezTo>
                  <a:cubicBezTo>
                    <a:pt x="7052" y="4068"/>
                    <a:pt x="6839" y="2335"/>
                    <a:pt x="5806" y="1150"/>
                  </a:cubicBezTo>
                  <a:cubicBezTo>
                    <a:pt x="5169" y="419"/>
                    <a:pt x="4185" y="0"/>
                    <a:pt x="3232" y="0"/>
                  </a:cubicBezTo>
                  <a:close/>
                </a:path>
              </a:pathLst>
            </a:custGeom>
            <a:solidFill>
              <a:srgbClr val="9D52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52"/>
            <p:cNvSpPr/>
            <p:nvPr/>
          </p:nvSpPr>
          <p:spPr>
            <a:xfrm>
              <a:off x="4457800" y="4829525"/>
              <a:ext cx="176325" cy="266675"/>
            </a:xfrm>
            <a:custGeom>
              <a:avLst/>
              <a:gdLst/>
              <a:ahLst/>
              <a:cxnLst/>
              <a:rect l="l" t="t" r="r" b="b"/>
              <a:pathLst>
                <a:path w="7053" h="10667" extrusionOk="0">
                  <a:moveTo>
                    <a:pt x="3232" y="0"/>
                  </a:moveTo>
                  <a:cubicBezTo>
                    <a:pt x="2639" y="0"/>
                    <a:pt x="2059" y="162"/>
                    <a:pt x="1581" y="512"/>
                  </a:cubicBezTo>
                  <a:cubicBezTo>
                    <a:pt x="699" y="1150"/>
                    <a:pt x="304" y="2214"/>
                    <a:pt x="183" y="3247"/>
                  </a:cubicBezTo>
                  <a:cubicBezTo>
                    <a:pt x="0" y="5071"/>
                    <a:pt x="669" y="6956"/>
                    <a:pt x="2006" y="8202"/>
                  </a:cubicBezTo>
                  <a:lnTo>
                    <a:pt x="2037" y="10603"/>
                  </a:lnTo>
                  <a:cubicBezTo>
                    <a:pt x="2162" y="10646"/>
                    <a:pt x="2288" y="10666"/>
                    <a:pt x="2415" y="10666"/>
                  </a:cubicBezTo>
                  <a:cubicBezTo>
                    <a:pt x="3089" y="10666"/>
                    <a:pt x="3770" y="10107"/>
                    <a:pt x="4256" y="9570"/>
                  </a:cubicBezTo>
                  <a:cubicBezTo>
                    <a:pt x="5320" y="8445"/>
                    <a:pt x="6262" y="7108"/>
                    <a:pt x="6627" y="5588"/>
                  </a:cubicBezTo>
                  <a:cubicBezTo>
                    <a:pt x="7052" y="4068"/>
                    <a:pt x="6839" y="2335"/>
                    <a:pt x="5806" y="1150"/>
                  </a:cubicBezTo>
                  <a:cubicBezTo>
                    <a:pt x="5169" y="419"/>
                    <a:pt x="4185" y="0"/>
                    <a:pt x="3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52"/>
            <p:cNvSpPr/>
            <p:nvPr/>
          </p:nvSpPr>
          <p:spPr>
            <a:xfrm>
              <a:off x="4484400" y="4812925"/>
              <a:ext cx="53450" cy="200475"/>
            </a:xfrm>
            <a:custGeom>
              <a:avLst/>
              <a:gdLst/>
              <a:ahLst/>
              <a:cxnLst/>
              <a:rect l="l" t="t" r="r" b="b"/>
              <a:pathLst>
                <a:path w="2138" h="8019" extrusionOk="0">
                  <a:moveTo>
                    <a:pt x="2051" y="1"/>
                  </a:moveTo>
                  <a:cubicBezTo>
                    <a:pt x="2036" y="1"/>
                    <a:pt x="2020" y="7"/>
                    <a:pt x="2006" y="21"/>
                  </a:cubicBezTo>
                  <a:cubicBezTo>
                    <a:pt x="1064" y="1024"/>
                    <a:pt x="608" y="2331"/>
                    <a:pt x="335" y="3668"/>
                  </a:cubicBezTo>
                  <a:cubicBezTo>
                    <a:pt x="61" y="5066"/>
                    <a:pt x="0" y="6647"/>
                    <a:pt x="517" y="7954"/>
                  </a:cubicBezTo>
                  <a:cubicBezTo>
                    <a:pt x="531" y="7996"/>
                    <a:pt x="565" y="8019"/>
                    <a:pt x="597" y="8019"/>
                  </a:cubicBezTo>
                  <a:cubicBezTo>
                    <a:pt x="634" y="8019"/>
                    <a:pt x="669" y="7989"/>
                    <a:pt x="669" y="7924"/>
                  </a:cubicBezTo>
                  <a:cubicBezTo>
                    <a:pt x="213" y="5462"/>
                    <a:pt x="365" y="2118"/>
                    <a:pt x="2067" y="112"/>
                  </a:cubicBezTo>
                  <a:cubicBezTo>
                    <a:pt x="2137" y="65"/>
                    <a:pt x="2100" y="1"/>
                    <a:pt x="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52"/>
            <p:cNvSpPr/>
            <p:nvPr/>
          </p:nvSpPr>
          <p:spPr>
            <a:xfrm>
              <a:off x="4523900" y="4811150"/>
              <a:ext cx="38025" cy="206425"/>
            </a:xfrm>
            <a:custGeom>
              <a:avLst/>
              <a:gdLst/>
              <a:ahLst/>
              <a:cxnLst/>
              <a:rect l="l" t="t" r="r" b="b"/>
              <a:pathLst>
                <a:path w="1521" h="8257" extrusionOk="0">
                  <a:moveTo>
                    <a:pt x="1429" y="1"/>
                  </a:moveTo>
                  <a:cubicBezTo>
                    <a:pt x="1384" y="1"/>
                    <a:pt x="1338" y="31"/>
                    <a:pt x="1338" y="92"/>
                  </a:cubicBezTo>
                  <a:cubicBezTo>
                    <a:pt x="1186" y="1490"/>
                    <a:pt x="943" y="2858"/>
                    <a:pt x="730" y="4286"/>
                  </a:cubicBezTo>
                  <a:cubicBezTo>
                    <a:pt x="487" y="5533"/>
                    <a:pt x="92" y="6779"/>
                    <a:pt x="1" y="8086"/>
                  </a:cubicBezTo>
                  <a:cubicBezTo>
                    <a:pt x="1" y="8192"/>
                    <a:pt x="93" y="8257"/>
                    <a:pt x="182" y="8257"/>
                  </a:cubicBezTo>
                  <a:cubicBezTo>
                    <a:pt x="247" y="8257"/>
                    <a:pt x="310" y="8223"/>
                    <a:pt x="335" y="8147"/>
                  </a:cubicBezTo>
                  <a:cubicBezTo>
                    <a:pt x="913" y="6961"/>
                    <a:pt x="1065" y="5441"/>
                    <a:pt x="1247" y="4165"/>
                  </a:cubicBezTo>
                  <a:cubicBezTo>
                    <a:pt x="1429" y="2797"/>
                    <a:pt x="1521" y="1460"/>
                    <a:pt x="1521" y="92"/>
                  </a:cubicBezTo>
                  <a:cubicBezTo>
                    <a:pt x="1521" y="31"/>
                    <a:pt x="1475" y="1"/>
                    <a:pt x="1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52"/>
            <p:cNvSpPr/>
            <p:nvPr/>
          </p:nvSpPr>
          <p:spPr>
            <a:xfrm>
              <a:off x="4527850" y="4827750"/>
              <a:ext cx="75875" cy="254350"/>
            </a:xfrm>
            <a:custGeom>
              <a:avLst/>
              <a:gdLst/>
              <a:ahLst/>
              <a:cxnLst/>
              <a:rect l="l" t="t" r="r" b="b"/>
              <a:pathLst>
                <a:path w="3035" h="10174" extrusionOk="0">
                  <a:moveTo>
                    <a:pt x="2080" y="1"/>
                  </a:moveTo>
                  <a:cubicBezTo>
                    <a:pt x="2052" y="1"/>
                    <a:pt x="2027" y="18"/>
                    <a:pt x="2062" y="36"/>
                  </a:cubicBezTo>
                  <a:cubicBezTo>
                    <a:pt x="2700" y="1738"/>
                    <a:pt x="2822" y="3622"/>
                    <a:pt x="2426" y="5385"/>
                  </a:cubicBezTo>
                  <a:cubicBezTo>
                    <a:pt x="2244" y="6267"/>
                    <a:pt x="1940" y="7148"/>
                    <a:pt x="1515" y="7938"/>
                  </a:cubicBezTo>
                  <a:cubicBezTo>
                    <a:pt x="1089" y="8698"/>
                    <a:pt x="542" y="9306"/>
                    <a:pt x="25" y="10036"/>
                  </a:cubicBezTo>
                  <a:cubicBezTo>
                    <a:pt x="1" y="10085"/>
                    <a:pt x="56" y="10174"/>
                    <a:pt x="110" y="10174"/>
                  </a:cubicBezTo>
                  <a:cubicBezTo>
                    <a:pt x="122" y="10174"/>
                    <a:pt x="135" y="10169"/>
                    <a:pt x="147" y="10157"/>
                  </a:cubicBezTo>
                  <a:cubicBezTo>
                    <a:pt x="846" y="9641"/>
                    <a:pt x="1363" y="8820"/>
                    <a:pt x="1758" y="8090"/>
                  </a:cubicBezTo>
                  <a:cubicBezTo>
                    <a:pt x="2214" y="7270"/>
                    <a:pt x="2518" y="6358"/>
                    <a:pt x="2700" y="5385"/>
                  </a:cubicBezTo>
                  <a:cubicBezTo>
                    <a:pt x="3034" y="3562"/>
                    <a:pt x="2852" y="1707"/>
                    <a:pt x="2122" y="36"/>
                  </a:cubicBezTo>
                  <a:cubicBezTo>
                    <a:pt x="2122" y="10"/>
                    <a:pt x="2101" y="1"/>
                    <a:pt x="2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52"/>
            <p:cNvSpPr/>
            <p:nvPr/>
          </p:nvSpPr>
          <p:spPr>
            <a:xfrm>
              <a:off x="3754900" y="5141650"/>
              <a:ext cx="260675" cy="272125"/>
            </a:xfrm>
            <a:custGeom>
              <a:avLst/>
              <a:gdLst/>
              <a:ahLst/>
              <a:cxnLst/>
              <a:rect l="l" t="t" r="r" b="b"/>
              <a:pathLst>
                <a:path w="10427" h="10885" extrusionOk="0">
                  <a:moveTo>
                    <a:pt x="4323" y="0"/>
                  </a:moveTo>
                  <a:cubicBezTo>
                    <a:pt x="3197" y="0"/>
                    <a:pt x="2081" y="459"/>
                    <a:pt x="1307" y="1279"/>
                  </a:cubicBezTo>
                  <a:cubicBezTo>
                    <a:pt x="335" y="2343"/>
                    <a:pt x="0" y="3984"/>
                    <a:pt x="487" y="5352"/>
                  </a:cubicBezTo>
                  <a:cubicBezTo>
                    <a:pt x="943" y="6629"/>
                    <a:pt x="2037" y="7571"/>
                    <a:pt x="3222" y="8301"/>
                  </a:cubicBezTo>
                  <a:cubicBezTo>
                    <a:pt x="3923" y="8709"/>
                    <a:pt x="4652" y="9062"/>
                    <a:pt x="5436" y="9062"/>
                  </a:cubicBezTo>
                  <a:cubicBezTo>
                    <a:pt x="5468" y="9062"/>
                    <a:pt x="5500" y="9062"/>
                    <a:pt x="5532" y="9060"/>
                  </a:cubicBezTo>
                  <a:cubicBezTo>
                    <a:pt x="6627" y="9030"/>
                    <a:pt x="7599" y="8240"/>
                    <a:pt x="8693" y="8118"/>
                  </a:cubicBezTo>
                  <a:lnTo>
                    <a:pt x="8906" y="10884"/>
                  </a:lnTo>
                  <a:cubicBezTo>
                    <a:pt x="9940" y="9699"/>
                    <a:pt x="10426" y="8088"/>
                    <a:pt x="10213" y="6507"/>
                  </a:cubicBezTo>
                  <a:cubicBezTo>
                    <a:pt x="10092" y="5717"/>
                    <a:pt x="9788" y="4957"/>
                    <a:pt x="9453" y="4228"/>
                  </a:cubicBezTo>
                  <a:cubicBezTo>
                    <a:pt x="8906" y="3133"/>
                    <a:pt x="8238" y="2100"/>
                    <a:pt x="7326" y="1310"/>
                  </a:cubicBezTo>
                  <a:cubicBezTo>
                    <a:pt x="6748" y="793"/>
                    <a:pt x="6079" y="367"/>
                    <a:pt x="5320" y="124"/>
                  </a:cubicBezTo>
                  <a:cubicBezTo>
                    <a:pt x="4992" y="41"/>
                    <a:pt x="4657" y="0"/>
                    <a:pt x="4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52"/>
            <p:cNvSpPr/>
            <p:nvPr/>
          </p:nvSpPr>
          <p:spPr>
            <a:xfrm>
              <a:off x="3787575" y="5143975"/>
              <a:ext cx="218875" cy="207775"/>
            </a:xfrm>
            <a:custGeom>
              <a:avLst/>
              <a:gdLst/>
              <a:ahLst/>
              <a:cxnLst/>
              <a:rect l="l" t="t" r="r" b="b"/>
              <a:pathLst>
                <a:path w="8755" h="8311" extrusionOk="0">
                  <a:moveTo>
                    <a:pt x="92" y="1"/>
                  </a:moveTo>
                  <a:cubicBezTo>
                    <a:pt x="61" y="31"/>
                    <a:pt x="0" y="183"/>
                    <a:pt x="92" y="183"/>
                  </a:cubicBezTo>
                  <a:cubicBezTo>
                    <a:pt x="1976" y="609"/>
                    <a:pt x="3617" y="1703"/>
                    <a:pt x="4955" y="3040"/>
                  </a:cubicBezTo>
                  <a:cubicBezTo>
                    <a:pt x="5684" y="3800"/>
                    <a:pt x="6323" y="4591"/>
                    <a:pt x="6931" y="5472"/>
                  </a:cubicBezTo>
                  <a:lnTo>
                    <a:pt x="7721" y="6718"/>
                  </a:lnTo>
                  <a:cubicBezTo>
                    <a:pt x="7994" y="7144"/>
                    <a:pt x="8481" y="7752"/>
                    <a:pt x="8146" y="8238"/>
                  </a:cubicBezTo>
                  <a:cubicBezTo>
                    <a:pt x="8124" y="8282"/>
                    <a:pt x="8151" y="8311"/>
                    <a:pt x="8179" y="8311"/>
                  </a:cubicBezTo>
                  <a:cubicBezTo>
                    <a:pt x="8189" y="8311"/>
                    <a:pt x="8199" y="8307"/>
                    <a:pt x="8207" y="8299"/>
                  </a:cubicBezTo>
                  <a:cubicBezTo>
                    <a:pt x="8754" y="7721"/>
                    <a:pt x="8146" y="6931"/>
                    <a:pt x="7812" y="6384"/>
                  </a:cubicBezTo>
                  <a:cubicBezTo>
                    <a:pt x="7143" y="5350"/>
                    <a:pt x="6444" y="4347"/>
                    <a:pt x="5624" y="3435"/>
                  </a:cubicBezTo>
                  <a:cubicBezTo>
                    <a:pt x="4165" y="1764"/>
                    <a:pt x="2280" y="457"/>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52"/>
            <p:cNvSpPr/>
            <p:nvPr/>
          </p:nvSpPr>
          <p:spPr>
            <a:xfrm>
              <a:off x="3764900" y="5164225"/>
              <a:ext cx="255400" cy="225275"/>
            </a:xfrm>
            <a:custGeom>
              <a:avLst/>
              <a:gdLst/>
              <a:ahLst/>
              <a:cxnLst/>
              <a:rect l="l" t="t" r="r" b="b"/>
              <a:pathLst>
                <a:path w="10216" h="9011" extrusionOk="0">
                  <a:moveTo>
                    <a:pt x="231" y="0"/>
                  </a:moveTo>
                  <a:cubicBezTo>
                    <a:pt x="71" y="0"/>
                    <a:pt x="1" y="212"/>
                    <a:pt x="147" y="285"/>
                  </a:cubicBezTo>
                  <a:cubicBezTo>
                    <a:pt x="1941" y="1622"/>
                    <a:pt x="3643" y="3021"/>
                    <a:pt x="5315" y="4540"/>
                  </a:cubicBezTo>
                  <a:cubicBezTo>
                    <a:pt x="6926" y="5999"/>
                    <a:pt x="8415" y="7580"/>
                    <a:pt x="10026" y="8978"/>
                  </a:cubicBezTo>
                  <a:cubicBezTo>
                    <a:pt x="10049" y="9002"/>
                    <a:pt x="10075" y="9011"/>
                    <a:pt x="10098" y="9011"/>
                  </a:cubicBezTo>
                  <a:cubicBezTo>
                    <a:pt x="10166" y="9011"/>
                    <a:pt x="10215" y="8932"/>
                    <a:pt x="10148" y="8887"/>
                  </a:cubicBezTo>
                  <a:cubicBezTo>
                    <a:pt x="8780" y="7124"/>
                    <a:pt x="7047" y="5604"/>
                    <a:pt x="5406" y="4145"/>
                  </a:cubicBezTo>
                  <a:cubicBezTo>
                    <a:pt x="3765" y="2686"/>
                    <a:pt x="2062" y="1318"/>
                    <a:pt x="360" y="42"/>
                  </a:cubicBezTo>
                  <a:cubicBezTo>
                    <a:pt x="313" y="12"/>
                    <a:pt x="269" y="0"/>
                    <a:pt x="2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52"/>
            <p:cNvSpPr/>
            <p:nvPr/>
          </p:nvSpPr>
          <p:spPr>
            <a:xfrm>
              <a:off x="3748575" y="5193025"/>
              <a:ext cx="241900" cy="186550"/>
            </a:xfrm>
            <a:custGeom>
              <a:avLst/>
              <a:gdLst/>
              <a:ahLst/>
              <a:cxnLst/>
              <a:rect l="l" t="t" r="r" b="b"/>
              <a:pathLst>
                <a:path w="9676" h="7462" extrusionOk="0">
                  <a:moveTo>
                    <a:pt x="113" y="1"/>
                  </a:moveTo>
                  <a:cubicBezTo>
                    <a:pt x="54" y="1"/>
                    <a:pt x="0" y="55"/>
                    <a:pt x="41" y="136"/>
                  </a:cubicBezTo>
                  <a:cubicBezTo>
                    <a:pt x="1955" y="3814"/>
                    <a:pt x="5451" y="6641"/>
                    <a:pt x="9554" y="7461"/>
                  </a:cubicBezTo>
                  <a:cubicBezTo>
                    <a:pt x="9615" y="7461"/>
                    <a:pt x="9676" y="7370"/>
                    <a:pt x="9585" y="7340"/>
                  </a:cubicBezTo>
                  <a:cubicBezTo>
                    <a:pt x="5603" y="6276"/>
                    <a:pt x="2138" y="3662"/>
                    <a:pt x="193" y="45"/>
                  </a:cubicBezTo>
                  <a:cubicBezTo>
                    <a:pt x="172" y="15"/>
                    <a:pt x="142" y="1"/>
                    <a:pt x="1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52"/>
            <p:cNvSpPr/>
            <p:nvPr/>
          </p:nvSpPr>
          <p:spPr>
            <a:xfrm>
              <a:off x="3872675" y="5250375"/>
              <a:ext cx="526625" cy="460825"/>
            </a:xfrm>
            <a:custGeom>
              <a:avLst/>
              <a:gdLst/>
              <a:ahLst/>
              <a:cxnLst/>
              <a:rect l="l" t="t" r="r" b="b"/>
              <a:pathLst>
                <a:path w="21065" h="18433" extrusionOk="0">
                  <a:moveTo>
                    <a:pt x="9393" y="0"/>
                  </a:moveTo>
                  <a:lnTo>
                    <a:pt x="9454" y="395"/>
                  </a:lnTo>
                  <a:cubicBezTo>
                    <a:pt x="9058" y="319"/>
                    <a:pt x="8661" y="283"/>
                    <a:pt x="8266" y="283"/>
                  </a:cubicBezTo>
                  <a:cubicBezTo>
                    <a:pt x="4720" y="283"/>
                    <a:pt x="1356" y="3223"/>
                    <a:pt x="700" y="6778"/>
                  </a:cubicBezTo>
                  <a:cubicBezTo>
                    <a:pt x="1" y="10730"/>
                    <a:pt x="2311" y="14864"/>
                    <a:pt x="5806" y="16870"/>
                  </a:cubicBezTo>
                  <a:cubicBezTo>
                    <a:pt x="7705" y="17943"/>
                    <a:pt x="9872" y="18433"/>
                    <a:pt x="12060" y="18433"/>
                  </a:cubicBezTo>
                  <a:cubicBezTo>
                    <a:pt x="13901" y="18433"/>
                    <a:pt x="15756" y="18086"/>
                    <a:pt x="17478" y="17447"/>
                  </a:cubicBezTo>
                  <a:cubicBezTo>
                    <a:pt x="18785" y="16961"/>
                    <a:pt x="20183" y="16140"/>
                    <a:pt x="20639" y="14772"/>
                  </a:cubicBezTo>
                  <a:cubicBezTo>
                    <a:pt x="21065" y="13557"/>
                    <a:pt x="20609" y="12250"/>
                    <a:pt x="20031" y="11095"/>
                  </a:cubicBezTo>
                  <a:cubicBezTo>
                    <a:pt x="18633" y="8237"/>
                    <a:pt x="16536" y="5806"/>
                    <a:pt x="14469" y="3404"/>
                  </a:cubicBezTo>
                  <a:cubicBezTo>
                    <a:pt x="13101" y="1854"/>
                    <a:pt x="11490" y="152"/>
                    <a:pt x="93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52"/>
            <p:cNvSpPr/>
            <p:nvPr/>
          </p:nvSpPr>
          <p:spPr>
            <a:xfrm>
              <a:off x="3880575" y="5579750"/>
              <a:ext cx="438575" cy="82375"/>
            </a:xfrm>
            <a:custGeom>
              <a:avLst/>
              <a:gdLst/>
              <a:ahLst/>
              <a:cxnLst/>
              <a:rect l="l" t="t" r="r" b="b"/>
              <a:pathLst>
                <a:path w="17543" h="3295" extrusionOk="0">
                  <a:moveTo>
                    <a:pt x="92" y="0"/>
                  </a:moveTo>
                  <a:cubicBezTo>
                    <a:pt x="31" y="0"/>
                    <a:pt x="0" y="89"/>
                    <a:pt x="49" y="138"/>
                  </a:cubicBezTo>
                  <a:cubicBezTo>
                    <a:pt x="2785" y="1810"/>
                    <a:pt x="5825" y="2813"/>
                    <a:pt x="8986" y="3178"/>
                  </a:cubicBezTo>
                  <a:cubicBezTo>
                    <a:pt x="9700" y="3241"/>
                    <a:pt x="10498" y="3295"/>
                    <a:pt x="11318" y="3295"/>
                  </a:cubicBezTo>
                  <a:cubicBezTo>
                    <a:pt x="13640" y="3295"/>
                    <a:pt x="16149" y="2869"/>
                    <a:pt x="17497" y="1050"/>
                  </a:cubicBezTo>
                  <a:cubicBezTo>
                    <a:pt x="17542" y="958"/>
                    <a:pt x="17467" y="866"/>
                    <a:pt x="17388" y="866"/>
                  </a:cubicBezTo>
                  <a:cubicBezTo>
                    <a:pt x="17362" y="866"/>
                    <a:pt x="17336" y="876"/>
                    <a:pt x="17314" y="898"/>
                  </a:cubicBezTo>
                  <a:cubicBezTo>
                    <a:pt x="15542" y="2489"/>
                    <a:pt x="13293" y="2941"/>
                    <a:pt x="11001" y="2941"/>
                  </a:cubicBezTo>
                  <a:cubicBezTo>
                    <a:pt x="10227" y="2941"/>
                    <a:pt x="9449" y="2890"/>
                    <a:pt x="8682" y="2813"/>
                  </a:cubicBezTo>
                  <a:cubicBezTo>
                    <a:pt x="5673" y="2479"/>
                    <a:pt x="2724" y="1537"/>
                    <a:pt x="141" y="17"/>
                  </a:cubicBezTo>
                  <a:cubicBezTo>
                    <a:pt x="123" y="5"/>
                    <a:pt x="107"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52"/>
            <p:cNvSpPr/>
            <p:nvPr/>
          </p:nvSpPr>
          <p:spPr>
            <a:xfrm>
              <a:off x="3854975" y="5529675"/>
              <a:ext cx="410925" cy="58875"/>
            </a:xfrm>
            <a:custGeom>
              <a:avLst/>
              <a:gdLst/>
              <a:ahLst/>
              <a:cxnLst/>
              <a:rect l="l" t="t" r="r" b="b"/>
              <a:pathLst>
                <a:path w="16437" h="2355" extrusionOk="0">
                  <a:moveTo>
                    <a:pt x="251" y="0"/>
                  </a:moveTo>
                  <a:cubicBezTo>
                    <a:pt x="79" y="0"/>
                    <a:pt x="1" y="324"/>
                    <a:pt x="192" y="378"/>
                  </a:cubicBezTo>
                  <a:cubicBezTo>
                    <a:pt x="2715" y="1230"/>
                    <a:pt x="5268" y="1837"/>
                    <a:pt x="7912" y="2081"/>
                  </a:cubicBezTo>
                  <a:cubicBezTo>
                    <a:pt x="9463" y="2233"/>
                    <a:pt x="11043" y="2324"/>
                    <a:pt x="12593" y="2354"/>
                  </a:cubicBezTo>
                  <a:cubicBezTo>
                    <a:pt x="13870" y="2354"/>
                    <a:pt x="15633" y="2081"/>
                    <a:pt x="16362" y="834"/>
                  </a:cubicBezTo>
                  <a:cubicBezTo>
                    <a:pt x="16437" y="686"/>
                    <a:pt x="16309" y="537"/>
                    <a:pt x="16176" y="537"/>
                  </a:cubicBezTo>
                  <a:cubicBezTo>
                    <a:pt x="16147" y="537"/>
                    <a:pt x="16117" y="544"/>
                    <a:pt x="16089" y="561"/>
                  </a:cubicBezTo>
                  <a:cubicBezTo>
                    <a:pt x="15390" y="956"/>
                    <a:pt x="14873" y="1382"/>
                    <a:pt x="14083" y="1594"/>
                  </a:cubicBezTo>
                  <a:cubicBezTo>
                    <a:pt x="13572" y="1708"/>
                    <a:pt x="13074" y="1739"/>
                    <a:pt x="12579" y="1739"/>
                  </a:cubicBezTo>
                  <a:cubicBezTo>
                    <a:pt x="12279" y="1739"/>
                    <a:pt x="11980" y="1727"/>
                    <a:pt x="11682" y="1716"/>
                  </a:cubicBezTo>
                  <a:cubicBezTo>
                    <a:pt x="10314" y="1686"/>
                    <a:pt x="8915" y="1625"/>
                    <a:pt x="7548" y="1473"/>
                  </a:cubicBezTo>
                  <a:cubicBezTo>
                    <a:pt x="5055" y="1260"/>
                    <a:pt x="2684" y="713"/>
                    <a:pt x="314" y="14"/>
                  </a:cubicBezTo>
                  <a:cubicBezTo>
                    <a:pt x="292" y="4"/>
                    <a:pt x="271" y="0"/>
                    <a:pt x="2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52"/>
            <p:cNvSpPr/>
            <p:nvPr/>
          </p:nvSpPr>
          <p:spPr>
            <a:xfrm>
              <a:off x="3846075" y="5478050"/>
              <a:ext cx="378450" cy="13975"/>
            </a:xfrm>
            <a:custGeom>
              <a:avLst/>
              <a:gdLst/>
              <a:ahLst/>
              <a:cxnLst/>
              <a:rect l="l" t="t" r="r" b="b"/>
              <a:pathLst>
                <a:path w="15138" h="559" extrusionOk="0">
                  <a:moveTo>
                    <a:pt x="5665" y="0"/>
                  </a:moveTo>
                  <a:cubicBezTo>
                    <a:pt x="3789" y="0"/>
                    <a:pt x="1908" y="35"/>
                    <a:pt x="62" y="103"/>
                  </a:cubicBezTo>
                  <a:cubicBezTo>
                    <a:pt x="1" y="103"/>
                    <a:pt x="1" y="194"/>
                    <a:pt x="62" y="194"/>
                  </a:cubicBezTo>
                  <a:cubicBezTo>
                    <a:pt x="692" y="187"/>
                    <a:pt x="1321" y="183"/>
                    <a:pt x="1948" y="183"/>
                  </a:cubicBezTo>
                  <a:cubicBezTo>
                    <a:pt x="3829" y="183"/>
                    <a:pt x="5692" y="217"/>
                    <a:pt x="7539" y="285"/>
                  </a:cubicBezTo>
                  <a:cubicBezTo>
                    <a:pt x="10062" y="346"/>
                    <a:pt x="12554" y="559"/>
                    <a:pt x="15047" y="559"/>
                  </a:cubicBezTo>
                  <a:cubicBezTo>
                    <a:pt x="15138" y="559"/>
                    <a:pt x="15138" y="346"/>
                    <a:pt x="15047" y="346"/>
                  </a:cubicBezTo>
                  <a:cubicBezTo>
                    <a:pt x="12554" y="42"/>
                    <a:pt x="10031" y="42"/>
                    <a:pt x="7539" y="12"/>
                  </a:cubicBezTo>
                  <a:cubicBezTo>
                    <a:pt x="6916" y="4"/>
                    <a:pt x="6291" y="0"/>
                    <a:pt x="56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52"/>
            <p:cNvSpPr/>
            <p:nvPr/>
          </p:nvSpPr>
          <p:spPr>
            <a:xfrm>
              <a:off x="3844250" y="5370250"/>
              <a:ext cx="329375" cy="67300"/>
            </a:xfrm>
            <a:custGeom>
              <a:avLst/>
              <a:gdLst/>
              <a:ahLst/>
              <a:cxnLst/>
              <a:rect l="l" t="t" r="r" b="b"/>
              <a:pathLst>
                <a:path w="13175" h="2692" extrusionOk="0">
                  <a:moveTo>
                    <a:pt x="11826" y="1"/>
                  </a:moveTo>
                  <a:cubicBezTo>
                    <a:pt x="10043" y="1"/>
                    <a:pt x="8238" y="292"/>
                    <a:pt x="6518" y="646"/>
                  </a:cubicBezTo>
                  <a:cubicBezTo>
                    <a:pt x="4360" y="1072"/>
                    <a:pt x="2232" y="1679"/>
                    <a:pt x="165" y="2439"/>
                  </a:cubicBezTo>
                  <a:cubicBezTo>
                    <a:pt x="1" y="2467"/>
                    <a:pt x="58" y="2691"/>
                    <a:pt x="182" y="2691"/>
                  </a:cubicBezTo>
                  <a:cubicBezTo>
                    <a:pt x="196" y="2691"/>
                    <a:pt x="211" y="2689"/>
                    <a:pt x="226" y="2682"/>
                  </a:cubicBezTo>
                  <a:cubicBezTo>
                    <a:pt x="2262" y="2014"/>
                    <a:pt x="4390" y="1497"/>
                    <a:pt x="6518" y="1132"/>
                  </a:cubicBezTo>
                  <a:cubicBezTo>
                    <a:pt x="8645" y="737"/>
                    <a:pt x="10803" y="707"/>
                    <a:pt x="12931" y="403"/>
                  </a:cubicBezTo>
                  <a:cubicBezTo>
                    <a:pt x="13174" y="372"/>
                    <a:pt x="13083" y="38"/>
                    <a:pt x="12901" y="38"/>
                  </a:cubicBezTo>
                  <a:cubicBezTo>
                    <a:pt x="12544" y="13"/>
                    <a:pt x="12186" y="1"/>
                    <a:pt x="118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52"/>
            <p:cNvSpPr/>
            <p:nvPr/>
          </p:nvSpPr>
          <p:spPr>
            <a:xfrm>
              <a:off x="3874625" y="5308325"/>
              <a:ext cx="288350" cy="83825"/>
            </a:xfrm>
            <a:custGeom>
              <a:avLst/>
              <a:gdLst/>
              <a:ahLst/>
              <a:cxnLst/>
              <a:rect l="l" t="t" r="r" b="b"/>
              <a:pathLst>
                <a:path w="11534" h="3353" extrusionOk="0">
                  <a:moveTo>
                    <a:pt x="8906" y="0"/>
                  </a:moveTo>
                  <a:cubicBezTo>
                    <a:pt x="5726" y="0"/>
                    <a:pt x="2487" y="1273"/>
                    <a:pt x="75" y="3184"/>
                  </a:cubicBezTo>
                  <a:cubicBezTo>
                    <a:pt x="1" y="3258"/>
                    <a:pt x="47" y="3352"/>
                    <a:pt x="100" y="3352"/>
                  </a:cubicBezTo>
                  <a:cubicBezTo>
                    <a:pt x="112" y="3352"/>
                    <a:pt x="124" y="3347"/>
                    <a:pt x="135" y="3336"/>
                  </a:cubicBezTo>
                  <a:cubicBezTo>
                    <a:pt x="1746" y="2120"/>
                    <a:pt x="3570" y="1269"/>
                    <a:pt x="5485" y="752"/>
                  </a:cubicBezTo>
                  <a:cubicBezTo>
                    <a:pt x="6701" y="453"/>
                    <a:pt x="7905" y="349"/>
                    <a:pt x="9119" y="349"/>
                  </a:cubicBezTo>
                  <a:cubicBezTo>
                    <a:pt x="9878" y="349"/>
                    <a:pt x="10641" y="390"/>
                    <a:pt x="11412" y="448"/>
                  </a:cubicBezTo>
                  <a:cubicBezTo>
                    <a:pt x="11503" y="448"/>
                    <a:pt x="11534" y="357"/>
                    <a:pt x="11473" y="296"/>
                  </a:cubicBezTo>
                  <a:cubicBezTo>
                    <a:pt x="10634" y="94"/>
                    <a:pt x="9772" y="0"/>
                    <a:pt x="89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52"/>
            <p:cNvSpPr/>
            <p:nvPr/>
          </p:nvSpPr>
          <p:spPr>
            <a:xfrm>
              <a:off x="3967675" y="4920800"/>
              <a:ext cx="722675" cy="759500"/>
            </a:xfrm>
            <a:custGeom>
              <a:avLst/>
              <a:gdLst/>
              <a:ahLst/>
              <a:cxnLst/>
              <a:rect l="l" t="t" r="r" b="b"/>
              <a:pathLst>
                <a:path w="28907" h="30380" extrusionOk="0">
                  <a:moveTo>
                    <a:pt x="14080" y="1"/>
                  </a:moveTo>
                  <a:cubicBezTo>
                    <a:pt x="13023" y="1"/>
                    <a:pt x="11951" y="137"/>
                    <a:pt x="10882" y="417"/>
                  </a:cubicBezTo>
                  <a:cubicBezTo>
                    <a:pt x="4043" y="2241"/>
                    <a:pt x="0" y="9232"/>
                    <a:pt x="2067" y="17165"/>
                  </a:cubicBezTo>
                  <a:cubicBezTo>
                    <a:pt x="3993" y="24477"/>
                    <a:pt x="12606" y="30379"/>
                    <a:pt x="17508" y="30379"/>
                  </a:cubicBezTo>
                  <a:cubicBezTo>
                    <a:pt x="17945" y="30379"/>
                    <a:pt x="18353" y="30332"/>
                    <a:pt x="18724" y="30235"/>
                  </a:cubicBezTo>
                  <a:cubicBezTo>
                    <a:pt x="23253" y="29080"/>
                    <a:pt x="28906" y="18624"/>
                    <a:pt x="26809" y="10691"/>
                  </a:cubicBezTo>
                  <a:cubicBezTo>
                    <a:pt x="25040" y="3972"/>
                    <a:pt x="19786" y="1"/>
                    <a:pt x="140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52"/>
            <p:cNvSpPr/>
            <p:nvPr/>
          </p:nvSpPr>
          <p:spPr>
            <a:xfrm>
              <a:off x="4237650" y="4933300"/>
              <a:ext cx="223050" cy="790200"/>
            </a:xfrm>
            <a:custGeom>
              <a:avLst/>
              <a:gdLst/>
              <a:ahLst/>
              <a:cxnLst/>
              <a:rect l="l" t="t" r="r" b="b"/>
              <a:pathLst>
                <a:path w="8922" h="31608" extrusionOk="0">
                  <a:moveTo>
                    <a:pt x="121" y="0"/>
                  </a:moveTo>
                  <a:cubicBezTo>
                    <a:pt x="68" y="0"/>
                    <a:pt x="1" y="57"/>
                    <a:pt x="22" y="99"/>
                  </a:cubicBezTo>
                  <a:cubicBezTo>
                    <a:pt x="539" y="2744"/>
                    <a:pt x="1390" y="5327"/>
                    <a:pt x="2119" y="7911"/>
                  </a:cubicBezTo>
                  <a:cubicBezTo>
                    <a:pt x="2818" y="10495"/>
                    <a:pt x="3548" y="13109"/>
                    <a:pt x="4277" y="15692"/>
                  </a:cubicBezTo>
                  <a:cubicBezTo>
                    <a:pt x="5007" y="18276"/>
                    <a:pt x="5645" y="20890"/>
                    <a:pt x="6314" y="23504"/>
                  </a:cubicBezTo>
                  <a:cubicBezTo>
                    <a:pt x="6983" y="26148"/>
                    <a:pt x="7591" y="28762"/>
                    <a:pt x="8259" y="31376"/>
                  </a:cubicBezTo>
                  <a:cubicBezTo>
                    <a:pt x="8309" y="31537"/>
                    <a:pt x="8434" y="31608"/>
                    <a:pt x="8559" y="31608"/>
                  </a:cubicBezTo>
                  <a:cubicBezTo>
                    <a:pt x="8740" y="31608"/>
                    <a:pt x="8921" y="31459"/>
                    <a:pt x="8867" y="31224"/>
                  </a:cubicBezTo>
                  <a:cubicBezTo>
                    <a:pt x="8046" y="27121"/>
                    <a:pt x="6891" y="23018"/>
                    <a:pt x="5797" y="18945"/>
                  </a:cubicBezTo>
                  <a:cubicBezTo>
                    <a:pt x="4703" y="14841"/>
                    <a:pt x="3578" y="10738"/>
                    <a:pt x="2362" y="6634"/>
                  </a:cubicBezTo>
                  <a:cubicBezTo>
                    <a:pt x="1724" y="4416"/>
                    <a:pt x="1086" y="2166"/>
                    <a:pt x="174" y="39"/>
                  </a:cubicBezTo>
                  <a:cubicBezTo>
                    <a:pt x="165" y="11"/>
                    <a:pt x="144" y="0"/>
                    <a:pt x="1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52"/>
            <p:cNvSpPr/>
            <p:nvPr/>
          </p:nvSpPr>
          <p:spPr>
            <a:xfrm>
              <a:off x="4100650" y="4944525"/>
              <a:ext cx="317425" cy="869600"/>
            </a:xfrm>
            <a:custGeom>
              <a:avLst/>
              <a:gdLst/>
              <a:ahLst/>
              <a:cxnLst/>
              <a:rect l="l" t="t" r="r" b="b"/>
              <a:pathLst>
                <a:path w="12697" h="34784" extrusionOk="0">
                  <a:moveTo>
                    <a:pt x="2115" y="0"/>
                  </a:moveTo>
                  <a:cubicBezTo>
                    <a:pt x="2071" y="0"/>
                    <a:pt x="2028" y="14"/>
                    <a:pt x="2006" y="46"/>
                  </a:cubicBezTo>
                  <a:cubicBezTo>
                    <a:pt x="487" y="2143"/>
                    <a:pt x="92" y="4939"/>
                    <a:pt x="31" y="7462"/>
                  </a:cubicBezTo>
                  <a:cubicBezTo>
                    <a:pt x="0" y="10106"/>
                    <a:pt x="335" y="12781"/>
                    <a:pt x="943" y="15365"/>
                  </a:cubicBezTo>
                  <a:cubicBezTo>
                    <a:pt x="2037" y="20167"/>
                    <a:pt x="4590" y="24666"/>
                    <a:pt x="7356" y="28739"/>
                  </a:cubicBezTo>
                  <a:cubicBezTo>
                    <a:pt x="8785" y="30867"/>
                    <a:pt x="10305" y="33055"/>
                    <a:pt x="12250" y="34727"/>
                  </a:cubicBezTo>
                  <a:cubicBezTo>
                    <a:pt x="12303" y="34766"/>
                    <a:pt x="12355" y="34783"/>
                    <a:pt x="12404" y="34783"/>
                  </a:cubicBezTo>
                  <a:cubicBezTo>
                    <a:pt x="12578" y="34783"/>
                    <a:pt x="12697" y="34566"/>
                    <a:pt x="12554" y="34423"/>
                  </a:cubicBezTo>
                  <a:cubicBezTo>
                    <a:pt x="9332" y="30897"/>
                    <a:pt x="6627" y="26854"/>
                    <a:pt x="4377" y="22599"/>
                  </a:cubicBezTo>
                  <a:cubicBezTo>
                    <a:pt x="3313" y="20593"/>
                    <a:pt x="2371" y="18526"/>
                    <a:pt x="1794" y="16338"/>
                  </a:cubicBezTo>
                  <a:cubicBezTo>
                    <a:pt x="1155" y="13845"/>
                    <a:pt x="699" y="11262"/>
                    <a:pt x="639" y="8678"/>
                  </a:cubicBezTo>
                  <a:cubicBezTo>
                    <a:pt x="547" y="5669"/>
                    <a:pt x="1034" y="2903"/>
                    <a:pt x="2219" y="106"/>
                  </a:cubicBezTo>
                  <a:cubicBezTo>
                    <a:pt x="2279" y="47"/>
                    <a:pt x="2196"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52"/>
            <p:cNvSpPr/>
            <p:nvPr/>
          </p:nvSpPr>
          <p:spPr>
            <a:xfrm>
              <a:off x="4315525" y="4887800"/>
              <a:ext cx="287425" cy="778475"/>
            </a:xfrm>
            <a:custGeom>
              <a:avLst/>
              <a:gdLst/>
              <a:ahLst/>
              <a:cxnLst/>
              <a:rect l="l" t="t" r="r" b="b"/>
              <a:pathLst>
                <a:path w="11497" h="31139" extrusionOk="0">
                  <a:moveTo>
                    <a:pt x="54" y="1"/>
                  </a:moveTo>
                  <a:cubicBezTo>
                    <a:pt x="0" y="1"/>
                    <a:pt x="5" y="93"/>
                    <a:pt x="68" y="156"/>
                  </a:cubicBezTo>
                  <a:cubicBezTo>
                    <a:pt x="1710" y="1403"/>
                    <a:pt x="3169" y="2740"/>
                    <a:pt x="4384" y="4473"/>
                  </a:cubicBezTo>
                  <a:cubicBezTo>
                    <a:pt x="5570" y="6175"/>
                    <a:pt x="6482" y="8090"/>
                    <a:pt x="7302" y="9974"/>
                  </a:cubicBezTo>
                  <a:cubicBezTo>
                    <a:pt x="9096" y="14199"/>
                    <a:pt x="10190" y="18728"/>
                    <a:pt x="10585" y="23287"/>
                  </a:cubicBezTo>
                  <a:cubicBezTo>
                    <a:pt x="10798" y="25841"/>
                    <a:pt x="10707" y="28364"/>
                    <a:pt x="10646" y="30917"/>
                  </a:cubicBezTo>
                  <a:cubicBezTo>
                    <a:pt x="10646" y="31058"/>
                    <a:pt x="10759" y="31138"/>
                    <a:pt x="10872" y="31138"/>
                  </a:cubicBezTo>
                  <a:cubicBezTo>
                    <a:pt x="10953" y="31138"/>
                    <a:pt x="11033" y="31097"/>
                    <a:pt x="11071" y="31008"/>
                  </a:cubicBezTo>
                  <a:cubicBezTo>
                    <a:pt x="11497" y="28668"/>
                    <a:pt x="11497" y="26327"/>
                    <a:pt x="11345" y="24017"/>
                  </a:cubicBezTo>
                  <a:cubicBezTo>
                    <a:pt x="11193" y="21646"/>
                    <a:pt x="10828" y="19336"/>
                    <a:pt x="10311" y="17056"/>
                  </a:cubicBezTo>
                  <a:cubicBezTo>
                    <a:pt x="9278" y="12649"/>
                    <a:pt x="7667" y="8120"/>
                    <a:pt x="5083" y="4412"/>
                  </a:cubicBezTo>
                  <a:cubicBezTo>
                    <a:pt x="3868" y="2649"/>
                    <a:pt x="2226" y="795"/>
                    <a:pt x="159" y="65"/>
                  </a:cubicBezTo>
                  <a:cubicBezTo>
                    <a:pt x="113" y="19"/>
                    <a:pt x="78" y="1"/>
                    <a:pt x="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52"/>
            <p:cNvSpPr/>
            <p:nvPr/>
          </p:nvSpPr>
          <p:spPr>
            <a:xfrm>
              <a:off x="4190325" y="4945900"/>
              <a:ext cx="256850" cy="874250"/>
            </a:xfrm>
            <a:custGeom>
              <a:avLst/>
              <a:gdLst/>
              <a:ahLst/>
              <a:cxnLst/>
              <a:rect l="l" t="t" r="r" b="b"/>
              <a:pathLst>
                <a:path w="10274" h="34970" extrusionOk="0">
                  <a:moveTo>
                    <a:pt x="82" y="1"/>
                  </a:moveTo>
                  <a:cubicBezTo>
                    <a:pt x="42" y="1"/>
                    <a:pt x="0" y="16"/>
                    <a:pt x="0" y="51"/>
                  </a:cubicBezTo>
                  <a:cubicBezTo>
                    <a:pt x="213" y="9535"/>
                    <a:pt x="2675" y="19049"/>
                    <a:pt x="6474" y="27681"/>
                  </a:cubicBezTo>
                  <a:cubicBezTo>
                    <a:pt x="7538" y="30113"/>
                    <a:pt x="8663" y="32696"/>
                    <a:pt x="10152" y="34945"/>
                  </a:cubicBezTo>
                  <a:cubicBezTo>
                    <a:pt x="10161" y="34962"/>
                    <a:pt x="10174" y="34970"/>
                    <a:pt x="10189" y="34970"/>
                  </a:cubicBezTo>
                  <a:cubicBezTo>
                    <a:pt x="10226" y="34970"/>
                    <a:pt x="10274" y="34920"/>
                    <a:pt x="10274" y="34854"/>
                  </a:cubicBezTo>
                  <a:cubicBezTo>
                    <a:pt x="9240" y="32727"/>
                    <a:pt x="8055" y="30720"/>
                    <a:pt x="7082" y="28562"/>
                  </a:cubicBezTo>
                  <a:cubicBezTo>
                    <a:pt x="6079" y="26344"/>
                    <a:pt x="5167" y="24064"/>
                    <a:pt x="4377" y="21784"/>
                  </a:cubicBezTo>
                  <a:cubicBezTo>
                    <a:pt x="2857" y="17377"/>
                    <a:pt x="1763" y="12817"/>
                    <a:pt x="1034" y="8197"/>
                  </a:cubicBezTo>
                  <a:cubicBezTo>
                    <a:pt x="608" y="5492"/>
                    <a:pt x="365" y="2757"/>
                    <a:pt x="152" y="21"/>
                  </a:cubicBezTo>
                  <a:cubicBezTo>
                    <a:pt x="139" y="8"/>
                    <a:pt x="111" y="1"/>
                    <a:pt x="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52"/>
            <p:cNvSpPr/>
            <p:nvPr/>
          </p:nvSpPr>
          <p:spPr>
            <a:xfrm>
              <a:off x="4288475" y="4904425"/>
              <a:ext cx="251100" cy="844300"/>
            </a:xfrm>
            <a:custGeom>
              <a:avLst/>
              <a:gdLst/>
              <a:ahLst/>
              <a:cxnLst/>
              <a:rect l="l" t="t" r="r" b="b"/>
              <a:pathLst>
                <a:path w="10044" h="33772" extrusionOk="0">
                  <a:moveTo>
                    <a:pt x="95" y="0"/>
                  </a:moveTo>
                  <a:cubicBezTo>
                    <a:pt x="57" y="0"/>
                    <a:pt x="1" y="50"/>
                    <a:pt x="25" y="99"/>
                  </a:cubicBezTo>
                  <a:cubicBezTo>
                    <a:pt x="5558" y="7394"/>
                    <a:pt x="7108" y="16695"/>
                    <a:pt x="8597" y="25449"/>
                  </a:cubicBezTo>
                  <a:cubicBezTo>
                    <a:pt x="9053" y="28215"/>
                    <a:pt x="9448" y="30981"/>
                    <a:pt x="9874" y="33717"/>
                  </a:cubicBezTo>
                  <a:cubicBezTo>
                    <a:pt x="9874" y="33755"/>
                    <a:pt x="9906" y="33772"/>
                    <a:pt x="9941" y="33772"/>
                  </a:cubicBezTo>
                  <a:cubicBezTo>
                    <a:pt x="9989" y="33772"/>
                    <a:pt x="10043" y="33739"/>
                    <a:pt x="10026" y="33686"/>
                  </a:cubicBezTo>
                  <a:cubicBezTo>
                    <a:pt x="9418" y="28823"/>
                    <a:pt x="8567" y="23930"/>
                    <a:pt x="7624" y="19127"/>
                  </a:cubicBezTo>
                  <a:cubicBezTo>
                    <a:pt x="6804" y="14750"/>
                    <a:pt x="5740" y="10434"/>
                    <a:pt x="3916" y="6361"/>
                  </a:cubicBezTo>
                  <a:cubicBezTo>
                    <a:pt x="2883" y="4081"/>
                    <a:pt x="1636" y="1954"/>
                    <a:pt x="117" y="8"/>
                  </a:cubicBezTo>
                  <a:cubicBezTo>
                    <a:pt x="111" y="3"/>
                    <a:pt x="103" y="0"/>
                    <a:pt x="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52"/>
            <p:cNvSpPr/>
            <p:nvPr/>
          </p:nvSpPr>
          <p:spPr>
            <a:xfrm>
              <a:off x="4425275" y="4920150"/>
              <a:ext cx="216450" cy="551600"/>
            </a:xfrm>
            <a:custGeom>
              <a:avLst/>
              <a:gdLst/>
              <a:ahLst/>
              <a:cxnLst/>
              <a:rect l="l" t="t" r="r" b="b"/>
              <a:pathLst>
                <a:path w="8658" h="22064" extrusionOk="0">
                  <a:moveTo>
                    <a:pt x="93" y="1"/>
                  </a:moveTo>
                  <a:cubicBezTo>
                    <a:pt x="55" y="1"/>
                    <a:pt x="0" y="84"/>
                    <a:pt x="25" y="109"/>
                  </a:cubicBezTo>
                  <a:cubicBezTo>
                    <a:pt x="2912" y="2905"/>
                    <a:pt x="4979" y="6461"/>
                    <a:pt x="6256" y="10200"/>
                  </a:cubicBezTo>
                  <a:cubicBezTo>
                    <a:pt x="6894" y="12085"/>
                    <a:pt x="7411" y="13969"/>
                    <a:pt x="7745" y="15945"/>
                  </a:cubicBezTo>
                  <a:cubicBezTo>
                    <a:pt x="8110" y="17951"/>
                    <a:pt x="8232" y="19987"/>
                    <a:pt x="8505" y="21993"/>
                  </a:cubicBezTo>
                  <a:cubicBezTo>
                    <a:pt x="8505" y="22029"/>
                    <a:pt x="8556" y="22064"/>
                    <a:pt x="8599" y="22064"/>
                  </a:cubicBezTo>
                  <a:cubicBezTo>
                    <a:pt x="8630" y="22064"/>
                    <a:pt x="8657" y="22045"/>
                    <a:pt x="8657" y="21993"/>
                  </a:cubicBezTo>
                  <a:cubicBezTo>
                    <a:pt x="8657" y="19927"/>
                    <a:pt x="8353" y="17890"/>
                    <a:pt x="7958" y="15884"/>
                  </a:cubicBezTo>
                  <a:cubicBezTo>
                    <a:pt x="7593" y="13847"/>
                    <a:pt x="7107" y="11872"/>
                    <a:pt x="6408" y="9957"/>
                  </a:cubicBezTo>
                  <a:cubicBezTo>
                    <a:pt x="5070" y="6188"/>
                    <a:pt x="3034" y="2723"/>
                    <a:pt x="116" y="17"/>
                  </a:cubicBezTo>
                  <a:cubicBezTo>
                    <a:pt x="110" y="6"/>
                    <a:pt x="102" y="1"/>
                    <a:pt x="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52"/>
            <p:cNvSpPr/>
            <p:nvPr/>
          </p:nvSpPr>
          <p:spPr>
            <a:xfrm>
              <a:off x="4006425" y="4998775"/>
              <a:ext cx="278750" cy="711550"/>
            </a:xfrm>
            <a:custGeom>
              <a:avLst/>
              <a:gdLst/>
              <a:ahLst/>
              <a:cxnLst/>
              <a:rect l="l" t="t" r="r" b="b"/>
              <a:pathLst>
                <a:path w="11150" h="28462" extrusionOk="0">
                  <a:moveTo>
                    <a:pt x="2464" y="0"/>
                  </a:moveTo>
                  <a:cubicBezTo>
                    <a:pt x="2438" y="0"/>
                    <a:pt x="2413" y="10"/>
                    <a:pt x="2402" y="34"/>
                  </a:cubicBezTo>
                  <a:cubicBezTo>
                    <a:pt x="0" y="7936"/>
                    <a:pt x="1581" y="16721"/>
                    <a:pt x="6353" y="23438"/>
                  </a:cubicBezTo>
                  <a:cubicBezTo>
                    <a:pt x="7660" y="25353"/>
                    <a:pt x="9241" y="26995"/>
                    <a:pt x="11034" y="28453"/>
                  </a:cubicBezTo>
                  <a:cubicBezTo>
                    <a:pt x="11046" y="28459"/>
                    <a:pt x="11057" y="28462"/>
                    <a:pt x="11068" y="28462"/>
                  </a:cubicBezTo>
                  <a:cubicBezTo>
                    <a:pt x="11115" y="28462"/>
                    <a:pt x="11150" y="28417"/>
                    <a:pt x="11125" y="28393"/>
                  </a:cubicBezTo>
                  <a:cubicBezTo>
                    <a:pt x="4955" y="22982"/>
                    <a:pt x="1398" y="15079"/>
                    <a:pt x="1550" y="6903"/>
                  </a:cubicBezTo>
                  <a:cubicBezTo>
                    <a:pt x="1581" y="4593"/>
                    <a:pt x="1885" y="2283"/>
                    <a:pt x="2554" y="64"/>
                  </a:cubicBezTo>
                  <a:cubicBezTo>
                    <a:pt x="2554" y="26"/>
                    <a:pt x="2507" y="0"/>
                    <a:pt x="24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52"/>
            <p:cNvSpPr/>
            <p:nvPr/>
          </p:nvSpPr>
          <p:spPr>
            <a:xfrm>
              <a:off x="4090775" y="4617525"/>
              <a:ext cx="112475" cy="71350"/>
            </a:xfrm>
            <a:custGeom>
              <a:avLst/>
              <a:gdLst/>
              <a:ahLst/>
              <a:cxnLst/>
              <a:rect l="l" t="t" r="r" b="b"/>
              <a:pathLst>
                <a:path w="4499" h="2854" extrusionOk="0">
                  <a:moveTo>
                    <a:pt x="3801" y="1"/>
                  </a:moveTo>
                  <a:cubicBezTo>
                    <a:pt x="3544" y="1"/>
                    <a:pt x="3268" y="161"/>
                    <a:pt x="3131" y="390"/>
                  </a:cubicBezTo>
                  <a:cubicBezTo>
                    <a:pt x="2918" y="663"/>
                    <a:pt x="2857" y="1028"/>
                    <a:pt x="2827" y="1393"/>
                  </a:cubicBezTo>
                  <a:cubicBezTo>
                    <a:pt x="2705" y="1028"/>
                    <a:pt x="2523" y="724"/>
                    <a:pt x="2310" y="420"/>
                  </a:cubicBezTo>
                  <a:cubicBezTo>
                    <a:pt x="2226" y="280"/>
                    <a:pt x="2037" y="113"/>
                    <a:pt x="1865" y="113"/>
                  </a:cubicBezTo>
                  <a:cubicBezTo>
                    <a:pt x="1851" y="113"/>
                    <a:pt x="1838" y="114"/>
                    <a:pt x="1824" y="116"/>
                  </a:cubicBezTo>
                  <a:cubicBezTo>
                    <a:pt x="1520" y="177"/>
                    <a:pt x="1490" y="542"/>
                    <a:pt x="1490" y="815"/>
                  </a:cubicBezTo>
                  <a:lnTo>
                    <a:pt x="1490" y="1545"/>
                  </a:lnTo>
                  <a:cubicBezTo>
                    <a:pt x="1246" y="1332"/>
                    <a:pt x="1003" y="1119"/>
                    <a:pt x="760" y="876"/>
                  </a:cubicBezTo>
                  <a:cubicBezTo>
                    <a:pt x="645" y="761"/>
                    <a:pt x="447" y="659"/>
                    <a:pt x="292" y="659"/>
                  </a:cubicBezTo>
                  <a:cubicBezTo>
                    <a:pt x="201" y="659"/>
                    <a:pt x="125" y="695"/>
                    <a:pt x="91" y="785"/>
                  </a:cubicBezTo>
                  <a:cubicBezTo>
                    <a:pt x="0" y="876"/>
                    <a:pt x="31" y="1028"/>
                    <a:pt x="122" y="1150"/>
                  </a:cubicBezTo>
                  <a:cubicBezTo>
                    <a:pt x="335" y="1666"/>
                    <a:pt x="699" y="2214"/>
                    <a:pt x="1186" y="2548"/>
                  </a:cubicBezTo>
                  <a:cubicBezTo>
                    <a:pt x="1449" y="2745"/>
                    <a:pt x="1784" y="2854"/>
                    <a:pt x="2107" y="2854"/>
                  </a:cubicBezTo>
                  <a:cubicBezTo>
                    <a:pt x="2250" y="2854"/>
                    <a:pt x="2391" y="2833"/>
                    <a:pt x="2523" y="2789"/>
                  </a:cubicBezTo>
                  <a:lnTo>
                    <a:pt x="2523" y="2789"/>
                  </a:lnTo>
                  <a:cubicBezTo>
                    <a:pt x="3326" y="2610"/>
                    <a:pt x="4003" y="2006"/>
                    <a:pt x="4286" y="1271"/>
                  </a:cubicBezTo>
                  <a:cubicBezTo>
                    <a:pt x="4499" y="846"/>
                    <a:pt x="4438" y="238"/>
                    <a:pt x="4043" y="55"/>
                  </a:cubicBezTo>
                  <a:cubicBezTo>
                    <a:pt x="3968" y="18"/>
                    <a:pt x="3886" y="1"/>
                    <a:pt x="3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Biology Subject for Middle School: Birds Nest Types by Slidesgo">
  <a:themeElements>
    <a:clrScheme name="Simple Light">
      <a:dk1>
        <a:srgbClr val="542C18"/>
      </a:dk1>
      <a:lt1>
        <a:srgbClr val="D0E7F4"/>
      </a:lt1>
      <a:dk2>
        <a:srgbClr val="7F492B"/>
      </a:dk2>
      <a:lt2>
        <a:srgbClr val="F2A435"/>
      </a:lt2>
      <a:accent1>
        <a:srgbClr val="F5582B"/>
      </a:accent1>
      <a:accent2>
        <a:srgbClr val="668257"/>
      </a:accent2>
      <a:accent3>
        <a:srgbClr val="465E38"/>
      </a:accent3>
      <a:accent4>
        <a:srgbClr val="B2955D"/>
      </a:accent4>
      <a:accent5>
        <a:srgbClr val="A88347"/>
      </a:accent5>
      <a:accent6>
        <a:srgbClr val="FFFFFF"/>
      </a:accent6>
      <a:hlink>
        <a:srgbClr val="542C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1041</TotalTime>
  <Words>1647</Words>
  <Application>Microsoft Office PowerPoint</Application>
  <PresentationFormat>On-screen Show (16:9)</PresentationFormat>
  <Paragraphs>258</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Lato</vt:lpstr>
      <vt:lpstr>BioRhyme</vt:lpstr>
      <vt:lpstr>Calibri</vt:lpstr>
      <vt:lpstr>Dubai Medium</vt:lpstr>
      <vt:lpstr>Nunito Light</vt:lpstr>
      <vt:lpstr>Arial</vt:lpstr>
      <vt:lpstr>Biology Subject for Middle School: Birds Nest Types by Slidesgo</vt:lpstr>
      <vt:lpstr>        Birdz  </vt:lpstr>
      <vt:lpstr>Problem Statement</vt:lpstr>
      <vt:lpstr>INTRODUCTION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Features Implemented</vt:lpstr>
      <vt:lpstr>Home Page</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Dileep Vadla</cp:lastModifiedBy>
  <cp:revision>12</cp:revision>
  <dcterms:modified xsi:type="dcterms:W3CDTF">2025-07-17T11:02:05Z</dcterms:modified>
</cp:coreProperties>
</file>